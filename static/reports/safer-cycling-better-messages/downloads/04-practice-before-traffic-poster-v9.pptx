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09a4245b0214aeb" /><Relationship Type="http://schemas.openxmlformats.org/officeDocument/2006/relationships/extended-properties" Target="/docProps/app.xml" Id="R88d8ea0fe2b4497c" /><Relationship Type="http://schemas.openxmlformats.org/officeDocument/2006/relationships/officeDocument" Target="/ppt/presentation.xml" Id="R34172ad7e556435b" /></Relationships>
</file>

<file path=ppt/presentation.xml><?xml version="1.0" encoding="utf-8"?>
<p:presentation xmlns:p="http://schemas.openxmlformats.org/presentationml/2006/main">
  <p:sldMasterIdLst>
    <p:sldMasterId xmlns:r="http://schemas.openxmlformats.org/officeDocument/2006/relationships" id="2147483648" r:id="R2062f3696ad74e7b"/>
  </p:sldMasterIdLst>
  <p:notesMasterIdLst>
    <p:notesMasterId xmlns:r="http://schemas.openxmlformats.org/officeDocument/2006/relationships" r:id="Rf165165d302c47cc"/>
  </p:notesMasterIdLst>
  <p:sldIdLst>
    <p:sldId xmlns:r="http://schemas.openxmlformats.org/officeDocument/2006/relationships" id="256" r:id="R3816d2da71944751"/>
    <p:sldId xmlns:r="http://schemas.openxmlformats.org/officeDocument/2006/relationships" id="257" r:id="R73ed363ab96a458e"/>
  </p:sldIdLst>
  <p:sldSz cx="7772400" cy="10058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b99d40a2a9e4a3f" /><Relationship Type="http://schemas.openxmlformats.org/officeDocument/2006/relationships/slideMaster" Target="/ppt/slideMasters/slideMaster1.xml" Id="R2062f3696ad74e7b" /><Relationship Type="http://schemas.openxmlformats.org/officeDocument/2006/relationships/notesMaster" Target="/ppt/notesMasters/notesMaster1.xml" Id="Rf165165d302c47cc" /><Relationship Type="http://schemas.openxmlformats.org/officeDocument/2006/relationships/presProps" Target="/ppt/presProps.xml" Id="Rab5eb087c4384248" /><Relationship Type="http://schemas.openxmlformats.org/officeDocument/2006/relationships/tableStyles" Target="/ppt/tableStyles.xml" Id="Rd7659a3f56ab4052" /><Relationship Type="http://schemas.openxmlformats.org/officeDocument/2006/relationships/slide" Target="/ppt/slides/slide1.xml" Id="R3816d2da71944751" /><Relationship Type="http://schemas.openxmlformats.org/officeDocument/2006/relationships/slide" Target="/ppt/slides/slide2.xml" Id="R73ed363ab96a45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b69a1b8737947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52c70d3cf64d46" /><Relationship Type="http://schemas.openxmlformats.org/officeDocument/2006/relationships/notesMaster" Target="/ppt/notesMasters/notesMaster1.xml" Id="R7aee75d10d804d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1d35735df0c40b3" /><Relationship Type="http://schemas.openxmlformats.org/officeDocument/2006/relationships/notesMaster" Target="/ppt/notesMasters/notesMaster1.xml" Id="Rb00774855d6d43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Before Traffic</a:t>
            </a:r>
          </a:p>
          <a:p xmlns:a="http://schemas.openxmlformats.org/drawingml/2006/main">
            <a:r>
              <a:t>Specific training programs may improve some learning or assessed-skill outcomes; injury results are mixed or not demonstrated. A leaflet or practice scene does not establish traffic readiness or crash reduction. Helmet evidence concerns injury mitigation, not collision prevention. The imagery shows illustrative closed-court practice, not a certified program.</a:t>
            </a:r>
          </a:p>
          <a:p xmlns:a="http://schemas.openxmlformats.org/drawingml/2006/main">
            <a:r>
              <a:t>This exact copy and artwork have not been tested with the intended audience. Treat the emotional framing as an audience hypothesis, not an effectiveness claim. Intended direction: Encouragement and shared possibility; preserve ABC Quick Check, no traffic-readiness certification.</a:t>
            </a:r>
          </a:p>
          <a:p xmlns:a="http://schemas.openxmlformats.org/drawingml/2006/main">
            <a:r>
              <a:t>Complete ABC Quick Check: air, brakes, chain/cranks, quick releases, then a short check ride. This check does not certify readiness for traffic. Children need adult supervision in a closed, traffic-free practice area.</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A. Same wording and layout across variants; only artwork changes. These are two one-sided poster alternatives, not a duplex sheet.</a:t>
            </a:r>
          </a:p>
          <a:p xmlns:a="http://schemas.openxmlformats.org/drawingml/2006/main">
            <a:r>
              <a:t>Sources:</a:t>
            </a:r>
          </a:p>
          <a:p xmlns:a="http://schemas.openxmlformats.org/drawingml/2006/main">
            <a:r>
              <a:t>https://pubmed.ncbi.nlm.nih.gov/24263707/</a:t>
            </a:r>
          </a:p>
          <a:p xmlns:a="http://schemas.openxmlformats.org/drawingml/2006/main">
            <a:r>
              <a:t>https://www.nfer.ac.uk/media/je0cski0/research_into_the_impact_of_bikeability_training_on_childrens_ability_to_perceive_and_appropriately_respond_to_hazards_when_cycling_on_the_road.pdf</a:t>
            </a:r>
          </a:p>
          <a:p xmlns:a="http://schemas.openxmlformats.org/drawingml/2006/main">
            <a:r>
              <a:t>https://pmc.ncbi.nlm.nih.gov/articles/PMC9990551/</a:t>
            </a:r>
          </a:p>
          <a:p xmlns:a="http://schemas.openxmlformats.org/drawingml/2006/main">
            <a:r>
              <a:t>https://academic.oup.com/ije/article-abstract/46/1/278/2617198</a:t>
            </a:r>
          </a:p>
          <a:p xmlns:a="http://schemas.openxmlformats.org/drawingml/2006/main">
            <a:r>
              <a:t>https://www.nhtsa.gov/book/countermeasures-that-work/bicycle-safety/countermeasures/unproven-further-evaluation/bicycle</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Practice Before Traffic</a:t>
            </a:r>
          </a:p>
          <a:p xmlns:a="http://schemas.openxmlformats.org/drawingml/2006/main">
            <a:r>
              <a:t>Specific training programs may improve some learning or assessed-skill outcomes; injury results are mixed or not demonstrated. A leaflet or practice scene does not establish traffic readiness or crash reduction. Helmet evidence concerns injury mitigation, not collision prevention. The imagery shows illustrative closed-court practice, not a certified program.</a:t>
            </a:r>
          </a:p>
          <a:p xmlns:a="http://schemas.openxmlformats.org/drawingml/2006/main">
            <a:r>
              <a:t>This exact copy and artwork have not been tested with the intended audience. Treat the emotional framing as an audience hypothesis, not an effectiveness claim. Intended direction: Encouragement and shared possibility; preserve ABC Quick Check, no traffic-readiness certification.</a:t>
            </a:r>
          </a:p>
          <a:p xmlns:a="http://schemas.openxmlformats.org/drawingml/2006/main">
            <a:r>
              <a:t>Complete ABC Quick Check: air, brakes, chain/cranks, quick releases, then a short check ride. This check does not certify readiness for traffic. Children need adult supervision in a closed, traffic-free practice area.</a:t>
            </a:r>
          </a:p>
          <a:p xmlns:a="http://schemas.openxmlformats.org/drawingml/2006/main">
            <a:r>
              <a:t>Artwork: original generated illustration, not a named real person or testimonial. Relationship wording is illustrative campaign framing, not a verified biography.</a:t>
            </a:r>
          </a:p>
          <a:p xmlns:a="http://schemas.openxmlformats.org/drawingml/2006/main">
            <a:r>
              <a:t>Implementation: check the scene and action with intended recipients before broad release. Measure distribution, understanding, and behavior separately; no design in this deck has been shown to reduce crashes.</a:t>
            </a:r>
          </a:p>
          <a:p xmlns:a="http://schemas.openxmlformats.org/drawingml/2006/main">
            <a:r>
              <a:t>Image variant B. Same wording and layout across variants; only artwork changes. These are two one-sided poster alternatives, not a duplex sheet.</a:t>
            </a:r>
          </a:p>
          <a:p xmlns:a="http://schemas.openxmlformats.org/drawingml/2006/main">
            <a:r>
              <a:t>Sources:</a:t>
            </a:r>
          </a:p>
          <a:p xmlns:a="http://schemas.openxmlformats.org/drawingml/2006/main">
            <a:r>
              <a:t>https://pubmed.ncbi.nlm.nih.gov/24263707/</a:t>
            </a:r>
          </a:p>
          <a:p xmlns:a="http://schemas.openxmlformats.org/drawingml/2006/main">
            <a:r>
              <a:t>https://www.nfer.ac.uk/media/je0cski0/research_into_the_impact_of_bikeability_training_on_childrens_ability_to_perceive_and_appropriately_respond_to_hazards_when_cycling_on_the_road.pdf</a:t>
            </a:r>
          </a:p>
          <a:p xmlns:a="http://schemas.openxmlformats.org/drawingml/2006/main">
            <a:r>
              <a:t>https://pmc.ncbi.nlm.nih.gov/articles/PMC9990551/</a:t>
            </a:r>
          </a:p>
          <a:p xmlns:a="http://schemas.openxmlformats.org/drawingml/2006/main">
            <a:r>
              <a:t>https://academic.oup.com/ije/article-abstract/46/1/278/2617198</a:t>
            </a:r>
          </a:p>
          <a:p xmlns:a="http://schemas.openxmlformats.org/drawingml/2006/main">
            <a:r>
              <a:t>https://www.nhtsa.gov/book/countermeasures-that-work/bicycle-safety/countermeasures/unproven-further-evaluation/bicycle</a:t>
            </a:r>
          </a:p>
          <a:p xmlns:a="http://schemas.openxmlformats.org/drawingml/2006/main">
            <a:r>
              <a:t>https://www.vias.be/storage/main/cast-wp3-deliverable-3.2b.pdf</a:t>
            </a:r>
          </a:p>
          <a:p xmlns:a="http://schemas.openxmlformats.org/drawingml/2006/main">
            <a:r>
              <a:t>https://www.nationalacademies.org/publications/29154</a:t>
            </a:r>
          </a:p>
          <a:p xmlns:a="http://schemas.openxmlformats.org/drawingml/2006/main">
            <a:r>
              <a:t>QR destination: https://3fp.org</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26b363e8c8844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5754f9bbf5d43d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481d239c884a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16cce548624f1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85c81a39ce5466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7becc14a1449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6615E7-92F8-46F3-8263-AA7A5BA82D39}"/>
              </a:ext>
            </a:extLst>
          </p:cNvPr>
          <p:cNvSpPr>
            <a:spLocks xmlns:a="http://schemas.openxmlformats.org/drawingml/2006/main" noGrp="1"/>
          </p:cNvSpPr>
          <p:nvPr>
            <p:ph type="title" idx="0"/>
          </p:nvPr>
        </p:nvSpPr>
        <p:spPr>
          <a:xfrm xmlns:a="http://schemas.openxmlformats.org/drawingml/2006/main">
            <a:off x="777240" y="3799840"/>
            <a:ext cx="6217920" cy="14528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060" b="1">
                <a:solidFill>
                  <a:schemeClr val="tx1"/>
                </a:solidFill>
                <a:latin typeface="+mj-lt"/>
                <a:ea typeface="+mj-lt"/>
                <a:cs typeface="+mj-lt"/>
              </a:defRPr>
            </a:defPPr>
            <a:lvl1pPr marL="0" indent="0" algn="ctr">
              <a:lnSpc>
                <a:spcPct val="110000"/>
              </a:lnSpc>
              <a:spcBef>
                <a:spcPts val="0"/>
              </a:spcBef>
              <a:spcAft>
                <a:spcPts val="0"/>
              </a:spcAft>
              <a:buNone/>
              <a:defRPr sz="3060" b="1">
                <a:solidFill>
                  <a:schemeClr val="tx1"/>
                </a:solidFill>
                <a:latin typeface="+mj-lt"/>
                <a:ea typeface="+mj-lt"/>
                <a:cs typeface="+mj-lt"/>
              </a:defRPr>
            </a:lvl1pPr>
            <a:lvl2pPr marL="0" indent="0" algn="ctr">
              <a:lnSpc>
                <a:spcPct val="110000"/>
              </a:lnSpc>
              <a:spcBef>
                <a:spcPts val="0"/>
              </a:spcBef>
              <a:spcAft>
                <a:spcPts val="0"/>
              </a:spcAft>
              <a:buNone/>
              <a:defRPr sz="3060" b="1">
                <a:solidFill>
                  <a:schemeClr val="tx1"/>
                </a:solidFill>
                <a:latin typeface="+mj-lt"/>
                <a:ea typeface="+mj-lt"/>
                <a:cs typeface="+mj-lt"/>
              </a:defRPr>
            </a:lvl2pPr>
            <a:lvl3pPr marL="0" indent="0" algn="ctr">
              <a:lnSpc>
                <a:spcPct val="110000"/>
              </a:lnSpc>
              <a:spcBef>
                <a:spcPts val="0"/>
              </a:spcBef>
              <a:spcAft>
                <a:spcPts val="0"/>
              </a:spcAft>
              <a:buNone/>
              <a:defRPr sz="3060" b="1">
                <a:solidFill>
                  <a:schemeClr val="tx1"/>
                </a:solidFill>
                <a:latin typeface="+mj-lt"/>
                <a:ea typeface="+mj-lt"/>
                <a:cs typeface="+mj-lt"/>
              </a:defRPr>
            </a:lvl3pPr>
            <a:lvl4pPr marL="0" indent="0" algn="ctr">
              <a:lnSpc>
                <a:spcPct val="110000"/>
              </a:lnSpc>
              <a:spcBef>
                <a:spcPts val="0"/>
              </a:spcBef>
              <a:spcAft>
                <a:spcPts val="0"/>
              </a:spcAft>
              <a:buNone/>
              <a:defRPr sz="3060" b="1">
                <a:solidFill>
                  <a:schemeClr val="tx1"/>
                </a:solidFill>
                <a:latin typeface="+mj-lt"/>
                <a:ea typeface="+mj-lt"/>
                <a:cs typeface="+mj-lt"/>
              </a:defRPr>
            </a:lvl4pPr>
            <a:lvl5pPr marL="0" indent="0" algn="ctr">
              <a:lnSpc>
                <a:spcPct val="110000"/>
              </a:lnSpc>
              <a:spcBef>
                <a:spcPts val="0"/>
              </a:spcBef>
              <a:spcAft>
                <a:spcPts val="0"/>
              </a:spcAft>
              <a:buNone/>
              <a:defRPr sz="3060" b="1">
                <a:solidFill>
                  <a:schemeClr val="tx1"/>
                </a:solidFill>
                <a:latin typeface="+mj-lt"/>
                <a:ea typeface="+mj-lt"/>
                <a:cs typeface="+mj-lt"/>
              </a:defRPr>
            </a:lvl5pPr>
            <a:lvl6pPr marL="0" indent="0" algn="ctr">
              <a:lnSpc>
                <a:spcPct val="110000"/>
              </a:lnSpc>
              <a:spcBef>
                <a:spcPts val="0"/>
              </a:spcBef>
              <a:spcAft>
                <a:spcPts val="0"/>
              </a:spcAft>
              <a:buNone/>
              <a:defRPr sz="3060" b="1">
                <a:solidFill>
                  <a:schemeClr val="tx1"/>
                </a:solidFill>
                <a:latin typeface="+mj-lt"/>
                <a:ea typeface="+mj-lt"/>
                <a:cs typeface="+mj-lt"/>
              </a:defRPr>
            </a:lvl6pPr>
            <a:lvl7pPr marL="0" indent="0" algn="ctr">
              <a:lnSpc>
                <a:spcPct val="110000"/>
              </a:lnSpc>
              <a:spcBef>
                <a:spcPts val="0"/>
              </a:spcBef>
              <a:spcAft>
                <a:spcPts val="0"/>
              </a:spcAft>
              <a:buNone/>
              <a:defRPr sz="3060" b="1">
                <a:solidFill>
                  <a:schemeClr val="tx1"/>
                </a:solidFill>
                <a:latin typeface="+mj-lt"/>
                <a:ea typeface="+mj-lt"/>
                <a:cs typeface="+mj-lt"/>
              </a:defRPr>
            </a:lvl7pPr>
            <a:lvl8pPr marL="0" indent="0" algn="ctr">
              <a:lnSpc>
                <a:spcPct val="110000"/>
              </a:lnSpc>
              <a:spcBef>
                <a:spcPts val="0"/>
              </a:spcBef>
              <a:spcAft>
                <a:spcPts val="0"/>
              </a:spcAft>
              <a:buNone/>
              <a:defRPr sz="3060" b="1">
                <a:solidFill>
                  <a:schemeClr val="tx1"/>
                </a:solidFill>
                <a:latin typeface="+mj-lt"/>
                <a:ea typeface="+mj-lt"/>
                <a:cs typeface="+mj-lt"/>
              </a:defRPr>
            </a:lvl8pPr>
            <a:lvl9pPr marL="0" indent="0" algn="ctr">
              <a:lnSpc>
                <a:spcPct val="110000"/>
              </a:lnSpc>
              <a:spcBef>
                <a:spcPts val="0"/>
              </a:spcBef>
              <a:spcAft>
                <a:spcPts val="0"/>
              </a:spcAft>
              <a:buNone/>
              <a:defRPr sz="306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C5C0254-5732-4CF0-88DD-47CD301AA5EA}"/>
              </a:ext>
            </a:extLst>
          </p:cNvPr>
          <p:cNvSpPr>
            <a:spLocks xmlns:a="http://schemas.openxmlformats.org/drawingml/2006/main" noGrp="1"/>
          </p:cNvSpPr>
          <p:nvPr>
            <p:ph type="subTitle" idx="1"/>
          </p:nvPr>
        </p:nvSpPr>
        <p:spPr>
          <a:xfrm xmlns:a="http://schemas.openxmlformats.org/drawingml/2006/main">
            <a:off x="1165860" y="5532120"/>
            <a:ext cx="5440680" cy="1117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339" b="0">
                <a:solidFill>
                  <a:schemeClr val="tx1"/>
                </a:solidFill>
                <a:latin typeface="+mn-lt"/>
                <a:ea typeface="+mn-lt"/>
                <a:cs typeface="+mn-lt"/>
              </a:defRPr>
            </a:defPPr>
            <a:lvl1pPr marL="0" indent="0" algn="ctr">
              <a:lnSpc>
                <a:spcPct val="110000"/>
              </a:lnSpc>
              <a:spcBef>
                <a:spcPts val="0"/>
              </a:spcBef>
              <a:spcAft>
                <a:spcPts val="0"/>
              </a:spcAft>
              <a:buNone/>
              <a:defRPr sz="1339" b="0">
                <a:solidFill>
                  <a:schemeClr val="tx1"/>
                </a:solidFill>
                <a:latin typeface="+mn-lt"/>
                <a:ea typeface="+mn-lt"/>
                <a:cs typeface="+mn-lt"/>
              </a:defRPr>
            </a:lvl1pPr>
            <a:lvl2pPr marL="0" indent="0" algn="ctr">
              <a:lnSpc>
                <a:spcPct val="110000"/>
              </a:lnSpc>
              <a:spcBef>
                <a:spcPts val="0"/>
              </a:spcBef>
              <a:spcAft>
                <a:spcPts val="0"/>
              </a:spcAft>
              <a:buNone/>
              <a:defRPr sz="1339" b="0">
                <a:solidFill>
                  <a:schemeClr val="tx1"/>
                </a:solidFill>
                <a:latin typeface="+mn-lt"/>
                <a:ea typeface="+mn-lt"/>
                <a:cs typeface="+mn-lt"/>
              </a:defRPr>
            </a:lvl2pPr>
            <a:lvl3pPr marL="0" indent="0" algn="ctr">
              <a:lnSpc>
                <a:spcPct val="110000"/>
              </a:lnSpc>
              <a:spcBef>
                <a:spcPts val="0"/>
              </a:spcBef>
              <a:spcAft>
                <a:spcPts val="0"/>
              </a:spcAft>
              <a:buNone/>
              <a:defRPr sz="1339" b="0">
                <a:solidFill>
                  <a:schemeClr val="tx1"/>
                </a:solidFill>
                <a:latin typeface="+mn-lt"/>
                <a:ea typeface="+mn-lt"/>
                <a:cs typeface="+mn-lt"/>
              </a:defRPr>
            </a:lvl3pPr>
            <a:lvl4pPr marL="0" indent="0" algn="ctr">
              <a:lnSpc>
                <a:spcPct val="110000"/>
              </a:lnSpc>
              <a:spcBef>
                <a:spcPts val="0"/>
              </a:spcBef>
              <a:spcAft>
                <a:spcPts val="0"/>
              </a:spcAft>
              <a:buNone/>
              <a:defRPr sz="1339" b="0">
                <a:solidFill>
                  <a:schemeClr val="tx1"/>
                </a:solidFill>
                <a:latin typeface="+mn-lt"/>
                <a:ea typeface="+mn-lt"/>
                <a:cs typeface="+mn-lt"/>
              </a:defRPr>
            </a:lvl4pPr>
            <a:lvl5pPr marL="0" indent="0" algn="ctr">
              <a:lnSpc>
                <a:spcPct val="110000"/>
              </a:lnSpc>
              <a:spcBef>
                <a:spcPts val="0"/>
              </a:spcBef>
              <a:spcAft>
                <a:spcPts val="0"/>
              </a:spcAft>
              <a:buNone/>
              <a:defRPr sz="1339" b="0">
                <a:solidFill>
                  <a:schemeClr val="tx1"/>
                </a:solidFill>
                <a:latin typeface="+mn-lt"/>
                <a:ea typeface="+mn-lt"/>
                <a:cs typeface="+mn-lt"/>
              </a:defRPr>
            </a:lvl5pPr>
            <a:lvl6pPr marL="0" indent="0" algn="ctr">
              <a:lnSpc>
                <a:spcPct val="110000"/>
              </a:lnSpc>
              <a:spcBef>
                <a:spcPts val="0"/>
              </a:spcBef>
              <a:spcAft>
                <a:spcPts val="0"/>
              </a:spcAft>
              <a:buNone/>
              <a:defRPr sz="1339" b="0">
                <a:solidFill>
                  <a:schemeClr val="tx1"/>
                </a:solidFill>
                <a:latin typeface="+mn-lt"/>
                <a:ea typeface="+mn-lt"/>
                <a:cs typeface="+mn-lt"/>
              </a:defRPr>
            </a:lvl6pPr>
            <a:lvl7pPr marL="0" indent="0" algn="ctr">
              <a:lnSpc>
                <a:spcPct val="110000"/>
              </a:lnSpc>
              <a:spcBef>
                <a:spcPts val="0"/>
              </a:spcBef>
              <a:spcAft>
                <a:spcPts val="0"/>
              </a:spcAft>
              <a:buNone/>
              <a:defRPr sz="1339" b="0">
                <a:solidFill>
                  <a:schemeClr val="tx1"/>
                </a:solidFill>
                <a:latin typeface="+mn-lt"/>
                <a:ea typeface="+mn-lt"/>
                <a:cs typeface="+mn-lt"/>
              </a:defRPr>
            </a:lvl7pPr>
            <a:lvl8pPr marL="0" indent="0" algn="ctr">
              <a:lnSpc>
                <a:spcPct val="110000"/>
              </a:lnSpc>
              <a:spcBef>
                <a:spcPts val="0"/>
              </a:spcBef>
              <a:spcAft>
                <a:spcPts val="0"/>
              </a:spcAft>
              <a:buNone/>
              <a:defRPr sz="1339" b="0">
                <a:solidFill>
                  <a:schemeClr val="tx1"/>
                </a:solidFill>
                <a:latin typeface="+mn-lt"/>
                <a:ea typeface="+mn-lt"/>
                <a:cs typeface="+mn-lt"/>
              </a:defRPr>
            </a:lvl8pPr>
            <a:lvl9pPr marL="0" indent="0" algn="ctr">
              <a:lnSpc>
                <a:spcPct val="110000"/>
              </a:lnSpc>
              <a:spcBef>
                <a:spcPts val="0"/>
              </a:spcBef>
              <a:spcAft>
                <a:spcPts val="0"/>
              </a:spcAft>
              <a:buNone/>
              <a:defRPr sz="1339"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3E25481-B421-4CEB-81B5-B7ABD25E24C5}"/>
              </a:ext>
            </a:extLst>
          </p:cNvPr>
          <p:cNvSpPr>
            <a:spLocks xmlns:a="http://schemas.openxmlformats.org/drawingml/2006/main" noGrp="1"/>
          </p:cNvSpPr>
          <p:nvPr>
            <p:ph type="title" idx="0"/>
          </p:nvPr>
        </p:nvSpPr>
        <p:spPr>
          <a:xfrm xmlns:a="http://schemas.openxmlformats.org/drawingml/2006/main">
            <a:off x="777240" y="4191000"/>
            <a:ext cx="6217920" cy="1676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77" b="1">
                <a:solidFill>
                  <a:schemeClr val="tx1"/>
                </a:solidFill>
                <a:latin typeface="+mj-lt"/>
                <a:ea typeface="+mj-lt"/>
                <a:cs typeface="+mj-lt"/>
              </a:defRPr>
            </a:defPPr>
            <a:lvl1pPr marL="0" indent="0" algn="ctr">
              <a:lnSpc>
                <a:spcPct val="110000"/>
              </a:lnSpc>
              <a:spcBef>
                <a:spcPts val="0"/>
              </a:spcBef>
              <a:spcAft>
                <a:spcPts val="0"/>
              </a:spcAft>
              <a:buNone/>
              <a:defRPr sz="2677" b="1">
                <a:solidFill>
                  <a:schemeClr val="tx1"/>
                </a:solidFill>
                <a:latin typeface="+mj-lt"/>
                <a:ea typeface="+mj-lt"/>
                <a:cs typeface="+mj-lt"/>
              </a:defRPr>
            </a:lvl1pPr>
            <a:lvl2pPr marL="0" indent="0" algn="ctr">
              <a:lnSpc>
                <a:spcPct val="110000"/>
              </a:lnSpc>
              <a:spcBef>
                <a:spcPts val="0"/>
              </a:spcBef>
              <a:spcAft>
                <a:spcPts val="0"/>
              </a:spcAft>
              <a:buNone/>
              <a:defRPr sz="2677" b="1">
                <a:solidFill>
                  <a:schemeClr val="tx1"/>
                </a:solidFill>
                <a:latin typeface="+mj-lt"/>
                <a:ea typeface="+mj-lt"/>
                <a:cs typeface="+mj-lt"/>
              </a:defRPr>
            </a:lvl2pPr>
            <a:lvl3pPr marL="0" indent="0" algn="ctr">
              <a:lnSpc>
                <a:spcPct val="110000"/>
              </a:lnSpc>
              <a:spcBef>
                <a:spcPts val="0"/>
              </a:spcBef>
              <a:spcAft>
                <a:spcPts val="0"/>
              </a:spcAft>
              <a:buNone/>
              <a:defRPr sz="2677" b="1">
                <a:solidFill>
                  <a:schemeClr val="tx1"/>
                </a:solidFill>
                <a:latin typeface="+mj-lt"/>
                <a:ea typeface="+mj-lt"/>
                <a:cs typeface="+mj-lt"/>
              </a:defRPr>
            </a:lvl3pPr>
            <a:lvl4pPr marL="0" indent="0" algn="ctr">
              <a:lnSpc>
                <a:spcPct val="110000"/>
              </a:lnSpc>
              <a:spcBef>
                <a:spcPts val="0"/>
              </a:spcBef>
              <a:spcAft>
                <a:spcPts val="0"/>
              </a:spcAft>
              <a:buNone/>
              <a:defRPr sz="2677" b="1">
                <a:solidFill>
                  <a:schemeClr val="tx1"/>
                </a:solidFill>
                <a:latin typeface="+mj-lt"/>
                <a:ea typeface="+mj-lt"/>
                <a:cs typeface="+mj-lt"/>
              </a:defRPr>
            </a:lvl4pPr>
            <a:lvl5pPr marL="0" indent="0" algn="ctr">
              <a:lnSpc>
                <a:spcPct val="110000"/>
              </a:lnSpc>
              <a:spcBef>
                <a:spcPts val="0"/>
              </a:spcBef>
              <a:spcAft>
                <a:spcPts val="0"/>
              </a:spcAft>
              <a:buNone/>
              <a:defRPr sz="2677" b="1">
                <a:solidFill>
                  <a:schemeClr val="tx1"/>
                </a:solidFill>
                <a:latin typeface="+mj-lt"/>
                <a:ea typeface="+mj-lt"/>
                <a:cs typeface="+mj-lt"/>
              </a:defRPr>
            </a:lvl5pPr>
            <a:lvl6pPr marL="0" indent="0" algn="ctr">
              <a:lnSpc>
                <a:spcPct val="110000"/>
              </a:lnSpc>
              <a:spcBef>
                <a:spcPts val="0"/>
              </a:spcBef>
              <a:spcAft>
                <a:spcPts val="0"/>
              </a:spcAft>
              <a:buNone/>
              <a:defRPr sz="2677" b="1">
                <a:solidFill>
                  <a:schemeClr val="tx1"/>
                </a:solidFill>
                <a:latin typeface="+mj-lt"/>
                <a:ea typeface="+mj-lt"/>
                <a:cs typeface="+mj-lt"/>
              </a:defRPr>
            </a:lvl6pPr>
            <a:lvl7pPr marL="0" indent="0" algn="ctr">
              <a:lnSpc>
                <a:spcPct val="110000"/>
              </a:lnSpc>
              <a:spcBef>
                <a:spcPts val="0"/>
              </a:spcBef>
              <a:spcAft>
                <a:spcPts val="0"/>
              </a:spcAft>
              <a:buNone/>
              <a:defRPr sz="2677" b="1">
                <a:solidFill>
                  <a:schemeClr val="tx1"/>
                </a:solidFill>
                <a:latin typeface="+mj-lt"/>
                <a:ea typeface="+mj-lt"/>
                <a:cs typeface="+mj-lt"/>
              </a:defRPr>
            </a:lvl7pPr>
            <a:lvl8pPr marL="0" indent="0" algn="ctr">
              <a:lnSpc>
                <a:spcPct val="110000"/>
              </a:lnSpc>
              <a:spcBef>
                <a:spcPts val="0"/>
              </a:spcBef>
              <a:spcAft>
                <a:spcPts val="0"/>
              </a:spcAft>
              <a:buNone/>
              <a:defRPr sz="2677" b="1">
                <a:solidFill>
                  <a:schemeClr val="tx1"/>
                </a:solidFill>
                <a:latin typeface="+mj-lt"/>
                <a:ea typeface="+mj-lt"/>
                <a:cs typeface="+mj-lt"/>
              </a:defRPr>
            </a:lvl8pPr>
            <a:lvl9pPr marL="0" indent="0" algn="ctr">
              <a:lnSpc>
                <a:spcPct val="110000"/>
              </a:lnSpc>
              <a:spcBef>
                <a:spcPts val="0"/>
              </a:spcBef>
              <a:spcAft>
                <a:spcPts val="0"/>
              </a:spcAft>
              <a:buNone/>
              <a:defRPr sz="2677"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8505F3-FAE7-4534-854A-C5EE3C69234E}"/>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089953-CE1A-4ABC-93AF-622C54110C83}"/>
              </a:ext>
            </a:extLst>
          </p:cNvPr>
          <p:cNvSpPr>
            <a:spLocks xmlns:a="http://schemas.openxmlformats.org/drawingml/2006/main" noGrp="1"/>
          </p:cNvSpPr>
          <p:nvPr>
            <p:ph type="body" idx="1"/>
          </p:nvPr>
        </p:nvSpPr>
        <p:spPr>
          <a:xfrm xmlns:a="http://schemas.openxmlformats.org/drawingml/2006/main">
            <a:off x="437198" y="2794000"/>
            <a:ext cx="689800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AD52BC5-676F-457E-8BEF-370769E9DF00}"/>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353B9DA-51A1-42A0-AA25-8CE47B38E366}"/>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9D657C5-4849-4F76-9750-559038C3BFAB}"/>
              </a:ext>
            </a:extLst>
          </p:cNvPr>
          <p:cNvSpPr>
            <a:spLocks xmlns:a="http://schemas.openxmlformats.org/drawingml/2006/main" noGrp="1"/>
          </p:cNvSpPr>
          <p:nvPr>
            <p:ph type="body" idx="2"/>
          </p:nvPr>
        </p:nvSpPr>
        <p:spPr>
          <a:xfrm xmlns:a="http://schemas.openxmlformats.org/drawingml/2006/main">
            <a:off x="4129087"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339" b="0">
                <a:solidFill>
                  <a:schemeClr val="tx1"/>
                </a:solidFill>
                <a:latin typeface="+mn-lt"/>
                <a:ea typeface="+mn-lt"/>
                <a:cs typeface="+mn-lt"/>
              </a:defRPr>
            </a:defPPr>
            <a:lvl1pPr marL="145733" indent="-145732" algn="l">
              <a:lnSpc>
                <a:spcPct val="110000"/>
              </a:lnSpc>
              <a:spcBef>
                <a:spcPts val="0"/>
              </a:spcBef>
              <a:spcAft>
                <a:spcPts val="765"/>
              </a:spcAft>
              <a:buChar char="•"/>
              <a:defRPr sz="1339" b="0">
                <a:solidFill>
                  <a:schemeClr val="tx1"/>
                </a:solidFill>
                <a:latin typeface="+mn-lt"/>
                <a:ea typeface="+mn-lt"/>
                <a:cs typeface="+mn-lt"/>
              </a:defRPr>
            </a:lvl1pPr>
            <a:lvl2pPr marL="340042" indent="-145732" algn="l">
              <a:lnSpc>
                <a:spcPct val="110000"/>
              </a:lnSpc>
              <a:spcBef>
                <a:spcPts val="0"/>
              </a:spcBef>
              <a:spcAft>
                <a:spcPts val="765"/>
              </a:spcAft>
              <a:buChar char="•"/>
              <a:defRPr sz="1339" b="0">
                <a:solidFill>
                  <a:schemeClr val="tx1"/>
                </a:solidFill>
                <a:latin typeface="+mn-lt"/>
                <a:ea typeface="+mn-lt"/>
                <a:cs typeface="+mn-lt"/>
              </a:defRPr>
            </a:lvl2pPr>
            <a:lvl3pPr marL="534353" indent="-145732" algn="l">
              <a:lnSpc>
                <a:spcPct val="110000"/>
              </a:lnSpc>
              <a:spcBef>
                <a:spcPts val="0"/>
              </a:spcBef>
              <a:spcAft>
                <a:spcPts val="765"/>
              </a:spcAft>
              <a:buChar char="•"/>
              <a:defRPr sz="1339" b="0">
                <a:solidFill>
                  <a:schemeClr val="tx1"/>
                </a:solidFill>
                <a:latin typeface="+mn-lt"/>
                <a:ea typeface="+mn-lt"/>
                <a:cs typeface="+mn-lt"/>
              </a:defRPr>
            </a:lvl3pPr>
            <a:lvl4pPr marL="728663" indent="-145732" algn="l">
              <a:lnSpc>
                <a:spcPct val="110000"/>
              </a:lnSpc>
              <a:spcBef>
                <a:spcPts val="0"/>
              </a:spcBef>
              <a:spcAft>
                <a:spcPts val="765"/>
              </a:spcAft>
              <a:buChar char="•"/>
              <a:defRPr sz="1339" b="0">
                <a:solidFill>
                  <a:schemeClr val="tx1"/>
                </a:solidFill>
                <a:latin typeface="+mn-lt"/>
                <a:ea typeface="+mn-lt"/>
                <a:cs typeface="+mn-lt"/>
              </a:defRPr>
            </a:lvl4pPr>
            <a:lvl5pPr marL="922972" indent="-145732" algn="l">
              <a:lnSpc>
                <a:spcPct val="110000"/>
              </a:lnSpc>
              <a:spcBef>
                <a:spcPts val="0"/>
              </a:spcBef>
              <a:spcAft>
                <a:spcPts val="765"/>
              </a:spcAft>
              <a:buChar char="•"/>
              <a:defRPr sz="1339" b="0">
                <a:solidFill>
                  <a:schemeClr val="tx1"/>
                </a:solidFill>
                <a:latin typeface="+mn-lt"/>
                <a:ea typeface="+mn-lt"/>
                <a:cs typeface="+mn-lt"/>
              </a:defRPr>
            </a:lvl5pPr>
            <a:lvl6pPr marL="1117283" indent="-145732" algn="l">
              <a:lnSpc>
                <a:spcPct val="110000"/>
              </a:lnSpc>
              <a:spcBef>
                <a:spcPts val="0"/>
              </a:spcBef>
              <a:spcAft>
                <a:spcPts val="765"/>
              </a:spcAft>
              <a:buChar char="•"/>
              <a:defRPr sz="1339" b="0">
                <a:solidFill>
                  <a:schemeClr val="tx1"/>
                </a:solidFill>
                <a:latin typeface="+mn-lt"/>
                <a:ea typeface="+mn-lt"/>
                <a:cs typeface="+mn-lt"/>
              </a:defRPr>
            </a:lvl6pPr>
            <a:lvl7pPr marL="1311593" indent="-145732" algn="l">
              <a:lnSpc>
                <a:spcPct val="110000"/>
              </a:lnSpc>
              <a:spcBef>
                <a:spcPts val="0"/>
              </a:spcBef>
              <a:spcAft>
                <a:spcPts val="765"/>
              </a:spcAft>
              <a:buChar char="•"/>
              <a:defRPr sz="1339" b="0">
                <a:solidFill>
                  <a:schemeClr val="tx1"/>
                </a:solidFill>
                <a:latin typeface="+mn-lt"/>
                <a:ea typeface="+mn-lt"/>
                <a:cs typeface="+mn-lt"/>
              </a:defRPr>
            </a:lvl7pPr>
            <a:lvl8pPr marL="1505903" indent="-145732" algn="l">
              <a:lnSpc>
                <a:spcPct val="110000"/>
              </a:lnSpc>
              <a:spcBef>
                <a:spcPts val="0"/>
              </a:spcBef>
              <a:spcAft>
                <a:spcPts val="765"/>
              </a:spcAft>
              <a:buChar char="•"/>
              <a:defRPr sz="1339" b="0">
                <a:solidFill>
                  <a:schemeClr val="tx1"/>
                </a:solidFill>
                <a:latin typeface="+mn-lt"/>
                <a:ea typeface="+mn-lt"/>
                <a:cs typeface="+mn-lt"/>
              </a:defRPr>
            </a:lvl8pPr>
            <a:lvl9pPr marL="1700213" indent="-145732" algn="l">
              <a:lnSpc>
                <a:spcPct val="110000"/>
              </a:lnSpc>
              <a:spcBef>
                <a:spcPts val="0"/>
              </a:spcBef>
              <a:spcAft>
                <a:spcPts val="765"/>
              </a:spcAft>
              <a:buChar char="•"/>
              <a:defRPr sz="1339"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A112FF-E3BA-4CA7-878A-47C1EF685CC7}"/>
              </a:ext>
            </a:extLst>
          </p:cNvPr>
          <p:cNvSpPr>
            <a:spLocks xmlns:a="http://schemas.openxmlformats.org/drawingml/2006/main" noGrp="1"/>
          </p:cNvSpPr>
          <p:nvPr>
            <p:ph type="title" idx="0"/>
          </p:nvPr>
        </p:nvSpPr>
        <p:spPr>
          <a:xfrm xmlns:a="http://schemas.openxmlformats.org/drawingml/2006/main">
            <a:off x="437198" y="782320"/>
            <a:ext cx="6898005" cy="12293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4" b="1">
                <a:solidFill>
                  <a:schemeClr val="tx1"/>
                </a:solidFill>
                <a:latin typeface="+mj-lt"/>
                <a:ea typeface="+mj-lt"/>
                <a:cs typeface="+mj-lt"/>
              </a:defRPr>
            </a:defPPr>
            <a:lvl1pPr marL="0" indent="0" algn="l">
              <a:lnSpc>
                <a:spcPct val="110000"/>
              </a:lnSpc>
              <a:spcBef>
                <a:spcPts val="0"/>
              </a:spcBef>
              <a:spcAft>
                <a:spcPts val="0"/>
              </a:spcAft>
              <a:buNone/>
              <a:defRPr sz="2104" b="1">
                <a:solidFill>
                  <a:schemeClr val="tx1"/>
                </a:solidFill>
                <a:latin typeface="+mj-lt"/>
                <a:ea typeface="+mj-lt"/>
                <a:cs typeface="+mj-lt"/>
              </a:defRPr>
            </a:lvl1pPr>
            <a:lvl2pPr marL="0" indent="0" algn="l">
              <a:lnSpc>
                <a:spcPct val="110000"/>
              </a:lnSpc>
              <a:spcBef>
                <a:spcPts val="0"/>
              </a:spcBef>
              <a:spcAft>
                <a:spcPts val="0"/>
              </a:spcAft>
              <a:buNone/>
              <a:defRPr sz="2104" b="1">
                <a:solidFill>
                  <a:schemeClr val="tx1"/>
                </a:solidFill>
                <a:latin typeface="+mj-lt"/>
                <a:ea typeface="+mj-lt"/>
                <a:cs typeface="+mj-lt"/>
              </a:defRPr>
            </a:lvl2pPr>
            <a:lvl3pPr marL="0" indent="0" algn="l">
              <a:lnSpc>
                <a:spcPct val="110000"/>
              </a:lnSpc>
              <a:spcBef>
                <a:spcPts val="0"/>
              </a:spcBef>
              <a:spcAft>
                <a:spcPts val="0"/>
              </a:spcAft>
              <a:buNone/>
              <a:defRPr sz="2104" b="1">
                <a:solidFill>
                  <a:schemeClr val="tx1"/>
                </a:solidFill>
                <a:latin typeface="+mj-lt"/>
                <a:ea typeface="+mj-lt"/>
                <a:cs typeface="+mj-lt"/>
              </a:defRPr>
            </a:lvl3pPr>
            <a:lvl4pPr marL="0" indent="0" algn="l">
              <a:lnSpc>
                <a:spcPct val="110000"/>
              </a:lnSpc>
              <a:spcBef>
                <a:spcPts val="0"/>
              </a:spcBef>
              <a:spcAft>
                <a:spcPts val="0"/>
              </a:spcAft>
              <a:buNone/>
              <a:defRPr sz="2104" b="1">
                <a:solidFill>
                  <a:schemeClr val="tx1"/>
                </a:solidFill>
                <a:latin typeface="+mj-lt"/>
                <a:ea typeface="+mj-lt"/>
                <a:cs typeface="+mj-lt"/>
              </a:defRPr>
            </a:lvl4pPr>
            <a:lvl5pPr marL="0" indent="0" algn="l">
              <a:lnSpc>
                <a:spcPct val="110000"/>
              </a:lnSpc>
              <a:spcBef>
                <a:spcPts val="0"/>
              </a:spcBef>
              <a:spcAft>
                <a:spcPts val="0"/>
              </a:spcAft>
              <a:buNone/>
              <a:defRPr sz="2104" b="1">
                <a:solidFill>
                  <a:schemeClr val="tx1"/>
                </a:solidFill>
                <a:latin typeface="+mj-lt"/>
                <a:ea typeface="+mj-lt"/>
                <a:cs typeface="+mj-lt"/>
              </a:defRPr>
            </a:lvl5pPr>
            <a:lvl6pPr marL="0" indent="0" algn="l">
              <a:lnSpc>
                <a:spcPct val="110000"/>
              </a:lnSpc>
              <a:spcBef>
                <a:spcPts val="0"/>
              </a:spcBef>
              <a:spcAft>
                <a:spcPts val="0"/>
              </a:spcAft>
              <a:buNone/>
              <a:defRPr sz="2104" b="1">
                <a:solidFill>
                  <a:schemeClr val="tx1"/>
                </a:solidFill>
                <a:latin typeface="+mj-lt"/>
                <a:ea typeface="+mj-lt"/>
                <a:cs typeface="+mj-lt"/>
              </a:defRPr>
            </a:lvl6pPr>
            <a:lvl7pPr marL="0" indent="0" algn="l">
              <a:lnSpc>
                <a:spcPct val="110000"/>
              </a:lnSpc>
              <a:spcBef>
                <a:spcPts val="0"/>
              </a:spcBef>
              <a:spcAft>
                <a:spcPts val="0"/>
              </a:spcAft>
              <a:buNone/>
              <a:defRPr sz="2104" b="1">
                <a:solidFill>
                  <a:schemeClr val="tx1"/>
                </a:solidFill>
                <a:latin typeface="+mj-lt"/>
                <a:ea typeface="+mj-lt"/>
                <a:cs typeface="+mj-lt"/>
              </a:defRPr>
            </a:lvl7pPr>
            <a:lvl8pPr marL="0" indent="0" algn="l">
              <a:lnSpc>
                <a:spcPct val="110000"/>
              </a:lnSpc>
              <a:spcBef>
                <a:spcPts val="0"/>
              </a:spcBef>
              <a:spcAft>
                <a:spcPts val="0"/>
              </a:spcAft>
              <a:buNone/>
              <a:defRPr sz="2104" b="1">
                <a:solidFill>
                  <a:schemeClr val="tx1"/>
                </a:solidFill>
                <a:latin typeface="+mj-lt"/>
                <a:ea typeface="+mj-lt"/>
                <a:cs typeface="+mj-lt"/>
              </a:defRPr>
            </a:lvl8pPr>
            <a:lvl9pPr marL="0" indent="0" algn="l">
              <a:lnSpc>
                <a:spcPct val="110000"/>
              </a:lnSpc>
              <a:spcBef>
                <a:spcPts val="0"/>
              </a:spcBef>
              <a:spcAft>
                <a:spcPts val="0"/>
              </a:spcAft>
              <a:buNone/>
              <a:defRPr sz="2104"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258277-01EE-49F7-9F38-868E007EEBA3}"/>
              </a:ext>
            </a:extLst>
          </p:cNvPr>
          <p:cNvSpPr>
            <a:spLocks xmlns:a="http://schemas.openxmlformats.org/drawingml/2006/main" noGrp="1"/>
          </p:cNvSpPr>
          <p:nvPr>
            <p:ph type="body" idx="1"/>
          </p:nvPr>
        </p:nvSpPr>
        <p:spPr>
          <a:xfrm xmlns:a="http://schemas.openxmlformats.org/drawingml/2006/main">
            <a:off x="437198" y="2794000"/>
            <a:ext cx="3206115" cy="6258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434" b="0">
                <a:solidFill>
                  <a:schemeClr val="tx1"/>
                </a:solidFill>
                <a:latin typeface="+mn-lt"/>
                <a:ea typeface="+mn-lt"/>
                <a:cs typeface="+mn-lt"/>
              </a:defRPr>
            </a:defPPr>
            <a:lvl1pPr marL="145733" indent="-145732" algn="l">
              <a:lnSpc>
                <a:spcPct val="110000"/>
              </a:lnSpc>
              <a:spcBef>
                <a:spcPts val="0"/>
              </a:spcBef>
              <a:spcAft>
                <a:spcPts val="765"/>
              </a:spcAft>
              <a:buChar char="•"/>
              <a:defRPr sz="1434" b="0">
                <a:solidFill>
                  <a:schemeClr val="tx1"/>
                </a:solidFill>
                <a:latin typeface="+mn-lt"/>
                <a:ea typeface="+mn-lt"/>
                <a:cs typeface="+mn-lt"/>
              </a:defRPr>
            </a:lvl1pPr>
            <a:lvl2pPr marL="340042" indent="-145732" algn="l">
              <a:lnSpc>
                <a:spcPct val="110000"/>
              </a:lnSpc>
              <a:spcBef>
                <a:spcPts val="0"/>
              </a:spcBef>
              <a:spcAft>
                <a:spcPts val="765"/>
              </a:spcAft>
              <a:buChar char="•"/>
              <a:defRPr sz="1434" b="0">
                <a:solidFill>
                  <a:schemeClr val="tx1"/>
                </a:solidFill>
                <a:latin typeface="+mn-lt"/>
                <a:ea typeface="+mn-lt"/>
                <a:cs typeface="+mn-lt"/>
              </a:defRPr>
            </a:lvl2pPr>
            <a:lvl3pPr marL="534353" indent="-145732" algn="l">
              <a:lnSpc>
                <a:spcPct val="110000"/>
              </a:lnSpc>
              <a:spcBef>
                <a:spcPts val="0"/>
              </a:spcBef>
              <a:spcAft>
                <a:spcPts val="765"/>
              </a:spcAft>
              <a:buChar char="•"/>
              <a:defRPr sz="1434" b="0">
                <a:solidFill>
                  <a:schemeClr val="tx1"/>
                </a:solidFill>
                <a:latin typeface="+mn-lt"/>
                <a:ea typeface="+mn-lt"/>
                <a:cs typeface="+mn-lt"/>
              </a:defRPr>
            </a:lvl3pPr>
            <a:lvl4pPr marL="728663" indent="-145732" algn="l">
              <a:lnSpc>
                <a:spcPct val="110000"/>
              </a:lnSpc>
              <a:spcBef>
                <a:spcPts val="0"/>
              </a:spcBef>
              <a:spcAft>
                <a:spcPts val="765"/>
              </a:spcAft>
              <a:buChar char="•"/>
              <a:defRPr sz="1434" b="0">
                <a:solidFill>
                  <a:schemeClr val="tx1"/>
                </a:solidFill>
                <a:latin typeface="+mn-lt"/>
                <a:ea typeface="+mn-lt"/>
                <a:cs typeface="+mn-lt"/>
              </a:defRPr>
            </a:lvl4pPr>
            <a:lvl5pPr marL="922972" indent="-145732" algn="l">
              <a:lnSpc>
                <a:spcPct val="110000"/>
              </a:lnSpc>
              <a:spcBef>
                <a:spcPts val="0"/>
              </a:spcBef>
              <a:spcAft>
                <a:spcPts val="765"/>
              </a:spcAft>
              <a:buChar char="•"/>
              <a:defRPr sz="1434" b="0">
                <a:solidFill>
                  <a:schemeClr val="tx1"/>
                </a:solidFill>
                <a:latin typeface="+mn-lt"/>
                <a:ea typeface="+mn-lt"/>
                <a:cs typeface="+mn-lt"/>
              </a:defRPr>
            </a:lvl5pPr>
            <a:lvl6pPr marL="1117283" indent="-145732" algn="l">
              <a:lnSpc>
                <a:spcPct val="110000"/>
              </a:lnSpc>
              <a:spcBef>
                <a:spcPts val="0"/>
              </a:spcBef>
              <a:spcAft>
                <a:spcPts val="765"/>
              </a:spcAft>
              <a:buChar char="•"/>
              <a:defRPr sz="1434" b="0">
                <a:solidFill>
                  <a:schemeClr val="tx1"/>
                </a:solidFill>
                <a:latin typeface="+mn-lt"/>
                <a:ea typeface="+mn-lt"/>
                <a:cs typeface="+mn-lt"/>
              </a:defRPr>
            </a:lvl6pPr>
            <a:lvl7pPr marL="1311593" indent="-145732" algn="l">
              <a:lnSpc>
                <a:spcPct val="110000"/>
              </a:lnSpc>
              <a:spcBef>
                <a:spcPts val="0"/>
              </a:spcBef>
              <a:spcAft>
                <a:spcPts val="765"/>
              </a:spcAft>
              <a:buChar char="•"/>
              <a:defRPr sz="1434" b="0">
                <a:solidFill>
                  <a:schemeClr val="tx1"/>
                </a:solidFill>
                <a:latin typeface="+mn-lt"/>
                <a:ea typeface="+mn-lt"/>
                <a:cs typeface="+mn-lt"/>
              </a:defRPr>
            </a:lvl7pPr>
            <a:lvl8pPr marL="1505903" indent="-145732" algn="l">
              <a:lnSpc>
                <a:spcPct val="110000"/>
              </a:lnSpc>
              <a:spcBef>
                <a:spcPts val="0"/>
              </a:spcBef>
              <a:spcAft>
                <a:spcPts val="765"/>
              </a:spcAft>
              <a:buChar char="•"/>
              <a:defRPr sz="1434" b="0">
                <a:solidFill>
                  <a:schemeClr val="tx1"/>
                </a:solidFill>
                <a:latin typeface="+mn-lt"/>
                <a:ea typeface="+mn-lt"/>
                <a:cs typeface="+mn-lt"/>
              </a:defRPr>
            </a:lvl8pPr>
            <a:lvl9pPr marL="1700213" indent="-145732" algn="l">
              <a:lnSpc>
                <a:spcPct val="110000"/>
              </a:lnSpc>
              <a:spcBef>
                <a:spcPts val="0"/>
              </a:spcBef>
              <a:spcAft>
                <a:spcPts val="765"/>
              </a:spcAft>
              <a:buChar char="•"/>
              <a:defRPr sz="143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044c8f029d446e" /><Relationship Type="http://schemas.openxmlformats.org/officeDocument/2006/relationships/slideLayout" Target="/ppt/slideLayouts/slideLayout1.xml" Id="Rc68f90e14ab544c2" /><Relationship Type="http://schemas.openxmlformats.org/officeDocument/2006/relationships/slideLayout" Target="/ppt/slideLayouts/slideLayout2.xml" Id="R88220d9252954bcb" /><Relationship Type="http://schemas.openxmlformats.org/officeDocument/2006/relationships/slideLayout" Target="/ppt/slideLayouts/slideLayout3.xml" Id="R54452e6d608f4752" /><Relationship Type="http://schemas.openxmlformats.org/officeDocument/2006/relationships/slideLayout" Target="/ppt/slideLayouts/slideLayout4.xml" Id="R30507b0c771149dd" /><Relationship Type="http://schemas.openxmlformats.org/officeDocument/2006/relationships/slideLayout" Target="/ppt/slideLayouts/slideLayout5.xml" Id="R3b772a25286d437d" /><Relationship Type="http://schemas.openxmlformats.org/officeDocument/2006/relationships/slideLayout" Target="/ppt/slideLayouts/slideLayout6.xml" Id="R511595cc186c461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68f90e14ab544c2"/>
    <p:sldLayoutId xmlns:r="http://schemas.openxmlformats.org/officeDocument/2006/relationships" id="2147483650" r:id="R88220d9252954bcb"/>
    <p:sldLayoutId xmlns:r="http://schemas.openxmlformats.org/officeDocument/2006/relationships" id="2147483651" r:id="R54452e6d608f4752"/>
    <p:sldLayoutId xmlns:r="http://schemas.openxmlformats.org/officeDocument/2006/relationships" id="2147483652" r:id="R30507b0c771149dd"/>
    <p:sldLayoutId xmlns:r="http://schemas.openxmlformats.org/officeDocument/2006/relationships" id="2147483653" r:id="R3b772a25286d437d"/>
    <p:sldLayoutId xmlns:r="http://schemas.openxmlformats.org/officeDocument/2006/relationships" id="2147483654" r:id="R511595cc186c461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e50784794ef4213" /><Relationship Type="http://schemas.openxmlformats.org/officeDocument/2006/relationships/image" Target="/ppt/media/image.png" Id="R64c14c8cb7b74355" /><Relationship Type="http://schemas.openxmlformats.org/officeDocument/2006/relationships/image" Target="/ppt/media/image2.png" Id="Rbefebed2668f4dce" /><Relationship Type="http://schemas.openxmlformats.org/officeDocument/2006/relationships/image" Target="/ppt/media/image3.png" Id="R043db1b36b714d21" /><Relationship Type="http://schemas.openxmlformats.org/officeDocument/2006/relationships/notesSlide" Target="/ppt/notesSlides/notesSlide1.xml" Id="R02210bd704b647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11dea25d3834495" /><Relationship Type="http://schemas.openxmlformats.org/officeDocument/2006/relationships/image" Target="/ppt/media/image4.png" Id="R20d3377cab554377" /><Relationship Type="http://schemas.openxmlformats.org/officeDocument/2006/relationships/image" Target="/ppt/media/image5.png" Id="Re3c03552e54e4ac6" /><Relationship Type="http://schemas.openxmlformats.org/officeDocument/2006/relationships/image" Target="/ppt/media/image6.png" Id="R2bb24e8e6e4a4327" /><Relationship Type="http://schemas.openxmlformats.org/officeDocument/2006/relationships/notesSlide" Target="/ppt/notesSlides/notesSlide2.xml" Id="Rd817ad4a7b9a4eb8" /></Relationships>
</file>

<file path=ppt/slides/slide1.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sp>
        <p:nvSpPr>
          <p:cNvPr id="12" name="Practice title field">
            <a:extLst xmlns:a="http://schemas.openxmlformats.org/drawingml/2006/main">
              <a:ext uri="{FF2B5EF4-FFF2-40B4-BE49-F238E27FC236}">
                <a16:creationId xmlns:a16="http://schemas.microsoft.com/office/drawing/2014/main" id="{AC7F784A-7371-4A5C-93FA-C3A104DDD526}"/>
              </a:ext>
            </a:extLst>
          </p:cNvPr>
          <p:cNvSpPr>
            <a:spLocks xmlns:a="http://schemas.openxmlformats.org/drawingml/2006/main" noGrp="1"/>
          </p:cNvSpPr>
          <p:nvPr/>
        </p:nvSpPr>
        <p:spPr>
          <a:xfrm xmlns:a="http://schemas.openxmlformats.org/drawingml/2006/main">
            <a:off x="0" y="0"/>
            <a:ext cx="7772400" cy="27336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mpaign label">
            <a:extLst xmlns:a="http://schemas.openxmlformats.org/drawingml/2006/main">
              <a:ext uri="{FF2B5EF4-FFF2-40B4-BE49-F238E27FC236}">
                <a16:creationId xmlns:a16="http://schemas.microsoft.com/office/drawing/2014/main" id="{AA21B15E-4672-4EE4-93D8-F78C49CEF8EE}"/>
              </a:ext>
            </a:extLst>
          </p:cNvPr>
          <p:cNvSpPr>
            <a:spLocks xmlns:a="http://schemas.openxmlformats.org/drawingml/2006/main" noGrp="1"/>
          </p:cNvSpPr>
          <p:nvPr/>
        </p:nvSpPr>
        <p:spPr>
          <a:xfrm xmlns:a="http://schemas.openxmlformats.org/drawingml/2006/main">
            <a:off x="419100" y="257175"/>
            <a:ext cx="693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FF0A"/>
                </a:solidFill>
                <a:latin typeface="Space Grotesk"/>
                <a:ea typeface="Space Grotesk"/>
                <a:cs typeface="Space Grotesk"/>
              </a:defRPr>
            </a:defPPr>
            <a:lvl1pPr>
              <a:defRPr sz="1100" b="1">
                <a:solidFill>
                  <a:srgbClr val="FFFF0A"/>
                </a:solidFill>
                <a:latin typeface="Space Grotesk"/>
                <a:ea typeface="Space Grotesk"/>
                <a:cs typeface="Space Grotesk"/>
              </a:defRPr>
            </a:lvl1pPr>
            <a:lvl2pPr>
              <a:defRPr sz="1100" b="1">
                <a:solidFill>
                  <a:srgbClr val="FFFF0A"/>
                </a:solidFill>
                <a:latin typeface="Space Grotesk"/>
                <a:ea typeface="Space Grotesk"/>
                <a:cs typeface="Space Grotesk"/>
              </a:defRPr>
            </a:lvl2pPr>
            <a:lvl3pPr>
              <a:defRPr sz="1100" b="1">
                <a:solidFill>
                  <a:srgbClr val="FFFF0A"/>
                </a:solidFill>
                <a:latin typeface="Space Grotesk"/>
                <a:ea typeface="Space Grotesk"/>
                <a:cs typeface="Space Grotesk"/>
              </a:defRPr>
            </a:lvl3pPr>
            <a:lvl4pPr>
              <a:defRPr sz="1100" b="1">
                <a:solidFill>
                  <a:srgbClr val="FFFF0A"/>
                </a:solidFill>
                <a:latin typeface="Space Grotesk"/>
                <a:ea typeface="Space Grotesk"/>
                <a:cs typeface="Space Grotesk"/>
              </a:defRPr>
            </a:lvl4pPr>
            <a:lvl5pPr>
              <a:defRPr sz="1100" b="1">
                <a:solidFill>
                  <a:srgbClr val="FFFF0A"/>
                </a:solidFill>
                <a:latin typeface="Space Grotesk"/>
                <a:ea typeface="Space Grotesk"/>
                <a:cs typeface="Space Grotesk"/>
              </a:defRPr>
            </a:lvl5pPr>
            <a:lvl6pPr>
              <a:defRPr sz="1100" b="1">
                <a:solidFill>
                  <a:srgbClr val="FFFF0A"/>
                </a:solidFill>
                <a:latin typeface="Space Grotesk"/>
                <a:ea typeface="Space Grotesk"/>
                <a:cs typeface="Space Grotesk"/>
              </a:defRPr>
            </a:lvl6pPr>
            <a:lvl7pPr>
              <a:defRPr sz="1100" b="1">
                <a:solidFill>
                  <a:srgbClr val="FFFF0A"/>
                </a:solidFill>
                <a:latin typeface="Space Grotesk"/>
                <a:ea typeface="Space Grotesk"/>
                <a:cs typeface="Space Grotesk"/>
              </a:defRPr>
            </a:lvl7pPr>
            <a:lvl8pPr>
              <a:defRPr sz="1100" b="1">
                <a:solidFill>
                  <a:srgbClr val="FFFF0A"/>
                </a:solidFill>
                <a:latin typeface="Space Grotesk"/>
                <a:ea typeface="Space Grotesk"/>
                <a:cs typeface="Space Grotesk"/>
              </a:defRPr>
            </a:lvl8pPr>
            <a:lvl9pPr>
              <a:defRPr sz="1100" b="1">
                <a:solidFill>
                  <a:srgbClr val="FFFF0A"/>
                </a:solidFill>
                <a:latin typeface="Space Grotesk"/>
                <a:ea typeface="Space Grotesk"/>
                <a:cs typeface="Space Grotesk"/>
              </a:defRPr>
            </a:lvl9pPr>
          </a:lstStyle>
          <a:p xmlns:a="http://schemas.openxmlformats.org/drawingml/2006/main">
            <a:pPr>
              <a:lnSpc>
                <a:spcPct val="98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 · PRACTICE BEFORE TRAFFIC</a:t>
            </a:r>
          </a:p>
        </p:txBody>
      </p:sp>
      <p:sp>
        <p:nvSpPr>
          <p:cNvPr id="3" name="Central message">
            <a:extLst xmlns:a="http://schemas.openxmlformats.org/drawingml/2006/main">
              <a:ext uri="{FF2B5EF4-FFF2-40B4-BE49-F238E27FC236}">
                <a16:creationId xmlns:a16="http://schemas.microsoft.com/office/drawing/2014/main" id="{943FA715-CE12-43A2-BF73-12C651DB02EF}"/>
              </a:ext>
            </a:extLst>
          </p:cNvPr>
          <p:cNvSpPr>
            <a:spLocks xmlns:a="http://schemas.openxmlformats.org/drawingml/2006/main" noGrp="1"/>
          </p:cNvSpPr>
          <p:nvPr/>
        </p:nvSpPr>
        <p:spPr>
          <a:xfrm xmlns:a="http://schemas.openxmlformats.org/drawingml/2006/main">
            <a:off x="400050" y="628650"/>
            <a:ext cx="695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400" b="1">
                <a:solidFill>
                  <a:srgbClr val="FFFF0A"/>
                </a:solidFill>
                <a:latin typeface="Space Grotesk"/>
                <a:ea typeface="Space Grotesk"/>
                <a:cs typeface="Space Grotesk"/>
              </a:defRPr>
            </a:defPPr>
            <a:lvl1pPr>
              <a:defRPr sz="4400" b="1">
                <a:solidFill>
                  <a:srgbClr val="FFFF0A"/>
                </a:solidFill>
                <a:latin typeface="Space Grotesk"/>
                <a:ea typeface="Space Grotesk"/>
                <a:cs typeface="Space Grotesk"/>
              </a:defRPr>
            </a:lvl1pPr>
            <a:lvl2pPr>
              <a:defRPr sz="4400" b="1">
                <a:solidFill>
                  <a:srgbClr val="FFFF0A"/>
                </a:solidFill>
                <a:latin typeface="Space Grotesk"/>
                <a:ea typeface="Space Grotesk"/>
                <a:cs typeface="Space Grotesk"/>
              </a:defRPr>
            </a:lvl2pPr>
            <a:lvl3pPr>
              <a:defRPr sz="4400" b="1">
                <a:solidFill>
                  <a:srgbClr val="FFFF0A"/>
                </a:solidFill>
                <a:latin typeface="Space Grotesk"/>
                <a:ea typeface="Space Grotesk"/>
                <a:cs typeface="Space Grotesk"/>
              </a:defRPr>
            </a:lvl3pPr>
            <a:lvl4pPr>
              <a:defRPr sz="4400" b="1">
                <a:solidFill>
                  <a:srgbClr val="FFFF0A"/>
                </a:solidFill>
                <a:latin typeface="Space Grotesk"/>
                <a:ea typeface="Space Grotesk"/>
                <a:cs typeface="Space Grotesk"/>
              </a:defRPr>
            </a:lvl4pPr>
            <a:lvl5pPr>
              <a:defRPr sz="4400" b="1">
                <a:solidFill>
                  <a:srgbClr val="FFFF0A"/>
                </a:solidFill>
                <a:latin typeface="Space Grotesk"/>
                <a:ea typeface="Space Grotesk"/>
                <a:cs typeface="Space Grotesk"/>
              </a:defRPr>
            </a:lvl5pPr>
            <a:lvl6pPr>
              <a:defRPr sz="4400" b="1">
                <a:solidFill>
                  <a:srgbClr val="FFFF0A"/>
                </a:solidFill>
                <a:latin typeface="Space Grotesk"/>
                <a:ea typeface="Space Grotesk"/>
                <a:cs typeface="Space Grotesk"/>
              </a:defRPr>
            </a:lvl6pPr>
            <a:lvl7pPr>
              <a:defRPr sz="4400" b="1">
                <a:solidFill>
                  <a:srgbClr val="FFFF0A"/>
                </a:solidFill>
                <a:latin typeface="Space Grotesk"/>
                <a:ea typeface="Space Grotesk"/>
                <a:cs typeface="Space Grotesk"/>
              </a:defRPr>
            </a:lvl7pPr>
            <a:lvl8pPr>
              <a:defRPr sz="4400" b="1">
                <a:solidFill>
                  <a:srgbClr val="FFFF0A"/>
                </a:solidFill>
                <a:latin typeface="Space Grotesk"/>
                <a:ea typeface="Space Grotesk"/>
                <a:cs typeface="Space Grotesk"/>
              </a:defRPr>
            </a:lvl8pPr>
            <a:lvl9pPr>
              <a:defRPr sz="4400" b="1">
                <a:solidFill>
                  <a:srgbClr val="FFFF0A"/>
                </a:solidFill>
                <a:latin typeface="Space Grotesk"/>
                <a:ea typeface="Space Grotesk"/>
                <a:cs typeface="Space Grotesk"/>
              </a:defRPr>
            </a:lvl9pPr>
          </a:lstStyle>
          <a:p xmlns:a="http://schemas.openxmlformats.org/drawingml/2006/main">
            <a:pPr>
              <a:lnSpc>
                <a:spcPct val="98000"/>
              </a:lnSpc>
              <a:buNone/>
              <a:defRPr sz="4400" b="1">
                <a:solidFill>
                  <a:srgbClr val="FFFF0A"/>
                </a:solidFill>
                <a:latin typeface="Space Grotesk"/>
                <a:ea typeface="Space Grotesk"/>
                <a:cs typeface="Space Grotesk"/>
              </a:defRPr>
            </a:pPr>
            <a:r>
              <a:rPr sz="4400" b="1">
                <a:solidFill>
                  <a:srgbClr val="FFFF0A"/>
                </a:solidFill>
                <a:latin typeface="Space Grotesk"/>
                <a:ea typeface="Space Grotesk"/>
                <a:cs typeface="Space Grotesk"/>
              </a:rPr>
              <a:t>Little rides.</a:t>
            </a:r>
          </a:p>
          <a:p xmlns:a="http://schemas.openxmlformats.org/drawingml/2006/main">
            <a:pPr>
              <a:lnSpc>
                <a:spcPct val="98000"/>
              </a:lnSpc>
              <a:buNone/>
              <a:defRPr sz="4400" b="1">
                <a:solidFill>
                  <a:srgbClr val="FFFF0A"/>
                </a:solidFill>
                <a:latin typeface="Space Grotesk"/>
                <a:ea typeface="Space Grotesk"/>
                <a:cs typeface="Space Grotesk"/>
              </a:defRPr>
            </a:pPr>
            <a:r>
              <a:rPr sz="4400" b="1">
                <a:solidFill>
                  <a:srgbClr val="FFFF0A"/>
                </a:solidFill>
                <a:latin typeface="Space Grotesk"/>
                <a:ea typeface="Space Grotesk"/>
                <a:cs typeface="Space Grotesk"/>
              </a:rPr>
              <a:t>Big memories.</a:t>
            </a:r>
          </a:p>
        </p:txBody>
      </p:sp>
      <p:sp>
        <p:nvSpPr>
          <p:cNvPr id="4" name="Practice invitation">
            <a:extLst xmlns:a="http://schemas.openxmlformats.org/drawingml/2006/main">
              <a:ext uri="{FF2B5EF4-FFF2-40B4-BE49-F238E27FC236}">
                <a16:creationId xmlns:a16="http://schemas.microsoft.com/office/drawing/2014/main" id="{6D4C661F-C897-47C1-A4C1-F68770796F78}"/>
              </a:ext>
            </a:extLst>
          </p:cNvPr>
          <p:cNvSpPr>
            <a:spLocks xmlns:a="http://schemas.openxmlformats.org/drawingml/2006/main" noGrp="1"/>
          </p:cNvSpPr>
          <p:nvPr/>
        </p:nvSpPr>
        <p:spPr>
          <a:xfrm xmlns:a="http://schemas.openxmlformats.org/drawingml/2006/main">
            <a:off x="428625" y="1971675"/>
            <a:ext cx="6896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FFFF"/>
                </a:solidFill>
                <a:latin typeface="Arial"/>
                <a:ea typeface="Arial"/>
                <a:cs typeface="Arial"/>
              </a:defRPr>
            </a:defPPr>
            <a:lvl1pPr>
              <a:defRPr sz="1400" b="1">
                <a:solidFill>
                  <a:srgbClr val="FFFFFF"/>
                </a:solidFill>
                <a:latin typeface="Arial"/>
                <a:ea typeface="Arial"/>
                <a:cs typeface="Arial"/>
              </a:defRPr>
            </a:lvl1pPr>
            <a:lvl2pPr>
              <a:defRPr sz="1400" b="1">
                <a:solidFill>
                  <a:srgbClr val="FFFFFF"/>
                </a:solidFill>
                <a:latin typeface="Arial"/>
                <a:ea typeface="Arial"/>
                <a:cs typeface="Arial"/>
              </a:defRPr>
            </a:lvl2pPr>
            <a:lvl3pPr>
              <a:defRPr sz="1400" b="1">
                <a:solidFill>
                  <a:srgbClr val="FFFFFF"/>
                </a:solidFill>
                <a:latin typeface="Arial"/>
                <a:ea typeface="Arial"/>
                <a:cs typeface="Arial"/>
              </a:defRPr>
            </a:lvl3pPr>
            <a:lvl4pPr>
              <a:defRPr sz="1400" b="1">
                <a:solidFill>
                  <a:srgbClr val="FFFFFF"/>
                </a:solidFill>
                <a:latin typeface="Arial"/>
                <a:ea typeface="Arial"/>
                <a:cs typeface="Arial"/>
              </a:defRPr>
            </a:lvl4pPr>
            <a:lvl5pPr>
              <a:defRPr sz="1400" b="1">
                <a:solidFill>
                  <a:srgbClr val="FFFFFF"/>
                </a:solidFill>
                <a:latin typeface="Arial"/>
                <a:ea typeface="Arial"/>
                <a:cs typeface="Arial"/>
              </a:defRPr>
            </a:lvl5pPr>
            <a:lvl6pPr>
              <a:defRPr sz="1400" b="1">
                <a:solidFill>
                  <a:srgbClr val="FFFFFF"/>
                </a:solidFill>
                <a:latin typeface="Arial"/>
                <a:ea typeface="Arial"/>
                <a:cs typeface="Arial"/>
              </a:defRPr>
            </a:lvl6pPr>
            <a:lvl7pPr>
              <a:defRPr sz="1400" b="1">
                <a:solidFill>
                  <a:srgbClr val="FFFFFF"/>
                </a:solidFill>
                <a:latin typeface="Arial"/>
                <a:ea typeface="Arial"/>
                <a:cs typeface="Arial"/>
              </a:defRPr>
            </a:lvl7pPr>
            <a:lvl8pPr>
              <a:defRPr sz="1400" b="1">
                <a:solidFill>
                  <a:srgbClr val="FFFFFF"/>
                </a:solidFill>
                <a:latin typeface="Arial"/>
                <a:ea typeface="Arial"/>
                <a:cs typeface="Arial"/>
              </a:defRPr>
            </a:lvl8pPr>
            <a:lvl9pPr>
              <a:defRPr sz="1400" b="1">
                <a:solidFill>
                  <a:srgbClr val="FFFFFF"/>
                </a:solidFill>
                <a:latin typeface="Arial"/>
                <a:ea typeface="Arial"/>
                <a:cs typeface="Arial"/>
              </a:defRPr>
            </a:lvl9pPr>
          </a:lstStyle>
          <a:p xmlns:a="http://schemas.openxmlformats.org/drawingml/2006/main">
            <a:pPr>
              <a:lnSpc>
                <a:spcPct val="98000"/>
              </a:lnSpc>
              <a:buNone/>
              <a:defRPr sz="1400" b="1">
                <a:solidFill>
                  <a:srgbClr val="FFFFFF"/>
                </a:solidFill>
                <a:latin typeface="Arial"/>
                <a:ea typeface="Arial"/>
                <a:cs typeface="Arial"/>
              </a:defRPr>
            </a:pPr>
            <a:r>
              <a:rPr sz="1400" b="1">
                <a:solidFill>
                  <a:srgbClr val="FFFFFF"/>
                </a:solidFill>
                <a:latin typeface="Arial"/>
                <a:ea typeface="Arial"/>
                <a:cs typeface="Arial"/>
              </a:rPr>
              <a:t>Practice starts, stops, turns, and looking back away from traffic. Get feedback from an instructor. Supervise children.</a:t>
            </a:r>
          </a:p>
        </p:txBody>
      </p:sp>
      <p:pic>
        <p:nvPicPr>
          <p:cNvPr id="5" name="">
            <a:extLst xmlns:a="http://schemas.openxmlformats.org/drawingml/2006/main">
              <a:ext uri="{FF2B5EF4-FFF2-40B4-BE49-F238E27FC236}">
                <a16:creationId xmlns:a16="http://schemas.microsoft.com/office/drawing/2014/main" id="{DECBA48D-7928-4108-96DF-987CA0A6A329}"/>
              </a:ext>
            </a:extLst>
          </p:cNvPr>
          <p:cNvPicPr>
            <a:picLocks xmlns:a="http://schemas.openxmlformats.org/drawingml/2006/main" noChangeAspect="1"/>
          </p:cNvPicPr>
          <p:nvPr/>
        </p:nvPicPr>
        <p:blipFill>
          <a:blip xmlns:r="http://schemas.openxmlformats.org/officeDocument/2006/relationships" xmlns:a="http://schemas.openxmlformats.org/drawingml/2006/main" r:embed="R64c14c8cb7b74355"/>
          <a:stretch xmlns:a="http://schemas.openxmlformats.org/drawingml/2006/main"/>
        </p:blipFill>
        <p:spPr>
          <a:xfrm xmlns:a="http://schemas.openxmlformats.org/drawingml/2006/main">
            <a:off x="1443119" y="2733675"/>
            <a:ext cx="4886162" cy="6105525"/>
          </a:xfrm>
          <a:prstGeom xmlns:a="http://schemas.openxmlformats.org/drawingml/2006/main" prst="rect">
            <a:avLst/>
          </a:prstGeom>
        </p:spPr>
      </p:pic>
      <p:sp>
        <p:nvSpPr>
          <p:cNvPr id="6" name="Brand footer">
            <a:extLst xmlns:a="http://schemas.openxmlformats.org/drawingml/2006/main">
              <a:ext uri="{FF2B5EF4-FFF2-40B4-BE49-F238E27FC236}">
                <a16:creationId xmlns:a16="http://schemas.microsoft.com/office/drawing/2014/main" id="{3118C052-1F4E-469F-B737-7E1722A54E37}"/>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0405FBA6-6AF4-49A6-BDC4-7ABCEC42A60E}"/>
              </a:ext>
            </a:extLst>
          </p:cNvPr>
          <p:cNvPicPr>
            <a:picLocks xmlns:a="http://schemas.openxmlformats.org/drawingml/2006/main" noChangeAspect="1"/>
          </p:cNvPicPr>
          <p:nvPr/>
        </p:nvPicPr>
        <p:blipFill>
          <a:blip xmlns:r="http://schemas.openxmlformats.org/officeDocument/2006/relationships" xmlns:a="http://schemas.openxmlformats.org/drawingml/2006/main" r:embed="Rbefebed2668f4dce"/>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8" name="Readable URL">
            <a:extLst xmlns:a="http://schemas.openxmlformats.org/drawingml/2006/main">
              <a:ext uri="{FF2B5EF4-FFF2-40B4-BE49-F238E27FC236}">
                <a16:creationId xmlns:a16="http://schemas.microsoft.com/office/drawing/2014/main" id="{53572449-2818-4111-99D4-F01B7D51CE89}"/>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9" name="Community invitation">
            <a:extLst xmlns:a="http://schemas.openxmlformats.org/drawingml/2006/main">
              <a:ext uri="{FF2B5EF4-FFF2-40B4-BE49-F238E27FC236}">
                <a16:creationId xmlns:a16="http://schemas.microsoft.com/office/drawing/2014/main" id="{C9DD58F9-9C51-491C-9C01-B27F6A436188}"/>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0" name="QR quiet zone">
            <a:extLst xmlns:a="http://schemas.openxmlformats.org/drawingml/2006/main">
              <a:ext uri="{FF2B5EF4-FFF2-40B4-BE49-F238E27FC236}">
                <a16:creationId xmlns:a16="http://schemas.microsoft.com/office/drawing/2014/main" id="{3B7AA477-B472-4E7B-9612-114DA35ECF53}"/>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738FC18D-8118-4677-8023-1A1A31FC465F}"/>
              </a:ext>
            </a:extLst>
          </p:cNvPr>
          <p:cNvPicPr>
            <a:picLocks xmlns:a="http://schemas.openxmlformats.org/drawingml/2006/main" noChangeAspect="1"/>
          </p:cNvPicPr>
          <p:nvPr/>
        </p:nvPicPr>
        <p:blipFill>
          <a:blip xmlns:r="http://schemas.openxmlformats.org/officeDocument/2006/relationships" xmlns:a="http://schemas.openxmlformats.org/drawingml/2006/main" r:embed="R043db1b36b714d21"/>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1276406833"/>
      </p:ext>
    </p:extLst>
  </p:cSld>
</p:sld>
</file>

<file path=ppt/slides/slide2.xml><?xml version="1.0" encoding="utf-8"?>
<p:sld xmlns:p="http://schemas.openxmlformats.org/presentationml/2006/main">
  <p:cSld>
    <p:bg>
      <p:bgPr>
        <a:solidFill xmlns:a="http://schemas.openxmlformats.org/drawingml/2006/main">
          <a:srgbClr val="7926CB"/>
        </a:solidFill>
      </p:bgPr>
    </p:bg>
    <p:spTree>
      <p:nvGrpSpPr>
        <p:cNvPr id="1" name=""/>
        <p:cNvGrpSpPr/>
        <p:nvPr/>
      </p:nvGrpSpPr>
      <p:grpSpPr>
        <a:xfrm xmlns:a="http://schemas.openxmlformats.org/drawingml/2006/main"/>
      </p:grpSpPr>
      <p:sp>
        <p:nvSpPr>
          <p:cNvPr id="12" name="Practice title field">
            <a:extLst xmlns:a="http://schemas.openxmlformats.org/drawingml/2006/main">
              <a:ext uri="{FF2B5EF4-FFF2-40B4-BE49-F238E27FC236}">
                <a16:creationId xmlns:a16="http://schemas.microsoft.com/office/drawing/2014/main" id="{6F27EAE2-C277-469D-983A-1F86A67198D9}"/>
              </a:ext>
            </a:extLst>
          </p:cNvPr>
          <p:cNvSpPr>
            <a:spLocks xmlns:a="http://schemas.openxmlformats.org/drawingml/2006/main" noGrp="1"/>
          </p:cNvSpPr>
          <p:nvPr/>
        </p:nvSpPr>
        <p:spPr>
          <a:xfrm xmlns:a="http://schemas.openxmlformats.org/drawingml/2006/main">
            <a:off x="0" y="0"/>
            <a:ext cx="7772400" cy="2733675"/>
          </a:xfrm>
          <a:prstGeom xmlns:a="http://schemas.openxmlformats.org/drawingml/2006/main" prst="rect">
            <a:avLst/>
          </a:prstGeom>
          <a:solidFill xmlns:a="http://schemas.openxmlformats.org/drawingml/2006/main">
            <a:srgbClr val="7926CB"/>
          </a:solidFill>
          <a:ln xmlns:a="http://schemas.openxmlformats.org/drawingml/2006/main" w="0">
            <a:noFill/>
          </a:ln>
        </p:spPr>
      </p:sp>
      <p:sp>
        <p:nvSpPr>
          <p:cNvPr id="2" name="Campaign label">
            <a:extLst xmlns:a="http://schemas.openxmlformats.org/drawingml/2006/main">
              <a:ext uri="{FF2B5EF4-FFF2-40B4-BE49-F238E27FC236}">
                <a16:creationId xmlns:a16="http://schemas.microsoft.com/office/drawing/2014/main" id="{4A0BE70E-C3F5-4AFF-9A18-4A4EF38A22D0}"/>
              </a:ext>
            </a:extLst>
          </p:cNvPr>
          <p:cNvSpPr>
            <a:spLocks xmlns:a="http://schemas.openxmlformats.org/drawingml/2006/main" noGrp="1"/>
          </p:cNvSpPr>
          <p:nvPr/>
        </p:nvSpPr>
        <p:spPr>
          <a:xfrm xmlns:a="http://schemas.openxmlformats.org/drawingml/2006/main">
            <a:off x="419100" y="257175"/>
            <a:ext cx="6934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00" b="1">
                <a:solidFill>
                  <a:srgbClr val="FFFF0A"/>
                </a:solidFill>
                <a:latin typeface="Space Grotesk"/>
                <a:ea typeface="Space Grotesk"/>
                <a:cs typeface="Space Grotesk"/>
              </a:defRPr>
            </a:defPPr>
            <a:lvl1pPr>
              <a:defRPr sz="1100" b="1">
                <a:solidFill>
                  <a:srgbClr val="FFFF0A"/>
                </a:solidFill>
                <a:latin typeface="Space Grotesk"/>
                <a:ea typeface="Space Grotesk"/>
                <a:cs typeface="Space Grotesk"/>
              </a:defRPr>
            </a:lvl1pPr>
            <a:lvl2pPr>
              <a:defRPr sz="1100" b="1">
                <a:solidFill>
                  <a:srgbClr val="FFFF0A"/>
                </a:solidFill>
                <a:latin typeface="Space Grotesk"/>
                <a:ea typeface="Space Grotesk"/>
                <a:cs typeface="Space Grotesk"/>
              </a:defRPr>
            </a:lvl2pPr>
            <a:lvl3pPr>
              <a:defRPr sz="1100" b="1">
                <a:solidFill>
                  <a:srgbClr val="FFFF0A"/>
                </a:solidFill>
                <a:latin typeface="Space Grotesk"/>
                <a:ea typeface="Space Grotesk"/>
                <a:cs typeface="Space Grotesk"/>
              </a:defRPr>
            </a:lvl3pPr>
            <a:lvl4pPr>
              <a:defRPr sz="1100" b="1">
                <a:solidFill>
                  <a:srgbClr val="FFFF0A"/>
                </a:solidFill>
                <a:latin typeface="Space Grotesk"/>
                <a:ea typeface="Space Grotesk"/>
                <a:cs typeface="Space Grotesk"/>
              </a:defRPr>
            </a:lvl4pPr>
            <a:lvl5pPr>
              <a:defRPr sz="1100" b="1">
                <a:solidFill>
                  <a:srgbClr val="FFFF0A"/>
                </a:solidFill>
                <a:latin typeface="Space Grotesk"/>
                <a:ea typeface="Space Grotesk"/>
                <a:cs typeface="Space Grotesk"/>
              </a:defRPr>
            </a:lvl5pPr>
            <a:lvl6pPr>
              <a:defRPr sz="1100" b="1">
                <a:solidFill>
                  <a:srgbClr val="FFFF0A"/>
                </a:solidFill>
                <a:latin typeface="Space Grotesk"/>
                <a:ea typeface="Space Grotesk"/>
                <a:cs typeface="Space Grotesk"/>
              </a:defRPr>
            </a:lvl6pPr>
            <a:lvl7pPr>
              <a:defRPr sz="1100" b="1">
                <a:solidFill>
                  <a:srgbClr val="FFFF0A"/>
                </a:solidFill>
                <a:latin typeface="Space Grotesk"/>
                <a:ea typeface="Space Grotesk"/>
                <a:cs typeface="Space Grotesk"/>
              </a:defRPr>
            </a:lvl7pPr>
            <a:lvl8pPr>
              <a:defRPr sz="1100" b="1">
                <a:solidFill>
                  <a:srgbClr val="FFFF0A"/>
                </a:solidFill>
                <a:latin typeface="Space Grotesk"/>
                <a:ea typeface="Space Grotesk"/>
                <a:cs typeface="Space Grotesk"/>
              </a:defRPr>
            </a:lvl8pPr>
            <a:lvl9pPr>
              <a:defRPr sz="1100" b="1">
                <a:solidFill>
                  <a:srgbClr val="FFFF0A"/>
                </a:solidFill>
                <a:latin typeface="Space Grotesk"/>
                <a:ea typeface="Space Grotesk"/>
                <a:cs typeface="Space Grotesk"/>
              </a:defRPr>
            </a:lvl9pPr>
          </a:lstStyle>
          <a:p xmlns:a="http://schemas.openxmlformats.org/drawingml/2006/main">
            <a:pPr>
              <a:lnSpc>
                <a:spcPct val="98000"/>
              </a:lnSpc>
              <a:buNone/>
              <a:defRPr sz="1100" b="1">
                <a:solidFill>
                  <a:srgbClr val="FFFF0A"/>
                </a:solidFill>
                <a:latin typeface="Space Grotesk"/>
                <a:ea typeface="Space Grotesk"/>
                <a:cs typeface="Space Grotesk"/>
              </a:defRPr>
            </a:pPr>
            <a:r>
              <a:rPr sz="1100" b="1">
                <a:solidFill>
                  <a:srgbClr val="FFFF0A"/>
                </a:solidFill>
                <a:latin typeface="Space Grotesk"/>
                <a:ea typeface="Space Grotesk"/>
                <a:cs typeface="Space Grotesk"/>
              </a:rPr>
              <a:t>3 FEET PLEASE · PRACTICE BEFORE TRAFFIC</a:t>
            </a:r>
          </a:p>
        </p:txBody>
      </p:sp>
      <p:sp>
        <p:nvSpPr>
          <p:cNvPr id="3" name="Central message">
            <a:extLst xmlns:a="http://schemas.openxmlformats.org/drawingml/2006/main">
              <a:ext uri="{FF2B5EF4-FFF2-40B4-BE49-F238E27FC236}">
                <a16:creationId xmlns:a16="http://schemas.microsoft.com/office/drawing/2014/main" id="{053B384D-A5EA-42FD-938A-283EF2673C29}"/>
              </a:ext>
            </a:extLst>
          </p:cNvPr>
          <p:cNvSpPr>
            <a:spLocks xmlns:a="http://schemas.openxmlformats.org/drawingml/2006/main" noGrp="1"/>
          </p:cNvSpPr>
          <p:nvPr/>
        </p:nvSpPr>
        <p:spPr>
          <a:xfrm xmlns:a="http://schemas.openxmlformats.org/drawingml/2006/main">
            <a:off x="400050" y="628650"/>
            <a:ext cx="6953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400" b="1">
                <a:solidFill>
                  <a:srgbClr val="FFFF0A"/>
                </a:solidFill>
                <a:latin typeface="Space Grotesk"/>
                <a:ea typeface="Space Grotesk"/>
                <a:cs typeface="Space Grotesk"/>
              </a:defRPr>
            </a:defPPr>
            <a:lvl1pPr>
              <a:defRPr sz="4400" b="1">
                <a:solidFill>
                  <a:srgbClr val="FFFF0A"/>
                </a:solidFill>
                <a:latin typeface="Space Grotesk"/>
                <a:ea typeface="Space Grotesk"/>
                <a:cs typeface="Space Grotesk"/>
              </a:defRPr>
            </a:lvl1pPr>
            <a:lvl2pPr>
              <a:defRPr sz="4400" b="1">
                <a:solidFill>
                  <a:srgbClr val="FFFF0A"/>
                </a:solidFill>
                <a:latin typeface="Space Grotesk"/>
                <a:ea typeface="Space Grotesk"/>
                <a:cs typeface="Space Grotesk"/>
              </a:defRPr>
            </a:lvl2pPr>
            <a:lvl3pPr>
              <a:defRPr sz="4400" b="1">
                <a:solidFill>
                  <a:srgbClr val="FFFF0A"/>
                </a:solidFill>
                <a:latin typeface="Space Grotesk"/>
                <a:ea typeface="Space Grotesk"/>
                <a:cs typeface="Space Grotesk"/>
              </a:defRPr>
            </a:lvl3pPr>
            <a:lvl4pPr>
              <a:defRPr sz="4400" b="1">
                <a:solidFill>
                  <a:srgbClr val="FFFF0A"/>
                </a:solidFill>
                <a:latin typeface="Space Grotesk"/>
                <a:ea typeface="Space Grotesk"/>
                <a:cs typeface="Space Grotesk"/>
              </a:defRPr>
            </a:lvl4pPr>
            <a:lvl5pPr>
              <a:defRPr sz="4400" b="1">
                <a:solidFill>
                  <a:srgbClr val="FFFF0A"/>
                </a:solidFill>
                <a:latin typeface="Space Grotesk"/>
                <a:ea typeface="Space Grotesk"/>
                <a:cs typeface="Space Grotesk"/>
              </a:defRPr>
            </a:lvl5pPr>
            <a:lvl6pPr>
              <a:defRPr sz="4400" b="1">
                <a:solidFill>
                  <a:srgbClr val="FFFF0A"/>
                </a:solidFill>
                <a:latin typeface="Space Grotesk"/>
                <a:ea typeface="Space Grotesk"/>
                <a:cs typeface="Space Grotesk"/>
              </a:defRPr>
            </a:lvl6pPr>
            <a:lvl7pPr>
              <a:defRPr sz="4400" b="1">
                <a:solidFill>
                  <a:srgbClr val="FFFF0A"/>
                </a:solidFill>
                <a:latin typeface="Space Grotesk"/>
                <a:ea typeface="Space Grotesk"/>
                <a:cs typeface="Space Grotesk"/>
              </a:defRPr>
            </a:lvl7pPr>
            <a:lvl8pPr>
              <a:defRPr sz="4400" b="1">
                <a:solidFill>
                  <a:srgbClr val="FFFF0A"/>
                </a:solidFill>
                <a:latin typeface="Space Grotesk"/>
                <a:ea typeface="Space Grotesk"/>
                <a:cs typeface="Space Grotesk"/>
              </a:defRPr>
            </a:lvl8pPr>
            <a:lvl9pPr>
              <a:defRPr sz="4400" b="1">
                <a:solidFill>
                  <a:srgbClr val="FFFF0A"/>
                </a:solidFill>
                <a:latin typeface="Space Grotesk"/>
                <a:ea typeface="Space Grotesk"/>
                <a:cs typeface="Space Grotesk"/>
              </a:defRPr>
            </a:lvl9pPr>
          </a:lstStyle>
          <a:p xmlns:a="http://schemas.openxmlformats.org/drawingml/2006/main">
            <a:pPr>
              <a:lnSpc>
                <a:spcPct val="98000"/>
              </a:lnSpc>
              <a:buNone/>
              <a:defRPr sz="4400" b="1">
                <a:solidFill>
                  <a:srgbClr val="FFFF0A"/>
                </a:solidFill>
                <a:latin typeface="Space Grotesk"/>
                <a:ea typeface="Space Grotesk"/>
                <a:cs typeface="Space Grotesk"/>
              </a:defRPr>
            </a:pPr>
            <a:r>
              <a:rPr sz="4400" b="1">
                <a:solidFill>
                  <a:srgbClr val="FFFF0A"/>
                </a:solidFill>
                <a:latin typeface="Space Grotesk"/>
                <a:ea typeface="Space Grotesk"/>
                <a:cs typeface="Space Grotesk"/>
              </a:rPr>
              <a:t>Little rides.</a:t>
            </a:r>
          </a:p>
          <a:p xmlns:a="http://schemas.openxmlformats.org/drawingml/2006/main">
            <a:pPr>
              <a:lnSpc>
                <a:spcPct val="98000"/>
              </a:lnSpc>
              <a:buNone/>
              <a:defRPr sz="4400" b="1">
                <a:solidFill>
                  <a:srgbClr val="FFFF0A"/>
                </a:solidFill>
                <a:latin typeface="Space Grotesk"/>
                <a:ea typeface="Space Grotesk"/>
                <a:cs typeface="Space Grotesk"/>
              </a:defRPr>
            </a:pPr>
            <a:r>
              <a:rPr sz="4400" b="1">
                <a:solidFill>
                  <a:srgbClr val="FFFF0A"/>
                </a:solidFill>
                <a:latin typeface="Space Grotesk"/>
                <a:ea typeface="Space Grotesk"/>
                <a:cs typeface="Space Grotesk"/>
              </a:rPr>
              <a:t>Big memories.</a:t>
            </a:r>
          </a:p>
        </p:txBody>
      </p:sp>
      <p:sp>
        <p:nvSpPr>
          <p:cNvPr id="4" name="Practice invitation">
            <a:extLst xmlns:a="http://schemas.openxmlformats.org/drawingml/2006/main">
              <a:ext uri="{FF2B5EF4-FFF2-40B4-BE49-F238E27FC236}">
                <a16:creationId xmlns:a16="http://schemas.microsoft.com/office/drawing/2014/main" id="{D42B0FFB-3033-459F-BDA2-2D505D37EA72}"/>
              </a:ext>
            </a:extLst>
          </p:cNvPr>
          <p:cNvSpPr>
            <a:spLocks xmlns:a="http://schemas.openxmlformats.org/drawingml/2006/main" noGrp="1"/>
          </p:cNvSpPr>
          <p:nvPr/>
        </p:nvSpPr>
        <p:spPr>
          <a:xfrm xmlns:a="http://schemas.openxmlformats.org/drawingml/2006/main">
            <a:off x="428625" y="1971675"/>
            <a:ext cx="6896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400" b="1">
                <a:solidFill>
                  <a:srgbClr val="FFFFFF"/>
                </a:solidFill>
                <a:latin typeface="Arial"/>
                <a:ea typeface="Arial"/>
                <a:cs typeface="Arial"/>
              </a:defRPr>
            </a:defPPr>
            <a:lvl1pPr>
              <a:defRPr sz="1400" b="1">
                <a:solidFill>
                  <a:srgbClr val="FFFFFF"/>
                </a:solidFill>
                <a:latin typeface="Arial"/>
                <a:ea typeface="Arial"/>
                <a:cs typeface="Arial"/>
              </a:defRPr>
            </a:lvl1pPr>
            <a:lvl2pPr>
              <a:defRPr sz="1400" b="1">
                <a:solidFill>
                  <a:srgbClr val="FFFFFF"/>
                </a:solidFill>
                <a:latin typeface="Arial"/>
                <a:ea typeface="Arial"/>
                <a:cs typeface="Arial"/>
              </a:defRPr>
            </a:lvl2pPr>
            <a:lvl3pPr>
              <a:defRPr sz="1400" b="1">
                <a:solidFill>
                  <a:srgbClr val="FFFFFF"/>
                </a:solidFill>
                <a:latin typeface="Arial"/>
                <a:ea typeface="Arial"/>
                <a:cs typeface="Arial"/>
              </a:defRPr>
            </a:lvl3pPr>
            <a:lvl4pPr>
              <a:defRPr sz="1400" b="1">
                <a:solidFill>
                  <a:srgbClr val="FFFFFF"/>
                </a:solidFill>
                <a:latin typeface="Arial"/>
                <a:ea typeface="Arial"/>
                <a:cs typeface="Arial"/>
              </a:defRPr>
            </a:lvl4pPr>
            <a:lvl5pPr>
              <a:defRPr sz="1400" b="1">
                <a:solidFill>
                  <a:srgbClr val="FFFFFF"/>
                </a:solidFill>
                <a:latin typeface="Arial"/>
                <a:ea typeface="Arial"/>
                <a:cs typeface="Arial"/>
              </a:defRPr>
            </a:lvl5pPr>
            <a:lvl6pPr>
              <a:defRPr sz="1400" b="1">
                <a:solidFill>
                  <a:srgbClr val="FFFFFF"/>
                </a:solidFill>
                <a:latin typeface="Arial"/>
                <a:ea typeface="Arial"/>
                <a:cs typeface="Arial"/>
              </a:defRPr>
            </a:lvl6pPr>
            <a:lvl7pPr>
              <a:defRPr sz="1400" b="1">
                <a:solidFill>
                  <a:srgbClr val="FFFFFF"/>
                </a:solidFill>
                <a:latin typeface="Arial"/>
                <a:ea typeface="Arial"/>
                <a:cs typeface="Arial"/>
              </a:defRPr>
            </a:lvl7pPr>
            <a:lvl8pPr>
              <a:defRPr sz="1400" b="1">
                <a:solidFill>
                  <a:srgbClr val="FFFFFF"/>
                </a:solidFill>
                <a:latin typeface="Arial"/>
                <a:ea typeface="Arial"/>
                <a:cs typeface="Arial"/>
              </a:defRPr>
            </a:lvl8pPr>
            <a:lvl9pPr>
              <a:defRPr sz="1400" b="1">
                <a:solidFill>
                  <a:srgbClr val="FFFFFF"/>
                </a:solidFill>
                <a:latin typeface="Arial"/>
                <a:ea typeface="Arial"/>
                <a:cs typeface="Arial"/>
              </a:defRPr>
            </a:lvl9pPr>
          </a:lstStyle>
          <a:p xmlns:a="http://schemas.openxmlformats.org/drawingml/2006/main">
            <a:pPr>
              <a:lnSpc>
                <a:spcPct val="98000"/>
              </a:lnSpc>
              <a:buNone/>
              <a:defRPr sz="1400" b="1">
                <a:solidFill>
                  <a:srgbClr val="FFFFFF"/>
                </a:solidFill>
                <a:latin typeface="Arial"/>
                <a:ea typeface="Arial"/>
                <a:cs typeface="Arial"/>
              </a:defRPr>
            </a:pPr>
            <a:r>
              <a:rPr sz="1400" b="1">
                <a:solidFill>
                  <a:srgbClr val="FFFFFF"/>
                </a:solidFill>
                <a:latin typeface="Arial"/>
                <a:ea typeface="Arial"/>
                <a:cs typeface="Arial"/>
              </a:rPr>
              <a:t>Practice starts, stops, turns, and looking back away from traffic. Get feedback from an instructor. Supervise children.</a:t>
            </a:r>
          </a:p>
        </p:txBody>
      </p:sp>
      <p:pic>
        <p:nvPicPr>
          <p:cNvPr id="5" name="">
            <a:extLst xmlns:a="http://schemas.openxmlformats.org/drawingml/2006/main">
              <a:ext uri="{FF2B5EF4-FFF2-40B4-BE49-F238E27FC236}">
                <a16:creationId xmlns:a16="http://schemas.microsoft.com/office/drawing/2014/main" id="{D5688B33-FCDB-43D1-906C-B6D525F0F54D}"/>
              </a:ext>
            </a:extLst>
          </p:cNvPr>
          <p:cNvPicPr>
            <a:picLocks xmlns:a="http://schemas.openxmlformats.org/drawingml/2006/main" noChangeAspect="1"/>
          </p:cNvPicPr>
          <p:nvPr/>
        </p:nvPicPr>
        <p:blipFill>
          <a:blip xmlns:r="http://schemas.openxmlformats.org/officeDocument/2006/relationships" xmlns:a="http://schemas.openxmlformats.org/drawingml/2006/main" r:embed="R20d3377cab554377"/>
          <a:stretch xmlns:a="http://schemas.openxmlformats.org/drawingml/2006/main"/>
        </p:blipFill>
        <p:spPr>
          <a:xfrm xmlns:a="http://schemas.openxmlformats.org/drawingml/2006/main">
            <a:off x="1443119" y="2733675"/>
            <a:ext cx="4886162" cy="6105525"/>
          </a:xfrm>
          <a:prstGeom xmlns:a="http://schemas.openxmlformats.org/drawingml/2006/main" prst="rect">
            <a:avLst/>
          </a:prstGeom>
        </p:spPr>
      </p:pic>
      <p:sp>
        <p:nvSpPr>
          <p:cNvPr id="6" name="Brand footer">
            <a:extLst xmlns:a="http://schemas.openxmlformats.org/drawingml/2006/main">
              <a:ext uri="{FF2B5EF4-FFF2-40B4-BE49-F238E27FC236}">
                <a16:creationId xmlns:a16="http://schemas.microsoft.com/office/drawing/2014/main" id="{22562125-B014-4871-8A60-A3E0396BD63D}"/>
              </a:ext>
            </a:extLst>
          </p:cNvPr>
          <p:cNvSpPr>
            <a:spLocks xmlns:a="http://schemas.openxmlformats.org/drawingml/2006/main" noGrp="1"/>
          </p:cNvSpPr>
          <p:nvPr/>
        </p:nvSpPr>
        <p:spPr>
          <a:xfrm xmlns:a="http://schemas.openxmlformats.org/drawingml/2006/main">
            <a:off x="0" y="8839200"/>
            <a:ext cx="7772400" cy="1219200"/>
          </a:xfrm>
          <a:prstGeom xmlns:a="http://schemas.openxmlformats.org/drawingml/2006/main" prst="rect">
            <a:avLst/>
          </a:prstGeom>
          <a:solidFill xmlns:a="http://schemas.openxmlformats.org/drawingml/2006/main">
            <a:srgbClr val="35125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C9A858E-DB62-4003-9614-437D82395B44}"/>
              </a:ext>
            </a:extLst>
          </p:cNvPr>
          <p:cNvPicPr>
            <a:picLocks xmlns:a="http://schemas.openxmlformats.org/drawingml/2006/main" noChangeAspect="1"/>
          </p:cNvPicPr>
          <p:nvPr/>
        </p:nvPicPr>
        <p:blipFill>
          <a:blip xmlns:r="http://schemas.openxmlformats.org/officeDocument/2006/relationships" xmlns:a="http://schemas.openxmlformats.org/drawingml/2006/main" r:embed="Re3c03552e54e4ac6"/>
          <a:stretch xmlns:a="http://schemas.openxmlformats.org/drawingml/2006/main"/>
        </p:blipFill>
        <p:spPr>
          <a:xfrm xmlns:a="http://schemas.openxmlformats.org/drawingml/2006/main">
            <a:off x="400050" y="9144000"/>
            <a:ext cx="609600" cy="609600"/>
          </a:xfrm>
          <a:prstGeom xmlns:a="http://schemas.openxmlformats.org/drawingml/2006/main" prst="rect">
            <a:avLst/>
          </a:prstGeom>
        </p:spPr>
      </p:pic>
      <p:sp>
        <p:nvSpPr>
          <p:cNvPr id="8" name="Readable URL">
            <a:extLst xmlns:a="http://schemas.openxmlformats.org/drawingml/2006/main">
              <a:ext uri="{FF2B5EF4-FFF2-40B4-BE49-F238E27FC236}">
                <a16:creationId xmlns:a16="http://schemas.microsoft.com/office/drawing/2014/main" id="{9EE3F21D-FE39-421C-8619-8FB59166F2D7}"/>
              </a:ext>
            </a:extLst>
          </p:cNvPr>
          <p:cNvSpPr>
            <a:spLocks xmlns:a="http://schemas.openxmlformats.org/drawingml/2006/main" noGrp="1"/>
          </p:cNvSpPr>
          <p:nvPr/>
        </p:nvSpPr>
        <p:spPr>
          <a:xfrm xmlns:a="http://schemas.openxmlformats.org/drawingml/2006/main">
            <a:off x="1257300" y="9010650"/>
            <a:ext cx="4914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00" b="1">
                <a:solidFill>
                  <a:srgbClr val="FFFF0A"/>
                </a:solidFill>
                <a:latin typeface="Space Grotesk"/>
                <a:ea typeface="Space Grotesk"/>
                <a:cs typeface="Space Grotesk"/>
              </a:defRPr>
            </a:defPPr>
            <a:lvl1pPr>
              <a:defRPr sz="2600" b="1">
                <a:solidFill>
                  <a:srgbClr val="FFFF0A"/>
                </a:solidFill>
                <a:latin typeface="Space Grotesk"/>
                <a:ea typeface="Space Grotesk"/>
                <a:cs typeface="Space Grotesk"/>
              </a:defRPr>
            </a:lvl1pPr>
            <a:lvl2pPr>
              <a:defRPr sz="2600" b="1">
                <a:solidFill>
                  <a:srgbClr val="FFFF0A"/>
                </a:solidFill>
                <a:latin typeface="Space Grotesk"/>
                <a:ea typeface="Space Grotesk"/>
                <a:cs typeface="Space Grotesk"/>
              </a:defRPr>
            </a:lvl2pPr>
            <a:lvl3pPr>
              <a:defRPr sz="2600" b="1">
                <a:solidFill>
                  <a:srgbClr val="FFFF0A"/>
                </a:solidFill>
                <a:latin typeface="Space Grotesk"/>
                <a:ea typeface="Space Grotesk"/>
                <a:cs typeface="Space Grotesk"/>
              </a:defRPr>
            </a:lvl3pPr>
            <a:lvl4pPr>
              <a:defRPr sz="2600" b="1">
                <a:solidFill>
                  <a:srgbClr val="FFFF0A"/>
                </a:solidFill>
                <a:latin typeface="Space Grotesk"/>
                <a:ea typeface="Space Grotesk"/>
                <a:cs typeface="Space Grotesk"/>
              </a:defRPr>
            </a:lvl4pPr>
            <a:lvl5pPr>
              <a:defRPr sz="2600" b="1">
                <a:solidFill>
                  <a:srgbClr val="FFFF0A"/>
                </a:solidFill>
                <a:latin typeface="Space Grotesk"/>
                <a:ea typeface="Space Grotesk"/>
                <a:cs typeface="Space Grotesk"/>
              </a:defRPr>
            </a:lvl5pPr>
            <a:lvl6pPr>
              <a:defRPr sz="2600" b="1">
                <a:solidFill>
                  <a:srgbClr val="FFFF0A"/>
                </a:solidFill>
                <a:latin typeface="Space Grotesk"/>
                <a:ea typeface="Space Grotesk"/>
                <a:cs typeface="Space Grotesk"/>
              </a:defRPr>
            </a:lvl6pPr>
            <a:lvl7pPr>
              <a:defRPr sz="2600" b="1">
                <a:solidFill>
                  <a:srgbClr val="FFFF0A"/>
                </a:solidFill>
                <a:latin typeface="Space Grotesk"/>
                <a:ea typeface="Space Grotesk"/>
                <a:cs typeface="Space Grotesk"/>
              </a:defRPr>
            </a:lvl7pPr>
            <a:lvl8pPr>
              <a:defRPr sz="2600" b="1">
                <a:solidFill>
                  <a:srgbClr val="FFFF0A"/>
                </a:solidFill>
                <a:latin typeface="Space Grotesk"/>
                <a:ea typeface="Space Grotesk"/>
                <a:cs typeface="Space Grotesk"/>
              </a:defRPr>
            </a:lvl8pPr>
            <a:lvl9pPr>
              <a:defRPr sz="2600" b="1">
                <a:solidFill>
                  <a:srgbClr val="FFFF0A"/>
                </a:solidFill>
                <a:latin typeface="Space Grotesk"/>
                <a:ea typeface="Space Grotesk"/>
                <a:cs typeface="Space Grotesk"/>
              </a:defRPr>
            </a:lvl9pPr>
          </a:lstStyle>
          <a:p xmlns:a="http://schemas.openxmlformats.org/drawingml/2006/main">
            <a:pPr>
              <a:lnSpc>
                <a:spcPct val="98000"/>
              </a:lnSpc>
              <a:buNone/>
              <a:defRPr sz="2600" b="1">
                <a:solidFill>
                  <a:srgbClr val="FFFF0A"/>
                </a:solidFill>
                <a:latin typeface="Space Grotesk"/>
                <a:ea typeface="Space Grotesk"/>
                <a:cs typeface="Space Grotesk"/>
              </a:defRPr>
            </a:pPr>
            <a:r>
              <a:rPr sz="2600" b="1">
                <a:solidFill>
                  <a:srgbClr val="FFFF0A"/>
                </a:solidFill>
                <a:latin typeface="Space Grotesk"/>
                <a:ea typeface="Space Grotesk"/>
                <a:cs typeface="Space Grotesk"/>
              </a:rPr>
              <a:t>3fp.org</a:t>
            </a:r>
          </a:p>
        </p:txBody>
      </p:sp>
      <p:sp>
        <p:nvSpPr>
          <p:cNvPr id="9" name="Community invitation">
            <a:extLst xmlns:a="http://schemas.openxmlformats.org/drawingml/2006/main">
              <a:ext uri="{FF2B5EF4-FFF2-40B4-BE49-F238E27FC236}">
                <a16:creationId xmlns:a16="http://schemas.microsoft.com/office/drawing/2014/main" id="{41B4E21F-A838-417F-B2D3-8B1F806341E9}"/>
              </a:ext>
            </a:extLst>
          </p:cNvPr>
          <p:cNvSpPr>
            <a:spLocks xmlns:a="http://schemas.openxmlformats.org/drawingml/2006/main" noGrp="1"/>
          </p:cNvSpPr>
          <p:nvPr/>
        </p:nvSpPr>
        <p:spPr>
          <a:xfrm xmlns:a="http://schemas.openxmlformats.org/drawingml/2006/main">
            <a:off x="1257300" y="9525000"/>
            <a:ext cx="4819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1">
                <a:solidFill>
                  <a:srgbClr val="FFFFFF"/>
                </a:solidFill>
                <a:latin typeface="Arial"/>
                <a:ea typeface="Arial"/>
                <a:cs typeface="Arial"/>
              </a:defRPr>
            </a:defPPr>
            <a:lvl1pPr>
              <a:defRPr sz="1500" b="1">
                <a:solidFill>
                  <a:srgbClr val="FFFFFF"/>
                </a:solidFill>
                <a:latin typeface="Arial"/>
                <a:ea typeface="Arial"/>
                <a:cs typeface="Arial"/>
              </a:defRPr>
            </a:lvl1pPr>
            <a:lvl2pPr>
              <a:defRPr sz="1500" b="1">
                <a:solidFill>
                  <a:srgbClr val="FFFFFF"/>
                </a:solidFill>
                <a:latin typeface="Arial"/>
                <a:ea typeface="Arial"/>
                <a:cs typeface="Arial"/>
              </a:defRPr>
            </a:lvl2pPr>
            <a:lvl3pPr>
              <a:defRPr sz="1500" b="1">
                <a:solidFill>
                  <a:srgbClr val="FFFFFF"/>
                </a:solidFill>
                <a:latin typeface="Arial"/>
                <a:ea typeface="Arial"/>
                <a:cs typeface="Arial"/>
              </a:defRPr>
            </a:lvl3pPr>
            <a:lvl4pPr>
              <a:defRPr sz="1500" b="1">
                <a:solidFill>
                  <a:srgbClr val="FFFFFF"/>
                </a:solidFill>
                <a:latin typeface="Arial"/>
                <a:ea typeface="Arial"/>
                <a:cs typeface="Arial"/>
              </a:defRPr>
            </a:lvl4pPr>
            <a:lvl5pPr>
              <a:defRPr sz="1500" b="1">
                <a:solidFill>
                  <a:srgbClr val="FFFFFF"/>
                </a:solidFill>
                <a:latin typeface="Arial"/>
                <a:ea typeface="Arial"/>
                <a:cs typeface="Arial"/>
              </a:defRPr>
            </a:lvl5pPr>
            <a:lvl6pPr>
              <a:defRPr sz="1500" b="1">
                <a:solidFill>
                  <a:srgbClr val="FFFFFF"/>
                </a:solidFill>
                <a:latin typeface="Arial"/>
                <a:ea typeface="Arial"/>
                <a:cs typeface="Arial"/>
              </a:defRPr>
            </a:lvl6pPr>
            <a:lvl7pPr>
              <a:defRPr sz="1500" b="1">
                <a:solidFill>
                  <a:srgbClr val="FFFFFF"/>
                </a:solidFill>
                <a:latin typeface="Arial"/>
                <a:ea typeface="Arial"/>
                <a:cs typeface="Arial"/>
              </a:defRPr>
            </a:lvl7pPr>
            <a:lvl8pPr>
              <a:defRPr sz="1500" b="1">
                <a:solidFill>
                  <a:srgbClr val="FFFFFF"/>
                </a:solidFill>
                <a:latin typeface="Arial"/>
                <a:ea typeface="Arial"/>
                <a:cs typeface="Arial"/>
              </a:defRPr>
            </a:lvl8pPr>
            <a:lvl9pPr>
              <a:defRPr sz="1500" b="1">
                <a:solidFill>
                  <a:srgbClr val="FFFFFF"/>
                </a:solidFill>
                <a:latin typeface="Arial"/>
                <a:ea typeface="Arial"/>
                <a:cs typeface="Arial"/>
              </a:defRPr>
            </a:lvl9pPr>
          </a:lstStyle>
          <a:p xmlns:a="http://schemas.openxmlformats.org/drawingml/2006/main">
            <a:pPr>
              <a:lnSpc>
                <a:spcPct val="98000"/>
              </a:lnSpc>
              <a:buNone/>
              <a:defRPr sz="1500" b="1">
                <a:solidFill>
                  <a:srgbClr val="FFFFFF"/>
                </a:solidFill>
                <a:latin typeface="Arial"/>
                <a:ea typeface="Arial"/>
                <a:cs typeface="Arial"/>
              </a:defRPr>
            </a:pPr>
            <a:r>
              <a:rPr sz="1500" b="1">
                <a:solidFill>
                  <a:srgbClr val="FFFFFF"/>
                </a:solidFill>
                <a:latin typeface="Arial"/>
                <a:ea typeface="Arial"/>
                <a:cs typeface="Arial"/>
              </a:rPr>
              <a:t>Find groups and public rides.</a:t>
            </a:r>
          </a:p>
        </p:txBody>
      </p:sp>
      <p:sp>
        <p:nvSpPr>
          <p:cNvPr id="10" name="QR quiet zone">
            <a:extLst xmlns:a="http://schemas.openxmlformats.org/drawingml/2006/main">
              <a:ext uri="{FF2B5EF4-FFF2-40B4-BE49-F238E27FC236}">
                <a16:creationId xmlns:a16="http://schemas.microsoft.com/office/drawing/2014/main" id="{D94CFE3E-34E9-4449-803E-1617B8D84DB9}"/>
              </a:ext>
            </a:extLst>
          </p:cNvPr>
          <p:cNvSpPr>
            <a:spLocks xmlns:a="http://schemas.openxmlformats.org/drawingml/2006/main" noGrp="1"/>
          </p:cNvSpPr>
          <p:nvPr/>
        </p:nvSpPr>
        <p:spPr>
          <a:xfrm xmlns:a="http://schemas.openxmlformats.org/drawingml/2006/main">
            <a:off x="6534150" y="9001125"/>
            <a:ext cx="876300" cy="87630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CE0D22CC-D60C-48F0-965B-32747D59CA8A}"/>
              </a:ext>
            </a:extLst>
          </p:cNvPr>
          <p:cNvPicPr>
            <a:picLocks xmlns:a="http://schemas.openxmlformats.org/drawingml/2006/main" noChangeAspect="1"/>
          </p:cNvPicPr>
          <p:nvPr/>
        </p:nvPicPr>
        <p:blipFill>
          <a:blip xmlns:r="http://schemas.openxmlformats.org/officeDocument/2006/relationships" xmlns:a="http://schemas.openxmlformats.org/drawingml/2006/main" r:embed="R2bb24e8e6e4a4327"/>
          <a:stretch xmlns:a="http://schemas.openxmlformats.org/drawingml/2006/main"/>
        </p:blipFill>
        <p:spPr>
          <a:xfrm xmlns:a="http://schemas.openxmlformats.org/drawingml/2006/main">
            <a:off x="6581775" y="9048750"/>
            <a:ext cx="781050" cy="781050"/>
          </a:xfrm>
          <a:prstGeom xmlns:a="http://schemas.openxmlformats.org/drawingml/2006/main" prst="rect">
            <a:avLst/>
          </a:prstGeom>
        </p:spPr>
      </p:pic>
    </p:spTree>
    <p:extLst>
      <p:ext uri="{BB962C8B-B14F-4D97-AF65-F5344CB8AC3E}">
        <p14:creationId xmlns:p14="http://schemas.microsoft.com/office/powerpoint/2010/main" val="279282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2026-10-29T13:48:30.0730000Z</dcterms:created>
  <dcterms:modified xsi:type="dcterms:W3CDTF">2026-10-29T13:48:30.0740000Z</dcterms:modified>
</coreProperties>
</file>