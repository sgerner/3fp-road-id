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72703e32754275" /><Relationship Type="http://schemas.openxmlformats.org/officeDocument/2006/relationships/extended-properties" Target="/docProps/app.xml" Id="Rbb66bfff5ade4b19" /><Relationship Type="http://schemas.openxmlformats.org/officeDocument/2006/relationships/officeDocument" Target="/ppt/presentation.xml" Id="Rdc4a1c0504dc45c0" /></Relationships>
</file>

<file path=ppt/presentation.xml><?xml version="1.0" encoding="utf-8"?>
<p:presentation xmlns:p="http://schemas.openxmlformats.org/presentationml/2006/main">
  <p:sldMasterIdLst>
    <p:sldMasterId xmlns:r="http://schemas.openxmlformats.org/officeDocument/2006/relationships" id="2147483648" r:id="R84a4fffb3dc14014"/>
  </p:sldMasterIdLst>
  <p:notesMasterIdLst>
    <p:notesMasterId xmlns:r="http://schemas.openxmlformats.org/officeDocument/2006/relationships" r:id="R4a02f8ab6c194932"/>
  </p:notesMasterIdLst>
  <p:sldIdLst>
    <p:sldId xmlns:r="http://schemas.openxmlformats.org/officeDocument/2006/relationships" id="256" r:id="Rb28949450a034914"/>
    <p:sldId xmlns:r="http://schemas.openxmlformats.org/officeDocument/2006/relationships" id="257" r:id="R218c2d78f20a466a"/>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e4378879d847d5" /><Relationship Type="http://schemas.openxmlformats.org/officeDocument/2006/relationships/slideMaster" Target="/ppt/slideMasters/slideMaster1.xml" Id="R84a4fffb3dc14014" /><Relationship Type="http://schemas.openxmlformats.org/officeDocument/2006/relationships/notesMaster" Target="/ppt/notesMasters/notesMaster1.xml" Id="R4a02f8ab6c194932" /><Relationship Type="http://schemas.openxmlformats.org/officeDocument/2006/relationships/presProps" Target="/ppt/presProps.xml" Id="R89e5000b5aec4512" /><Relationship Type="http://schemas.openxmlformats.org/officeDocument/2006/relationships/tableStyles" Target="/ppt/tableStyles.xml" Id="R22565f37867d4ce6" /><Relationship Type="http://schemas.openxmlformats.org/officeDocument/2006/relationships/slide" Target="/ppt/slides/slide1.xml" Id="Rb28949450a034914" /><Relationship Type="http://schemas.openxmlformats.org/officeDocument/2006/relationships/slide" Target="/ppt/slides/slide2.xml" Id="R218c2d78f20a46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74524f93aa4e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4127d2c7ad4c72" /><Relationship Type="http://schemas.openxmlformats.org/officeDocument/2006/relationships/notesMaster" Target="/ppt/notesMasters/notesMaster1.xml" Id="R8c3eb6e7947d44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07403cf1724320" /><Relationship Type="http://schemas.openxmlformats.org/officeDocument/2006/relationships/notesMaster" Target="/ppt/notesMasters/notesMaster1.xml" Id="R0d29c859f08143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Copy and layout held constant. Social export is 1080 x 1350 RGB PNG; not a printer file.</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Copy and layout held constant. Social export is 1080 x 1350 RGB PNG; not a printer file.</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604f3502c949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ff5cc6f16b41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add2f9900046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71c02ccf2c4a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e67315c68343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98d32291524a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2FDC66-0E01-42EB-929D-1BD2C15CB264}"/>
              </a:ext>
            </a:extLst>
          </p:cNvPr>
          <p:cNvSpPr>
            <a:spLocks xmlns:a="http://schemas.openxmlformats.org/drawingml/2006/main" noGrp="1"/>
          </p:cNvSpPr>
          <p:nvPr>
            <p:ph type="title" idx="0"/>
          </p:nvPr>
        </p:nvSpPr>
        <p:spPr>
          <a:xfrm xmlns:a="http://schemas.openxmlformats.org/drawingml/2006/main">
            <a:off x="1028700" y="4857750"/>
            <a:ext cx="82296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gn="ctr">
              <a:lnSpc>
                <a:spcPct val="110000"/>
              </a:lnSpc>
              <a:spcBef>
                <a:spcPts val="0"/>
              </a:spcBef>
              <a:spcAft>
                <a:spcPts val="0"/>
              </a:spcAft>
              <a:buNone/>
              <a:defRPr sz="4050" b="1">
                <a:solidFill>
                  <a:schemeClr val="tx1"/>
                </a:solidFill>
                <a:latin typeface="+mj-lt"/>
                <a:ea typeface="+mj-lt"/>
                <a:cs typeface="+mj-lt"/>
              </a:defRPr>
            </a:lvl1pPr>
            <a:lvl2pPr marL="0" indent="0" algn="ctr">
              <a:lnSpc>
                <a:spcPct val="110000"/>
              </a:lnSpc>
              <a:spcBef>
                <a:spcPts val="0"/>
              </a:spcBef>
              <a:spcAft>
                <a:spcPts val="0"/>
              </a:spcAft>
              <a:buNone/>
              <a:defRPr sz="4050" b="1">
                <a:solidFill>
                  <a:schemeClr val="tx1"/>
                </a:solidFill>
                <a:latin typeface="+mj-lt"/>
                <a:ea typeface="+mj-lt"/>
                <a:cs typeface="+mj-lt"/>
              </a:defRPr>
            </a:lvl2pPr>
            <a:lvl3pPr marL="0" indent="0" algn="ctr">
              <a:lnSpc>
                <a:spcPct val="110000"/>
              </a:lnSpc>
              <a:spcBef>
                <a:spcPts val="0"/>
              </a:spcBef>
              <a:spcAft>
                <a:spcPts val="0"/>
              </a:spcAft>
              <a:buNone/>
              <a:defRPr sz="4050" b="1">
                <a:solidFill>
                  <a:schemeClr val="tx1"/>
                </a:solidFill>
                <a:latin typeface="+mj-lt"/>
                <a:ea typeface="+mj-lt"/>
                <a:cs typeface="+mj-lt"/>
              </a:defRPr>
            </a:lvl3pPr>
            <a:lvl4pPr marL="0" indent="0" algn="ctr">
              <a:lnSpc>
                <a:spcPct val="110000"/>
              </a:lnSpc>
              <a:spcBef>
                <a:spcPts val="0"/>
              </a:spcBef>
              <a:spcAft>
                <a:spcPts val="0"/>
              </a:spcAft>
              <a:buNone/>
              <a:defRPr sz="4050" b="1">
                <a:solidFill>
                  <a:schemeClr val="tx1"/>
                </a:solidFill>
                <a:latin typeface="+mj-lt"/>
                <a:ea typeface="+mj-lt"/>
                <a:cs typeface="+mj-lt"/>
              </a:defRPr>
            </a:lvl4pPr>
            <a:lvl5pPr marL="0" indent="0" algn="ctr">
              <a:lnSpc>
                <a:spcPct val="110000"/>
              </a:lnSpc>
              <a:spcBef>
                <a:spcPts val="0"/>
              </a:spcBef>
              <a:spcAft>
                <a:spcPts val="0"/>
              </a:spcAft>
              <a:buNone/>
              <a:defRPr sz="4050" b="1">
                <a:solidFill>
                  <a:schemeClr val="tx1"/>
                </a:solidFill>
                <a:latin typeface="+mj-lt"/>
                <a:ea typeface="+mj-lt"/>
                <a:cs typeface="+mj-lt"/>
              </a:defRPr>
            </a:lvl5pPr>
            <a:lvl6pPr marL="0" indent="0" algn="ctr">
              <a:lnSpc>
                <a:spcPct val="110000"/>
              </a:lnSpc>
              <a:spcBef>
                <a:spcPts val="0"/>
              </a:spcBef>
              <a:spcAft>
                <a:spcPts val="0"/>
              </a:spcAft>
              <a:buNone/>
              <a:defRPr sz="4050" b="1">
                <a:solidFill>
                  <a:schemeClr val="tx1"/>
                </a:solidFill>
                <a:latin typeface="+mj-lt"/>
                <a:ea typeface="+mj-lt"/>
                <a:cs typeface="+mj-lt"/>
              </a:defRPr>
            </a:lvl6pPr>
            <a:lvl7pPr marL="0" indent="0" algn="ctr">
              <a:lnSpc>
                <a:spcPct val="110000"/>
              </a:lnSpc>
              <a:spcBef>
                <a:spcPts val="0"/>
              </a:spcBef>
              <a:spcAft>
                <a:spcPts val="0"/>
              </a:spcAft>
              <a:buNone/>
              <a:defRPr sz="4050" b="1">
                <a:solidFill>
                  <a:schemeClr val="tx1"/>
                </a:solidFill>
                <a:latin typeface="+mj-lt"/>
                <a:ea typeface="+mj-lt"/>
                <a:cs typeface="+mj-lt"/>
              </a:defRPr>
            </a:lvl7pPr>
            <a:lvl8pPr marL="0" indent="0" algn="ctr">
              <a:lnSpc>
                <a:spcPct val="110000"/>
              </a:lnSpc>
              <a:spcBef>
                <a:spcPts val="0"/>
              </a:spcBef>
              <a:spcAft>
                <a:spcPts val="0"/>
              </a:spcAft>
              <a:buNone/>
              <a:defRPr sz="4050" b="1">
                <a:solidFill>
                  <a:schemeClr val="tx1"/>
                </a:solidFill>
                <a:latin typeface="+mj-lt"/>
                <a:ea typeface="+mj-lt"/>
                <a:cs typeface="+mj-lt"/>
              </a:defRPr>
            </a:lvl8pPr>
            <a:lvl9pPr marL="0" indent="0" algn="ctr">
              <a:lnSpc>
                <a:spcPct val="110000"/>
              </a:lnSpc>
              <a:spcBef>
                <a:spcPts val="0"/>
              </a:spcBef>
              <a:spcAft>
                <a:spcPts val="0"/>
              </a:spcAft>
              <a:buNone/>
              <a:defRPr sz="40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05C4B7-9EED-4991-A54C-01829D5EEDC6}"/>
              </a:ext>
            </a:extLst>
          </p:cNvPr>
          <p:cNvSpPr>
            <a:spLocks xmlns:a="http://schemas.openxmlformats.org/drawingml/2006/main" noGrp="1"/>
          </p:cNvSpPr>
          <p:nvPr>
            <p:ph type="subTitle" idx="1"/>
          </p:nvPr>
        </p:nvSpPr>
        <p:spPr>
          <a:xfrm xmlns:a="http://schemas.openxmlformats.org/drawingml/2006/main">
            <a:off x="1543050" y="7072313"/>
            <a:ext cx="72009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gn="ctr">
              <a:lnSpc>
                <a:spcPct val="110000"/>
              </a:lnSpc>
              <a:spcBef>
                <a:spcPts val="0"/>
              </a:spcBef>
              <a:spcAft>
                <a:spcPts val="0"/>
              </a:spcAft>
              <a:buNone/>
              <a:defRPr sz="1772" b="0">
                <a:solidFill>
                  <a:schemeClr val="tx1"/>
                </a:solidFill>
                <a:latin typeface="+mn-lt"/>
                <a:ea typeface="+mn-lt"/>
                <a:cs typeface="+mn-lt"/>
              </a:defRPr>
            </a:lvl1pPr>
            <a:lvl2pPr marL="0" indent="0" algn="ctr">
              <a:lnSpc>
                <a:spcPct val="110000"/>
              </a:lnSpc>
              <a:spcBef>
                <a:spcPts val="0"/>
              </a:spcBef>
              <a:spcAft>
                <a:spcPts val="0"/>
              </a:spcAft>
              <a:buNone/>
              <a:defRPr sz="1772" b="0">
                <a:solidFill>
                  <a:schemeClr val="tx1"/>
                </a:solidFill>
                <a:latin typeface="+mn-lt"/>
                <a:ea typeface="+mn-lt"/>
                <a:cs typeface="+mn-lt"/>
              </a:defRPr>
            </a:lvl2pPr>
            <a:lvl3pPr marL="0" indent="0" algn="ctr">
              <a:lnSpc>
                <a:spcPct val="110000"/>
              </a:lnSpc>
              <a:spcBef>
                <a:spcPts val="0"/>
              </a:spcBef>
              <a:spcAft>
                <a:spcPts val="0"/>
              </a:spcAft>
              <a:buNone/>
              <a:defRPr sz="1772" b="0">
                <a:solidFill>
                  <a:schemeClr val="tx1"/>
                </a:solidFill>
                <a:latin typeface="+mn-lt"/>
                <a:ea typeface="+mn-lt"/>
                <a:cs typeface="+mn-lt"/>
              </a:defRPr>
            </a:lvl3pPr>
            <a:lvl4pPr marL="0" indent="0" algn="ctr">
              <a:lnSpc>
                <a:spcPct val="110000"/>
              </a:lnSpc>
              <a:spcBef>
                <a:spcPts val="0"/>
              </a:spcBef>
              <a:spcAft>
                <a:spcPts val="0"/>
              </a:spcAft>
              <a:buNone/>
              <a:defRPr sz="1772" b="0">
                <a:solidFill>
                  <a:schemeClr val="tx1"/>
                </a:solidFill>
                <a:latin typeface="+mn-lt"/>
                <a:ea typeface="+mn-lt"/>
                <a:cs typeface="+mn-lt"/>
              </a:defRPr>
            </a:lvl4pPr>
            <a:lvl5pPr marL="0" indent="0" algn="ctr">
              <a:lnSpc>
                <a:spcPct val="110000"/>
              </a:lnSpc>
              <a:spcBef>
                <a:spcPts val="0"/>
              </a:spcBef>
              <a:spcAft>
                <a:spcPts val="0"/>
              </a:spcAft>
              <a:buNone/>
              <a:defRPr sz="1772" b="0">
                <a:solidFill>
                  <a:schemeClr val="tx1"/>
                </a:solidFill>
                <a:latin typeface="+mn-lt"/>
                <a:ea typeface="+mn-lt"/>
                <a:cs typeface="+mn-lt"/>
              </a:defRPr>
            </a:lvl5pPr>
            <a:lvl6pPr marL="0" indent="0" algn="ctr">
              <a:lnSpc>
                <a:spcPct val="110000"/>
              </a:lnSpc>
              <a:spcBef>
                <a:spcPts val="0"/>
              </a:spcBef>
              <a:spcAft>
                <a:spcPts val="0"/>
              </a:spcAft>
              <a:buNone/>
              <a:defRPr sz="1772" b="0">
                <a:solidFill>
                  <a:schemeClr val="tx1"/>
                </a:solidFill>
                <a:latin typeface="+mn-lt"/>
                <a:ea typeface="+mn-lt"/>
                <a:cs typeface="+mn-lt"/>
              </a:defRPr>
            </a:lvl6pPr>
            <a:lvl7pPr marL="0" indent="0" algn="ctr">
              <a:lnSpc>
                <a:spcPct val="110000"/>
              </a:lnSpc>
              <a:spcBef>
                <a:spcPts val="0"/>
              </a:spcBef>
              <a:spcAft>
                <a:spcPts val="0"/>
              </a:spcAft>
              <a:buNone/>
              <a:defRPr sz="1772" b="0">
                <a:solidFill>
                  <a:schemeClr val="tx1"/>
                </a:solidFill>
                <a:latin typeface="+mn-lt"/>
                <a:ea typeface="+mn-lt"/>
                <a:cs typeface="+mn-lt"/>
              </a:defRPr>
            </a:lvl7pPr>
            <a:lvl8pPr marL="0" indent="0" algn="ctr">
              <a:lnSpc>
                <a:spcPct val="110000"/>
              </a:lnSpc>
              <a:spcBef>
                <a:spcPts val="0"/>
              </a:spcBef>
              <a:spcAft>
                <a:spcPts val="0"/>
              </a:spcAft>
              <a:buNone/>
              <a:defRPr sz="1772" b="0">
                <a:solidFill>
                  <a:schemeClr val="tx1"/>
                </a:solidFill>
                <a:latin typeface="+mn-lt"/>
                <a:ea typeface="+mn-lt"/>
                <a:cs typeface="+mn-lt"/>
              </a:defRPr>
            </a:lvl8pPr>
            <a:lvl9pPr marL="0" indent="0" algn="ctr">
              <a:lnSpc>
                <a:spcPct val="110000"/>
              </a:lnSpc>
              <a:spcBef>
                <a:spcPts val="0"/>
              </a:spcBef>
              <a:spcAft>
                <a:spcPts val="0"/>
              </a:spcAft>
              <a:buNone/>
              <a:defRPr sz="17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E5E06D-0892-434B-9448-AE3F2AFEF1E9}"/>
              </a:ext>
            </a:extLst>
          </p:cNvPr>
          <p:cNvSpPr>
            <a:spLocks xmlns:a="http://schemas.openxmlformats.org/drawingml/2006/main" noGrp="1"/>
          </p:cNvSpPr>
          <p:nvPr>
            <p:ph type="title" idx="0"/>
          </p:nvPr>
        </p:nvSpPr>
        <p:spPr>
          <a:xfrm xmlns:a="http://schemas.openxmlformats.org/drawingml/2006/main">
            <a:off x="1028700" y="5357813"/>
            <a:ext cx="82296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gn="ctr">
              <a:lnSpc>
                <a:spcPct val="110000"/>
              </a:lnSpc>
              <a:spcBef>
                <a:spcPts val="0"/>
              </a:spcBef>
              <a:spcAft>
                <a:spcPts val="0"/>
              </a:spcAft>
              <a:buNone/>
              <a:defRPr sz="3544" b="1">
                <a:solidFill>
                  <a:schemeClr val="tx1"/>
                </a:solidFill>
                <a:latin typeface="+mj-lt"/>
                <a:ea typeface="+mj-lt"/>
                <a:cs typeface="+mj-lt"/>
              </a:defRPr>
            </a:lvl1pPr>
            <a:lvl2pPr marL="0" indent="0" algn="ctr">
              <a:lnSpc>
                <a:spcPct val="110000"/>
              </a:lnSpc>
              <a:spcBef>
                <a:spcPts val="0"/>
              </a:spcBef>
              <a:spcAft>
                <a:spcPts val="0"/>
              </a:spcAft>
              <a:buNone/>
              <a:defRPr sz="3544" b="1">
                <a:solidFill>
                  <a:schemeClr val="tx1"/>
                </a:solidFill>
                <a:latin typeface="+mj-lt"/>
                <a:ea typeface="+mj-lt"/>
                <a:cs typeface="+mj-lt"/>
              </a:defRPr>
            </a:lvl2pPr>
            <a:lvl3pPr marL="0" indent="0" algn="ctr">
              <a:lnSpc>
                <a:spcPct val="110000"/>
              </a:lnSpc>
              <a:spcBef>
                <a:spcPts val="0"/>
              </a:spcBef>
              <a:spcAft>
                <a:spcPts val="0"/>
              </a:spcAft>
              <a:buNone/>
              <a:defRPr sz="3544" b="1">
                <a:solidFill>
                  <a:schemeClr val="tx1"/>
                </a:solidFill>
                <a:latin typeface="+mj-lt"/>
                <a:ea typeface="+mj-lt"/>
                <a:cs typeface="+mj-lt"/>
              </a:defRPr>
            </a:lvl3pPr>
            <a:lvl4pPr marL="0" indent="0" algn="ctr">
              <a:lnSpc>
                <a:spcPct val="110000"/>
              </a:lnSpc>
              <a:spcBef>
                <a:spcPts val="0"/>
              </a:spcBef>
              <a:spcAft>
                <a:spcPts val="0"/>
              </a:spcAft>
              <a:buNone/>
              <a:defRPr sz="3544" b="1">
                <a:solidFill>
                  <a:schemeClr val="tx1"/>
                </a:solidFill>
                <a:latin typeface="+mj-lt"/>
                <a:ea typeface="+mj-lt"/>
                <a:cs typeface="+mj-lt"/>
              </a:defRPr>
            </a:lvl4pPr>
            <a:lvl5pPr marL="0" indent="0" algn="ctr">
              <a:lnSpc>
                <a:spcPct val="110000"/>
              </a:lnSpc>
              <a:spcBef>
                <a:spcPts val="0"/>
              </a:spcBef>
              <a:spcAft>
                <a:spcPts val="0"/>
              </a:spcAft>
              <a:buNone/>
              <a:defRPr sz="3544" b="1">
                <a:solidFill>
                  <a:schemeClr val="tx1"/>
                </a:solidFill>
                <a:latin typeface="+mj-lt"/>
                <a:ea typeface="+mj-lt"/>
                <a:cs typeface="+mj-lt"/>
              </a:defRPr>
            </a:lvl5pPr>
            <a:lvl6pPr marL="0" indent="0" algn="ctr">
              <a:lnSpc>
                <a:spcPct val="110000"/>
              </a:lnSpc>
              <a:spcBef>
                <a:spcPts val="0"/>
              </a:spcBef>
              <a:spcAft>
                <a:spcPts val="0"/>
              </a:spcAft>
              <a:buNone/>
              <a:defRPr sz="3544" b="1">
                <a:solidFill>
                  <a:schemeClr val="tx1"/>
                </a:solidFill>
                <a:latin typeface="+mj-lt"/>
                <a:ea typeface="+mj-lt"/>
                <a:cs typeface="+mj-lt"/>
              </a:defRPr>
            </a:lvl6pPr>
            <a:lvl7pPr marL="0" indent="0" algn="ctr">
              <a:lnSpc>
                <a:spcPct val="110000"/>
              </a:lnSpc>
              <a:spcBef>
                <a:spcPts val="0"/>
              </a:spcBef>
              <a:spcAft>
                <a:spcPts val="0"/>
              </a:spcAft>
              <a:buNone/>
              <a:defRPr sz="3544" b="1">
                <a:solidFill>
                  <a:schemeClr val="tx1"/>
                </a:solidFill>
                <a:latin typeface="+mj-lt"/>
                <a:ea typeface="+mj-lt"/>
                <a:cs typeface="+mj-lt"/>
              </a:defRPr>
            </a:lvl7pPr>
            <a:lvl8pPr marL="0" indent="0" algn="ctr">
              <a:lnSpc>
                <a:spcPct val="110000"/>
              </a:lnSpc>
              <a:spcBef>
                <a:spcPts val="0"/>
              </a:spcBef>
              <a:spcAft>
                <a:spcPts val="0"/>
              </a:spcAft>
              <a:buNone/>
              <a:defRPr sz="3544" b="1">
                <a:solidFill>
                  <a:schemeClr val="tx1"/>
                </a:solidFill>
                <a:latin typeface="+mj-lt"/>
                <a:ea typeface="+mj-lt"/>
                <a:cs typeface="+mj-lt"/>
              </a:defRPr>
            </a:lvl8pPr>
            <a:lvl9pPr marL="0" indent="0" algn="ctr">
              <a:lnSpc>
                <a:spcPct val="110000"/>
              </a:lnSpc>
              <a:spcBef>
                <a:spcPts val="0"/>
              </a:spcBef>
              <a:spcAft>
                <a:spcPts val="0"/>
              </a:spcAft>
              <a:buNone/>
              <a:defRPr sz="35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068C8A-EA59-4FD6-A58E-FBB9EDE79F42}"/>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53B069-FBBE-4EF5-93B9-991D9471558B}"/>
              </a:ext>
            </a:extLst>
          </p:cNvPr>
          <p:cNvSpPr>
            <a:spLocks xmlns:a="http://schemas.openxmlformats.org/drawingml/2006/main" noGrp="1"/>
          </p:cNvSpPr>
          <p:nvPr>
            <p:ph type="body" idx="1"/>
          </p:nvPr>
        </p:nvSpPr>
        <p:spPr>
          <a:xfrm xmlns:a="http://schemas.openxmlformats.org/drawingml/2006/main">
            <a:off x="578644" y="3571875"/>
            <a:ext cx="9129713"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BF46FD-CBEC-41E2-BEC5-5AB627153531}"/>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6C507B-E263-464E-BCA5-FFBC8BB915EA}"/>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7FB872-826A-43E1-B8F9-A5313F1F441C}"/>
              </a:ext>
            </a:extLst>
          </p:cNvPr>
          <p:cNvSpPr>
            <a:spLocks xmlns:a="http://schemas.openxmlformats.org/drawingml/2006/main" noGrp="1"/>
          </p:cNvSpPr>
          <p:nvPr>
            <p:ph type="body" idx="2"/>
          </p:nvPr>
        </p:nvSpPr>
        <p:spPr>
          <a:xfrm xmlns:a="http://schemas.openxmlformats.org/drawingml/2006/main">
            <a:off x="5464969"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A75C1-E14A-44ED-9AA6-B6F73AD6DA90}"/>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997422-DBD9-47A3-A3A9-1CCB9B361259}"/>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86824724d64fc4" /><Relationship Type="http://schemas.openxmlformats.org/officeDocument/2006/relationships/slideLayout" Target="/ppt/slideLayouts/slideLayout1.xml" Id="R943ae50083d2425f" /><Relationship Type="http://schemas.openxmlformats.org/officeDocument/2006/relationships/slideLayout" Target="/ppt/slideLayouts/slideLayout2.xml" Id="Rd560a23bcbd044e7" /><Relationship Type="http://schemas.openxmlformats.org/officeDocument/2006/relationships/slideLayout" Target="/ppt/slideLayouts/slideLayout3.xml" Id="R740cac8fb3004eed" /><Relationship Type="http://schemas.openxmlformats.org/officeDocument/2006/relationships/slideLayout" Target="/ppt/slideLayouts/slideLayout4.xml" Id="R6ada4b5d13cd4ce2" /><Relationship Type="http://schemas.openxmlformats.org/officeDocument/2006/relationships/slideLayout" Target="/ppt/slideLayouts/slideLayout5.xml" Id="R84e733c309fa48c6" /><Relationship Type="http://schemas.openxmlformats.org/officeDocument/2006/relationships/slideLayout" Target="/ppt/slideLayouts/slideLayout6.xml" Id="R6d3a5c8358f44f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3ae50083d2425f"/>
    <p:sldLayoutId xmlns:r="http://schemas.openxmlformats.org/officeDocument/2006/relationships" id="2147483650" r:id="Rd560a23bcbd044e7"/>
    <p:sldLayoutId xmlns:r="http://schemas.openxmlformats.org/officeDocument/2006/relationships" id="2147483651" r:id="R740cac8fb3004eed"/>
    <p:sldLayoutId xmlns:r="http://schemas.openxmlformats.org/officeDocument/2006/relationships" id="2147483652" r:id="R6ada4b5d13cd4ce2"/>
    <p:sldLayoutId xmlns:r="http://schemas.openxmlformats.org/officeDocument/2006/relationships" id="2147483653" r:id="R84e733c309fa48c6"/>
    <p:sldLayoutId xmlns:r="http://schemas.openxmlformats.org/officeDocument/2006/relationships" id="2147483654" r:id="R6d3a5c8358f44f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e8b939bea94bd6" /><Relationship Type="http://schemas.openxmlformats.org/officeDocument/2006/relationships/image" Target="/ppt/media/image.png" Id="R7b64e7319fd74b54" /><Relationship Type="http://schemas.openxmlformats.org/officeDocument/2006/relationships/image" Target="/ppt/media/image2.png" Id="Rc82c73ce6185482b" /><Relationship Type="http://schemas.openxmlformats.org/officeDocument/2006/relationships/notesSlide" Target="/ppt/notesSlides/notesSlide1.xml" Id="Rb77f903c94644b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3e7b051ee74f33" /><Relationship Type="http://schemas.openxmlformats.org/officeDocument/2006/relationships/image" Target="/ppt/media/image3.png" Id="R90b756396048496a" /><Relationship Type="http://schemas.openxmlformats.org/officeDocument/2006/relationships/image" Target="/ppt/media/image4.png" Id="R9a4f1cd18eeb4e44" /><Relationship Type="http://schemas.openxmlformats.org/officeDocument/2006/relationships/notesSlide" Target="/ppt/notesSlides/notesSlide2.xml" Id="Ra711bc4b5e6445a5" /></Relationships>
</file>

<file path=ppt/slides/slide1.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9" name="Social yellow message column">
            <a:extLst xmlns:a="http://schemas.openxmlformats.org/drawingml/2006/main">
              <a:ext uri="{FF2B5EF4-FFF2-40B4-BE49-F238E27FC236}">
                <a16:creationId xmlns:a16="http://schemas.microsoft.com/office/drawing/2014/main" id="{756ECFA5-FCB0-4E8F-A3DB-57DA4C0867F0}"/>
              </a:ext>
            </a:extLst>
          </p:cNvPr>
          <p:cNvSpPr>
            <a:spLocks xmlns:a="http://schemas.openxmlformats.org/drawingml/2006/main" noGrp="1"/>
          </p:cNvSpPr>
          <p:nvPr/>
        </p:nvSpPr>
        <p:spPr>
          <a:xfrm xmlns:a="http://schemas.openxmlformats.org/drawingml/2006/main">
            <a:off x="0" y="0"/>
            <a:ext cx="4419600" cy="112395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B10D7B1-8935-47E7-8C7E-24F651EEE0AA}"/>
              </a:ext>
            </a:extLst>
          </p:cNvPr>
          <p:cNvPicPr>
            <a:picLocks xmlns:a="http://schemas.openxmlformats.org/drawingml/2006/main" noChangeAspect="1"/>
          </p:cNvPicPr>
          <p:nvPr/>
        </p:nvPicPr>
        <p:blipFill>
          <a:blip xmlns:r="http://schemas.openxmlformats.org/officeDocument/2006/relationships" xmlns:a="http://schemas.openxmlformats.org/drawingml/2006/main" r:embed="R7b64e7319fd74b54"/>
          <a:srcRect xmlns:a="http://schemas.openxmlformats.org/drawingml/2006/main" l="10847" t="0" r="10847" b="0"/>
          <a:stretch xmlns:a="http://schemas.openxmlformats.org/drawingml/2006/main">
            <a:fillRect l="0" t="0" r="0" b="0"/>
          </a:stretch>
        </p:blipFill>
        <p:spPr>
          <a:xfrm xmlns:a="http://schemas.openxmlformats.org/drawingml/2006/main">
            <a:off x="4419600" y="0"/>
            <a:ext cx="5867400" cy="11239500"/>
          </a:xfrm>
          <a:prstGeom xmlns:a="http://schemas.openxmlformats.org/drawingml/2006/main" prst="rect">
            <a:avLst/>
          </a:prstGeom>
        </p:spPr>
      </p:pic>
      <p:sp>
        <p:nvSpPr>
          <p:cNvPr id="3" name="Social central message">
            <a:extLst xmlns:a="http://schemas.openxmlformats.org/drawingml/2006/main">
              <a:ext uri="{FF2B5EF4-FFF2-40B4-BE49-F238E27FC236}">
                <a16:creationId xmlns:a16="http://schemas.microsoft.com/office/drawing/2014/main" id="{DE6FBEEC-8BE8-41EA-8A1E-92C9A27BA1BB}"/>
              </a:ext>
            </a:extLst>
          </p:cNvPr>
          <p:cNvSpPr>
            <a:spLocks xmlns:a="http://schemas.openxmlformats.org/drawingml/2006/main" noGrp="1"/>
          </p:cNvSpPr>
          <p:nvPr/>
        </p:nvSpPr>
        <p:spPr>
          <a:xfrm xmlns:a="http://schemas.openxmlformats.org/drawingml/2006/main">
            <a:off x="419100" y="1390650"/>
            <a:ext cx="3571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700" b="1">
                <a:solidFill>
                  <a:srgbClr val="7926CB"/>
                </a:solidFill>
                <a:latin typeface="Space Grotesk"/>
                <a:ea typeface="Space Grotesk"/>
                <a:cs typeface="Space Grotesk"/>
              </a:defRPr>
            </a:defPPr>
            <a:lvl1pPr>
              <a:defRPr sz="3700" b="1">
                <a:solidFill>
                  <a:srgbClr val="7926CB"/>
                </a:solidFill>
                <a:latin typeface="Space Grotesk"/>
                <a:ea typeface="Space Grotesk"/>
                <a:cs typeface="Space Grotesk"/>
              </a:defRPr>
            </a:lvl1pPr>
            <a:lvl2pPr>
              <a:defRPr sz="3700" b="1">
                <a:solidFill>
                  <a:srgbClr val="7926CB"/>
                </a:solidFill>
                <a:latin typeface="Space Grotesk"/>
                <a:ea typeface="Space Grotesk"/>
                <a:cs typeface="Space Grotesk"/>
              </a:defRPr>
            </a:lvl2pPr>
            <a:lvl3pPr>
              <a:defRPr sz="3700" b="1">
                <a:solidFill>
                  <a:srgbClr val="7926CB"/>
                </a:solidFill>
                <a:latin typeface="Space Grotesk"/>
                <a:ea typeface="Space Grotesk"/>
                <a:cs typeface="Space Grotesk"/>
              </a:defRPr>
            </a:lvl3pPr>
            <a:lvl4pPr>
              <a:defRPr sz="3700" b="1">
                <a:solidFill>
                  <a:srgbClr val="7926CB"/>
                </a:solidFill>
                <a:latin typeface="Space Grotesk"/>
                <a:ea typeface="Space Grotesk"/>
                <a:cs typeface="Space Grotesk"/>
              </a:defRPr>
            </a:lvl4pPr>
            <a:lvl5pPr>
              <a:defRPr sz="3700" b="1">
                <a:solidFill>
                  <a:srgbClr val="7926CB"/>
                </a:solidFill>
                <a:latin typeface="Space Grotesk"/>
                <a:ea typeface="Space Grotesk"/>
                <a:cs typeface="Space Grotesk"/>
              </a:defRPr>
            </a:lvl5pPr>
            <a:lvl6pPr>
              <a:defRPr sz="3700" b="1">
                <a:solidFill>
                  <a:srgbClr val="7926CB"/>
                </a:solidFill>
                <a:latin typeface="Space Grotesk"/>
                <a:ea typeface="Space Grotesk"/>
                <a:cs typeface="Space Grotesk"/>
              </a:defRPr>
            </a:lvl6pPr>
            <a:lvl7pPr>
              <a:defRPr sz="3700" b="1">
                <a:solidFill>
                  <a:srgbClr val="7926CB"/>
                </a:solidFill>
                <a:latin typeface="Space Grotesk"/>
                <a:ea typeface="Space Grotesk"/>
                <a:cs typeface="Space Grotesk"/>
              </a:defRPr>
            </a:lvl7pPr>
            <a:lvl8pPr>
              <a:defRPr sz="3700" b="1">
                <a:solidFill>
                  <a:srgbClr val="7926CB"/>
                </a:solidFill>
                <a:latin typeface="Space Grotesk"/>
                <a:ea typeface="Space Grotesk"/>
                <a:cs typeface="Space Grotesk"/>
              </a:defRPr>
            </a:lvl8pPr>
            <a:lvl9pPr>
              <a:defRPr sz="3700" b="1">
                <a:solidFill>
                  <a:srgbClr val="7926CB"/>
                </a:solidFill>
                <a:latin typeface="Space Grotesk"/>
                <a:ea typeface="Space Grotesk"/>
                <a:cs typeface="Space Grotesk"/>
              </a:defRPr>
            </a:lvl9pPr>
          </a:lstStyle>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NO ROOM TO PASS?</a:t>
            </a:r>
          </a:p>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SLOW DOWN.</a:t>
            </a:r>
          </a:p>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WAIT BEHIND.</a:t>
            </a:r>
          </a:p>
        </p:txBody>
      </p:sp>
      <p:sp>
        <p:nvSpPr>
          <p:cNvPr id="4" name="Social action">
            <a:extLst xmlns:a="http://schemas.openxmlformats.org/drawingml/2006/main">
              <a:ext uri="{FF2B5EF4-FFF2-40B4-BE49-F238E27FC236}">
                <a16:creationId xmlns:a16="http://schemas.microsoft.com/office/drawing/2014/main" id="{FF26BB4C-ABF8-4D98-B8E2-6700C843A902}"/>
              </a:ext>
            </a:extLst>
          </p:cNvPr>
          <p:cNvSpPr>
            <a:spLocks xmlns:a="http://schemas.openxmlformats.org/drawingml/2006/main" noGrp="1"/>
          </p:cNvSpPr>
          <p:nvPr/>
        </p:nvSpPr>
        <p:spPr>
          <a:xfrm xmlns:a="http://schemas.openxmlformats.org/drawingml/2006/main">
            <a:off x="438150" y="6038850"/>
            <a:ext cx="35147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3143A"/>
                </a:solidFill>
                <a:latin typeface="Arial"/>
                <a:ea typeface="Arial"/>
                <a:cs typeface="Arial"/>
              </a:defRPr>
            </a:defPPr>
            <a:lvl1pPr>
              <a:defRPr sz="1950" b="1">
                <a:solidFill>
                  <a:srgbClr val="23143A"/>
                </a:solidFill>
                <a:latin typeface="Arial"/>
                <a:ea typeface="Arial"/>
                <a:cs typeface="Arial"/>
              </a:defRPr>
            </a:lvl1pPr>
            <a:lvl2pPr>
              <a:defRPr sz="1950" b="1">
                <a:solidFill>
                  <a:srgbClr val="23143A"/>
                </a:solidFill>
                <a:latin typeface="Arial"/>
                <a:ea typeface="Arial"/>
                <a:cs typeface="Arial"/>
              </a:defRPr>
            </a:lvl2pPr>
            <a:lvl3pPr>
              <a:defRPr sz="1950" b="1">
                <a:solidFill>
                  <a:srgbClr val="23143A"/>
                </a:solidFill>
                <a:latin typeface="Arial"/>
                <a:ea typeface="Arial"/>
                <a:cs typeface="Arial"/>
              </a:defRPr>
            </a:lvl3pPr>
            <a:lvl4pPr>
              <a:defRPr sz="1950" b="1">
                <a:solidFill>
                  <a:srgbClr val="23143A"/>
                </a:solidFill>
                <a:latin typeface="Arial"/>
                <a:ea typeface="Arial"/>
                <a:cs typeface="Arial"/>
              </a:defRPr>
            </a:lvl4pPr>
            <a:lvl5pPr>
              <a:defRPr sz="1950" b="1">
                <a:solidFill>
                  <a:srgbClr val="23143A"/>
                </a:solidFill>
                <a:latin typeface="Arial"/>
                <a:ea typeface="Arial"/>
                <a:cs typeface="Arial"/>
              </a:defRPr>
            </a:lvl5pPr>
            <a:lvl6pPr>
              <a:defRPr sz="1950" b="1">
                <a:solidFill>
                  <a:srgbClr val="23143A"/>
                </a:solidFill>
                <a:latin typeface="Arial"/>
                <a:ea typeface="Arial"/>
                <a:cs typeface="Arial"/>
              </a:defRPr>
            </a:lvl6pPr>
            <a:lvl7pPr>
              <a:defRPr sz="1950" b="1">
                <a:solidFill>
                  <a:srgbClr val="23143A"/>
                </a:solidFill>
                <a:latin typeface="Arial"/>
                <a:ea typeface="Arial"/>
                <a:cs typeface="Arial"/>
              </a:defRPr>
            </a:lvl7pPr>
            <a:lvl8pPr>
              <a:defRPr sz="1950" b="1">
                <a:solidFill>
                  <a:srgbClr val="23143A"/>
                </a:solidFill>
                <a:latin typeface="Arial"/>
                <a:ea typeface="Arial"/>
                <a:cs typeface="Arial"/>
              </a:defRPr>
            </a:lvl8pPr>
            <a:lvl9pPr>
              <a:defRPr sz="1950" b="1">
                <a:solidFill>
                  <a:srgbClr val="23143A"/>
                </a:solidFill>
                <a:latin typeface="Arial"/>
                <a:ea typeface="Arial"/>
                <a:cs typeface="Arial"/>
              </a:defRPr>
            </a:lvl9pPr>
          </a:lstStyle>
          <a:p xmlns:a="http://schemas.openxmlformats.org/drawingml/2006/main">
            <a:pPr>
              <a:lnSpc>
                <a:spcPct val="98000"/>
              </a:lnSpc>
              <a:buNone/>
              <a:defRPr sz="1950" b="1">
                <a:solidFill>
                  <a:srgbClr val="23143A"/>
                </a:solidFill>
                <a:latin typeface="Arial"/>
                <a:ea typeface="Arial"/>
                <a:cs typeface="Arial"/>
              </a:defRPr>
            </a:pPr>
            <a:r>
              <a:rPr sz="1950" b="1">
                <a:solidFill>
                  <a:srgbClr val="23143A"/>
                </a:solidFill>
                <a:latin typeface="Arial"/>
                <a:ea typeface="Arial"/>
                <a:cs typeface="Arial"/>
              </a:rPr>
              <a:t>Wait behind the rider. Pass only when clear, with generous room, and follow local law.</a:t>
            </a:r>
          </a:p>
        </p:txBody>
      </p:sp>
      <p:sp>
        <p:nvSpPr>
          <p:cNvPr id="5" name="Brand footer">
            <a:extLst xmlns:a="http://schemas.openxmlformats.org/drawingml/2006/main">
              <a:ext uri="{FF2B5EF4-FFF2-40B4-BE49-F238E27FC236}">
                <a16:creationId xmlns:a16="http://schemas.microsoft.com/office/drawing/2014/main" id="{09DB514F-3A05-412F-BE93-CA64C698C0E1}"/>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A17619B4-8B80-4F32-AE84-78DF98C91AFE}"/>
              </a:ext>
            </a:extLst>
          </p:cNvPr>
          <p:cNvPicPr>
            <a:picLocks xmlns:a="http://schemas.openxmlformats.org/drawingml/2006/main" noChangeAspect="1"/>
          </p:cNvPicPr>
          <p:nvPr/>
        </p:nvPicPr>
        <p:blipFill>
          <a:blip xmlns:r="http://schemas.openxmlformats.org/officeDocument/2006/relationships" xmlns:a="http://schemas.openxmlformats.org/drawingml/2006/main" r:embed="Rc82c73ce6185482b"/>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2D89F33A-9AE8-4C40-8951-7F35FBE4AE43}"/>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79007745-FE1D-4DB0-A03C-F0D5CD311EBA}"/>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654362797"/>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9" name="Social yellow message column">
            <a:extLst xmlns:a="http://schemas.openxmlformats.org/drawingml/2006/main">
              <a:ext uri="{FF2B5EF4-FFF2-40B4-BE49-F238E27FC236}">
                <a16:creationId xmlns:a16="http://schemas.microsoft.com/office/drawing/2014/main" id="{702D13A8-4D49-4A47-99CE-5F9FF7620528}"/>
              </a:ext>
            </a:extLst>
          </p:cNvPr>
          <p:cNvSpPr>
            <a:spLocks xmlns:a="http://schemas.openxmlformats.org/drawingml/2006/main" noGrp="1"/>
          </p:cNvSpPr>
          <p:nvPr/>
        </p:nvSpPr>
        <p:spPr>
          <a:xfrm xmlns:a="http://schemas.openxmlformats.org/drawingml/2006/main">
            <a:off x="0" y="0"/>
            <a:ext cx="4419600" cy="112395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D856C88-5094-4FFF-88D2-CE264EA2D58B}"/>
              </a:ext>
            </a:extLst>
          </p:cNvPr>
          <p:cNvPicPr>
            <a:picLocks xmlns:a="http://schemas.openxmlformats.org/drawingml/2006/main" noChangeAspect="1"/>
          </p:cNvPicPr>
          <p:nvPr/>
        </p:nvPicPr>
        <p:blipFill>
          <a:blip xmlns:r="http://schemas.openxmlformats.org/officeDocument/2006/relationships" xmlns:a="http://schemas.openxmlformats.org/drawingml/2006/main" r:embed="R90b756396048496a"/>
          <a:srcRect xmlns:a="http://schemas.openxmlformats.org/drawingml/2006/main" l="10847" t="0" r="10847" b="0"/>
          <a:stretch xmlns:a="http://schemas.openxmlformats.org/drawingml/2006/main">
            <a:fillRect l="0" t="0" r="0" b="0"/>
          </a:stretch>
        </p:blipFill>
        <p:spPr>
          <a:xfrm xmlns:a="http://schemas.openxmlformats.org/drawingml/2006/main">
            <a:off x="4419600" y="0"/>
            <a:ext cx="5867400" cy="11239500"/>
          </a:xfrm>
          <a:prstGeom xmlns:a="http://schemas.openxmlformats.org/drawingml/2006/main" prst="rect">
            <a:avLst/>
          </a:prstGeom>
        </p:spPr>
      </p:pic>
      <p:sp>
        <p:nvSpPr>
          <p:cNvPr id="3" name="Social central message">
            <a:extLst xmlns:a="http://schemas.openxmlformats.org/drawingml/2006/main">
              <a:ext uri="{FF2B5EF4-FFF2-40B4-BE49-F238E27FC236}">
                <a16:creationId xmlns:a16="http://schemas.microsoft.com/office/drawing/2014/main" id="{03FBC327-9280-4C4B-AE20-53B4E7912774}"/>
              </a:ext>
            </a:extLst>
          </p:cNvPr>
          <p:cNvSpPr>
            <a:spLocks xmlns:a="http://schemas.openxmlformats.org/drawingml/2006/main" noGrp="1"/>
          </p:cNvSpPr>
          <p:nvPr/>
        </p:nvSpPr>
        <p:spPr>
          <a:xfrm xmlns:a="http://schemas.openxmlformats.org/drawingml/2006/main">
            <a:off x="419100" y="1390650"/>
            <a:ext cx="3571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700" b="1">
                <a:solidFill>
                  <a:srgbClr val="7926CB"/>
                </a:solidFill>
                <a:latin typeface="Space Grotesk"/>
                <a:ea typeface="Space Grotesk"/>
                <a:cs typeface="Space Grotesk"/>
              </a:defRPr>
            </a:defPPr>
            <a:lvl1pPr>
              <a:defRPr sz="3700" b="1">
                <a:solidFill>
                  <a:srgbClr val="7926CB"/>
                </a:solidFill>
                <a:latin typeface="Space Grotesk"/>
                <a:ea typeface="Space Grotesk"/>
                <a:cs typeface="Space Grotesk"/>
              </a:defRPr>
            </a:lvl1pPr>
            <a:lvl2pPr>
              <a:defRPr sz="3700" b="1">
                <a:solidFill>
                  <a:srgbClr val="7926CB"/>
                </a:solidFill>
                <a:latin typeface="Space Grotesk"/>
                <a:ea typeface="Space Grotesk"/>
                <a:cs typeface="Space Grotesk"/>
              </a:defRPr>
            </a:lvl2pPr>
            <a:lvl3pPr>
              <a:defRPr sz="3700" b="1">
                <a:solidFill>
                  <a:srgbClr val="7926CB"/>
                </a:solidFill>
                <a:latin typeface="Space Grotesk"/>
                <a:ea typeface="Space Grotesk"/>
                <a:cs typeface="Space Grotesk"/>
              </a:defRPr>
            </a:lvl3pPr>
            <a:lvl4pPr>
              <a:defRPr sz="3700" b="1">
                <a:solidFill>
                  <a:srgbClr val="7926CB"/>
                </a:solidFill>
                <a:latin typeface="Space Grotesk"/>
                <a:ea typeface="Space Grotesk"/>
                <a:cs typeface="Space Grotesk"/>
              </a:defRPr>
            </a:lvl4pPr>
            <a:lvl5pPr>
              <a:defRPr sz="3700" b="1">
                <a:solidFill>
                  <a:srgbClr val="7926CB"/>
                </a:solidFill>
                <a:latin typeface="Space Grotesk"/>
                <a:ea typeface="Space Grotesk"/>
                <a:cs typeface="Space Grotesk"/>
              </a:defRPr>
            </a:lvl5pPr>
            <a:lvl6pPr>
              <a:defRPr sz="3700" b="1">
                <a:solidFill>
                  <a:srgbClr val="7926CB"/>
                </a:solidFill>
                <a:latin typeface="Space Grotesk"/>
                <a:ea typeface="Space Grotesk"/>
                <a:cs typeface="Space Grotesk"/>
              </a:defRPr>
            </a:lvl6pPr>
            <a:lvl7pPr>
              <a:defRPr sz="3700" b="1">
                <a:solidFill>
                  <a:srgbClr val="7926CB"/>
                </a:solidFill>
                <a:latin typeface="Space Grotesk"/>
                <a:ea typeface="Space Grotesk"/>
                <a:cs typeface="Space Grotesk"/>
              </a:defRPr>
            </a:lvl7pPr>
            <a:lvl8pPr>
              <a:defRPr sz="3700" b="1">
                <a:solidFill>
                  <a:srgbClr val="7926CB"/>
                </a:solidFill>
                <a:latin typeface="Space Grotesk"/>
                <a:ea typeface="Space Grotesk"/>
                <a:cs typeface="Space Grotesk"/>
              </a:defRPr>
            </a:lvl8pPr>
            <a:lvl9pPr>
              <a:defRPr sz="3700" b="1">
                <a:solidFill>
                  <a:srgbClr val="7926CB"/>
                </a:solidFill>
                <a:latin typeface="Space Grotesk"/>
                <a:ea typeface="Space Grotesk"/>
                <a:cs typeface="Space Grotesk"/>
              </a:defRPr>
            </a:lvl9pPr>
          </a:lstStyle>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NO ROOM TO PASS?</a:t>
            </a:r>
          </a:p>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SLOW DOWN.</a:t>
            </a:r>
          </a:p>
          <a:p xmlns:a="http://schemas.openxmlformats.org/drawingml/2006/main">
            <a:pPr>
              <a:lnSpc>
                <a:spcPct val="98000"/>
              </a:lnSpc>
              <a:buNone/>
              <a:defRPr sz="3700" b="1">
                <a:solidFill>
                  <a:srgbClr val="7926CB"/>
                </a:solidFill>
                <a:latin typeface="Space Grotesk"/>
                <a:ea typeface="Space Grotesk"/>
                <a:cs typeface="Space Grotesk"/>
              </a:defRPr>
            </a:pPr>
            <a:r>
              <a:rPr sz="3700" b="1">
                <a:solidFill>
                  <a:srgbClr val="7926CB"/>
                </a:solidFill>
                <a:latin typeface="Space Grotesk"/>
                <a:ea typeface="Space Grotesk"/>
                <a:cs typeface="Space Grotesk"/>
              </a:rPr>
              <a:t>WAIT BEHIND.</a:t>
            </a:r>
          </a:p>
        </p:txBody>
      </p:sp>
      <p:sp>
        <p:nvSpPr>
          <p:cNvPr id="4" name="Social action">
            <a:extLst xmlns:a="http://schemas.openxmlformats.org/drawingml/2006/main">
              <a:ext uri="{FF2B5EF4-FFF2-40B4-BE49-F238E27FC236}">
                <a16:creationId xmlns:a16="http://schemas.microsoft.com/office/drawing/2014/main" id="{5C4F4A37-5943-4139-945F-836A820E29D6}"/>
              </a:ext>
            </a:extLst>
          </p:cNvPr>
          <p:cNvSpPr>
            <a:spLocks xmlns:a="http://schemas.openxmlformats.org/drawingml/2006/main" noGrp="1"/>
          </p:cNvSpPr>
          <p:nvPr/>
        </p:nvSpPr>
        <p:spPr>
          <a:xfrm xmlns:a="http://schemas.openxmlformats.org/drawingml/2006/main">
            <a:off x="438150" y="6038850"/>
            <a:ext cx="35147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23143A"/>
                </a:solidFill>
                <a:latin typeface="Arial"/>
                <a:ea typeface="Arial"/>
                <a:cs typeface="Arial"/>
              </a:defRPr>
            </a:defPPr>
            <a:lvl1pPr>
              <a:defRPr sz="1950" b="1">
                <a:solidFill>
                  <a:srgbClr val="23143A"/>
                </a:solidFill>
                <a:latin typeface="Arial"/>
                <a:ea typeface="Arial"/>
                <a:cs typeface="Arial"/>
              </a:defRPr>
            </a:lvl1pPr>
            <a:lvl2pPr>
              <a:defRPr sz="1950" b="1">
                <a:solidFill>
                  <a:srgbClr val="23143A"/>
                </a:solidFill>
                <a:latin typeface="Arial"/>
                <a:ea typeface="Arial"/>
                <a:cs typeface="Arial"/>
              </a:defRPr>
            </a:lvl2pPr>
            <a:lvl3pPr>
              <a:defRPr sz="1950" b="1">
                <a:solidFill>
                  <a:srgbClr val="23143A"/>
                </a:solidFill>
                <a:latin typeface="Arial"/>
                <a:ea typeface="Arial"/>
                <a:cs typeface="Arial"/>
              </a:defRPr>
            </a:lvl3pPr>
            <a:lvl4pPr>
              <a:defRPr sz="1950" b="1">
                <a:solidFill>
                  <a:srgbClr val="23143A"/>
                </a:solidFill>
                <a:latin typeface="Arial"/>
                <a:ea typeface="Arial"/>
                <a:cs typeface="Arial"/>
              </a:defRPr>
            </a:lvl4pPr>
            <a:lvl5pPr>
              <a:defRPr sz="1950" b="1">
                <a:solidFill>
                  <a:srgbClr val="23143A"/>
                </a:solidFill>
                <a:latin typeface="Arial"/>
                <a:ea typeface="Arial"/>
                <a:cs typeface="Arial"/>
              </a:defRPr>
            </a:lvl5pPr>
            <a:lvl6pPr>
              <a:defRPr sz="1950" b="1">
                <a:solidFill>
                  <a:srgbClr val="23143A"/>
                </a:solidFill>
                <a:latin typeface="Arial"/>
                <a:ea typeface="Arial"/>
                <a:cs typeface="Arial"/>
              </a:defRPr>
            </a:lvl6pPr>
            <a:lvl7pPr>
              <a:defRPr sz="1950" b="1">
                <a:solidFill>
                  <a:srgbClr val="23143A"/>
                </a:solidFill>
                <a:latin typeface="Arial"/>
                <a:ea typeface="Arial"/>
                <a:cs typeface="Arial"/>
              </a:defRPr>
            </a:lvl7pPr>
            <a:lvl8pPr>
              <a:defRPr sz="1950" b="1">
                <a:solidFill>
                  <a:srgbClr val="23143A"/>
                </a:solidFill>
                <a:latin typeface="Arial"/>
                <a:ea typeface="Arial"/>
                <a:cs typeface="Arial"/>
              </a:defRPr>
            </a:lvl8pPr>
            <a:lvl9pPr>
              <a:defRPr sz="1950" b="1">
                <a:solidFill>
                  <a:srgbClr val="23143A"/>
                </a:solidFill>
                <a:latin typeface="Arial"/>
                <a:ea typeface="Arial"/>
                <a:cs typeface="Arial"/>
              </a:defRPr>
            </a:lvl9pPr>
          </a:lstStyle>
          <a:p xmlns:a="http://schemas.openxmlformats.org/drawingml/2006/main">
            <a:pPr>
              <a:lnSpc>
                <a:spcPct val="98000"/>
              </a:lnSpc>
              <a:buNone/>
              <a:defRPr sz="1950" b="1">
                <a:solidFill>
                  <a:srgbClr val="23143A"/>
                </a:solidFill>
                <a:latin typeface="Arial"/>
                <a:ea typeface="Arial"/>
                <a:cs typeface="Arial"/>
              </a:defRPr>
            </a:pPr>
            <a:r>
              <a:rPr sz="1950" b="1">
                <a:solidFill>
                  <a:srgbClr val="23143A"/>
                </a:solidFill>
                <a:latin typeface="Arial"/>
                <a:ea typeface="Arial"/>
                <a:cs typeface="Arial"/>
              </a:rPr>
              <a:t>Wait behind the rider. Pass only when clear, with generous room, and follow local law.</a:t>
            </a:r>
          </a:p>
        </p:txBody>
      </p:sp>
      <p:sp>
        <p:nvSpPr>
          <p:cNvPr id="5" name="Brand footer">
            <a:extLst xmlns:a="http://schemas.openxmlformats.org/drawingml/2006/main">
              <a:ext uri="{FF2B5EF4-FFF2-40B4-BE49-F238E27FC236}">
                <a16:creationId xmlns:a16="http://schemas.microsoft.com/office/drawing/2014/main" id="{8C002B51-6112-4ED9-9A55-84BF18EC807E}"/>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AC1E15EF-CE53-489B-ABEB-C7AAF2A08589}"/>
              </a:ext>
            </a:extLst>
          </p:cNvPr>
          <p:cNvPicPr>
            <a:picLocks xmlns:a="http://schemas.openxmlformats.org/drawingml/2006/main" noChangeAspect="1"/>
          </p:cNvPicPr>
          <p:nvPr/>
        </p:nvPicPr>
        <p:blipFill>
          <a:blip xmlns:r="http://schemas.openxmlformats.org/officeDocument/2006/relationships" xmlns:a="http://schemas.openxmlformats.org/drawingml/2006/main" r:embed="R9a4f1cd18eeb4e44"/>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3542D218-25B7-4508-AC7A-5588202D1770}"/>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522DE453-0A73-4232-A690-E3E694F8EA5E}"/>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133395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2026-10-29T13:48:15.2780000Z</dcterms:created>
  <dcterms:modified xsi:type="dcterms:W3CDTF">2026-10-29T13:48:15.2780000Z</dcterms:modified>
</coreProperties>
</file>