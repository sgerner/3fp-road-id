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484d5527984678" /><Relationship Type="http://schemas.openxmlformats.org/officeDocument/2006/relationships/extended-properties" Target="/docProps/app.xml" Id="Rdff6b0b6bcc64ada" /><Relationship Type="http://schemas.openxmlformats.org/officeDocument/2006/relationships/officeDocument" Target="/ppt/presentation.xml" Id="R9201a7c5cf1b491c" /></Relationships>
</file>

<file path=ppt/presentation.xml><?xml version="1.0" encoding="utf-8"?>
<p:presentation xmlns:p="http://schemas.openxmlformats.org/presentationml/2006/main">
  <p:sldMasterIdLst>
    <p:sldMasterId xmlns:r="http://schemas.openxmlformats.org/officeDocument/2006/relationships" id="2147483648" r:id="R6c5779928e6044d6"/>
  </p:sldMasterIdLst>
  <p:notesMasterIdLst>
    <p:notesMasterId xmlns:r="http://schemas.openxmlformats.org/officeDocument/2006/relationships" r:id="Rf4e7b1b63bf04815"/>
  </p:notesMasterIdLst>
  <p:sldIdLst>
    <p:sldId xmlns:r="http://schemas.openxmlformats.org/officeDocument/2006/relationships" id="256" r:id="R26e5f64ae7854675"/>
    <p:sldId xmlns:r="http://schemas.openxmlformats.org/officeDocument/2006/relationships" id="257" r:id="Rfabf6b0748d74756"/>
    <p:sldId xmlns:r="http://schemas.openxmlformats.org/officeDocument/2006/relationships" id="258" r:id="R7e57ef60beec473b"/>
    <p:sldId xmlns:r="http://schemas.openxmlformats.org/officeDocument/2006/relationships" id="259" r:id="R25a72a186ccd4ffe"/>
    <p:sldId xmlns:r="http://schemas.openxmlformats.org/officeDocument/2006/relationships" id="260" r:id="Re7b01dcddcdb4842"/>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2bf841de21459c" /><Relationship Type="http://schemas.openxmlformats.org/officeDocument/2006/relationships/slideMaster" Target="/ppt/slideMasters/slideMaster1.xml" Id="R6c5779928e6044d6" /><Relationship Type="http://schemas.openxmlformats.org/officeDocument/2006/relationships/notesMaster" Target="/ppt/notesMasters/notesMaster1.xml" Id="Rf4e7b1b63bf04815" /><Relationship Type="http://schemas.openxmlformats.org/officeDocument/2006/relationships/presProps" Target="/ppt/presProps.xml" Id="R5091842a01104c93" /><Relationship Type="http://schemas.openxmlformats.org/officeDocument/2006/relationships/tableStyles" Target="/ppt/tableStyles.xml" Id="Rfda3d3e09f81471b" /><Relationship Type="http://schemas.openxmlformats.org/officeDocument/2006/relationships/slide" Target="/ppt/slides/slide1.xml" Id="R26e5f64ae7854675" /><Relationship Type="http://schemas.openxmlformats.org/officeDocument/2006/relationships/slide" Target="/ppt/slides/slide2.xml" Id="Rfabf6b0748d74756" /><Relationship Type="http://schemas.openxmlformats.org/officeDocument/2006/relationships/slide" Target="/ppt/slides/slide3.xml" Id="R7e57ef60beec473b" /><Relationship Type="http://schemas.openxmlformats.org/officeDocument/2006/relationships/slide" Target="/ppt/slides/slide4.xml" Id="R25a72a186ccd4ffe" /><Relationship Type="http://schemas.openxmlformats.org/officeDocument/2006/relationships/slide" Target="/ppt/slides/slide5.xml" Id="Re7b01dcddcdb48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ec68a852754b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c93d9337924e6f" /><Relationship Type="http://schemas.openxmlformats.org/officeDocument/2006/relationships/notesMaster" Target="/ppt/notesMasters/notesMaster1.xml" Id="R9f93af8b52f14c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adda3bc2674a10" /><Relationship Type="http://schemas.openxmlformats.org/officeDocument/2006/relationships/notesMaster" Target="/ppt/notesMasters/notesMaster1.xml" Id="R502c81c78e7948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b82e3a15734930" /><Relationship Type="http://schemas.openxmlformats.org/officeDocument/2006/relationships/notesMaster" Target="/ppt/notesMasters/notesMaster1.xml" Id="R911f41831cd349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259fa3873c4eef" /><Relationship Type="http://schemas.openxmlformats.org/officeDocument/2006/relationships/notesMaster" Target="/ppt/notesMasters/notesMaster1.xml" Id="Re7c4f6a8d99a4c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7ce424d6dd4c8b" /><Relationship Type="http://schemas.openxmlformats.org/officeDocument/2006/relationships/notesMaster" Target="/ppt/notesMasters/notesMaster1.xml" Id="Re93670b266de42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DAUGHTER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adult woman beside a commuter bicycle. This role represents a daughter;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MOTHER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mother who rides a bicycle. Use the same purple studio campaign style, everyday clothing, and dignified natural pose.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FATHER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Existing fictional editorial portrait of an older adult man beside a commuter bicycle. This role represents a father; it is not a named or identifiable person.</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BROTHER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brother who rides a bicycle. Use an adult man in everyday clothing, with a natural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 Relationships | Role: TEACHER | Placement: poster</a:t>
            </a:r>
          </a:p>
          <a:p xmlns:a="http://schemas.openxmlformats.org/drawingml/2006/main">
            <a:r>
              <a:t>All portraits are fictional illustrations, not actual people or testimonials.</a:t>
            </a:r>
          </a:p>
          <a:p xmlns:a="http://schemas.openxmlformats.org/drawingml/2006/main">
            <a:r>
              <a:t>The exact relationship headline and slogan in this series are untested.</a:t>
            </a:r>
          </a:p>
          <a:p xmlns:a="http://schemas.openxmlformats.org/drawingml/2006/main">
            <a:r>
              <a:t>Crundall story-package evidence concerns a humanization package and does not establish efficacy for a noun-only relationship headline. No crash or injury reduction is established by that evidence or by these materials.</a:t>
            </a:r>
          </a:p>
          <a:p xmlns:a="http://schemas.openxmlformats.org/drawingml/2006/main">
            <a:r>
              <a:t>Portrait asset: New fictional editorial portrait representing a woman teacher who rides a bicycle. Use everyday clothing, a natural dignified pose, and the same purple studio campaign style.</a:t>
            </a:r>
          </a:p>
          <a:p xmlns:a="http://schemas.openxmlformats.org/drawingml/2006/main">
            <a:r>
              <a:t>Evidence source: https://www.vias.be/storage/main/cast-wp3-deliverable-3.2b.pdf</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d4a909fb6742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b0a84406ea48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90d35985904d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077d40856b48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233788f28a44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19bdeeb97f45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07CAC2-154A-4F07-8227-68DDB88CF14D}"/>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805F7C-D729-4A45-841A-327C61B3538F}"/>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D6D19E-8E74-46F3-98C3-F8D00BCF2DC0}"/>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B013B4-8170-4BDD-81FF-E5F4F1845853}"/>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19B200-7ACA-4C82-BCCA-EDD390D59C01}"/>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7307F4-6B9C-4DEE-83CD-929300E6767D}"/>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3A855B-F49E-44A3-A733-40365A50FD1C}"/>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908EC7-72AD-4210-A408-8EACF3E5E9ED}"/>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1DAE4A-762A-4BF7-BECC-848F9A451687}"/>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CFAD25-F1FF-4EA2-A7C8-D47B1E39305B}"/>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8cba4623c94d5e" /><Relationship Type="http://schemas.openxmlformats.org/officeDocument/2006/relationships/slideLayout" Target="/ppt/slideLayouts/slideLayout1.xml" Id="R39b67a40b2ae46e5" /><Relationship Type="http://schemas.openxmlformats.org/officeDocument/2006/relationships/slideLayout" Target="/ppt/slideLayouts/slideLayout2.xml" Id="Ra0e96187188e49a3" /><Relationship Type="http://schemas.openxmlformats.org/officeDocument/2006/relationships/slideLayout" Target="/ppt/slideLayouts/slideLayout3.xml" Id="R1a0776440f85407c" /><Relationship Type="http://schemas.openxmlformats.org/officeDocument/2006/relationships/slideLayout" Target="/ppt/slideLayouts/slideLayout4.xml" Id="R09a448cef086441c" /><Relationship Type="http://schemas.openxmlformats.org/officeDocument/2006/relationships/slideLayout" Target="/ppt/slideLayouts/slideLayout5.xml" Id="R70debc39f0ae49f9" /><Relationship Type="http://schemas.openxmlformats.org/officeDocument/2006/relationships/slideLayout" Target="/ppt/slideLayouts/slideLayout6.xml" Id="R35c2a4a36b6b4a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b67a40b2ae46e5"/>
    <p:sldLayoutId xmlns:r="http://schemas.openxmlformats.org/officeDocument/2006/relationships" id="2147483650" r:id="Ra0e96187188e49a3"/>
    <p:sldLayoutId xmlns:r="http://schemas.openxmlformats.org/officeDocument/2006/relationships" id="2147483651" r:id="R1a0776440f85407c"/>
    <p:sldLayoutId xmlns:r="http://schemas.openxmlformats.org/officeDocument/2006/relationships" id="2147483652" r:id="R09a448cef086441c"/>
    <p:sldLayoutId xmlns:r="http://schemas.openxmlformats.org/officeDocument/2006/relationships" id="2147483653" r:id="R70debc39f0ae49f9"/>
    <p:sldLayoutId xmlns:r="http://schemas.openxmlformats.org/officeDocument/2006/relationships" id="2147483654" r:id="R35c2a4a36b6b4a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9d4687d3a34690" /><Relationship Type="http://schemas.openxmlformats.org/officeDocument/2006/relationships/image" Target="/ppt/media/image.png" Id="Rb52cd8ef7e34485e" /><Relationship Type="http://schemas.openxmlformats.org/officeDocument/2006/relationships/image" Target="/ppt/media/image2.png" Id="Rf028adabc36e4c36" /><Relationship Type="http://schemas.openxmlformats.org/officeDocument/2006/relationships/image" Target="/ppt/media/image3.png" Id="R98b2f7806c2d40cb" /><Relationship Type="http://schemas.openxmlformats.org/officeDocument/2006/relationships/notesSlide" Target="/ppt/notesSlides/notesSlide1.xml" Id="R4a2168b88cab4e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8ea09ddf2443b1" /><Relationship Type="http://schemas.openxmlformats.org/officeDocument/2006/relationships/image" Target="/ppt/media/image4.png" Id="R8bc9f664cdf04967" /><Relationship Type="http://schemas.openxmlformats.org/officeDocument/2006/relationships/image" Target="/ppt/media/image5.png" Id="R799ea750ed2c4692" /><Relationship Type="http://schemas.openxmlformats.org/officeDocument/2006/relationships/image" Target="/ppt/media/image6.png" Id="R069129b513064fcf" /><Relationship Type="http://schemas.openxmlformats.org/officeDocument/2006/relationships/notesSlide" Target="/ppt/notesSlides/notesSlide2.xml" Id="R4f56d77858f146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f310c33a634adb" /><Relationship Type="http://schemas.openxmlformats.org/officeDocument/2006/relationships/image" Target="/ppt/media/image7.png" Id="R01fa4bc4719c47b6" /><Relationship Type="http://schemas.openxmlformats.org/officeDocument/2006/relationships/image" Target="/ppt/media/image8.png" Id="Rd270176560114100" /><Relationship Type="http://schemas.openxmlformats.org/officeDocument/2006/relationships/image" Target="/ppt/media/image9.png" Id="R936571ceae69423b" /><Relationship Type="http://schemas.openxmlformats.org/officeDocument/2006/relationships/notesSlide" Target="/ppt/notesSlides/notesSlide3.xml" Id="R0ceee6674c1f41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b2605da16d40dd" /><Relationship Type="http://schemas.openxmlformats.org/officeDocument/2006/relationships/image" Target="/ppt/media/image10.png" Id="R2d9d70a43b7d4567" /><Relationship Type="http://schemas.openxmlformats.org/officeDocument/2006/relationships/image" Target="/ppt/media/image11.png" Id="R9a30f61a01464297" /><Relationship Type="http://schemas.openxmlformats.org/officeDocument/2006/relationships/image" Target="/ppt/media/image12.png" Id="Ra3ee92150f3d4166" /><Relationship Type="http://schemas.openxmlformats.org/officeDocument/2006/relationships/notesSlide" Target="/ppt/notesSlides/notesSlide4.xml" Id="Rb4cc30ecdd4f4b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1970481ffb4bbc" /><Relationship Type="http://schemas.openxmlformats.org/officeDocument/2006/relationships/image" Target="/ppt/media/image13.png" Id="Rf1df1b7993d9468b" /><Relationship Type="http://schemas.openxmlformats.org/officeDocument/2006/relationships/image" Target="/ppt/media/image14.png" Id="Rfabf36a50df34c84" /><Relationship Type="http://schemas.openxmlformats.org/officeDocument/2006/relationships/image" Target="/ppt/media/image15.png" Id="R44f2209b2ac047f8" /><Relationship Type="http://schemas.openxmlformats.org/officeDocument/2006/relationships/notesSlide" Target="/ppt/notesSlides/notesSlide5.xml" Id="R2afaaa777db0414d"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BE36B3-5AC4-4647-A1D2-F251F9A29850}"/>
              </a:ext>
            </a:extLst>
          </p:cNvPr>
          <p:cNvPicPr>
            <a:picLocks xmlns:a="http://schemas.openxmlformats.org/drawingml/2006/main" noChangeAspect="1"/>
          </p:cNvPicPr>
          <p:nvPr/>
        </p:nvPicPr>
        <p:blipFill>
          <a:blip xmlns:r="http://schemas.openxmlformats.org/officeDocument/2006/relationships" xmlns:a="http://schemas.openxmlformats.org/drawingml/2006/main" r:embed="Rb52cd8ef7e34485e"/>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98AE1F49-6AD1-4B30-8D94-0A5BB80EEA09}"/>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5BC3F8D6-0EC1-4743-9D96-7854A0C0520E}"/>
              </a:ext>
            </a:extLst>
          </p:cNvPr>
          <p:cNvSpPr>
            <a:spLocks xmlns:a="http://schemas.openxmlformats.org/drawingml/2006/main" noGrp="1"/>
          </p:cNvSpPr>
          <p:nvPr/>
        </p:nvSpPr>
        <p:spPr>
          <a:xfrm xmlns:a="http://schemas.openxmlformats.org/drawingml/2006/main">
            <a:off x="4819650" y="390525"/>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0180"/>
                </a:solidFill>
                <a:latin typeface="Space Grotesk"/>
                <a:ea typeface="Space Grotesk"/>
                <a:cs typeface="Space Grotesk"/>
              </a:defRPr>
            </a:defPPr>
            <a:lvl1pPr>
              <a:defRPr sz="1100" b="1">
                <a:solidFill>
                  <a:srgbClr val="FF0180"/>
                </a:solidFill>
                <a:latin typeface="Space Grotesk"/>
                <a:ea typeface="Space Grotesk"/>
                <a:cs typeface="Space Grotesk"/>
              </a:defRPr>
            </a:lvl1pPr>
            <a:lvl2pPr>
              <a:defRPr sz="1100" b="1">
                <a:solidFill>
                  <a:srgbClr val="FF0180"/>
                </a:solidFill>
                <a:latin typeface="Space Grotesk"/>
                <a:ea typeface="Space Grotesk"/>
                <a:cs typeface="Space Grotesk"/>
              </a:defRPr>
            </a:lvl2pPr>
            <a:lvl3pPr>
              <a:defRPr sz="1100" b="1">
                <a:solidFill>
                  <a:srgbClr val="FF0180"/>
                </a:solidFill>
                <a:latin typeface="Space Grotesk"/>
                <a:ea typeface="Space Grotesk"/>
                <a:cs typeface="Space Grotesk"/>
              </a:defRPr>
            </a:lvl3pPr>
            <a:lvl4pPr>
              <a:defRPr sz="1100" b="1">
                <a:solidFill>
                  <a:srgbClr val="FF0180"/>
                </a:solidFill>
                <a:latin typeface="Space Grotesk"/>
                <a:ea typeface="Space Grotesk"/>
                <a:cs typeface="Space Grotesk"/>
              </a:defRPr>
            </a:lvl4pPr>
            <a:lvl5pPr>
              <a:defRPr sz="1100" b="1">
                <a:solidFill>
                  <a:srgbClr val="FF0180"/>
                </a:solidFill>
                <a:latin typeface="Space Grotesk"/>
                <a:ea typeface="Space Grotesk"/>
                <a:cs typeface="Space Grotesk"/>
              </a:defRPr>
            </a:lvl5pPr>
            <a:lvl6pPr>
              <a:defRPr sz="1100" b="1">
                <a:solidFill>
                  <a:srgbClr val="FF0180"/>
                </a:solidFill>
                <a:latin typeface="Space Grotesk"/>
                <a:ea typeface="Space Grotesk"/>
                <a:cs typeface="Space Grotesk"/>
              </a:defRPr>
            </a:lvl6pPr>
            <a:lvl7pPr>
              <a:defRPr sz="1100" b="1">
                <a:solidFill>
                  <a:srgbClr val="FF0180"/>
                </a:solidFill>
                <a:latin typeface="Space Grotesk"/>
                <a:ea typeface="Space Grotesk"/>
                <a:cs typeface="Space Grotesk"/>
              </a:defRPr>
            </a:lvl7pPr>
            <a:lvl8pPr>
              <a:defRPr sz="1100" b="1">
                <a:solidFill>
                  <a:srgbClr val="FF0180"/>
                </a:solidFill>
                <a:latin typeface="Space Grotesk"/>
                <a:ea typeface="Space Grotesk"/>
                <a:cs typeface="Space Grotesk"/>
              </a:defRPr>
            </a:lvl8pPr>
            <a:lvl9pPr>
              <a:defRPr sz="1100" b="1">
                <a:solidFill>
                  <a:srgbClr val="FF0180"/>
                </a:solidFill>
                <a:latin typeface="Space Grotesk"/>
                <a:ea typeface="Space Grotesk"/>
                <a:cs typeface="Space Grotesk"/>
              </a:defRPr>
            </a:lvl9pPr>
          </a:lstStyle>
          <a:p xmlns:a="http://schemas.openxmlformats.org/drawingml/2006/main">
            <a:pPr>
              <a:lnSpc>
                <a:spcPct val="98000"/>
              </a:lnSpc>
              <a:buNone/>
              <a:defRPr sz="1100" b="1">
                <a:solidFill>
                  <a:srgbClr val="FF0180"/>
                </a:solidFill>
                <a:latin typeface="Space Grotesk"/>
                <a:ea typeface="Space Grotesk"/>
                <a:cs typeface="Space Grotesk"/>
              </a:defRPr>
            </a:pPr>
            <a:r>
              <a:rPr sz="11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A572576C-5EA6-4DBA-91E7-D11FE4B6336D}"/>
              </a:ext>
            </a:extLst>
          </p:cNvPr>
          <p:cNvSpPr>
            <a:spLocks xmlns:a="http://schemas.openxmlformats.org/drawingml/2006/main" noGrp="1"/>
          </p:cNvSpPr>
          <p:nvPr/>
        </p:nvSpPr>
        <p:spPr>
          <a:xfrm xmlns:a="http://schemas.openxmlformats.org/drawingml/2006/main">
            <a:off x="4819650" y="1304925"/>
            <a:ext cx="26860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Space Grotesk"/>
                <a:ea typeface="Space Grotesk"/>
                <a:cs typeface="Space Grotesk"/>
              </a:defRPr>
            </a:defPPr>
            <a:lvl1pPr>
              <a:defRPr sz="3300" b="1">
                <a:solidFill>
                  <a:srgbClr val="FFFFFF"/>
                </a:solidFill>
                <a:latin typeface="Space Grotesk"/>
                <a:ea typeface="Space Grotesk"/>
                <a:cs typeface="Space Grotesk"/>
              </a:defRPr>
            </a:lvl1pPr>
            <a:lvl2pPr>
              <a:defRPr sz="3300" b="1">
                <a:solidFill>
                  <a:srgbClr val="FFFFFF"/>
                </a:solidFill>
                <a:latin typeface="Space Grotesk"/>
                <a:ea typeface="Space Grotesk"/>
                <a:cs typeface="Space Grotesk"/>
              </a:defRPr>
            </a:lvl2pPr>
            <a:lvl3pPr>
              <a:defRPr sz="3300" b="1">
                <a:solidFill>
                  <a:srgbClr val="FFFFFF"/>
                </a:solidFill>
                <a:latin typeface="Space Grotesk"/>
                <a:ea typeface="Space Grotesk"/>
                <a:cs typeface="Space Grotesk"/>
              </a:defRPr>
            </a:lvl3pPr>
            <a:lvl4pPr>
              <a:defRPr sz="3300" b="1">
                <a:solidFill>
                  <a:srgbClr val="FFFFFF"/>
                </a:solidFill>
                <a:latin typeface="Space Grotesk"/>
                <a:ea typeface="Space Grotesk"/>
                <a:cs typeface="Space Grotesk"/>
              </a:defRPr>
            </a:lvl4pPr>
            <a:lvl5pPr>
              <a:defRPr sz="3300" b="1">
                <a:solidFill>
                  <a:srgbClr val="FFFFFF"/>
                </a:solidFill>
                <a:latin typeface="Space Grotesk"/>
                <a:ea typeface="Space Grotesk"/>
                <a:cs typeface="Space Grotesk"/>
              </a:defRPr>
            </a:lvl5pPr>
            <a:lvl6pPr>
              <a:defRPr sz="3300" b="1">
                <a:solidFill>
                  <a:srgbClr val="FFFFFF"/>
                </a:solidFill>
                <a:latin typeface="Space Grotesk"/>
                <a:ea typeface="Space Grotesk"/>
                <a:cs typeface="Space Grotesk"/>
              </a:defRPr>
            </a:lvl6pPr>
            <a:lvl7pPr>
              <a:defRPr sz="3300" b="1">
                <a:solidFill>
                  <a:srgbClr val="FFFFFF"/>
                </a:solidFill>
                <a:latin typeface="Space Grotesk"/>
                <a:ea typeface="Space Grotesk"/>
                <a:cs typeface="Space Grotesk"/>
              </a:defRPr>
            </a:lvl7pPr>
            <a:lvl8pPr>
              <a:defRPr sz="3300" b="1">
                <a:solidFill>
                  <a:srgbClr val="FFFFFF"/>
                </a:solidFill>
                <a:latin typeface="Space Grotesk"/>
                <a:ea typeface="Space Grotesk"/>
                <a:cs typeface="Space Grotesk"/>
              </a:defRPr>
            </a:lvl8pPr>
            <a:lvl9pPr>
              <a:defRPr sz="3300" b="1">
                <a:solidFill>
                  <a:srgbClr val="FFFFFF"/>
                </a:solidFill>
                <a:latin typeface="Space Grotesk"/>
                <a:ea typeface="Space Grotesk"/>
                <a:cs typeface="Space Grotesk"/>
              </a:defRPr>
            </a:lvl9pPr>
          </a:lstStyle>
          <a:p xmlns:a="http://schemas.openxmlformats.org/drawingml/2006/main">
            <a:pPr>
              <a:lnSpc>
                <a:spcPct val="98000"/>
              </a:lnSpc>
              <a:buNone/>
              <a:defRPr sz="3300" b="1">
                <a:solidFill>
                  <a:srgbClr val="FFFFFF"/>
                </a:solidFill>
                <a:latin typeface="Space Grotesk"/>
                <a:ea typeface="Space Grotesk"/>
                <a:cs typeface="Space Grotesk"/>
              </a:defRPr>
            </a:pPr>
            <a:r>
              <a:rPr sz="3300" b="1">
                <a:solidFill>
                  <a:srgbClr val="FFFFFF"/>
                </a:solidFill>
                <a:latin typeface="Space Grotesk"/>
                <a:ea typeface="Space Grotesk"/>
                <a:cs typeface="Space Grotesk"/>
              </a:rPr>
              <a:t>THAT’S A DAUGHTER YOU’RE PASSING.</a:t>
            </a:r>
          </a:p>
        </p:txBody>
      </p:sp>
      <p:sp>
        <p:nvSpPr>
          <p:cNvPr id="5" name="Driver action">
            <a:extLst xmlns:a="http://schemas.openxmlformats.org/drawingml/2006/main">
              <a:ext uri="{FF2B5EF4-FFF2-40B4-BE49-F238E27FC236}">
                <a16:creationId xmlns:a16="http://schemas.microsoft.com/office/drawing/2014/main" id="{58382489-2965-4D4A-9153-D2FB7DECB8C4}"/>
              </a:ext>
            </a:extLst>
          </p:cNvPr>
          <p:cNvSpPr>
            <a:spLocks xmlns:a="http://schemas.openxmlformats.org/drawingml/2006/main" noGrp="1"/>
          </p:cNvSpPr>
          <p:nvPr/>
        </p:nvSpPr>
        <p:spPr>
          <a:xfrm xmlns:a="http://schemas.openxmlformats.org/drawingml/2006/main">
            <a:off x="4819650" y="4019550"/>
            <a:ext cx="2686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0A"/>
                </a:solidFill>
                <a:latin typeface="Space Grotesk"/>
                <a:ea typeface="Space Grotesk"/>
                <a:cs typeface="Space Grotesk"/>
              </a:defRPr>
            </a:defPPr>
            <a:lvl1pPr>
              <a:defRPr sz="3600" b="1">
                <a:solidFill>
                  <a:srgbClr val="FFFF0A"/>
                </a:solidFill>
                <a:latin typeface="Space Grotesk"/>
                <a:ea typeface="Space Grotesk"/>
                <a:cs typeface="Space Grotesk"/>
              </a:defRPr>
            </a:lvl1pPr>
            <a:lvl2pPr>
              <a:defRPr sz="3600" b="1">
                <a:solidFill>
                  <a:srgbClr val="FFFF0A"/>
                </a:solidFill>
                <a:latin typeface="Space Grotesk"/>
                <a:ea typeface="Space Grotesk"/>
                <a:cs typeface="Space Grotesk"/>
              </a:defRPr>
            </a:lvl2pPr>
            <a:lvl3pPr>
              <a:defRPr sz="3600" b="1">
                <a:solidFill>
                  <a:srgbClr val="FFFF0A"/>
                </a:solidFill>
                <a:latin typeface="Space Grotesk"/>
                <a:ea typeface="Space Grotesk"/>
                <a:cs typeface="Space Grotesk"/>
              </a:defRPr>
            </a:lvl3pPr>
            <a:lvl4pPr>
              <a:defRPr sz="3600" b="1">
                <a:solidFill>
                  <a:srgbClr val="FFFF0A"/>
                </a:solidFill>
                <a:latin typeface="Space Grotesk"/>
                <a:ea typeface="Space Grotesk"/>
                <a:cs typeface="Space Grotesk"/>
              </a:defRPr>
            </a:lvl4pPr>
            <a:lvl5pPr>
              <a:defRPr sz="3600" b="1">
                <a:solidFill>
                  <a:srgbClr val="FFFF0A"/>
                </a:solidFill>
                <a:latin typeface="Space Grotesk"/>
                <a:ea typeface="Space Grotesk"/>
                <a:cs typeface="Space Grotesk"/>
              </a:defRPr>
            </a:lvl5pPr>
            <a:lvl6pPr>
              <a:defRPr sz="3600" b="1">
                <a:solidFill>
                  <a:srgbClr val="FFFF0A"/>
                </a:solidFill>
                <a:latin typeface="Space Grotesk"/>
                <a:ea typeface="Space Grotesk"/>
                <a:cs typeface="Space Grotesk"/>
              </a:defRPr>
            </a:lvl6pPr>
            <a:lvl7pPr>
              <a:defRPr sz="3600" b="1">
                <a:solidFill>
                  <a:srgbClr val="FFFF0A"/>
                </a:solidFill>
                <a:latin typeface="Space Grotesk"/>
                <a:ea typeface="Space Grotesk"/>
                <a:cs typeface="Space Grotesk"/>
              </a:defRPr>
            </a:lvl7pPr>
            <a:lvl8pPr>
              <a:defRPr sz="3600" b="1">
                <a:solidFill>
                  <a:srgbClr val="FFFF0A"/>
                </a:solidFill>
                <a:latin typeface="Space Grotesk"/>
                <a:ea typeface="Space Grotesk"/>
                <a:cs typeface="Space Grotesk"/>
              </a:defRPr>
            </a:lvl8pPr>
            <a:lvl9pPr>
              <a:defRPr sz="3600" b="1">
                <a:solidFill>
                  <a:srgbClr val="FFFF0A"/>
                </a:solidFill>
                <a:latin typeface="Space Grotesk"/>
                <a:ea typeface="Space Grotesk"/>
                <a:cs typeface="Space Grotesk"/>
              </a:defRPr>
            </a:lvl9pPr>
          </a:lstStyle>
          <a:p xmlns:a="http://schemas.openxmlformats.org/drawingml/2006/main">
            <a:pPr>
              <a:lnSpc>
                <a:spcPct val="98000"/>
              </a:lnSpc>
              <a:buNone/>
              <a:defRPr sz="3600" b="1">
                <a:solidFill>
                  <a:srgbClr val="FFFF0A"/>
                </a:solidFill>
                <a:latin typeface="Space Grotesk"/>
                <a:ea typeface="Space Grotesk"/>
                <a:cs typeface="Space Grotesk"/>
              </a:defRPr>
            </a:pPr>
            <a:r>
              <a:rPr sz="360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DB1590E2-9757-4AA7-A503-4F88D4AF9EBA}"/>
              </a:ext>
            </a:extLst>
          </p:cNvPr>
          <p:cNvSpPr>
            <a:spLocks xmlns:a="http://schemas.openxmlformats.org/drawingml/2006/main" noGrp="1"/>
          </p:cNvSpPr>
          <p:nvPr/>
        </p:nvSpPr>
        <p:spPr>
          <a:xfrm xmlns:a="http://schemas.openxmlformats.org/drawingml/2006/main">
            <a:off x="4819650" y="5657850"/>
            <a:ext cx="26860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20" b="1">
                <a:solidFill>
                  <a:srgbClr val="FFFFFF"/>
                </a:solidFill>
                <a:latin typeface="Arial"/>
                <a:ea typeface="Arial"/>
                <a:cs typeface="Arial"/>
              </a:defRPr>
            </a:defPPr>
            <a:lvl1pPr>
              <a:defRPr sz="1520" b="1">
                <a:solidFill>
                  <a:srgbClr val="FFFFFF"/>
                </a:solidFill>
                <a:latin typeface="Arial"/>
                <a:ea typeface="Arial"/>
                <a:cs typeface="Arial"/>
              </a:defRPr>
            </a:lvl1pPr>
            <a:lvl2pPr>
              <a:defRPr sz="1520" b="1">
                <a:solidFill>
                  <a:srgbClr val="FFFFFF"/>
                </a:solidFill>
                <a:latin typeface="Arial"/>
                <a:ea typeface="Arial"/>
                <a:cs typeface="Arial"/>
              </a:defRPr>
            </a:lvl2pPr>
            <a:lvl3pPr>
              <a:defRPr sz="1520" b="1">
                <a:solidFill>
                  <a:srgbClr val="FFFFFF"/>
                </a:solidFill>
                <a:latin typeface="Arial"/>
                <a:ea typeface="Arial"/>
                <a:cs typeface="Arial"/>
              </a:defRPr>
            </a:lvl3pPr>
            <a:lvl4pPr>
              <a:defRPr sz="1520" b="1">
                <a:solidFill>
                  <a:srgbClr val="FFFFFF"/>
                </a:solidFill>
                <a:latin typeface="Arial"/>
                <a:ea typeface="Arial"/>
                <a:cs typeface="Arial"/>
              </a:defRPr>
            </a:lvl4pPr>
            <a:lvl5pPr>
              <a:defRPr sz="1520" b="1">
                <a:solidFill>
                  <a:srgbClr val="FFFFFF"/>
                </a:solidFill>
                <a:latin typeface="Arial"/>
                <a:ea typeface="Arial"/>
                <a:cs typeface="Arial"/>
              </a:defRPr>
            </a:lvl5pPr>
            <a:lvl6pPr>
              <a:defRPr sz="1520" b="1">
                <a:solidFill>
                  <a:srgbClr val="FFFFFF"/>
                </a:solidFill>
                <a:latin typeface="Arial"/>
                <a:ea typeface="Arial"/>
                <a:cs typeface="Arial"/>
              </a:defRPr>
            </a:lvl6pPr>
            <a:lvl7pPr>
              <a:defRPr sz="1520" b="1">
                <a:solidFill>
                  <a:srgbClr val="FFFFFF"/>
                </a:solidFill>
                <a:latin typeface="Arial"/>
                <a:ea typeface="Arial"/>
                <a:cs typeface="Arial"/>
              </a:defRPr>
            </a:lvl7pPr>
            <a:lvl8pPr>
              <a:defRPr sz="1520" b="1">
                <a:solidFill>
                  <a:srgbClr val="FFFFFF"/>
                </a:solidFill>
                <a:latin typeface="Arial"/>
                <a:ea typeface="Arial"/>
                <a:cs typeface="Arial"/>
              </a:defRPr>
            </a:lvl8pPr>
            <a:lvl9pPr>
              <a:defRPr sz="1520" b="1">
                <a:solidFill>
                  <a:srgbClr val="FFFFFF"/>
                </a:solidFill>
                <a:latin typeface="Arial"/>
                <a:ea typeface="Arial"/>
                <a:cs typeface="Arial"/>
              </a:defRPr>
            </a:lvl9pPr>
          </a:lstStyle>
          <a:p xmlns:a="http://schemas.openxmlformats.org/drawingml/2006/main">
            <a:pPr>
              <a:lnSpc>
                <a:spcPct val="98000"/>
              </a:lnSpc>
              <a:buNone/>
              <a:defRPr sz="1520" b="1">
                <a:solidFill>
                  <a:srgbClr val="FFFFFF"/>
                </a:solidFill>
                <a:latin typeface="Arial"/>
                <a:ea typeface="Arial"/>
                <a:cs typeface="Arial"/>
              </a:defRPr>
            </a:pPr>
            <a:r>
              <a:rPr sz="152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067F605D-E6B4-4435-8071-E316B6728430}"/>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E97C0105-449B-471D-92C2-D399AA6793BC}"/>
              </a:ext>
            </a:extLst>
          </p:cNvPr>
          <p:cNvPicPr>
            <a:picLocks xmlns:a="http://schemas.openxmlformats.org/drawingml/2006/main" noChangeAspect="1"/>
          </p:cNvPicPr>
          <p:nvPr/>
        </p:nvPicPr>
        <p:blipFill>
          <a:blip xmlns:r="http://schemas.openxmlformats.org/officeDocument/2006/relationships" xmlns:a="http://schemas.openxmlformats.org/drawingml/2006/main" r:embed="Rf028adabc36e4c36"/>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D562432E-6516-4DF7-A7FB-64087377247A}"/>
              </a:ext>
            </a:extLst>
          </p:cNvPr>
          <p:cNvSpPr>
            <a:spLocks xmlns:a="http://schemas.openxmlformats.org/drawingml/2006/main" noGrp="1"/>
          </p:cNvSpPr>
          <p:nvPr/>
        </p:nvSpPr>
        <p:spPr>
          <a:xfrm xmlns:a="http://schemas.openxmlformats.org/drawingml/2006/main">
            <a:off x="1257300" y="90106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BF7BEDF9-EB01-4DF3-8E24-18F69CAADD6D}"/>
              </a:ext>
            </a:extLst>
          </p:cNvPr>
          <p:cNvSpPr>
            <a:spLocks xmlns:a="http://schemas.openxmlformats.org/drawingml/2006/main" noGrp="1"/>
          </p:cNvSpPr>
          <p:nvPr/>
        </p:nvSpPr>
        <p:spPr>
          <a:xfrm xmlns:a="http://schemas.openxmlformats.org/drawingml/2006/main">
            <a:off x="1257300" y="9525000"/>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6A6F8B50-7DC2-46AD-A9BC-AFFA59F87684}"/>
              </a:ext>
            </a:extLst>
          </p:cNvPr>
          <p:cNvSpPr>
            <a:spLocks xmlns:a="http://schemas.openxmlformats.org/drawingml/2006/main" noGrp="1"/>
          </p:cNvSpPr>
          <p:nvPr/>
        </p:nvSpPr>
        <p:spPr>
          <a:xfrm xmlns:a="http://schemas.openxmlformats.org/drawingml/2006/main">
            <a:off x="6715125" y="9010650"/>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D77F454B-5C17-4A51-9F56-17F15CCB7713}"/>
              </a:ext>
            </a:extLst>
          </p:cNvPr>
          <p:cNvPicPr>
            <a:picLocks xmlns:a="http://schemas.openxmlformats.org/drawingml/2006/main" noChangeAspect="1"/>
          </p:cNvPicPr>
          <p:nvPr/>
        </p:nvPicPr>
        <p:blipFill>
          <a:blip xmlns:r="http://schemas.openxmlformats.org/officeDocument/2006/relationships" xmlns:a="http://schemas.openxmlformats.org/drawingml/2006/main" r:embed="R98b2f7806c2d40cb"/>
          <a:stretch xmlns:a="http://schemas.openxmlformats.org/drawingml/2006/main"/>
        </p:blipFill>
        <p:spPr>
          <a:xfrm xmlns:a="http://schemas.openxmlformats.org/drawingml/2006/main">
            <a:off x="6762750" y="9058275"/>
            <a:ext cx="781050" cy="781050"/>
          </a:xfrm>
          <a:prstGeom xmlns:a="http://schemas.openxmlformats.org/drawingml/2006/main" prst="rect">
            <a:avLst/>
          </a:prstGeom>
        </p:spPr>
      </p:pic>
    </p:spTree>
    <p:extLst>
      <p:ext uri="{BB962C8B-B14F-4D97-AF65-F5344CB8AC3E}">
        <p14:creationId xmlns:p14="http://schemas.microsoft.com/office/powerpoint/2010/main" val="299439458"/>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A97D22B-E6A9-4B39-8318-227D622997A3}"/>
              </a:ext>
            </a:extLst>
          </p:cNvPr>
          <p:cNvPicPr>
            <a:picLocks xmlns:a="http://schemas.openxmlformats.org/drawingml/2006/main" noChangeAspect="1"/>
          </p:cNvPicPr>
          <p:nvPr/>
        </p:nvPicPr>
        <p:blipFill>
          <a:blip xmlns:r="http://schemas.openxmlformats.org/officeDocument/2006/relationships" xmlns:a="http://schemas.openxmlformats.org/drawingml/2006/main" r:embed="R8bc9f664cdf04967"/>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F5A90C09-6747-46B4-B748-C8714366FCDF}"/>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FFC10041-5F1D-4588-9FFE-EB55D65D0282}"/>
              </a:ext>
            </a:extLst>
          </p:cNvPr>
          <p:cNvSpPr>
            <a:spLocks xmlns:a="http://schemas.openxmlformats.org/drawingml/2006/main" noGrp="1"/>
          </p:cNvSpPr>
          <p:nvPr/>
        </p:nvSpPr>
        <p:spPr>
          <a:xfrm xmlns:a="http://schemas.openxmlformats.org/drawingml/2006/main">
            <a:off x="4819650" y="390525"/>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0180"/>
                </a:solidFill>
                <a:latin typeface="Space Grotesk"/>
                <a:ea typeface="Space Grotesk"/>
                <a:cs typeface="Space Grotesk"/>
              </a:defRPr>
            </a:defPPr>
            <a:lvl1pPr>
              <a:defRPr sz="1100" b="1">
                <a:solidFill>
                  <a:srgbClr val="FF0180"/>
                </a:solidFill>
                <a:latin typeface="Space Grotesk"/>
                <a:ea typeface="Space Grotesk"/>
                <a:cs typeface="Space Grotesk"/>
              </a:defRPr>
            </a:lvl1pPr>
            <a:lvl2pPr>
              <a:defRPr sz="1100" b="1">
                <a:solidFill>
                  <a:srgbClr val="FF0180"/>
                </a:solidFill>
                <a:latin typeface="Space Grotesk"/>
                <a:ea typeface="Space Grotesk"/>
                <a:cs typeface="Space Grotesk"/>
              </a:defRPr>
            </a:lvl2pPr>
            <a:lvl3pPr>
              <a:defRPr sz="1100" b="1">
                <a:solidFill>
                  <a:srgbClr val="FF0180"/>
                </a:solidFill>
                <a:latin typeface="Space Grotesk"/>
                <a:ea typeface="Space Grotesk"/>
                <a:cs typeface="Space Grotesk"/>
              </a:defRPr>
            </a:lvl3pPr>
            <a:lvl4pPr>
              <a:defRPr sz="1100" b="1">
                <a:solidFill>
                  <a:srgbClr val="FF0180"/>
                </a:solidFill>
                <a:latin typeface="Space Grotesk"/>
                <a:ea typeface="Space Grotesk"/>
                <a:cs typeface="Space Grotesk"/>
              </a:defRPr>
            </a:lvl4pPr>
            <a:lvl5pPr>
              <a:defRPr sz="1100" b="1">
                <a:solidFill>
                  <a:srgbClr val="FF0180"/>
                </a:solidFill>
                <a:latin typeface="Space Grotesk"/>
                <a:ea typeface="Space Grotesk"/>
                <a:cs typeface="Space Grotesk"/>
              </a:defRPr>
            </a:lvl5pPr>
            <a:lvl6pPr>
              <a:defRPr sz="1100" b="1">
                <a:solidFill>
                  <a:srgbClr val="FF0180"/>
                </a:solidFill>
                <a:latin typeface="Space Grotesk"/>
                <a:ea typeface="Space Grotesk"/>
                <a:cs typeface="Space Grotesk"/>
              </a:defRPr>
            </a:lvl6pPr>
            <a:lvl7pPr>
              <a:defRPr sz="1100" b="1">
                <a:solidFill>
                  <a:srgbClr val="FF0180"/>
                </a:solidFill>
                <a:latin typeface="Space Grotesk"/>
                <a:ea typeface="Space Grotesk"/>
                <a:cs typeface="Space Grotesk"/>
              </a:defRPr>
            </a:lvl7pPr>
            <a:lvl8pPr>
              <a:defRPr sz="1100" b="1">
                <a:solidFill>
                  <a:srgbClr val="FF0180"/>
                </a:solidFill>
                <a:latin typeface="Space Grotesk"/>
                <a:ea typeface="Space Grotesk"/>
                <a:cs typeface="Space Grotesk"/>
              </a:defRPr>
            </a:lvl8pPr>
            <a:lvl9pPr>
              <a:defRPr sz="1100" b="1">
                <a:solidFill>
                  <a:srgbClr val="FF0180"/>
                </a:solidFill>
                <a:latin typeface="Space Grotesk"/>
                <a:ea typeface="Space Grotesk"/>
                <a:cs typeface="Space Grotesk"/>
              </a:defRPr>
            </a:lvl9pPr>
          </a:lstStyle>
          <a:p xmlns:a="http://schemas.openxmlformats.org/drawingml/2006/main">
            <a:pPr>
              <a:lnSpc>
                <a:spcPct val="98000"/>
              </a:lnSpc>
              <a:buNone/>
              <a:defRPr sz="1100" b="1">
                <a:solidFill>
                  <a:srgbClr val="FF0180"/>
                </a:solidFill>
                <a:latin typeface="Space Grotesk"/>
                <a:ea typeface="Space Grotesk"/>
                <a:cs typeface="Space Grotesk"/>
              </a:defRPr>
            </a:pPr>
            <a:r>
              <a:rPr sz="11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979D845F-AD34-4F7C-B02F-FAD3854AAA0B}"/>
              </a:ext>
            </a:extLst>
          </p:cNvPr>
          <p:cNvSpPr>
            <a:spLocks xmlns:a="http://schemas.openxmlformats.org/drawingml/2006/main" noGrp="1"/>
          </p:cNvSpPr>
          <p:nvPr/>
        </p:nvSpPr>
        <p:spPr>
          <a:xfrm xmlns:a="http://schemas.openxmlformats.org/drawingml/2006/main">
            <a:off x="4819650" y="1304925"/>
            <a:ext cx="26860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Space Grotesk"/>
                <a:ea typeface="Space Grotesk"/>
                <a:cs typeface="Space Grotesk"/>
              </a:defRPr>
            </a:defPPr>
            <a:lvl1pPr>
              <a:defRPr sz="3300" b="1">
                <a:solidFill>
                  <a:srgbClr val="FFFFFF"/>
                </a:solidFill>
                <a:latin typeface="Space Grotesk"/>
                <a:ea typeface="Space Grotesk"/>
                <a:cs typeface="Space Grotesk"/>
              </a:defRPr>
            </a:lvl1pPr>
            <a:lvl2pPr>
              <a:defRPr sz="3300" b="1">
                <a:solidFill>
                  <a:srgbClr val="FFFFFF"/>
                </a:solidFill>
                <a:latin typeface="Space Grotesk"/>
                <a:ea typeface="Space Grotesk"/>
                <a:cs typeface="Space Grotesk"/>
              </a:defRPr>
            </a:lvl2pPr>
            <a:lvl3pPr>
              <a:defRPr sz="3300" b="1">
                <a:solidFill>
                  <a:srgbClr val="FFFFFF"/>
                </a:solidFill>
                <a:latin typeface="Space Grotesk"/>
                <a:ea typeface="Space Grotesk"/>
                <a:cs typeface="Space Grotesk"/>
              </a:defRPr>
            </a:lvl3pPr>
            <a:lvl4pPr>
              <a:defRPr sz="3300" b="1">
                <a:solidFill>
                  <a:srgbClr val="FFFFFF"/>
                </a:solidFill>
                <a:latin typeface="Space Grotesk"/>
                <a:ea typeface="Space Grotesk"/>
                <a:cs typeface="Space Grotesk"/>
              </a:defRPr>
            </a:lvl4pPr>
            <a:lvl5pPr>
              <a:defRPr sz="3300" b="1">
                <a:solidFill>
                  <a:srgbClr val="FFFFFF"/>
                </a:solidFill>
                <a:latin typeface="Space Grotesk"/>
                <a:ea typeface="Space Grotesk"/>
                <a:cs typeface="Space Grotesk"/>
              </a:defRPr>
            </a:lvl5pPr>
            <a:lvl6pPr>
              <a:defRPr sz="3300" b="1">
                <a:solidFill>
                  <a:srgbClr val="FFFFFF"/>
                </a:solidFill>
                <a:latin typeface="Space Grotesk"/>
                <a:ea typeface="Space Grotesk"/>
                <a:cs typeface="Space Grotesk"/>
              </a:defRPr>
            </a:lvl6pPr>
            <a:lvl7pPr>
              <a:defRPr sz="3300" b="1">
                <a:solidFill>
                  <a:srgbClr val="FFFFFF"/>
                </a:solidFill>
                <a:latin typeface="Space Grotesk"/>
                <a:ea typeface="Space Grotesk"/>
                <a:cs typeface="Space Grotesk"/>
              </a:defRPr>
            </a:lvl7pPr>
            <a:lvl8pPr>
              <a:defRPr sz="3300" b="1">
                <a:solidFill>
                  <a:srgbClr val="FFFFFF"/>
                </a:solidFill>
                <a:latin typeface="Space Grotesk"/>
                <a:ea typeface="Space Grotesk"/>
                <a:cs typeface="Space Grotesk"/>
              </a:defRPr>
            </a:lvl8pPr>
            <a:lvl9pPr>
              <a:defRPr sz="3300" b="1">
                <a:solidFill>
                  <a:srgbClr val="FFFFFF"/>
                </a:solidFill>
                <a:latin typeface="Space Grotesk"/>
                <a:ea typeface="Space Grotesk"/>
                <a:cs typeface="Space Grotesk"/>
              </a:defRPr>
            </a:lvl9pPr>
          </a:lstStyle>
          <a:p xmlns:a="http://schemas.openxmlformats.org/drawingml/2006/main">
            <a:pPr>
              <a:lnSpc>
                <a:spcPct val="98000"/>
              </a:lnSpc>
              <a:buNone/>
              <a:defRPr sz="3300" b="1">
                <a:solidFill>
                  <a:srgbClr val="FFFFFF"/>
                </a:solidFill>
                <a:latin typeface="Space Grotesk"/>
                <a:ea typeface="Space Grotesk"/>
                <a:cs typeface="Space Grotesk"/>
              </a:defRPr>
            </a:pPr>
            <a:r>
              <a:rPr sz="3300" b="1">
                <a:solidFill>
                  <a:srgbClr val="FFFFFF"/>
                </a:solidFill>
                <a:latin typeface="Space Grotesk"/>
                <a:ea typeface="Space Grotesk"/>
                <a:cs typeface="Space Grotesk"/>
              </a:rPr>
              <a:t>THAT’S A MOTHER YOU’RE PASSING.</a:t>
            </a:r>
          </a:p>
        </p:txBody>
      </p:sp>
      <p:sp>
        <p:nvSpPr>
          <p:cNvPr id="5" name="Driver action">
            <a:extLst xmlns:a="http://schemas.openxmlformats.org/drawingml/2006/main">
              <a:ext uri="{FF2B5EF4-FFF2-40B4-BE49-F238E27FC236}">
                <a16:creationId xmlns:a16="http://schemas.microsoft.com/office/drawing/2014/main" id="{56D4771A-BD52-494C-A1BB-E592EF84BE08}"/>
              </a:ext>
            </a:extLst>
          </p:cNvPr>
          <p:cNvSpPr>
            <a:spLocks xmlns:a="http://schemas.openxmlformats.org/drawingml/2006/main" noGrp="1"/>
          </p:cNvSpPr>
          <p:nvPr/>
        </p:nvSpPr>
        <p:spPr>
          <a:xfrm xmlns:a="http://schemas.openxmlformats.org/drawingml/2006/main">
            <a:off x="4819650" y="4019550"/>
            <a:ext cx="2686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0A"/>
                </a:solidFill>
                <a:latin typeface="Space Grotesk"/>
                <a:ea typeface="Space Grotesk"/>
                <a:cs typeface="Space Grotesk"/>
              </a:defRPr>
            </a:defPPr>
            <a:lvl1pPr>
              <a:defRPr sz="3600" b="1">
                <a:solidFill>
                  <a:srgbClr val="FFFF0A"/>
                </a:solidFill>
                <a:latin typeface="Space Grotesk"/>
                <a:ea typeface="Space Grotesk"/>
                <a:cs typeface="Space Grotesk"/>
              </a:defRPr>
            </a:lvl1pPr>
            <a:lvl2pPr>
              <a:defRPr sz="3600" b="1">
                <a:solidFill>
                  <a:srgbClr val="FFFF0A"/>
                </a:solidFill>
                <a:latin typeface="Space Grotesk"/>
                <a:ea typeface="Space Grotesk"/>
                <a:cs typeface="Space Grotesk"/>
              </a:defRPr>
            </a:lvl2pPr>
            <a:lvl3pPr>
              <a:defRPr sz="3600" b="1">
                <a:solidFill>
                  <a:srgbClr val="FFFF0A"/>
                </a:solidFill>
                <a:latin typeface="Space Grotesk"/>
                <a:ea typeface="Space Grotesk"/>
                <a:cs typeface="Space Grotesk"/>
              </a:defRPr>
            </a:lvl3pPr>
            <a:lvl4pPr>
              <a:defRPr sz="3600" b="1">
                <a:solidFill>
                  <a:srgbClr val="FFFF0A"/>
                </a:solidFill>
                <a:latin typeface="Space Grotesk"/>
                <a:ea typeface="Space Grotesk"/>
                <a:cs typeface="Space Grotesk"/>
              </a:defRPr>
            </a:lvl4pPr>
            <a:lvl5pPr>
              <a:defRPr sz="3600" b="1">
                <a:solidFill>
                  <a:srgbClr val="FFFF0A"/>
                </a:solidFill>
                <a:latin typeface="Space Grotesk"/>
                <a:ea typeface="Space Grotesk"/>
                <a:cs typeface="Space Grotesk"/>
              </a:defRPr>
            </a:lvl5pPr>
            <a:lvl6pPr>
              <a:defRPr sz="3600" b="1">
                <a:solidFill>
                  <a:srgbClr val="FFFF0A"/>
                </a:solidFill>
                <a:latin typeface="Space Grotesk"/>
                <a:ea typeface="Space Grotesk"/>
                <a:cs typeface="Space Grotesk"/>
              </a:defRPr>
            </a:lvl6pPr>
            <a:lvl7pPr>
              <a:defRPr sz="3600" b="1">
                <a:solidFill>
                  <a:srgbClr val="FFFF0A"/>
                </a:solidFill>
                <a:latin typeface="Space Grotesk"/>
                <a:ea typeface="Space Grotesk"/>
                <a:cs typeface="Space Grotesk"/>
              </a:defRPr>
            </a:lvl7pPr>
            <a:lvl8pPr>
              <a:defRPr sz="3600" b="1">
                <a:solidFill>
                  <a:srgbClr val="FFFF0A"/>
                </a:solidFill>
                <a:latin typeface="Space Grotesk"/>
                <a:ea typeface="Space Grotesk"/>
                <a:cs typeface="Space Grotesk"/>
              </a:defRPr>
            </a:lvl8pPr>
            <a:lvl9pPr>
              <a:defRPr sz="3600" b="1">
                <a:solidFill>
                  <a:srgbClr val="FFFF0A"/>
                </a:solidFill>
                <a:latin typeface="Space Grotesk"/>
                <a:ea typeface="Space Grotesk"/>
                <a:cs typeface="Space Grotesk"/>
              </a:defRPr>
            </a:lvl9pPr>
          </a:lstStyle>
          <a:p xmlns:a="http://schemas.openxmlformats.org/drawingml/2006/main">
            <a:pPr>
              <a:lnSpc>
                <a:spcPct val="98000"/>
              </a:lnSpc>
              <a:buNone/>
              <a:defRPr sz="3600" b="1">
                <a:solidFill>
                  <a:srgbClr val="FFFF0A"/>
                </a:solidFill>
                <a:latin typeface="Space Grotesk"/>
                <a:ea typeface="Space Grotesk"/>
                <a:cs typeface="Space Grotesk"/>
              </a:defRPr>
            </a:pPr>
            <a:r>
              <a:rPr sz="360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80DFC4AE-26C2-470C-996F-FDBE7EC0158F}"/>
              </a:ext>
            </a:extLst>
          </p:cNvPr>
          <p:cNvSpPr>
            <a:spLocks xmlns:a="http://schemas.openxmlformats.org/drawingml/2006/main" noGrp="1"/>
          </p:cNvSpPr>
          <p:nvPr/>
        </p:nvSpPr>
        <p:spPr>
          <a:xfrm xmlns:a="http://schemas.openxmlformats.org/drawingml/2006/main">
            <a:off x="4819650" y="5657850"/>
            <a:ext cx="26860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20" b="1">
                <a:solidFill>
                  <a:srgbClr val="FFFFFF"/>
                </a:solidFill>
                <a:latin typeface="Arial"/>
                <a:ea typeface="Arial"/>
                <a:cs typeface="Arial"/>
              </a:defRPr>
            </a:defPPr>
            <a:lvl1pPr>
              <a:defRPr sz="1520" b="1">
                <a:solidFill>
                  <a:srgbClr val="FFFFFF"/>
                </a:solidFill>
                <a:latin typeface="Arial"/>
                <a:ea typeface="Arial"/>
                <a:cs typeface="Arial"/>
              </a:defRPr>
            </a:lvl1pPr>
            <a:lvl2pPr>
              <a:defRPr sz="1520" b="1">
                <a:solidFill>
                  <a:srgbClr val="FFFFFF"/>
                </a:solidFill>
                <a:latin typeface="Arial"/>
                <a:ea typeface="Arial"/>
                <a:cs typeface="Arial"/>
              </a:defRPr>
            </a:lvl2pPr>
            <a:lvl3pPr>
              <a:defRPr sz="1520" b="1">
                <a:solidFill>
                  <a:srgbClr val="FFFFFF"/>
                </a:solidFill>
                <a:latin typeface="Arial"/>
                <a:ea typeface="Arial"/>
                <a:cs typeface="Arial"/>
              </a:defRPr>
            </a:lvl3pPr>
            <a:lvl4pPr>
              <a:defRPr sz="1520" b="1">
                <a:solidFill>
                  <a:srgbClr val="FFFFFF"/>
                </a:solidFill>
                <a:latin typeface="Arial"/>
                <a:ea typeface="Arial"/>
                <a:cs typeface="Arial"/>
              </a:defRPr>
            </a:lvl4pPr>
            <a:lvl5pPr>
              <a:defRPr sz="1520" b="1">
                <a:solidFill>
                  <a:srgbClr val="FFFFFF"/>
                </a:solidFill>
                <a:latin typeface="Arial"/>
                <a:ea typeface="Arial"/>
                <a:cs typeface="Arial"/>
              </a:defRPr>
            </a:lvl5pPr>
            <a:lvl6pPr>
              <a:defRPr sz="1520" b="1">
                <a:solidFill>
                  <a:srgbClr val="FFFFFF"/>
                </a:solidFill>
                <a:latin typeface="Arial"/>
                <a:ea typeface="Arial"/>
                <a:cs typeface="Arial"/>
              </a:defRPr>
            </a:lvl6pPr>
            <a:lvl7pPr>
              <a:defRPr sz="1520" b="1">
                <a:solidFill>
                  <a:srgbClr val="FFFFFF"/>
                </a:solidFill>
                <a:latin typeface="Arial"/>
                <a:ea typeface="Arial"/>
                <a:cs typeface="Arial"/>
              </a:defRPr>
            </a:lvl7pPr>
            <a:lvl8pPr>
              <a:defRPr sz="1520" b="1">
                <a:solidFill>
                  <a:srgbClr val="FFFFFF"/>
                </a:solidFill>
                <a:latin typeface="Arial"/>
                <a:ea typeface="Arial"/>
                <a:cs typeface="Arial"/>
              </a:defRPr>
            </a:lvl8pPr>
            <a:lvl9pPr>
              <a:defRPr sz="1520" b="1">
                <a:solidFill>
                  <a:srgbClr val="FFFFFF"/>
                </a:solidFill>
                <a:latin typeface="Arial"/>
                <a:ea typeface="Arial"/>
                <a:cs typeface="Arial"/>
              </a:defRPr>
            </a:lvl9pPr>
          </a:lstStyle>
          <a:p xmlns:a="http://schemas.openxmlformats.org/drawingml/2006/main">
            <a:pPr>
              <a:lnSpc>
                <a:spcPct val="98000"/>
              </a:lnSpc>
              <a:buNone/>
              <a:defRPr sz="1520" b="1">
                <a:solidFill>
                  <a:srgbClr val="FFFFFF"/>
                </a:solidFill>
                <a:latin typeface="Arial"/>
                <a:ea typeface="Arial"/>
                <a:cs typeface="Arial"/>
              </a:defRPr>
            </a:pPr>
            <a:r>
              <a:rPr sz="152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A9DD5BA3-7FDC-412A-A19D-CF3AF4DB31BD}"/>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1979596-1D59-4362-B75B-D644E68DDB6A}"/>
              </a:ext>
            </a:extLst>
          </p:cNvPr>
          <p:cNvPicPr>
            <a:picLocks xmlns:a="http://schemas.openxmlformats.org/drawingml/2006/main" noChangeAspect="1"/>
          </p:cNvPicPr>
          <p:nvPr/>
        </p:nvPicPr>
        <p:blipFill>
          <a:blip xmlns:r="http://schemas.openxmlformats.org/officeDocument/2006/relationships" xmlns:a="http://schemas.openxmlformats.org/drawingml/2006/main" r:embed="R799ea750ed2c4692"/>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363DFA89-3D56-41DC-8306-9C0B649B9217}"/>
              </a:ext>
            </a:extLst>
          </p:cNvPr>
          <p:cNvSpPr>
            <a:spLocks xmlns:a="http://schemas.openxmlformats.org/drawingml/2006/main" noGrp="1"/>
          </p:cNvSpPr>
          <p:nvPr/>
        </p:nvSpPr>
        <p:spPr>
          <a:xfrm xmlns:a="http://schemas.openxmlformats.org/drawingml/2006/main">
            <a:off x="1257300" y="90106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0FC96546-4671-450E-9385-01CB5098FD7B}"/>
              </a:ext>
            </a:extLst>
          </p:cNvPr>
          <p:cNvSpPr>
            <a:spLocks xmlns:a="http://schemas.openxmlformats.org/drawingml/2006/main" noGrp="1"/>
          </p:cNvSpPr>
          <p:nvPr/>
        </p:nvSpPr>
        <p:spPr>
          <a:xfrm xmlns:a="http://schemas.openxmlformats.org/drawingml/2006/main">
            <a:off x="1257300" y="9525000"/>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59036027-5515-4E72-BE57-4E0E9101DCE0}"/>
              </a:ext>
            </a:extLst>
          </p:cNvPr>
          <p:cNvSpPr>
            <a:spLocks xmlns:a="http://schemas.openxmlformats.org/drawingml/2006/main" noGrp="1"/>
          </p:cNvSpPr>
          <p:nvPr/>
        </p:nvSpPr>
        <p:spPr>
          <a:xfrm xmlns:a="http://schemas.openxmlformats.org/drawingml/2006/main">
            <a:off x="6715125" y="9010650"/>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1001023A-F9F4-4EF5-BBA6-B88CECAA18B5}"/>
              </a:ext>
            </a:extLst>
          </p:cNvPr>
          <p:cNvPicPr>
            <a:picLocks xmlns:a="http://schemas.openxmlformats.org/drawingml/2006/main" noChangeAspect="1"/>
          </p:cNvPicPr>
          <p:nvPr/>
        </p:nvPicPr>
        <p:blipFill>
          <a:blip xmlns:r="http://schemas.openxmlformats.org/officeDocument/2006/relationships" xmlns:a="http://schemas.openxmlformats.org/drawingml/2006/main" r:embed="R069129b513064fcf"/>
          <a:stretch xmlns:a="http://schemas.openxmlformats.org/drawingml/2006/main"/>
        </p:blipFill>
        <p:spPr>
          <a:xfrm xmlns:a="http://schemas.openxmlformats.org/drawingml/2006/main">
            <a:off x="6762750" y="9058275"/>
            <a:ext cx="781050" cy="781050"/>
          </a:xfrm>
          <a:prstGeom xmlns:a="http://schemas.openxmlformats.org/drawingml/2006/main" prst="rect">
            <a:avLst/>
          </a:prstGeom>
        </p:spPr>
      </p:pic>
    </p:spTree>
    <p:extLst>
      <p:ext uri="{BB962C8B-B14F-4D97-AF65-F5344CB8AC3E}">
        <p14:creationId xmlns:p14="http://schemas.microsoft.com/office/powerpoint/2010/main" val="1093558498"/>
      </p:ext>
    </p:extLst>
  </p:cSld>
</p:sld>
</file>

<file path=ppt/slides/slide3.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D433787-BB88-4412-BAE7-C9FDC913C619}"/>
              </a:ext>
            </a:extLst>
          </p:cNvPr>
          <p:cNvPicPr>
            <a:picLocks xmlns:a="http://schemas.openxmlformats.org/drawingml/2006/main" noChangeAspect="1"/>
          </p:cNvPicPr>
          <p:nvPr/>
        </p:nvPicPr>
        <p:blipFill>
          <a:blip xmlns:r="http://schemas.openxmlformats.org/officeDocument/2006/relationships" xmlns:a="http://schemas.openxmlformats.org/drawingml/2006/main" r:embed="R01fa4bc4719c47b6"/>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902CE781-46AC-468D-8823-204811F780B8}"/>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934660BD-F5EC-4ADF-97E3-66DD203ED83D}"/>
              </a:ext>
            </a:extLst>
          </p:cNvPr>
          <p:cNvSpPr>
            <a:spLocks xmlns:a="http://schemas.openxmlformats.org/drawingml/2006/main" noGrp="1"/>
          </p:cNvSpPr>
          <p:nvPr/>
        </p:nvSpPr>
        <p:spPr>
          <a:xfrm xmlns:a="http://schemas.openxmlformats.org/drawingml/2006/main">
            <a:off x="4819650" y="390525"/>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0180"/>
                </a:solidFill>
                <a:latin typeface="Space Grotesk"/>
                <a:ea typeface="Space Grotesk"/>
                <a:cs typeface="Space Grotesk"/>
              </a:defRPr>
            </a:defPPr>
            <a:lvl1pPr>
              <a:defRPr sz="1100" b="1">
                <a:solidFill>
                  <a:srgbClr val="FF0180"/>
                </a:solidFill>
                <a:latin typeface="Space Grotesk"/>
                <a:ea typeface="Space Grotesk"/>
                <a:cs typeface="Space Grotesk"/>
              </a:defRPr>
            </a:lvl1pPr>
            <a:lvl2pPr>
              <a:defRPr sz="1100" b="1">
                <a:solidFill>
                  <a:srgbClr val="FF0180"/>
                </a:solidFill>
                <a:latin typeface="Space Grotesk"/>
                <a:ea typeface="Space Grotesk"/>
                <a:cs typeface="Space Grotesk"/>
              </a:defRPr>
            </a:lvl2pPr>
            <a:lvl3pPr>
              <a:defRPr sz="1100" b="1">
                <a:solidFill>
                  <a:srgbClr val="FF0180"/>
                </a:solidFill>
                <a:latin typeface="Space Grotesk"/>
                <a:ea typeface="Space Grotesk"/>
                <a:cs typeface="Space Grotesk"/>
              </a:defRPr>
            </a:lvl3pPr>
            <a:lvl4pPr>
              <a:defRPr sz="1100" b="1">
                <a:solidFill>
                  <a:srgbClr val="FF0180"/>
                </a:solidFill>
                <a:latin typeface="Space Grotesk"/>
                <a:ea typeface="Space Grotesk"/>
                <a:cs typeface="Space Grotesk"/>
              </a:defRPr>
            </a:lvl4pPr>
            <a:lvl5pPr>
              <a:defRPr sz="1100" b="1">
                <a:solidFill>
                  <a:srgbClr val="FF0180"/>
                </a:solidFill>
                <a:latin typeface="Space Grotesk"/>
                <a:ea typeface="Space Grotesk"/>
                <a:cs typeface="Space Grotesk"/>
              </a:defRPr>
            </a:lvl5pPr>
            <a:lvl6pPr>
              <a:defRPr sz="1100" b="1">
                <a:solidFill>
                  <a:srgbClr val="FF0180"/>
                </a:solidFill>
                <a:latin typeface="Space Grotesk"/>
                <a:ea typeface="Space Grotesk"/>
                <a:cs typeface="Space Grotesk"/>
              </a:defRPr>
            </a:lvl6pPr>
            <a:lvl7pPr>
              <a:defRPr sz="1100" b="1">
                <a:solidFill>
                  <a:srgbClr val="FF0180"/>
                </a:solidFill>
                <a:latin typeface="Space Grotesk"/>
                <a:ea typeface="Space Grotesk"/>
                <a:cs typeface="Space Grotesk"/>
              </a:defRPr>
            </a:lvl7pPr>
            <a:lvl8pPr>
              <a:defRPr sz="1100" b="1">
                <a:solidFill>
                  <a:srgbClr val="FF0180"/>
                </a:solidFill>
                <a:latin typeface="Space Grotesk"/>
                <a:ea typeface="Space Grotesk"/>
                <a:cs typeface="Space Grotesk"/>
              </a:defRPr>
            </a:lvl8pPr>
            <a:lvl9pPr>
              <a:defRPr sz="1100" b="1">
                <a:solidFill>
                  <a:srgbClr val="FF0180"/>
                </a:solidFill>
                <a:latin typeface="Space Grotesk"/>
                <a:ea typeface="Space Grotesk"/>
                <a:cs typeface="Space Grotesk"/>
              </a:defRPr>
            </a:lvl9pPr>
          </a:lstStyle>
          <a:p xmlns:a="http://schemas.openxmlformats.org/drawingml/2006/main">
            <a:pPr>
              <a:lnSpc>
                <a:spcPct val="98000"/>
              </a:lnSpc>
              <a:buNone/>
              <a:defRPr sz="1100" b="1">
                <a:solidFill>
                  <a:srgbClr val="FF0180"/>
                </a:solidFill>
                <a:latin typeface="Space Grotesk"/>
                <a:ea typeface="Space Grotesk"/>
                <a:cs typeface="Space Grotesk"/>
              </a:defRPr>
            </a:pPr>
            <a:r>
              <a:rPr sz="11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80E14894-2854-4A9B-BE2E-EEA448F89A76}"/>
              </a:ext>
            </a:extLst>
          </p:cNvPr>
          <p:cNvSpPr>
            <a:spLocks xmlns:a="http://schemas.openxmlformats.org/drawingml/2006/main" noGrp="1"/>
          </p:cNvSpPr>
          <p:nvPr/>
        </p:nvSpPr>
        <p:spPr>
          <a:xfrm xmlns:a="http://schemas.openxmlformats.org/drawingml/2006/main">
            <a:off x="4819650" y="1304925"/>
            <a:ext cx="26860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Space Grotesk"/>
                <a:ea typeface="Space Grotesk"/>
                <a:cs typeface="Space Grotesk"/>
              </a:defRPr>
            </a:defPPr>
            <a:lvl1pPr>
              <a:defRPr sz="3300" b="1">
                <a:solidFill>
                  <a:srgbClr val="FFFFFF"/>
                </a:solidFill>
                <a:latin typeface="Space Grotesk"/>
                <a:ea typeface="Space Grotesk"/>
                <a:cs typeface="Space Grotesk"/>
              </a:defRPr>
            </a:lvl1pPr>
            <a:lvl2pPr>
              <a:defRPr sz="3300" b="1">
                <a:solidFill>
                  <a:srgbClr val="FFFFFF"/>
                </a:solidFill>
                <a:latin typeface="Space Grotesk"/>
                <a:ea typeface="Space Grotesk"/>
                <a:cs typeface="Space Grotesk"/>
              </a:defRPr>
            </a:lvl2pPr>
            <a:lvl3pPr>
              <a:defRPr sz="3300" b="1">
                <a:solidFill>
                  <a:srgbClr val="FFFFFF"/>
                </a:solidFill>
                <a:latin typeface="Space Grotesk"/>
                <a:ea typeface="Space Grotesk"/>
                <a:cs typeface="Space Grotesk"/>
              </a:defRPr>
            </a:lvl3pPr>
            <a:lvl4pPr>
              <a:defRPr sz="3300" b="1">
                <a:solidFill>
                  <a:srgbClr val="FFFFFF"/>
                </a:solidFill>
                <a:latin typeface="Space Grotesk"/>
                <a:ea typeface="Space Grotesk"/>
                <a:cs typeface="Space Grotesk"/>
              </a:defRPr>
            </a:lvl4pPr>
            <a:lvl5pPr>
              <a:defRPr sz="3300" b="1">
                <a:solidFill>
                  <a:srgbClr val="FFFFFF"/>
                </a:solidFill>
                <a:latin typeface="Space Grotesk"/>
                <a:ea typeface="Space Grotesk"/>
                <a:cs typeface="Space Grotesk"/>
              </a:defRPr>
            </a:lvl5pPr>
            <a:lvl6pPr>
              <a:defRPr sz="3300" b="1">
                <a:solidFill>
                  <a:srgbClr val="FFFFFF"/>
                </a:solidFill>
                <a:latin typeface="Space Grotesk"/>
                <a:ea typeface="Space Grotesk"/>
                <a:cs typeface="Space Grotesk"/>
              </a:defRPr>
            </a:lvl6pPr>
            <a:lvl7pPr>
              <a:defRPr sz="3300" b="1">
                <a:solidFill>
                  <a:srgbClr val="FFFFFF"/>
                </a:solidFill>
                <a:latin typeface="Space Grotesk"/>
                <a:ea typeface="Space Grotesk"/>
                <a:cs typeface="Space Grotesk"/>
              </a:defRPr>
            </a:lvl7pPr>
            <a:lvl8pPr>
              <a:defRPr sz="3300" b="1">
                <a:solidFill>
                  <a:srgbClr val="FFFFFF"/>
                </a:solidFill>
                <a:latin typeface="Space Grotesk"/>
                <a:ea typeface="Space Grotesk"/>
                <a:cs typeface="Space Grotesk"/>
              </a:defRPr>
            </a:lvl8pPr>
            <a:lvl9pPr>
              <a:defRPr sz="3300" b="1">
                <a:solidFill>
                  <a:srgbClr val="FFFFFF"/>
                </a:solidFill>
                <a:latin typeface="Space Grotesk"/>
                <a:ea typeface="Space Grotesk"/>
                <a:cs typeface="Space Grotesk"/>
              </a:defRPr>
            </a:lvl9pPr>
          </a:lstStyle>
          <a:p xmlns:a="http://schemas.openxmlformats.org/drawingml/2006/main">
            <a:pPr>
              <a:lnSpc>
                <a:spcPct val="98000"/>
              </a:lnSpc>
              <a:buNone/>
              <a:defRPr sz="3300" b="1">
                <a:solidFill>
                  <a:srgbClr val="FFFFFF"/>
                </a:solidFill>
                <a:latin typeface="Space Grotesk"/>
                <a:ea typeface="Space Grotesk"/>
                <a:cs typeface="Space Grotesk"/>
              </a:defRPr>
            </a:pPr>
            <a:r>
              <a:rPr sz="3300" b="1">
                <a:solidFill>
                  <a:srgbClr val="FFFFFF"/>
                </a:solidFill>
                <a:latin typeface="Space Grotesk"/>
                <a:ea typeface="Space Grotesk"/>
                <a:cs typeface="Space Grotesk"/>
              </a:rPr>
              <a:t>THAT’S A FATHER YOU’RE PASSING.</a:t>
            </a:r>
          </a:p>
        </p:txBody>
      </p:sp>
      <p:sp>
        <p:nvSpPr>
          <p:cNvPr id="5" name="Driver action">
            <a:extLst xmlns:a="http://schemas.openxmlformats.org/drawingml/2006/main">
              <a:ext uri="{FF2B5EF4-FFF2-40B4-BE49-F238E27FC236}">
                <a16:creationId xmlns:a16="http://schemas.microsoft.com/office/drawing/2014/main" id="{7D7E799B-4944-4E35-A5F0-BBD033FDB3ED}"/>
              </a:ext>
            </a:extLst>
          </p:cNvPr>
          <p:cNvSpPr>
            <a:spLocks xmlns:a="http://schemas.openxmlformats.org/drawingml/2006/main" noGrp="1"/>
          </p:cNvSpPr>
          <p:nvPr/>
        </p:nvSpPr>
        <p:spPr>
          <a:xfrm xmlns:a="http://schemas.openxmlformats.org/drawingml/2006/main">
            <a:off x="4819650" y="4019550"/>
            <a:ext cx="2686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0A"/>
                </a:solidFill>
                <a:latin typeface="Space Grotesk"/>
                <a:ea typeface="Space Grotesk"/>
                <a:cs typeface="Space Grotesk"/>
              </a:defRPr>
            </a:defPPr>
            <a:lvl1pPr>
              <a:defRPr sz="3600" b="1">
                <a:solidFill>
                  <a:srgbClr val="FFFF0A"/>
                </a:solidFill>
                <a:latin typeface="Space Grotesk"/>
                <a:ea typeface="Space Grotesk"/>
                <a:cs typeface="Space Grotesk"/>
              </a:defRPr>
            </a:lvl1pPr>
            <a:lvl2pPr>
              <a:defRPr sz="3600" b="1">
                <a:solidFill>
                  <a:srgbClr val="FFFF0A"/>
                </a:solidFill>
                <a:latin typeface="Space Grotesk"/>
                <a:ea typeface="Space Grotesk"/>
                <a:cs typeface="Space Grotesk"/>
              </a:defRPr>
            </a:lvl2pPr>
            <a:lvl3pPr>
              <a:defRPr sz="3600" b="1">
                <a:solidFill>
                  <a:srgbClr val="FFFF0A"/>
                </a:solidFill>
                <a:latin typeface="Space Grotesk"/>
                <a:ea typeface="Space Grotesk"/>
                <a:cs typeface="Space Grotesk"/>
              </a:defRPr>
            </a:lvl3pPr>
            <a:lvl4pPr>
              <a:defRPr sz="3600" b="1">
                <a:solidFill>
                  <a:srgbClr val="FFFF0A"/>
                </a:solidFill>
                <a:latin typeface="Space Grotesk"/>
                <a:ea typeface="Space Grotesk"/>
                <a:cs typeface="Space Grotesk"/>
              </a:defRPr>
            </a:lvl4pPr>
            <a:lvl5pPr>
              <a:defRPr sz="3600" b="1">
                <a:solidFill>
                  <a:srgbClr val="FFFF0A"/>
                </a:solidFill>
                <a:latin typeface="Space Grotesk"/>
                <a:ea typeface="Space Grotesk"/>
                <a:cs typeface="Space Grotesk"/>
              </a:defRPr>
            </a:lvl5pPr>
            <a:lvl6pPr>
              <a:defRPr sz="3600" b="1">
                <a:solidFill>
                  <a:srgbClr val="FFFF0A"/>
                </a:solidFill>
                <a:latin typeface="Space Grotesk"/>
                <a:ea typeface="Space Grotesk"/>
                <a:cs typeface="Space Grotesk"/>
              </a:defRPr>
            </a:lvl6pPr>
            <a:lvl7pPr>
              <a:defRPr sz="3600" b="1">
                <a:solidFill>
                  <a:srgbClr val="FFFF0A"/>
                </a:solidFill>
                <a:latin typeface="Space Grotesk"/>
                <a:ea typeface="Space Grotesk"/>
                <a:cs typeface="Space Grotesk"/>
              </a:defRPr>
            </a:lvl7pPr>
            <a:lvl8pPr>
              <a:defRPr sz="3600" b="1">
                <a:solidFill>
                  <a:srgbClr val="FFFF0A"/>
                </a:solidFill>
                <a:latin typeface="Space Grotesk"/>
                <a:ea typeface="Space Grotesk"/>
                <a:cs typeface="Space Grotesk"/>
              </a:defRPr>
            </a:lvl8pPr>
            <a:lvl9pPr>
              <a:defRPr sz="3600" b="1">
                <a:solidFill>
                  <a:srgbClr val="FFFF0A"/>
                </a:solidFill>
                <a:latin typeface="Space Grotesk"/>
                <a:ea typeface="Space Grotesk"/>
                <a:cs typeface="Space Grotesk"/>
              </a:defRPr>
            </a:lvl9pPr>
          </a:lstStyle>
          <a:p xmlns:a="http://schemas.openxmlformats.org/drawingml/2006/main">
            <a:pPr>
              <a:lnSpc>
                <a:spcPct val="98000"/>
              </a:lnSpc>
              <a:buNone/>
              <a:defRPr sz="3600" b="1">
                <a:solidFill>
                  <a:srgbClr val="FFFF0A"/>
                </a:solidFill>
                <a:latin typeface="Space Grotesk"/>
                <a:ea typeface="Space Grotesk"/>
                <a:cs typeface="Space Grotesk"/>
              </a:defRPr>
            </a:pPr>
            <a:r>
              <a:rPr sz="3600"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B63D962F-E54F-4E16-A97F-9E8EBE4F1CF9}"/>
              </a:ext>
            </a:extLst>
          </p:cNvPr>
          <p:cNvSpPr>
            <a:spLocks xmlns:a="http://schemas.openxmlformats.org/drawingml/2006/main" noGrp="1"/>
          </p:cNvSpPr>
          <p:nvPr/>
        </p:nvSpPr>
        <p:spPr>
          <a:xfrm xmlns:a="http://schemas.openxmlformats.org/drawingml/2006/main">
            <a:off x="4819650" y="5657850"/>
            <a:ext cx="26860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20" b="1">
                <a:solidFill>
                  <a:srgbClr val="FFFFFF"/>
                </a:solidFill>
                <a:latin typeface="Arial"/>
                <a:ea typeface="Arial"/>
                <a:cs typeface="Arial"/>
              </a:defRPr>
            </a:defPPr>
            <a:lvl1pPr>
              <a:defRPr sz="1520" b="1">
                <a:solidFill>
                  <a:srgbClr val="FFFFFF"/>
                </a:solidFill>
                <a:latin typeface="Arial"/>
                <a:ea typeface="Arial"/>
                <a:cs typeface="Arial"/>
              </a:defRPr>
            </a:lvl1pPr>
            <a:lvl2pPr>
              <a:defRPr sz="1520" b="1">
                <a:solidFill>
                  <a:srgbClr val="FFFFFF"/>
                </a:solidFill>
                <a:latin typeface="Arial"/>
                <a:ea typeface="Arial"/>
                <a:cs typeface="Arial"/>
              </a:defRPr>
            </a:lvl2pPr>
            <a:lvl3pPr>
              <a:defRPr sz="1520" b="1">
                <a:solidFill>
                  <a:srgbClr val="FFFFFF"/>
                </a:solidFill>
                <a:latin typeface="Arial"/>
                <a:ea typeface="Arial"/>
                <a:cs typeface="Arial"/>
              </a:defRPr>
            </a:lvl3pPr>
            <a:lvl4pPr>
              <a:defRPr sz="1520" b="1">
                <a:solidFill>
                  <a:srgbClr val="FFFFFF"/>
                </a:solidFill>
                <a:latin typeface="Arial"/>
                <a:ea typeface="Arial"/>
                <a:cs typeface="Arial"/>
              </a:defRPr>
            </a:lvl4pPr>
            <a:lvl5pPr>
              <a:defRPr sz="1520" b="1">
                <a:solidFill>
                  <a:srgbClr val="FFFFFF"/>
                </a:solidFill>
                <a:latin typeface="Arial"/>
                <a:ea typeface="Arial"/>
                <a:cs typeface="Arial"/>
              </a:defRPr>
            </a:lvl5pPr>
            <a:lvl6pPr>
              <a:defRPr sz="1520" b="1">
                <a:solidFill>
                  <a:srgbClr val="FFFFFF"/>
                </a:solidFill>
                <a:latin typeface="Arial"/>
                <a:ea typeface="Arial"/>
                <a:cs typeface="Arial"/>
              </a:defRPr>
            </a:lvl6pPr>
            <a:lvl7pPr>
              <a:defRPr sz="1520" b="1">
                <a:solidFill>
                  <a:srgbClr val="FFFFFF"/>
                </a:solidFill>
                <a:latin typeface="Arial"/>
                <a:ea typeface="Arial"/>
                <a:cs typeface="Arial"/>
              </a:defRPr>
            </a:lvl7pPr>
            <a:lvl8pPr>
              <a:defRPr sz="1520" b="1">
                <a:solidFill>
                  <a:srgbClr val="FFFFFF"/>
                </a:solidFill>
                <a:latin typeface="Arial"/>
                <a:ea typeface="Arial"/>
                <a:cs typeface="Arial"/>
              </a:defRPr>
            </a:lvl8pPr>
            <a:lvl9pPr>
              <a:defRPr sz="1520" b="1">
                <a:solidFill>
                  <a:srgbClr val="FFFFFF"/>
                </a:solidFill>
                <a:latin typeface="Arial"/>
                <a:ea typeface="Arial"/>
                <a:cs typeface="Arial"/>
              </a:defRPr>
            </a:lvl9pPr>
          </a:lstStyle>
          <a:p xmlns:a="http://schemas.openxmlformats.org/drawingml/2006/main">
            <a:pPr>
              <a:lnSpc>
                <a:spcPct val="98000"/>
              </a:lnSpc>
              <a:buNone/>
              <a:defRPr sz="1520" b="1">
                <a:solidFill>
                  <a:srgbClr val="FFFFFF"/>
                </a:solidFill>
                <a:latin typeface="Arial"/>
                <a:ea typeface="Arial"/>
                <a:cs typeface="Arial"/>
              </a:defRPr>
            </a:pPr>
            <a:r>
              <a:rPr sz="152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FF490381-3C06-4959-AD9A-15D6D89E934C}"/>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BC07AF13-63D1-4E4E-9713-CE6391F9D652}"/>
              </a:ext>
            </a:extLst>
          </p:cNvPr>
          <p:cNvPicPr>
            <a:picLocks xmlns:a="http://schemas.openxmlformats.org/drawingml/2006/main" noChangeAspect="1"/>
          </p:cNvPicPr>
          <p:nvPr/>
        </p:nvPicPr>
        <p:blipFill>
          <a:blip xmlns:r="http://schemas.openxmlformats.org/officeDocument/2006/relationships" xmlns:a="http://schemas.openxmlformats.org/drawingml/2006/main" r:embed="Rd270176560114100"/>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3977DB50-7111-4549-ACA0-5D31AF2A9296}"/>
              </a:ext>
            </a:extLst>
          </p:cNvPr>
          <p:cNvSpPr>
            <a:spLocks xmlns:a="http://schemas.openxmlformats.org/drawingml/2006/main" noGrp="1"/>
          </p:cNvSpPr>
          <p:nvPr/>
        </p:nvSpPr>
        <p:spPr>
          <a:xfrm xmlns:a="http://schemas.openxmlformats.org/drawingml/2006/main">
            <a:off x="1257300" y="90106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8F0FC86C-10DE-44CB-AC0C-953FD4C06D36}"/>
              </a:ext>
            </a:extLst>
          </p:cNvPr>
          <p:cNvSpPr>
            <a:spLocks xmlns:a="http://schemas.openxmlformats.org/drawingml/2006/main" noGrp="1"/>
          </p:cNvSpPr>
          <p:nvPr/>
        </p:nvSpPr>
        <p:spPr>
          <a:xfrm xmlns:a="http://schemas.openxmlformats.org/drawingml/2006/main">
            <a:off x="1257300" y="9525000"/>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5DAC7A5B-0385-4876-8635-EC62FD90FA03}"/>
              </a:ext>
            </a:extLst>
          </p:cNvPr>
          <p:cNvSpPr>
            <a:spLocks xmlns:a="http://schemas.openxmlformats.org/drawingml/2006/main" noGrp="1"/>
          </p:cNvSpPr>
          <p:nvPr/>
        </p:nvSpPr>
        <p:spPr>
          <a:xfrm xmlns:a="http://schemas.openxmlformats.org/drawingml/2006/main">
            <a:off x="6715125" y="9010650"/>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B3E321DC-9537-4304-BF66-7E8B9C1569F6}"/>
              </a:ext>
            </a:extLst>
          </p:cNvPr>
          <p:cNvPicPr>
            <a:picLocks xmlns:a="http://schemas.openxmlformats.org/drawingml/2006/main" noChangeAspect="1"/>
          </p:cNvPicPr>
          <p:nvPr/>
        </p:nvPicPr>
        <p:blipFill>
          <a:blip xmlns:r="http://schemas.openxmlformats.org/officeDocument/2006/relationships" xmlns:a="http://schemas.openxmlformats.org/drawingml/2006/main" r:embed="R936571ceae69423b"/>
          <a:stretch xmlns:a="http://schemas.openxmlformats.org/drawingml/2006/main"/>
        </p:blipFill>
        <p:spPr>
          <a:xfrm xmlns:a="http://schemas.openxmlformats.org/drawingml/2006/main">
            <a:off x="6762750" y="9058275"/>
            <a:ext cx="781050" cy="781050"/>
          </a:xfrm>
          <a:prstGeom xmlns:a="http://schemas.openxmlformats.org/drawingml/2006/main" prst="rect">
            <a:avLst/>
          </a:prstGeom>
        </p:spPr>
      </p:pic>
    </p:spTree>
    <p:extLst>
      <p:ext uri="{BB962C8B-B14F-4D97-AF65-F5344CB8AC3E}">
        <p14:creationId xmlns:p14="http://schemas.microsoft.com/office/powerpoint/2010/main" val="1145710120"/>
      </p:ext>
    </p:extLst>
  </p:cSld>
</p:sld>
</file>

<file path=ppt/slides/slide4.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85B2FD4-E89F-46D7-8036-D95B5C03FB2C}"/>
              </a:ext>
            </a:extLst>
          </p:cNvPr>
          <p:cNvPicPr>
            <a:picLocks xmlns:a="http://schemas.openxmlformats.org/drawingml/2006/main" noChangeAspect="1"/>
          </p:cNvPicPr>
          <p:nvPr/>
        </p:nvPicPr>
        <p:blipFill>
          <a:blip xmlns:r="http://schemas.openxmlformats.org/officeDocument/2006/relationships" xmlns:a="http://schemas.openxmlformats.org/drawingml/2006/main" r:embed="R2d9d70a43b7d4567"/>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90E856C0-7C22-439F-B332-0220F38ED420}"/>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D5FDFDB5-E8FB-4F57-8024-DD9D8024E4F2}"/>
              </a:ext>
            </a:extLst>
          </p:cNvPr>
          <p:cNvSpPr>
            <a:spLocks xmlns:a="http://schemas.openxmlformats.org/drawingml/2006/main" noGrp="1"/>
          </p:cNvSpPr>
          <p:nvPr/>
        </p:nvSpPr>
        <p:spPr>
          <a:xfrm xmlns:a="http://schemas.openxmlformats.org/drawingml/2006/main">
            <a:off x="4819650" y="390525"/>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0180"/>
                </a:solidFill>
                <a:latin typeface="Space Grotesk"/>
                <a:ea typeface="Space Grotesk"/>
                <a:cs typeface="Space Grotesk"/>
              </a:defRPr>
            </a:defPPr>
            <a:lvl1pPr>
              <a:defRPr sz="1100" b="1">
                <a:solidFill>
                  <a:srgbClr val="FF0180"/>
                </a:solidFill>
                <a:latin typeface="Space Grotesk"/>
                <a:ea typeface="Space Grotesk"/>
                <a:cs typeface="Space Grotesk"/>
              </a:defRPr>
            </a:lvl1pPr>
            <a:lvl2pPr>
              <a:defRPr sz="1100" b="1">
                <a:solidFill>
                  <a:srgbClr val="FF0180"/>
                </a:solidFill>
                <a:latin typeface="Space Grotesk"/>
                <a:ea typeface="Space Grotesk"/>
                <a:cs typeface="Space Grotesk"/>
              </a:defRPr>
            </a:lvl2pPr>
            <a:lvl3pPr>
              <a:defRPr sz="1100" b="1">
                <a:solidFill>
                  <a:srgbClr val="FF0180"/>
                </a:solidFill>
                <a:latin typeface="Space Grotesk"/>
                <a:ea typeface="Space Grotesk"/>
                <a:cs typeface="Space Grotesk"/>
              </a:defRPr>
            </a:lvl3pPr>
            <a:lvl4pPr>
              <a:defRPr sz="1100" b="1">
                <a:solidFill>
                  <a:srgbClr val="FF0180"/>
                </a:solidFill>
                <a:latin typeface="Space Grotesk"/>
                <a:ea typeface="Space Grotesk"/>
                <a:cs typeface="Space Grotesk"/>
              </a:defRPr>
            </a:lvl4pPr>
            <a:lvl5pPr>
              <a:defRPr sz="1100" b="1">
                <a:solidFill>
                  <a:srgbClr val="FF0180"/>
                </a:solidFill>
                <a:latin typeface="Space Grotesk"/>
                <a:ea typeface="Space Grotesk"/>
                <a:cs typeface="Space Grotesk"/>
              </a:defRPr>
            </a:lvl5pPr>
            <a:lvl6pPr>
              <a:defRPr sz="1100" b="1">
                <a:solidFill>
                  <a:srgbClr val="FF0180"/>
                </a:solidFill>
                <a:latin typeface="Space Grotesk"/>
                <a:ea typeface="Space Grotesk"/>
                <a:cs typeface="Space Grotesk"/>
              </a:defRPr>
            </a:lvl6pPr>
            <a:lvl7pPr>
              <a:defRPr sz="1100" b="1">
                <a:solidFill>
                  <a:srgbClr val="FF0180"/>
                </a:solidFill>
                <a:latin typeface="Space Grotesk"/>
                <a:ea typeface="Space Grotesk"/>
                <a:cs typeface="Space Grotesk"/>
              </a:defRPr>
            </a:lvl7pPr>
            <a:lvl8pPr>
              <a:defRPr sz="1100" b="1">
                <a:solidFill>
                  <a:srgbClr val="FF0180"/>
                </a:solidFill>
                <a:latin typeface="Space Grotesk"/>
                <a:ea typeface="Space Grotesk"/>
                <a:cs typeface="Space Grotesk"/>
              </a:defRPr>
            </a:lvl8pPr>
            <a:lvl9pPr>
              <a:defRPr sz="1100" b="1">
                <a:solidFill>
                  <a:srgbClr val="FF0180"/>
                </a:solidFill>
                <a:latin typeface="Space Grotesk"/>
                <a:ea typeface="Space Grotesk"/>
                <a:cs typeface="Space Grotesk"/>
              </a:defRPr>
            </a:lvl9pPr>
          </a:lstStyle>
          <a:p xmlns:a="http://schemas.openxmlformats.org/drawingml/2006/main">
            <a:pPr>
              <a:lnSpc>
                <a:spcPct val="98000"/>
              </a:lnSpc>
              <a:buNone/>
              <a:defRPr sz="1100" b="1">
                <a:solidFill>
                  <a:srgbClr val="FF0180"/>
                </a:solidFill>
                <a:latin typeface="Space Grotesk"/>
                <a:ea typeface="Space Grotesk"/>
                <a:cs typeface="Space Grotesk"/>
              </a:defRPr>
            </a:pPr>
            <a:r>
              <a:rPr sz="11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A28A1655-94D4-40B9-870E-4A533AEBD2C1}"/>
              </a:ext>
            </a:extLst>
          </p:cNvPr>
          <p:cNvSpPr>
            <a:spLocks xmlns:a="http://schemas.openxmlformats.org/drawingml/2006/main" noGrp="1"/>
          </p:cNvSpPr>
          <p:nvPr/>
        </p:nvSpPr>
        <p:spPr>
          <a:xfrm xmlns:a="http://schemas.openxmlformats.org/drawingml/2006/main">
            <a:off x="4819650" y="1304925"/>
            <a:ext cx="26860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Space Grotesk"/>
                <a:ea typeface="Space Grotesk"/>
                <a:cs typeface="Space Grotesk"/>
              </a:defRPr>
            </a:defPPr>
            <a:lvl1pPr>
              <a:defRPr sz="3300" b="1">
                <a:solidFill>
                  <a:srgbClr val="FFFFFF"/>
                </a:solidFill>
                <a:latin typeface="Space Grotesk"/>
                <a:ea typeface="Space Grotesk"/>
                <a:cs typeface="Space Grotesk"/>
              </a:defRPr>
            </a:lvl1pPr>
            <a:lvl2pPr>
              <a:defRPr sz="3300" b="1">
                <a:solidFill>
                  <a:srgbClr val="FFFFFF"/>
                </a:solidFill>
                <a:latin typeface="Space Grotesk"/>
                <a:ea typeface="Space Grotesk"/>
                <a:cs typeface="Space Grotesk"/>
              </a:defRPr>
            </a:lvl2pPr>
            <a:lvl3pPr>
              <a:defRPr sz="3300" b="1">
                <a:solidFill>
                  <a:srgbClr val="FFFFFF"/>
                </a:solidFill>
                <a:latin typeface="Space Grotesk"/>
                <a:ea typeface="Space Grotesk"/>
                <a:cs typeface="Space Grotesk"/>
              </a:defRPr>
            </a:lvl3pPr>
            <a:lvl4pPr>
              <a:defRPr sz="3300" b="1">
                <a:solidFill>
                  <a:srgbClr val="FFFFFF"/>
                </a:solidFill>
                <a:latin typeface="Space Grotesk"/>
                <a:ea typeface="Space Grotesk"/>
                <a:cs typeface="Space Grotesk"/>
              </a:defRPr>
            </a:lvl4pPr>
            <a:lvl5pPr>
              <a:defRPr sz="3300" b="1">
                <a:solidFill>
                  <a:srgbClr val="FFFFFF"/>
                </a:solidFill>
                <a:latin typeface="Space Grotesk"/>
                <a:ea typeface="Space Grotesk"/>
                <a:cs typeface="Space Grotesk"/>
              </a:defRPr>
            </a:lvl5pPr>
            <a:lvl6pPr>
              <a:defRPr sz="3300" b="1">
                <a:solidFill>
                  <a:srgbClr val="FFFFFF"/>
                </a:solidFill>
                <a:latin typeface="Space Grotesk"/>
                <a:ea typeface="Space Grotesk"/>
                <a:cs typeface="Space Grotesk"/>
              </a:defRPr>
            </a:lvl6pPr>
            <a:lvl7pPr>
              <a:defRPr sz="3300" b="1">
                <a:solidFill>
                  <a:srgbClr val="FFFFFF"/>
                </a:solidFill>
                <a:latin typeface="Space Grotesk"/>
                <a:ea typeface="Space Grotesk"/>
                <a:cs typeface="Space Grotesk"/>
              </a:defRPr>
            </a:lvl7pPr>
            <a:lvl8pPr>
              <a:defRPr sz="3300" b="1">
                <a:solidFill>
                  <a:srgbClr val="FFFFFF"/>
                </a:solidFill>
                <a:latin typeface="Space Grotesk"/>
                <a:ea typeface="Space Grotesk"/>
                <a:cs typeface="Space Grotesk"/>
              </a:defRPr>
            </a:lvl8pPr>
            <a:lvl9pPr>
              <a:defRPr sz="3300" b="1">
                <a:solidFill>
                  <a:srgbClr val="FFFFFF"/>
                </a:solidFill>
                <a:latin typeface="Space Grotesk"/>
                <a:ea typeface="Space Grotesk"/>
                <a:cs typeface="Space Grotesk"/>
              </a:defRPr>
            </a:lvl9pPr>
          </a:lstStyle>
          <a:p xmlns:a="http://schemas.openxmlformats.org/drawingml/2006/main">
            <a:pPr>
              <a:lnSpc>
                <a:spcPct val="98000"/>
              </a:lnSpc>
              <a:buNone/>
              <a:defRPr sz="3300" b="1">
                <a:solidFill>
                  <a:srgbClr val="FFFFFF"/>
                </a:solidFill>
                <a:latin typeface="Space Grotesk"/>
                <a:ea typeface="Space Grotesk"/>
                <a:cs typeface="Space Grotesk"/>
              </a:defRPr>
            </a:pPr>
            <a:r>
              <a:rPr sz="3300" b="1">
                <a:solidFill>
                  <a:srgbClr val="FFFFFF"/>
                </a:solidFill>
                <a:latin typeface="Space Grotesk"/>
                <a:ea typeface="Space Grotesk"/>
                <a:cs typeface="Space Grotesk"/>
              </a:rPr>
              <a:t>THAT’S A BROTHER YOU’RE PASSING.</a:t>
            </a:r>
          </a:p>
        </p:txBody>
      </p:sp>
      <p:sp>
        <p:nvSpPr>
          <p:cNvPr id="5" name="Driver action">
            <a:extLst xmlns:a="http://schemas.openxmlformats.org/drawingml/2006/main">
              <a:ext uri="{FF2B5EF4-FFF2-40B4-BE49-F238E27FC236}">
                <a16:creationId xmlns:a16="http://schemas.microsoft.com/office/drawing/2014/main" id="{5456898B-7A47-4A0D-8DB9-460D10D8A4BF}"/>
              </a:ext>
            </a:extLst>
          </p:cNvPr>
          <p:cNvSpPr>
            <a:spLocks xmlns:a="http://schemas.openxmlformats.org/drawingml/2006/main" noGrp="1"/>
          </p:cNvSpPr>
          <p:nvPr/>
        </p:nvSpPr>
        <p:spPr>
          <a:xfrm xmlns:a="http://schemas.openxmlformats.org/drawingml/2006/main">
            <a:off x="4819650" y="4019550"/>
            <a:ext cx="2686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0A"/>
                </a:solidFill>
                <a:latin typeface="Space Grotesk"/>
                <a:ea typeface="Space Grotesk"/>
                <a:cs typeface="Space Grotesk"/>
              </a:defRPr>
            </a:defPPr>
            <a:lvl1pPr>
              <a:defRPr sz="3600" b="1">
                <a:solidFill>
                  <a:srgbClr val="FFFF0A"/>
                </a:solidFill>
                <a:latin typeface="Space Grotesk"/>
                <a:ea typeface="Space Grotesk"/>
                <a:cs typeface="Space Grotesk"/>
              </a:defRPr>
            </a:lvl1pPr>
            <a:lvl2pPr>
              <a:defRPr sz="3600" b="1">
                <a:solidFill>
                  <a:srgbClr val="FFFF0A"/>
                </a:solidFill>
                <a:latin typeface="Space Grotesk"/>
                <a:ea typeface="Space Grotesk"/>
                <a:cs typeface="Space Grotesk"/>
              </a:defRPr>
            </a:lvl2pPr>
            <a:lvl3pPr>
              <a:defRPr sz="3600" b="1">
                <a:solidFill>
                  <a:srgbClr val="FFFF0A"/>
                </a:solidFill>
                <a:latin typeface="Space Grotesk"/>
                <a:ea typeface="Space Grotesk"/>
                <a:cs typeface="Space Grotesk"/>
              </a:defRPr>
            </a:lvl3pPr>
            <a:lvl4pPr>
              <a:defRPr sz="3600" b="1">
                <a:solidFill>
                  <a:srgbClr val="FFFF0A"/>
                </a:solidFill>
                <a:latin typeface="Space Grotesk"/>
                <a:ea typeface="Space Grotesk"/>
                <a:cs typeface="Space Grotesk"/>
              </a:defRPr>
            </a:lvl4pPr>
            <a:lvl5pPr>
              <a:defRPr sz="3600" b="1">
                <a:solidFill>
                  <a:srgbClr val="FFFF0A"/>
                </a:solidFill>
                <a:latin typeface="Space Grotesk"/>
                <a:ea typeface="Space Grotesk"/>
                <a:cs typeface="Space Grotesk"/>
              </a:defRPr>
            </a:lvl5pPr>
            <a:lvl6pPr>
              <a:defRPr sz="3600" b="1">
                <a:solidFill>
                  <a:srgbClr val="FFFF0A"/>
                </a:solidFill>
                <a:latin typeface="Space Grotesk"/>
                <a:ea typeface="Space Grotesk"/>
                <a:cs typeface="Space Grotesk"/>
              </a:defRPr>
            </a:lvl6pPr>
            <a:lvl7pPr>
              <a:defRPr sz="3600" b="1">
                <a:solidFill>
                  <a:srgbClr val="FFFF0A"/>
                </a:solidFill>
                <a:latin typeface="Space Grotesk"/>
                <a:ea typeface="Space Grotesk"/>
                <a:cs typeface="Space Grotesk"/>
              </a:defRPr>
            </a:lvl7pPr>
            <a:lvl8pPr>
              <a:defRPr sz="3600" b="1">
                <a:solidFill>
                  <a:srgbClr val="FFFF0A"/>
                </a:solidFill>
                <a:latin typeface="Space Grotesk"/>
                <a:ea typeface="Space Grotesk"/>
                <a:cs typeface="Space Grotesk"/>
              </a:defRPr>
            </a:lvl8pPr>
            <a:lvl9pPr>
              <a:defRPr sz="3600" b="1">
                <a:solidFill>
                  <a:srgbClr val="FFFF0A"/>
                </a:solidFill>
                <a:latin typeface="Space Grotesk"/>
                <a:ea typeface="Space Grotesk"/>
                <a:cs typeface="Space Grotesk"/>
              </a:defRPr>
            </a:lvl9pPr>
          </a:lstStyle>
          <a:p xmlns:a="http://schemas.openxmlformats.org/drawingml/2006/main">
            <a:pPr>
              <a:lnSpc>
                <a:spcPct val="98000"/>
              </a:lnSpc>
              <a:buNone/>
              <a:defRPr sz="3600" b="1">
                <a:solidFill>
                  <a:srgbClr val="FFFF0A"/>
                </a:solidFill>
                <a:latin typeface="Space Grotesk"/>
                <a:ea typeface="Space Grotesk"/>
                <a:cs typeface="Space Grotesk"/>
              </a:defRPr>
            </a:pPr>
            <a:r>
              <a:rPr sz="3600" b="1">
                <a:solidFill>
                  <a:srgbClr val="FFFF0A"/>
                </a:solidFill>
                <a:latin typeface="Space Grotesk"/>
                <a:ea typeface="Space Grotesk"/>
                <a:cs typeface="Space Grotesk"/>
              </a:rPr>
              <a:t>GIVE HIM ROOM.</a:t>
            </a:r>
          </a:p>
        </p:txBody>
      </p:sp>
      <p:sp>
        <p:nvSpPr>
          <p:cNvPr id="6" name="Safe passing guidance">
            <a:extLst xmlns:a="http://schemas.openxmlformats.org/drawingml/2006/main">
              <a:ext uri="{FF2B5EF4-FFF2-40B4-BE49-F238E27FC236}">
                <a16:creationId xmlns:a16="http://schemas.microsoft.com/office/drawing/2014/main" id="{D295433B-62F8-4074-9D25-EDB06A0510C4}"/>
              </a:ext>
            </a:extLst>
          </p:cNvPr>
          <p:cNvSpPr>
            <a:spLocks xmlns:a="http://schemas.openxmlformats.org/drawingml/2006/main" noGrp="1"/>
          </p:cNvSpPr>
          <p:nvPr/>
        </p:nvSpPr>
        <p:spPr>
          <a:xfrm xmlns:a="http://schemas.openxmlformats.org/drawingml/2006/main">
            <a:off x="4819650" y="5657850"/>
            <a:ext cx="26860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20" b="1">
                <a:solidFill>
                  <a:srgbClr val="FFFFFF"/>
                </a:solidFill>
                <a:latin typeface="Arial"/>
                <a:ea typeface="Arial"/>
                <a:cs typeface="Arial"/>
              </a:defRPr>
            </a:defPPr>
            <a:lvl1pPr>
              <a:defRPr sz="1520" b="1">
                <a:solidFill>
                  <a:srgbClr val="FFFFFF"/>
                </a:solidFill>
                <a:latin typeface="Arial"/>
                <a:ea typeface="Arial"/>
                <a:cs typeface="Arial"/>
              </a:defRPr>
            </a:lvl1pPr>
            <a:lvl2pPr>
              <a:defRPr sz="1520" b="1">
                <a:solidFill>
                  <a:srgbClr val="FFFFFF"/>
                </a:solidFill>
                <a:latin typeface="Arial"/>
                <a:ea typeface="Arial"/>
                <a:cs typeface="Arial"/>
              </a:defRPr>
            </a:lvl2pPr>
            <a:lvl3pPr>
              <a:defRPr sz="1520" b="1">
                <a:solidFill>
                  <a:srgbClr val="FFFFFF"/>
                </a:solidFill>
                <a:latin typeface="Arial"/>
                <a:ea typeface="Arial"/>
                <a:cs typeface="Arial"/>
              </a:defRPr>
            </a:lvl3pPr>
            <a:lvl4pPr>
              <a:defRPr sz="1520" b="1">
                <a:solidFill>
                  <a:srgbClr val="FFFFFF"/>
                </a:solidFill>
                <a:latin typeface="Arial"/>
                <a:ea typeface="Arial"/>
                <a:cs typeface="Arial"/>
              </a:defRPr>
            </a:lvl4pPr>
            <a:lvl5pPr>
              <a:defRPr sz="1520" b="1">
                <a:solidFill>
                  <a:srgbClr val="FFFFFF"/>
                </a:solidFill>
                <a:latin typeface="Arial"/>
                <a:ea typeface="Arial"/>
                <a:cs typeface="Arial"/>
              </a:defRPr>
            </a:lvl5pPr>
            <a:lvl6pPr>
              <a:defRPr sz="1520" b="1">
                <a:solidFill>
                  <a:srgbClr val="FFFFFF"/>
                </a:solidFill>
                <a:latin typeface="Arial"/>
                <a:ea typeface="Arial"/>
                <a:cs typeface="Arial"/>
              </a:defRPr>
            </a:lvl6pPr>
            <a:lvl7pPr>
              <a:defRPr sz="1520" b="1">
                <a:solidFill>
                  <a:srgbClr val="FFFFFF"/>
                </a:solidFill>
                <a:latin typeface="Arial"/>
                <a:ea typeface="Arial"/>
                <a:cs typeface="Arial"/>
              </a:defRPr>
            </a:lvl7pPr>
            <a:lvl8pPr>
              <a:defRPr sz="1520" b="1">
                <a:solidFill>
                  <a:srgbClr val="FFFFFF"/>
                </a:solidFill>
                <a:latin typeface="Arial"/>
                <a:ea typeface="Arial"/>
                <a:cs typeface="Arial"/>
              </a:defRPr>
            </a:lvl8pPr>
            <a:lvl9pPr>
              <a:defRPr sz="1520" b="1">
                <a:solidFill>
                  <a:srgbClr val="FFFFFF"/>
                </a:solidFill>
                <a:latin typeface="Arial"/>
                <a:ea typeface="Arial"/>
                <a:cs typeface="Arial"/>
              </a:defRPr>
            </a:lvl9pPr>
          </a:lstStyle>
          <a:p xmlns:a="http://schemas.openxmlformats.org/drawingml/2006/main">
            <a:pPr>
              <a:lnSpc>
                <a:spcPct val="98000"/>
              </a:lnSpc>
              <a:buNone/>
              <a:defRPr sz="1520" b="1">
                <a:solidFill>
                  <a:srgbClr val="FFFFFF"/>
                </a:solidFill>
                <a:latin typeface="Arial"/>
                <a:ea typeface="Arial"/>
                <a:cs typeface="Arial"/>
              </a:defRPr>
            </a:pPr>
            <a:r>
              <a:rPr sz="152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40F2F059-CED4-4426-BA68-773443C3E65C}"/>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0B7FADCA-2EC2-4E8D-A969-7DFD89F5EF2B}"/>
              </a:ext>
            </a:extLst>
          </p:cNvPr>
          <p:cNvPicPr>
            <a:picLocks xmlns:a="http://schemas.openxmlformats.org/drawingml/2006/main" noChangeAspect="1"/>
          </p:cNvPicPr>
          <p:nvPr/>
        </p:nvPicPr>
        <p:blipFill>
          <a:blip xmlns:r="http://schemas.openxmlformats.org/officeDocument/2006/relationships" xmlns:a="http://schemas.openxmlformats.org/drawingml/2006/main" r:embed="R9a30f61a01464297"/>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AD3EE5AF-D973-403A-A2D7-F10EA86FA4B6}"/>
              </a:ext>
            </a:extLst>
          </p:cNvPr>
          <p:cNvSpPr>
            <a:spLocks xmlns:a="http://schemas.openxmlformats.org/drawingml/2006/main" noGrp="1"/>
          </p:cNvSpPr>
          <p:nvPr/>
        </p:nvSpPr>
        <p:spPr>
          <a:xfrm xmlns:a="http://schemas.openxmlformats.org/drawingml/2006/main">
            <a:off x="1257300" y="90106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4282F0AC-D49D-4305-8401-8DB9CCBAC076}"/>
              </a:ext>
            </a:extLst>
          </p:cNvPr>
          <p:cNvSpPr>
            <a:spLocks xmlns:a="http://schemas.openxmlformats.org/drawingml/2006/main" noGrp="1"/>
          </p:cNvSpPr>
          <p:nvPr/>
        </p:nvSpPr>
        <p:spPr>
          <a:xfrm xmlns:a="http://schemas.openxmlformats.org/drawingml/2006/main">
            <a:off x="1257300" y="9525000"/>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AC401683-F9E1-49A3-BEA6-2E2D8EB979BE}"/>
              </a:ext>
            </a:extLst>
          </p:cNvPr>
          <p:cNvSpPr>
            <a:spLocks xmlns:a="http://schemas.openxmlformats.org/drawingml/2006/main" noGrp="1"/>
          </p:cNvSpPr>
          <p:nvPr/>
        </p:nvSpPr>
        <p:spPr>
          <a:xfrm xmlns:a="http://schemas.openxmlformats.org/drawingml/2006/main">
            <a:off x="6715125" y="9010650"/>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7BA75022-05BE-4301-8C87-57232A2E7719}"/>
              </a:ext>
            </a:extLst>
          </p:cNvPr>
          <p:cNvPicPr>
            <a:picLocks xmlns:a="http://schemas.openxmlformats.org/drawingml/2006/main" noChangeAspect="1"/>
          </p:cNvPicPr>
          <p:nvPr/>
        </p:nvPicPr>
        <p:blipFill>
          <a:blip xmlns:r="http://schemas.openxmlformats.org/officeDocument/2006/relationships" xmlns:a="http://schemas.openxmlformats.org/drawingml/2006/main" r:embed="Ra3ee92150f3d4166"/>
          <a:stretch xmlns:a="http://schemas.openxmlformats.org/drawingml/2006/main"/>
        </p:blipFill>
        <p:spPr>
          <a:xfrm xmlns:a="http://schemas.openxmlformats.org/drawingml/2006/main">
            <a:off x="6762750" y="9058275"/>
            <a:ext cx="781050" cy="781050"/>
          </a:xfrm>
          <a:prstGeom xmlns:a="http://schemas.openxmlformats.org/drawingml/2006/main" prst="rect">
            <a:avLst/>
          </a:prstGeom>
        </p:spPr>
      </p:pic>
    </p:spTree>
    <p:extLst>
      <p:ext uri="{BB962C8B-B14F-4D97-AF65-F5344CB8AC3E}">
        <p14:creationId xmlns:p14="http://schemas.microsoft.com/office/powerpoint/2010/main" val="1746244826"/>
      </p:ext>
    </p:extLst>
  </p:cSld>
</p:sld>
</file>

<file path=ppt/slides/slide5.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F16131-70BB-4763-B36C-1F722F8A144C}"/>
              </a:ext>
            </a:extLst>
          </p:cNvPr>
          <p:cNvPicPr>
            <a:picLocks xmlns:a="http://schemas.openxmlformats.org/drawingml/2006/main" noChangeAspect="1"/>
          </p:cNvPicPr>
          <p:nvPr/>
        </p:nvPicPr>
        <p:blipFill>
          <a:blip xmlns:r="http://schemas.openxmlformats.org/officeDocument/2006/relationships" xmlns:a="http://schemas.openxmlformats.org/drawingml/2006/main" r:embed="Rf1df1b7993d9468b"/>
          <a:srcRect xmlns:a="http://schemas.openxmlformats.org/drawingml/2006/main" l="17819" t="0" r="17819" b="0"/>
          <a:stretch xmlns:a="http://schemas.openxmlformats.org/drawingml/2006/main">
            <a:fillRect l="0" t="0" r="0" b="0"/>
          </a:stretch>
        </p:blipFill>
        <p:spPr>
          <a:xfrm xmlns:a="http://schemas.openxmlformats.org/drawingml/2006/main">
            <a:off x="0" y="0"/>
            <a:ext cx="4552950" cy="8839200"/>
          </a:xfrm>
          <a:prstGeom xmlns:a="http://schemas.openxmlformats.org/drawingml/2006/main" prst="rect">
            <a:avLst/>
          </a:prstGeom>
        </p:spPr>
      </p:pic>
      <p:sp>
        <p:nvSpPr>
          <p:cNvPr id="2" name="Portrait headline field">
            <a:extLst xmlns:a="http://schemas.openxmlformats.org/drawingml/2006/main">
              <a:ext uri="{FF2B5EF4-FFF2-40B4-BE49-F238E27FC236}">
                <a16:creationId xmlns:a16="http://schemas.microsoft.com/office/drawing/2014/main" id="{EFD69E1C-0D80-4B49-86E7-64944E67CE0C}"/>
              </a:ext>
            </a:extLst>
          </p:cNvPr>
          <p:cNvSpPr>
            <a:spLocks xmlns:a="http://schemas.openxmlformats.org/drawingml/2006/main" noGrp="1"/>
          </p:cNvSpPr>
          <p:nvPr/>
        </p:nvSpPr>
        <p:spPr>
          <a:xfrm xmlns:a="http://schemas.openxmlformats.org/drawingml/2006/main">
            <a:off x="4552950" y="0"/>
            <a:ext cx="3219450" cy="8839200"/>
          </a:xfrm>
          <a:prstGeom xmlns:a="http://schemas.openxmlformats.org/drawingml/2006/main" prst="rect">
            <a:avLst/>
          </a:prstGeom>
          <a:solidFill xmlns:a="http://schemas.openxmlformats.org/drawingml/2006/main">
            <a:srgbClr val="35125F"/>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C5CAAB85-511E-464C-8324-5F7603C5D58E}"/>
              </a:ext>
            </a:extLst>
          </p:cNvPr>
          <p:cNvSpPr>
            <a:spLocks xmlns:a="http://schemas.openxmlformats.org/drawingml/2006/main" noGrp="1"/>
          </p:cNvSpPr>
          <p:nvPr/>
        </p:nvSpPr>
        <p:spPr>
          <a:xfrm xmlns:a="http://schemas.openxmlformats.org/drawingml/2006/main">
            <a:off x="4819650" y="390525"/>
            <a:ext cx="2686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0180"/>
                </a:solidFill>
                <a:latin typeface="Space Grotesk"/>
                <a:ea typeface="Space Grotesk"/>
                <a:cs typeface="Space Grotesk"/>
              </a:defRPr>
            </a:defPPr>
            <a:lvl1pPr>
              <a:defRPr sz="1100" b="1">
                <a:solidFill>
                  <a:srgbClr val="FF0180"/>
                </a:solidFill>
                <a:latin typeface="Space Grotesk"/>
                <a:ea typeface="Space Grotesk"/>
                <a:cs typeface="Space Grotesk"/>
              </a:defRPr>
            </a:lvl1pPr>
            <a:lvl2pPr>
              <a:defRPr sz="1100" b="1">
                <a:solidFill>
                  <a:srgbClr val="FF0180"/>
                </a:solidFill>
                <a:latin typeface="Space Grotesk"/>
                <a:ea typeface="Space Grotesk"/>
                <a:cs typeface="Space Grotesk"/>
              </a:defRPr>
            </a:lvl2pPr>
            <a:lvl3pPr>
              <a:defRPr sz="1100" b="1">
                <a:solidFill>
                  <a:srgbClr val="FF0180"/>
                </a:solidFill>
                <a:latin typeface="Space Grotesk"/>
                <a:ea typeface="Space Grotesk"/>
                <a:cs typeface="Space Grotesk"/>
              </a:defRPr>
            </a:lvl3pPr>
            <a:lvl4pPr>
              <a:defRPr sz="1100" b="1">
                <a:solidFill>
                  <a:srgbClr val="FF0180"/>
                </a:solidFill>
                <a:latin typeface="Space Grotesk"/>
                <a:ea typeface="Space Grotesk"/>
                <a:cs typeface="Space Grotesk"/>
              </a:defRPr>
            </a:lvl4pPr>
            <a:lvl5pPr>
              <a:defRPr sz="1100" b="1">
                <a:solidFill>
                  <a:srgbClr val="FF0180"/>
                </a:solidFill>
                <a:latin typeface="Space Grotesk"/>
                <a:ea typeface="Space Grotesk"/>
                <a:cs typeface="Space Grotesk"/>
              </a:defRPr>
            </a:lvl5pPr>
            <a:lvl6pPr>
              <a:defRPr sz="1100" b="1">
                <a:solidFill>
                  <a:srgbClr val="FF0180"/>
                </a:solidFill>
                <a:latin typeface="Space Grotesk"/>
                <a:ea typeface="Space Grotesk"/>
                <a:cs typeface="Space Grotesk"/>
              </a:defRPr>
            </a:lvl6pPr>
            <a:lvl7pPr>
              <a:defRPr sz="1100" b="1">
                <a:solidFill>
                  <a:srgbClr val="FF0180"/>
                </a:solidFill>
                <a:latin typeface="Space Grotesk"/>
                <a:ea typeface="Space Grotesk"/>
                <a:cs typeface="Space Grotesk"/>
              </a:defRPr>
            </a:lvl7pPr>
            <a:lvl8pPr>
              <a:defRPr sz="1100" b="1">
                <a:solidFill>
                  <a:srgbClr val="FF0180"/>
                </a:solidFill>
                <a:latin typeface="Space Grotesk"/>
                <a:ea typeface="Space Grotesk"/>
                <a:cs typeface="Space Grotesk"/>
              </a:defRPr>
            </a:lvl8pPr>
            <a:lvl9pPr>
              <a:defRPr sz="1100" b="1">
                <a:solidFill>
                  <a:srgbClr val="FF0180"/>
                </a:solidFill>
                <a:latin typeface="Space Grotesk"/>
                <a:ea typeface="Space Grotesk"/>
                <a:cs typeface="Space Grotesk"/>
              </a:defRPr>
            </a:lvl9pPr>
          </a:lstStyle>
          <a:p xmlns:a="http://schemas.openxmlformats.org/drawingml/2006/main">
            <a:pPr>
              <a:lnSpc>
                <a:spcPct val="98000"/>
              </a:lnSpc>
              <a:buNone/>
              <a:defRPr sz="1100" b="1">
                <a:solidFill>
                  <a:srgbClr val="FF0180"/>
                </a:solidFill>
                <a:latin typeface="Space Grotesk"/>
                <a:ea typeface="Space Grotesk"/>
                <a:cs typeface="Space Grotesk"/>
              </a:defRPr>
            </a:pPr>
            <a:r>
              <a:rPr sz="1100" b="1">
                <a:solidFill>
                  <a:srgbClr val="FF0180"/>
                </a:solidFill>
                <a:latin typeface="Space Grotesk"/>
                <a:ea typeface="Space Grotesk"/>
                <a:cs typeface="Space Grotesk"/>
              </a:rPr>
              <a:t>3 FEET PLEASE</a:t>
            </a:r>
          </a:p>
        </p:txBody>
      </p:sp>
      <p:sp>
        <p:nvSpPr>
          <p:cNvPr id="4" name="Relationship headline">
            <a:extLst xmlns:a="http://schemas.openxmlformats.org/drawingml/2006/main">
              <a:ext uri="{FF2B5EF4-FFF2-40B4-BE49-F238E27FC236}">
                <a16:creationId xmlns:a16="http://schemas.microsoft.com/office/drawing/2014/main" id="{54B0C02D-FB45-49B7-8250-A5953C7CCB19}"/>
              </a:ext>
            </a:extLst>
          </p:cNvPr>
          <p:cNvSpPr>
            <a:spLocks xmlns:a="http://schemas.openxmlformats.org/drawingml/2006/main" noGrp="1"/>
          </p:cNvSpPr>
          <p:nvPr/>
        </p:nvSpPr>
        <p:spPr>
          <a:xfrm xmlns:a="http://schemas.openxmlformats.org/drawingml/2006/main">
            <a:off x="4819650" y="1304925"/>
            <a:ext cx="26860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Space Grotesk"/>
                <a:ea typeface="Space Grotesk"/>
                <a:cs typeface="Space Grotesk"/>
              </a:defRPr>
            </a:defPPr>
            <a:lvl1pPr>
              <a:defRPr sz="3300" b="1">
                <a:solidFill>
                  <a:srgbClr val="FFFFFF"/>
                </a:solidFill>
                <a:latin typeface="Space Grotesk"/>
                <a:ea typeface="Space Grotesk"/>
                <a:cs typeface="Space Grotesk"/>
              </a:defRPr>
            </a:lvl1pPr>
            <a:lvl2pPr>
              <a:defRPr sz="3300" b="1">
                <a:solidFill>
                  <a:srgbClr val="FFFFFF"/>
                </a:solidFill>
                <a:latin typeface="Space Grotesk"/>
                <a:ea typeface="Space Grotesk"/>
                <a:cs typeface="Space Grotesk"/>
              </a:defRPr>
            </a:lvl2pPr>
            <a:lvl3pPr>
              <a:defRPr sz="3300" b="1">
                <a:solidFill>
                  <a:srgbClr val="FFFFFF"/>
                </a:solidFill>
                <a:latin typeface="Space Grotesk"/>
                <a:ea typeface="Space Grotesk"/>
                <a:cs typeface="Space Grotesk"/>
              </a:defRPr>
            </a:lvl3pPr>
            <a:lvl4pPr>
              <a:defRPr sz="3300" b="1">
                <a:solidFill>
                  <a:srgbClr val="FFFFFF"/>
                </a:solidFill>
                <a:latin typeface="Space Grotesk"/>
                <a:ea typeface="Space Grotesk"/>
                <a:cs typeface="Space Grotesk"/>
              </a:defRPr>
            </a:lvl4pPr>
            <a:lvl5pPr>
              <a:defRPr sz="3300" b="1">
                <a:solidFill>
                  <a:srgbClr val="FFFFFF"/>
                </a:solidFill>
                <a:latin typeface="Space Grotesk"/>
                <a:ea typeface="Space Grotesk"/>
                <a:cs typeface="Space Grotesk"/>
              </a:defRPr>
            </a:lvl5pPr>
            <a:lvl6pPr>
              <a:defRPr sz="3300" b="1">
                <a:solidFill>
                  <a:srgbClr val="FFFFFF"/>
                </a:solidFill>
                <a:latin typeface="Space Grotesk"/>
                <a:ea typeface="Space Grotesk"/>
                <a:cs typeface="Space Grotesk"/>
              </a:defRPr>
            </a:lvl6pPr>
            <a:lvl7pPr>
              <a:defRPr sz="3300" b="1">
                <a:solidFill>
                  <a:srgbClr val="FFFFFF"/>
                </a:solidFill>
                <a:latin typeface="Space Grotesk"/>
                <a:ea typeface="Space Grotesk"/>
                <a:cs typeface="Space Grotesk"/>
              </a:defRPr>
            </a:lvl7pPr>
            <a:lvl8pPr>
              <a:defRPr sz="3300" b="1">
                <a:solidFill>
                  <a:srgbClr val="FFFFFF"/>
                </a:solidFill>
                <a:latin typeface="Space Grotesk"/>
                <a:ea typeface="Space Grotesk"/>
                <a:cs typeface="Space Grotesk"/>
              </a:defRPr>
            </a:lvl8pPr>
            <a:lvl9pPr>
              <a:defRPr sz="3300" b="1">
                <a:solidFill>
                  <a:srgbClr val="FFFFFF"/>
                </a:solidFill>
                <a:latin typeface="Space Grotesk"/>
                <a:ea typeface="Space Grotesk"/>
                <a:cs typeface="Space Grotesk"/>
              </a:defRPr>
            </a:lvl9pPr>
          </a:lstStyle>
          <a:p xmlns:a="http://schemas.openxmlformats.org/drawingml/2006/main">
            <a:pPr>
              <a:lnSpc>
                <a:spcPct val="98000"/>
              </a:lnSpc>
              <a:buNone/>
              <a:defRPr sz="3300" b="1">
                <a:solidFill>
                  <a:srgbClr val="FFFFFF"/>
                </a:solidFill>
                <a:latin typeface="Space Grotesk"/>
                <a:ea typeface="Space Grotesk"/>
                <a:cs typeface="Space Grotesk"/>
              </a:defRPr>
            </a:pPr>
            <a:r>
              <a:rPr sz="3300" b="1">
                <a:solidFill>
                  <a:srgbClr val="FFFFFF"/>
                </a:solidFill>
                <a:latin typeface="Space Grotesk"/>
                <a:ea typeface="Space Grotesk"/>
                <a:cs typeface="Space Grotesk"/>
              </a:rPr>
              <a:t>THAT’S A TEACHER YOU’RE PASSING.</a:t>
            </a:r>
          </a:p>
        </p:txBody>
      </p:sp>
      <p:sp>
        <p:nvSpPr>
          <p:cNvPr id="5" name="Driver action">
            <a:extLst xmlns:a="http://schemas.openxmlformats.org/drawingml/2006/main">
              <a:ext uri="{FF2B5EF4-FFF2-40B4-BE49-F238E27FC236}">
                <a16:creationId xmlns:a16="http://schemas.microsoft.com/office/drawing/2014/main" id="{0091BB12-C53C-40A7-BBE3-44D13A80662A}"/>
              </a:ext>
            </a:extLst>
          </p:cNvPr>
          <p:cNvSpPr>
            <a:spLocks xmlns:a="http://schemas.openxmlformats.org/drawingml/2006/main" noGrp="1"/>
          </p:cNvSpPr>
          <p:nvPr/>
        </p:nvSpPr>
        <p:spPr>
          <a:xfrm xmlns:a="http://schemas.openxmlformats.org/drawingml/2006/main">
            <a:off x="4819650" y="4019550"/>
            <a:ext cx="26860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0A"/>
                </a:solidFill>
                <a:latin typeface="Space Grotesk"/>
                <a:ea typeface="Space Grotesk"/>
                <a:cs typeface="Space Grotesk"/>
              </a:defRPr>
            </a:defPPr>
            <a:lvl1pPr>
              <a:defRPr sz="3600" b="1">
                <a:solidFill>
                  <a:srgbClr val="FFFF0A"/>
                </a:solidFill>
                <a:latin typeface="Space Grotesk"/>
                <a:ea typeface="Space Grotesk"/>
                <a:cs typeface="Space Grotesk"/>
              </a:defRPr>
            </a:lvl1pPr>
            <a:lvl2pPr>
              <a:defRPr sz="3600" b="1">
                <a:solidFill>
                  <a:srgbClr val="FFFF0A"/>
                </a:solidFill>
                <a:latin typeface="Space Grotesk"/>
                <a:ea typeface="Space Grotesk"/>
                <a:cs typeface="Space Grotesk"/>
              </a:defRPr>
            </a:lvl2pPr>
            <a:lvl3pPr>
              <a:defRPr sz="3600" b="1">
                <a:solidFill>
                  <a:srgbClr val="FFFF0A"/>
                </a:solidFill>
                <a:latin typeface="Space Grotesk"/>
                <a:ea typeface="Space Grotesk"/>
                <a:cs typeface="Space Grotesk"/>
              </a:defRPr>
            </a:lvl3pPr>
            <a:lvl4pPr>
              <a:defRPr sz="3600" b="1">
                <a:solidFill>
                  <a:srgbClr val="FFFF0A"/>
                </a:solidFill>
                <a:latin typeface="Space Grotesk"/>
                <a:ea typeface="Space Grotesk"/>
                <a:cs typeface="Space Grotesk"/>
              </a:defRPr>
            </a:lvl4pPr>
            <a:lvl5pPr>
              <a:defRPr sz="3600" b="1">
                <a:solidFill>
                  <a:srgbClr val="FFFF0A"/>
                </a:solidFill>
                <a:latin typeface="Space Grotesk"/>
                <a:ea typeface="Space Grotesk"/>
                <a:cs typeface="Space Grotesk"/>
              </a:defRPr>
            </a:lvl5pPr>
            <a:lvl6pPr>
              <a:defRPr sz="3600" b="1">
                <a:solidFill>
                  <a:srgbClr val="FFFF0A"/>
                </a:solidFill>
                <a:latin typeface="Space Grotesk"/>
                <a:ea typeface="Space Grotesk"/>
                <a:cs typeface="Space Grotesk"/>
              </a:defRPr>
            </a:lvl6pPr>
            <a:lvl7pPr>
              <a:defRPr sz="3600" b="1">
                <a:solidFill>
                  <a:srgbClr val="FFFF0A"/>
                </a:solidFill>
                <a:latin typeface="Space Grotesk"/>
                <a:ea typeface="Space Grotesk"/>
                <a:cs typeface="Space Grotesk"/>
              </a:defRPr>
            </a:lvl7pPr>
            <a:lvl8pPr>
              <a:defRPr sz="3600" b="1">
                <a:solidFill>
                  <a:srgbClr val="FFFF0A"/>
                </a:solidFill>
                <a:latin typeface="Space Grotesk"/>
                <a:ea typeface="Space Grotesk"/>
                <a:cs typeface="Space Grotesk"/>
              </a:defRPr>
            </a:lvl8pPr>
            <a:lvl9pPr>
              <a:defRPr sz="3600" b="1">
                <a:solidFill>
                  <a:srgbClr val="FFFF0A"/>
                </a:solidFill>
                <a:latin typeface="Space Grotesk"/>
                <a:ea typeface="Space Grotesk"/>
                <a:cs typeface="Space Grotesk"/>
              </a:defRPr>
            </a:lvl9pPr>
          </a:lstStyle>
          <a:p xmlns:a="http://schemas.openxmlformats.org/drawingml/2006/main">
            <a:pPr>
              <a:lnSpc>
                <a:spcPct val="98000"/>
              </a:lnSpc>
              <a:buNone/>
              <a:defRPr sz="3600" b="1">
                <a:solidFill>
                  <a:srgbClr val="FFFF0A"/>
                </a:solidFill>
                <a:latin typeface="Space Grotesk"/>
                <a:ea typeface="Space Grotesk"/>
                <a:cs typeface="Space Grotesk"/>
              </a:defRPr>
            </a:pPr>
            <a:r>
              <a:rPr sz="3600" b="1">
                <a:solidFill>
                  <a:srgbClr val="FFFF0A"/>
                </a:solidFill>
                <a:latin typeface="Space Grotesk"/>
                <a:ea typeface="Space Grotesk"/>
                <a:cs typeface="Space Grotesk"/>
              </a:rPr>
              <a:t>GIVE HER ROOM.</a:t>
            </a:r>
          </a:p>
        </p:txBody>
      </p:sp>
      <p:sp>
        <p:nvSpPr>
          <p:cNvPr id="6" name="Safe passing guidance">
            <a:extLst xmlns:a="http://schemas.openxmlformats.org/drawingml/2006/main">
              <a:ext uri="{FF2B5EF4-FFF2-40B4-BE49-F238E27FC236}">
                <a16:creationId xmlns:a16="http://schemas.microsoft.com/office/drawing/2014/main" id="{B4641E2B-A69B-4965-A983-2A31D3280741}"/>
              </a:ext>
            </a:extLst>
          </p:cNvPr>
          <p:cNvSpPr>
            <a:spLocks xmlns:a="http://schemas.openxmlformats.org/drawingml/2006/main" noGrp="1"/>
          </p:cNvSpPr>
          <p:nvPr/>
        </p:nvSpPr>
        <p:spPr>
          <a:xfrm xmlns:a="http://schemas.openxmlformats.org/drawingml/2006/main">
            <a:off x="4819650" y="5657850"/>
            <a:ext cx="26860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20" b="1">
                <a:solidFill>
                  <a:srgbClr val="FFFFFF"/>
                </a:solidFill>
                <a:latin typeface="Arial"/>
                <a:ea typeface="Arial"/>
                <a:cs typeface="Arial"/>
              </a:defRPr>
            </a:defPPr>
            <a:lvl1pPr>
              <a:defRPr sz="1520" b="1">
                <a:solidFill>
                  <a:srgbClr val="FFFFFF"/>
                </a:solidFill>
                <a:latin typeface="Arial"/>
                <a:ea typeface="Arial"/>
                <a:cs typeface="Arial"/>
              </a:defRPr>
            </a:lvl1pPr>
            <a:lvl2pPr>
              <a:defRPr sz="1520" b="1">
                <a:solidFill>
                  <a:srgbClr val="FFFFFF"/>
                </a:solidFill>
                <a:latin typeface="Arial"/>
                <a:ea typeface="Arial"/>
                <a:cs typeface="Arial"/>
              </a:defRPr>
            </a:lvl2pPr>
            <a:lvl3pPr>
              <a:defRPr sz="1520" b="1">
                <a:solidFill>
                  <a:srgbClr val="FFFFFF"/>
                </a:solidFill>
                <a:latin typeface="Arial"/>
                <a:ea typeface="Arial"/>
                <a:cs typeface="Arial"/>
              </a:defRPr>
            </a:lvl3pPr>
            <a:lvl4pPr>
              <a:defRPr sz="1520" b="1">
                <a:solidFill>
                  <a:srgbClr val="FFFFFF"/>
                </a:solidFill>
                <a:latin typeface="Arial"/>
                <a:ea typeface="Arial"/>
                <a:cs typeface="Arial"/>
              </a:defRPr>
            </a:lvl4pPr>
            <a:lvl5pPr>
              <a:defRPr sz="1520" b="1">
                <a:solidFill>
                  <a:srgbClr val="FFFFFF"/>
                </a:solidFill>
                <a:latin typeface="Arial"/>
                <a:ea typeface="Arial"/>
                <a:cs typeface="Arial"/>
              </a:defRPr>
            </a:lvl5pPr>
            <a:lvl6pPr>
              <a:defRPr sz="1520" b="1">
                <a:solidFill>
                  <a:srgbClr val="FFFFFF"/>
                </a:solidFill>
                <a:latin typeface="Arial"/>
                <a:ea typeface="Arial"/>
                <a:cs typeface="Arial"/>
              </a:defRPr>
            </a:lvl6pPr>
            <a:lvl7pPr>
              <a:defRPr sz="1520" b="1">
                <a:solidFill>
                  <a:srgbClr val="FFFFFF"/>
                </a:solidFill>
                <a:latin typeface="Arial"/>
                <a:ea typeface="Arial"/>
                <a:cs typeface="Arial"/>
              </a:defRPr>
            </a:lvl7pPr>
            <a:lvl8pPr>
              <a:defRPr sz="1520" b="1">
                <a:solidFill>
                  <a:srgbClr val="FFFFFF"/>
                </a:solidFill>
                <a:latin typeface="Arial"/>
                <a:ea typeface="Arial"/>
                <a:cs typeface="Arial"/>
              </a:defRPr>
            </a:lvl8pPr>
            <a:lvl9pPr>
              <a:defRPr sz="1520" b="1">
                <a:solidFill>
                  <a:srgbClr val="FFFFFF"/>
                </a:solidFill>
                <a:latin typeface="Arial"/>
                <a:ea typeface="Arial"/>
                <a:cs typeface="Arial"/>
              </a:defRPr>
            </a:lvl9pPr>
          </a:lstStyle>
          <a:p xmlns:a="http://schemas.openxmlformats.org/drawingml/2006/main">
            <a:pPr>
              <a:lnSpc>
                <a:spcPct val="98000"/>
              </a:lnSpc>
              <a:buNone/>
              <a:defRPr sz="1520" b="1">
                <a:solidFill>
                  <a:srgbClr val="FFFFFF"/>
                </a:solidFill>
                <a:latin typeface="Arial"/>
                <a:ea typeface="Arial"/>
                <a:cs typeface="Arial"/>
              </a:defRPr>
            </a:pPr>
            <a:r>
              <a:rPr sz="1520" b="1">
                <a:solidFill>
                  <a:srgbClr val="FFFFFF"/>
                </a:solidFill>
                <a:latin typeface="Arial"/>
                <a:ea typeface="Arial"/>
                <a:cs typeface="Arial"/>
              </a:rPr>
              <a:t>No safe room to pass? Slow down and wait behind. Pass only when there is enough room, including the space local law requires.</a:t>
            </a:r>
          </a:p>
        </p:txBody>
      </p:sp>
      <p:sp>
        <p:nvSpPr>
          <p:cNvPr id="7" name="Brand footer">
            <a:extLst xmlns:a="http://schemas.openxmlformats.org/drawingml/2006/main">
              <a:ext uri="{FF2B5EF4-FFF2-40B4-BE49-F238E27FC236}">
                <a16:creationId xmlns:a16="http://schemas.microsoft.com/office/drawing/2014/main" id="{A75E8FAC-ECD4-4DBD-BF53-B26E7EEA28B3}"/>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B03FAC49-6410-4C76-B284-CD5FD34CFE20}"/>
              </a:ext>
            </a:extLst>
          </p:cNvPr>
          <p:cNvPicPr>
            <a:picLocks xmlns:a="http://schemas.openxmlformats.org/drawingml/2006/main" noChangeAspect="1"/>
          </p:cNvPicPr>
          <p:nvPr/>
        </p:nvPicPr>
        <p:blipFill>
          <a:blip xmlns:r="http://schemas.openxmlformats.org/officeDocument/2006/relationships" xmlns:a="http://schemas.openxmlformats.org/drawingml/2006/main" r:embed="Rfabf36a50df34c84"/>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7C01AA94-3FE5-4D0E-BB41-1272365D3265}"/>
              </a:ext>
            </a:extLst>
          </p:cNvPr>
          <p:cNvSpPr>
            <a:spLocks xmlns:a="http://schemas.openxmlformats.org/drawingml/2006/main" noGrp="1"/>
          </p:cNvSpPr>
          <p:nvPr/>
        </p:nvSpPr>
        <p:spPr>
          <a:xfrm xmlns:a="http://schemas.openxmlformats.org/drawingml/2006/main">
            <a:off x="1257300" y="9010650"/>
            <a:ext cx="5362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FBE6B51F-8A38-4B24-A19B-30A142FF36EE}"/>
              </a:ext>
            </a:extLst>
          </p:cNvPr>
          <p:cNvSpPr>
            <a:spLocks xmlns:a="http://schemas.openxmlformats.org/drawingml/2006/main" noGrp="1"/>
          </p:cNvSpPr>
          <p:nvPr/>
        </p:nvSpPr>
        <p:spPr>
          <a:xfrm xmlns:a="http://schemas.openxmlformats.org/drawingml/2006/main">
            <a:off x="1257300" y="9525000"/>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rides.</a:t>
            </a:r>
          </a:p>
        </p:txBody>
      </p:sp>
      <p:sp>
        <p:nvSpPr>
          <p:cNvPr id="11" name="QR quiet zone">
            <a:extLst xmlns:a="http://schemas.openxmlformats.org/drawingml/2006/main">
              <a:ext uri="{FF2B5EF4-FFF2-40B4-BE49-F238E27FC236}">
                <a16:creationId xmlns:a16="http://schemas.microsoft.com/office/drawing/2014/main" id="{C96A512A-0C15-4677-B875-1E9DED16AF30}"/>
              </a:ext>
            </a:extLst>
          </p:cNvPr>
          <p:cNvSpPr>
            <a:spLocks xmlns:a="http://schemas.openxmlformats.org/drawingml/2006/main" noGrp="1"/>
          </p:cNvSpPr>
          <p:nvPr/>
        </p:nvSpPr>
        <p:spPr>
          <a:xfrm xmlns:a="http://schemas.openxmlformats.org/drawingml/2006/main">
            <a:off x="6715125" y="9010650"/>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262220DC-88BD-476F-83B4-B9CC01DAED25}"/>
              </a:ext>
            </a:extLst>
          </p:cNvPr>
          <p:cNvPicPr>
            <a:picLocks xmlns:a="http://schemas.openxmlformats.org/drawingml/2006/main" noChangeAspect="1"/>
          </p:cNvPicPr>
          <p:nvPr/>
        </p:nvPicPr>
        <p:blipFill>
          <a:blip xmlns:r="http://schemas.openxmlformats.org/officeDocument/2006/relationships" xmlns:a="http://schemas.openxmlformats.org/drawingml/2006/main" r:embed="R44f2209b2ac047f8"/>
          <a:stretch xmlns:a="http://schemas.openxmlformats.org/drawingml/2006/main"/>
        </p:blipFill>
        <p:spPr>
          <a:xfrm xmlns:a="http://schemas.openxmlformats.org/drawingml/2006/main">
            <a:off x="6762750" y="9058275"/>
            <a:ext cx="781050" cy="781050"/>
          </a:xfrm>
          <a:prstGeom xmlns:a="http://schemas.openxmlformats.org/drawingml/2006/main" prst="rect">
            <a:avLst/>
          </a:prstGeom>
        </p:spPr>
      </p:pic>
    </p:spTree>
    <p:extLst>
      <p:ext uri="{BB962C8B-B14F-4D97-AF65-F5344CB8AC3E}">
        <p14:creationId xmlns:p14="http://schemas.microsoft.com/office/powerpoint/2010/main" val="19308494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2026-10-29T13:47:33.9750000Z</dcterms:created>
  <dcterms:modified xsi:type="dcterms:W3CDTF">2026-10-29T13:47:33.9750000Z</dcterms:modified>
</coreProperties>
</file>