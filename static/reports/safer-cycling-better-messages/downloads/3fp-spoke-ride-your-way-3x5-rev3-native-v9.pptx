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23d951b7e03041ea" /><Relationship Type="http://schemas.openxmlformats.org/officeDocument/2006/relationships/extended-properties" Target="/docProps/app.xml" Id="R2b047caeeafc4b2a" /><Relationship Type="http://schemas.openxmlformats.org/officeDocument/2006/relationships/officeDocument" Target="/ppt/presentation.xml" Id="R2f860420b7b4465b" /></Relationships>
</file>

<file path=ppt/presentation.xml><?xml version="1.0" encoding="utf-8"?>
<p:presentation xmlns:p="http://schemas.openxmlformats.org/presentationml/2006/main">
  <p:sldMasterIdLst>
    <p:sldMasterId xmlns:r="http://schemas.openxmlformats.org/officeDocument/2006/relationships" id="2147483648" r:id="R766278d5574e407b"/>
  </p:sldMasterIdLst>
  <p:notesMasterIdLst>
    <p:notesMasterId xmlns:r="http://schemas.openxmlformats.org/officeDocument/2006/relationships" r:id="R1d5034c022674ffc"/>
  </p:notesMasterIdLst>
  <p:sldIdLst>
    <p:sldId xmlns:r="http://schemas.openxmlformats.org/officeDocument/2006/relationships" id="256" r:id="Re00a98925c824956"/>
    <p:sldId xmlns:r="http://schemas.openxmlformats.org/officeDocument/2006/relationships" id="257" r:id="R5dd52c59ecf44275"/>
  </p:sldIdLst>
  <p:sldSz cx="2743200" cy="4572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d8d21da5e5444632" /><Relationship Type="http://schemas.openxmlformats.org/officeDocument/2006/relationships/slideMaster" Target="/ppt/slideMasters/slideMaster1.xml" Id="R766278d5574e407b" /><Relationship Type="http://schemas.openxmlformats.org/officeDocument/2006/relationships/notesMaster" Target="/ppt/notesMasters/notesMaster1.xml" Id="R1d5034c022674ffc" /><Relationship Type="http://schemas.openxmlformats.org/officeDocument/2006/relationships/presProps" Target="/ppt/presProps.xml" Id="R6b1d8ea6563b430d" /><Relationship Type="http://schemas.openxmlformats.org/officeDocument/2006/relationships/tableStyles" Target="/ppt/tableStyles.xml" Id="R8de423a8c8384bec" /><Relationship Type="http://schemas.openxmlformats.org/officeDocument/2006/relationships/slide" Target="/ppt/slides/slide1.xml" Id="Re00a98925c824956" /><Relationship Type="http://schemas.openxmlformats.org/officeDocument/2006/relationships/slide" Target="/ppt/slides/slide2.xml" Id="R5dd52c59ecf44275"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5357be5fb4e94287"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1bbb8111fef54ed3" /><Relationship Type="http://schemas.openxmlformats.org/officeDocument/2006/relationships/notesMaster" Target="/ppt/notesMasters/notesMaster1.xml" Id="R854d42b107874075" /></Relationships>
</file>

<file path=ppt/notesSlides/_rels/notesSlide2.xml.rels>&#65279;<?xml version="1.0" encoding="utf-8"?><Relationships xmlns="http://schemas.openxmlformats.org/package/2006/relationships"><Relationship Type="http://schemas.openxmlformats.org/officeDocument/2006/relationships/slide" Target="/ppt/slides/slide2.xml" Id="R4bd834959ba94ba4" /><Relationship Type="http://schemas.openxmlformats.org/officeDocument/2006/relationships/notesMaster" Target="/ppt/notesMasters/notesMaster1.xml" Id="R2ac1c58e979243d1"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Front: full-bleed Ride Your Way artwork. The reverse carries the standard ABC Quick Check. If mounting on a wheel, test a laminated sample for secure fit and brake clearance.</a:t>
            </a:r>
          </a:p>
          <a:p xmlns:a="http://schemas.openxmlformats.org/drawingml/2006/main">
            <a:r>
              <a:t>VERSION REVIEW: v8 local edition; reviewed 2026-10-22. Exact 3FP message/artwork remains untested.</a:t>
            </a:r>
          </a:p>
          <a:p xmlns:a="http://schemas.openxmlformats.org/drawingml/2006/main">
            <a:r>
              <a:t>Emotional copy: “Little rides. Big memories.” is a creative proposal informed by audience and behavior guidance. The exact print copy is untested and has not demonstrated crash reduction or crash prevention.</a:t>
            </a:r>
          </a:p>
          <a:p xmlns:a="http://schemas.openxmlformats.org/drawingml/2006/main">
            <a:r>
              <a:t>Evidence and endpoint: League guidance supports the stationary ABC check; distinct training evaluations measure specific knowledge or skills, not this exact guide/card or injury effects. Use comprehension or a supervised, traffic-free skills check as a proximal endpoint, not traffic readiness.</a:t>
            </a:r>
          </a:p>
          <a:p xmlns:a="http://schemas.openxmlformats.org/drawingml/2006/main">
            <a:r>
              <a:t>Practitioner delivery: adults supervise children, choose a traffic-free area, check equipment and route access, and refer mechanical questions to a qualified shop. Do not certify riders for traffic based on a leaflet or brief skills check.</a:t>
            </a:r>
          </a:p>
          <a:p xmlns:a="http://schemas.openxmlformats.org/drawingml/2006/main">
            <a:r>
              <a:t>CAST (Delhomme et al., 2009) and NASEM (2025) evaluation practice: pretest with the intended audience; plan evaluation before delivery; separate process/reach, comprehension, behavior, safety, and economic outcomes; select a design suited to the campaign and any concurrent enforcement, education, equipment, or infrastructure.</a:t>
            </a:r>
          </a:p>
          <a:p xmlns:a="http://schemas.openxmlformats.org/drawingml/2006/main">
            <a:r>
              <a:t>Phillips et al. (2011) pooled estimate is from heterogeneous campaigns and is not a cyclist-print forecast. Public research review: output/public-safety-review/REPORT.md.</a:t>
            </a:r>
          </a:p>
          <a:p xmlns:a="http://schemas.openxmlformats.org/drawingml/2006/main">
            <a:r>
              <a:t>Source references:</a:t>
            </a:r>
          </a:p>
          <a:p xmlns:a="http://schemas.openxmlformats.org/drawingml/2006/main">
            <a:r>
              <a:t>League of American Bicyclists ABC Quick Check: https://bikeleague.org/videos/basic-bike-check/</a:t>
            </a:r>
          </a:p>
          <a:p xmlns:a="http://schemas.openxmlformats.org/drawingml/2006/main">
            <a:r>
              <a:t>League of American Bicyclists Rules of the Road: https://bikeleague.org/ridesmart/rules-of-the-road/</a:t>
            </a:r>
          </a:p>
          <a:p xmlns:a="http://schemas.openxmlformats.org/drawingml/2006/main">
            <a:r>
              <a:t>NHTSA Bicycle Safety: https://www.nhtsa.gov/road-safety/bicycle-safety</a:t>
            </a:r>
          </a:p>
          <a:p xmlns:a="http://schemas.openxmlformats.org/drawingml/2006/main">
            <a:r>
              <a:t>NHTSA Learn to Bike Safely: https://www.nhtsa.gov/bicycle-safety/learn-bike-safely</a:t>
            </a:r>
          </a:p>
          <a:p xmlns:a="http://schemas.openxmlformats.org/drawingml/2006/main">
            <a:r>
              <a:t>NHTSA Safe Routes to School: https://www.nhtsa.gov/book/countermeasures-that-work/pedestrian-safety/countermeasures/other-strategies-behavior-change-2</a:t>
            </a:r>
          </a:p>
          <a:p xmlns:a="http://schemas.openxmlformats.org/drawingml/2006/main">
            <a:r>
              <a:t>Relationship roles in campaign copy and generated artwork are illustrative, not biographies or testimonials.</a:t>
            </a:r>
          </a:p>
          <a:p xmlns:a="http://schemas.openxmlformats.org/drawingml/2006/main">
            <a:r>
              <a:t>CAST manual: https://www.vias.be/storage/main/cast-wp3-deliverable-3.2b.pdf</a:t>
            </a:r>
          </a:p>
          <a:p xmlns:a="http://schemas.openxmlformats.org/drawingml/2006/main">
            <a:r>
              <a:t>NASEM guide: https://www.nationalacademies.org/publications/29154</a:t>
            </a:r>
          </a:p>
          <a:p xmlns:a="http://schemas.openxmlformats.org/drawingml/2006/main">
            <a:r>
              <a:t>Phillips et al.: https://doi.org/10.1016/j.aap.2011.01.002</a:t>
            </a:r>
          </a:p>
          <a:p xmlns:a="http://schemas.openxmlformats.org/drawingml/2006/main">
            <a:r>
              <a:t>Revision v9, 29 October 2026. Applied Safer Cycling, Better Messages public report edition4.4. Exact creative remains a draft for local comprehension and behavior testing. Safer road design and speed management remain priorities. Use the adjoining campaign guide to arrange delivery, appropriate support, and evaluation. Printed content is national unless marked Arizona. 3fp.org finds groups and public rides; do not promise unlisted services.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Back: the League of American Bicyclists ABC Quick Check in its standard sequence, followed by optional lights, route, weather, and water reminders. If mounted on a wheel, test a sample for secure fit and brake clearance. QR opens 3fp.org.</a:t>
            </a:r>
          </a:p>
          <a:p xmlns:a="http://schemas.openxmlformats.org/drawingml/2006/main">
            <a:r>
              <a:t>VERSION REVIEW: v8 local edition; reviewed 2026-10-22. Exact 3FP message/artwork remains untested.</a:t>
            </a:r>
          </a:p>
          <a:p xmlns:a="http://schemas.openxmlformats.org/drawingml/2006/main">
            <a:r>
              <a:t>Creative proposal boundary: exact emotional print copy is untested and has not demonstrated crash reduction or crash prevention.</a:t>
            </a:r>
          </a:p>
          <a:p xmlns:a="http://schemas.openxmlformats.org/drawingml/2006/main">
            <a:r>
              <a:t>Evidence and endpoint: League guidance supports the stationary ABC check; distinct training evaluations measure specific knowledge or skills, not this exact guide/card or injury effects. Use comprehension or a supervised, traffic-free skills check as a proximal endpoint, not traffic readiness.</a:t>
            </a:r>
          </a:p>
          <a:p xmlns:a="http://schemas.openxmlformats.org/drawingml/2006/main">
            <a:r>
              <a:t>Practitioner delivery: adults supervise children, choose a traffic-free area, check equipment and route access, and refer mechanical questions to a qualified shop. Do not certify riders for traffic based on a leaflet or brief skills check.</a:t>
            </a:r>
          </a:p>
          <a:p xmlns:a="http://schemas.openxmlformats.org/drawingml/2006/main">
            <a:r>
              <a:t>CAST (Delhomme et al., 2009) and NASEM (2025) evaluation practice: pretest with the intended audience; plan evaluation before delivery; separate process/reach, comprehension, behavior, safety, and economic outcomes; select a design suited to the campaign and any concurrent enforcement, education, equipment, or infrastructure.</a:t>
            </a:r>
          </a:p>
          <a:p xmlns:a="http://schemas.openxmlformats.org/drawingml/2006/main">
            <a:r>
              <a:t>Phillips et al. (2011) pooled estimate is from heterogeneous campaigns and is not a cyclist-print forecast. Public research review: output/public-safety-review/REPORT.md.</a:t>
            </a:r>
          </a:p>
          <a:p xmlns:a="http://schemas.openxmlformats.org/drawingml/2006/main">
            <a:r>
              <a:t>Source references:</a:t>
            </a:r>
          </a:p>
          <a:p xmlns:a="http://schemas.openxmlformats.org/drawingml/2006/main">
            <a:r>
              <a:t>League of American Bicyclists ABC Quick Check: https://bikeleague.org/videos/basic-bike-check/</a:t>
            </a:r>
          </a:p>
          <a:p xmlns:a="http://schemas.openxmlformats.org/drawingml/2006/main">
            <a:r>
              <a:t>League of American Bicyclists Rules of the Road: https://bikeleague.org/ridesmart/rules-of-the-road/</a:t>
            </a:r>
          </a:p>
          <a:p xmlns:a="http://schemas.openxmlformats.org/drawingml/2006/main">
            <a:r>
              <a:t>NHTSA Bicycle Safety: https://www.nhtsa.gov/road-safety/bicycle-safety</a:t>
            </a:r>
          </a:p>
          <a:p xmlns:a="http://schemas.openxmlformats.org/drawingml/2006/main">
            <a:r>
              <a:t>NHTSA Learn to Bike Safely: https://www.nhtsa.gov/bicycle-safety/learn-bike-safely</a:t>
            </a:r>
          </a:p>
          <a:p xmlns:a="http://schemas.openxmlformats.org/drawingml/2006/main">
            <a:r>
              <a:t>NHTSA Safe Routes to School: https://www.nhtsa.gov/book/countermeasures-that-work/pedestrian-safety/countermeasures/other-strategies-behavior-change-2</a:t>
            </a:r>
          </a:p>
          <a:p xmlns:a="http://schemas.openxmlformats.org/drawingml/2006/main">
            <a:r>
              <a:t>Relationship roles in campaign copy and generated artwork are illustrative, not biographies or testimonials.</a:t>
            </a:r>
          </a:p>
          <a:p xmlns:a="http://schemas.openxmlformats.org/drawingml/2006/main">
            <a:r>
              <a:t>CAST manual: https://www.vias.be/storage/main/cast-wp3-deliverable-3.2b.pdf</a:t>
            </a:r>
          </a:p>
          <a:p xmlns:a="http://schemas.openxmlformats.org/drawingml/2006/main">
            <a:r>
              <a:t>NASEM guide: https://www.nationalacademies.org/publications/29154</a:t>
            </a:r>
          </a:p>
          <a:p xmlns:a="http://schemas.openxmlformats.org/drawingml/2006/main">
            <a:r>
              <a:t>Phillips et al.: https://doi.org/10.1016/j.aap.2011.01.002</a:t>
            </a:r>
          </a:p>
          <a:p xmlns:a="http://schemas.openxmlformats.org/drawingml/2006/main">
            <a:r>
              <a:t>Revision v9, 29 October 2026. Applied Safer Cycling, Better Messages public report edition4.4. Exact creative remains a draft for local comprehension and behavior testing. Safer road design and speed management remain priorities. Use the adjoining campaign guide to arrange delivery, appropriate support, and evaluation. Printed content is national unless marked Arizona. 3fp.org finds groups and public rides; do not promise unlisted services.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9751159a064640df"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44b6dd71d4e346d8"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c62ce82c114d4c5d"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6e85f304293642a3"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4421097105084b2d"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6de38da95bf341f5"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B9B75795-5B41-4644-BC71-B06BC33BC49B}"/>
              </a:ext>
            </a:extLst>
          </p:cNvPr>
          <p:cNvSpPr>
            <a:spLocks xmlns:a="http://schemas.openxmlformats.org/drawingml/2006/main" noGrp="1"/>
          </p:cNvSpPr>
          <p:nvPr>
            <p:ph type="title" idx="0"/>
          </p:nvPr>
        </p:nvSpPr>
        <p:spPr>
          <a:xfrm xmlns:a="http://schemas.openxmlformats.org/drawingml/2006/main">
            <a:off x="274320" y="1727200"/>
            <a:ext cx="2194560" cy="6604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1080" b="1">
                <a:solidFill>
                  <a:schemeClr val="tx1"/>
                </a:solidFill>
                <a:latin typeface="+mj-lt"/>
                <a:ea typeface="+mj-lt"/>
                <a:cs typeface="+mj-lt"/>
              </a:defRPr>
            </a:defPPr>
            <a:lvl1pPr marL="0" indent="0" algn="ctr">
              <a:lnSpc>
                <a:spcPct val="110000"/>
              </a:lnSpc>
              <a:spcBef>
                <a:spcPts val="0"/>
              </a:spcBef>
              <a:spcAft>
                <a:spcPts val="0"/>
              </a:spcAft>
              <a:buNone/>
              <a:defRPr sz="1080" b="1">
                <a:solidFill>
                  <a:schemeClr val="tx1"/>
                </a:solidFill>
                <a:latin typeface="+mj-lt"/>
                <a:ea typeface="+mj-lt"/>
                <a:cs typeface="+mj-lt"/>
              </a:defRPr>
            </a:lvl1pPr>
            <a:lvl2pPr marL="0" indent="0" algn="ctr">
              <a:lnSpc>
                <a:spcPct val="110000"/>
              </a:lnSpc>
              <a:spcBef>
                <a:spcPts val="0"/>
              </a:spcBef>
              <a:spcAft>
                <a:spcPts val="0"/>
              </a:spcAft>
              <a:buNone/>
              <a:defRPr sz="1080" b="1">
                <a:solidFill>
                  <a:schemeClr val="tx1"/>
                </a:solidFill>
                <a:latin typeface="+mj-lt"/>
                <a:ea typeface="+mj-lt"/>
                <a:cs typeface="+mj-lt"/>
              </a:defRPr>
            </a:lvl2pPr>
            <a:lvl3pPr marL="0" indent="0" algn="ctr">
              <a:lnSpc>
                <a:spcPct val="110000"/>
              </a:lnSpc>
              <a:spcBef>
                <a:spcPts val="0"/>
              </a:spcBef>
              <a:spcAft>
                <a:spcPts val="0"/>
              </a:spcAft>
              <a:buNone/>
              <a:defRPr sz="1080" b="1">
                <a:solidFill>
                  <a:schemeClr val="tx1"/>
                </a:solidFill>
                <a:latin typeface="+mj-lt"/>
                <a:ea typeface="+mj-lt"/>
                <a:cs typeface="+mj-lt"/>
              </a:defRPr>
            </a:lvl3pPr>
            <a:lvl4pPr marL="0" indent="0" algn="ctr">
              <a:lnSpc>
                <a:spcPct val="110000"/>
              </a:lnSpc>
              <a:spcBef>
                <a:spcPts val="0"/>
              </a:spcBef>
              <a:spcAft>
                <a:spcPts val="0"/>
              </a:spcAft>
              <a:buNone/>
              <a:defRPr sz="1080" b="1">
                <a:solidFill>
                  <a:schemeClr val="tx1"/>
                </a:solidFill>
                <a:latin typeface="+mj-lt"/>
                <a:ea typeface="+mj-lt"/>
                <a:cs typeface="+mj-lt"/>
              </a:defRPr>
            </a:lvl4pPr>
            <a:lvl5pPr marL="0" indent="0" algn="ctr">
              <a:lnSpc>
                <a:spcPct val="110000"/>
              </a:lnSpc>
              <a:spcBef>
                <a:spcPts val="0"/>
              </a:spcBef>
              <a:spcAft>
                <a:spcPts val="0"/>
              </a:spcAft>
              <a:buNone/>
              <a:defRPr sz="1080" b="1">
                <a:solidFill>
                  <a:schemeClr val="tx1"/>
                </a:solidFill>
                <a:latin typeface="+mj-lt"/>
                <a:ea typeface="+mj-lt"/>
                <a:cs typeface="+mj-lt"/>
              </a:defRPr>
            </a:lvl5pPr>
            <a:lvl6pPr marL="0" indent="0" algn="ctr">
              <a:lnSpc>
                <a:spcPct val="110000"/>
              </a:lnSpc>
              <a:spcBef>
                <a:spcPts val="0"/>
              </a:spcBef>
              <a:spcAft>
                <a:spcPts val="0"/>
              </a:spcAft>
              <a:buNone/>
              <a:defRPr sz="1080" b="1">
                <a:solidFill>
                  <a:schemeClr val="tx1"/>
                </a:solidFill>
                <a:latin typeface="+mj-lt"/>
                <a:ea typeface="+mj-lt"/>
                <a:cs typeface="+mj-lt"/>
              </a:defRPr>
            </a:lvl6pPr>
            <a:lvl7pPr marL="0" indent="0" algn="ctr">
              <a:lnSpc>
                <a:spcPct val="110000"/>
              </a:lnSpc>
              <a:spcBef>
                <a:spcPts val="0"/>
              </a:spcBef>
              <a:spcAft>
                <a:spcPts val="0"/>
              </a:spcAft>
              <a:buNone/>
              <a:defRPr sz="1080" b="1">
                <a:solidFill>
                  <a:schemeClr val="tx1"/>
                </a:solidFill>
                <a:latin typeface="+mj-lt"/>
                <a:ea typeface="+mj-lt"/>
                <a:cs typeface="+mj-lt"/>
              </a:defRPr>
            </a:lvl7pPr>
            <a:lvl8pPr marL="0" indent="0" algn="ctr">
              <a:lnSpc>
                <a:spcPct val="110000"/>
              </a:lnSpc>
              <a:spcBef>
                <a:spcPts val="0"/>
              </a:spcBef>
              <a:spcAft>
                <a:spcPts val="0"/>
              </a:spcAft>
              <a:buNone/>
              <a:defRPr sz="1080" b="1">
                <a:solidFill>
                  <a:schemeClr val="tx1"/>
                </a:solidFill>
                <a:latin typeface="+mj-lt"/>
                <a:ea typeface="+mj-lt"/>
                <a:cs typeface="+mj-lt"/>
              </a:defRPr>
            </a:lvl8pPr>
            <a:lvl9pPr marL="0" indent="0" algn="ctr">
              <a:lnSpc>
                <a:spcPct val="110000"/>
              </a:lnSpc>
              <a:spcBef>
                <a:spcPts val="0"/>
              </a:spcBef>
              <a:spcAft>
                <a:spcPts val="0"/>
              </a:spcAft>
              <a:buNone/>
              <a:defRPr sz="108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B184BF49-DA6E-4349-9A24-39EE96CD3AE3}"/>
              </a:ext>
            </a:extLst>
          </p:cNvPr>
          <p:cNvSpPr>
            <a:spLocks xmlns:a="http://schemas.openxmlformats.org/drawingml/2006/main" noGrp="1"/>
          </p:cNvSpPr>
          <p:nvPr>
            <p:ph type="subTitle" idx="1"/>
          </p:nvPr>
        </p:nvSpPr>
        <p:spPr>
          <a:xfrm xmlns:a="http://schemas.openxmlformats.org/drawingml/2006/main">
            <a:off x="411480" y="2514600"/>
            <a:ext cx="1920240" cy="508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72" b="0">
                <a:solidFill>
                  <a:schemeClr val="tx1"/>
                </a:solidFill>
                <a:latin typeface="+mn-lt"/>
                <a:ea typeface="+mn-lt"/>
                <a:cs typeface="+mn-lt"/>
              </a:defRPr>
            </a:defPPr>
            <a:lvl1pPr marL="0" indent="0" algn="ctr">
              <a:lnSpc>
                <a:spcPct val="110000"/>
              </a:lnSpc>
              <a:spcBef>
                <a:spcPts val="0"/>
              </a:spcBef>
              <a:spcAft>
                <a:spcPts val="0"/>
              </a:spcAft>
              <a:buNone/>
              <a:defRPr sz="472" b="0">
                <a:solidFill>
                  <a:schemeClr val="tx1"/>
                </a:solidFill>
                <a:latin typeface="+mn-lt"/>
                <a:ea typeface="+mn-lt"/>
                <a:cs typeface="+mn-lt"/>
              </a:defRPr>
            </a:lvl1pPr>
            <a:lvl2pPr marL="0" indent="0" algn="ctr">
              <a:lnSpc>
                <a:spcPct val="110000"/>
              </a:lnSpc>
              <a:spcBef>
                <a:spcPts val="0"/>
              </a:spcBef>
              <a:spcAft>
                <a:spcPts val="0"/>
              </a:spcAft>
              <a:buNone/>
              <a:defRPr sz="472" b="0">
                <a:solidFill>
                  <a:schemeClr val="tx1"/>
                </a:solidFill>
                <a:latin typeface="+mn-lt"/>
                <a:ea typeface="+mn-lt"/>
                <a:cs typeface="+mn-lt"/>
              </a:defRPr>
            </a:lvl2pPr>
            <a:lvl3pPr marL="0" indent="0" algn="ctr">
              <a:lnSpc>
                <a:spcPct val="110000"/>
              </a:lnSpc>
              <a:spcBef>
                <a:spcPts val="0"/>
              </a:spcBef>
              <a:spcAft>
                <a:spcPts val="0"/>
              </a:spcAft>
              <a:buNone/>
              <a:defRPr sz="472" b="0">
                <a:solidFill>
                  <a:schemeClr val="tx1"/>
                </a:solidFill>
                <a:latin typeface="+mn-lt"/>
                <a:ea typeface="+mn-lt"/>
                <a:cs typeface="+mn-lt"/>
              </a:defRPr>
            </a:lvl3pPr>
            <a:lvl4pPr marL="0" indent="0" algn="ctr">
              <a:lnSpc>
                <a:spcPct val="110000"/>
              </a:lnSpc>
              <a:spcBef>
                <a:spcPts val="0"/>
              </a:spcBef>
              <a:spcAft>
                <a:spcPts val="0"/>
              </a:spcAft>
              <a:buNone/>
              <a:defRPr sz="472" b="0">
                <a:solidFill>
                  <a:schemeClr val="tx1"/>
                </a:solidFill>
                <a:latin typeface="+mn-lt"/>
                <a:ea typeface="+mn-lt"/>
                <a:cs typeface="+mn-lt"/>
              </a:defRPr>
            </a:lvl4pPr>
            <a:lvl5pPr marL="0" indent="0" algn="ctr">
              <a:lnSpc>
                <a:spcPct val="110000"/>
              </a:lnSpc>
              <a:spcBef>
                <a:spcPts val="0"/>
              </a:spcBef>
              <a:spcAft>
                <a:spcPts val="0"/>
              </a:spcAft>
              <a:buNone/>
              <a:defRPr sz="472" b="0">
                <a:solidFill>
                  <a:schemeClr val="tx1"/>
                </a:solidFill>
                <a:latin typeface="+mn-lt"/>
                <a:ea typeface="+mn-lt"/>
                <a:cs typeface="+mn-lt"/>
              </a:defRPr>
            </a:lvl5pPr>
            <a:lvl6pPr marL="0" indent="0" algn="ctr">
              <a:lnSpc>
                <a:spcPct val="110000"/>
              </a:lnSpc>
              <a:spcBef>
                <a:spcPts val="0"/>
              </a:spcBef>
              <a:spcAft>
                <a:spcPts val="0"/>
              </a:spcAft>
              <a:buNone/>
              <a:defRPr sz="472" b="0">
                <a:solidFill>
                  <a:schemeClr val="tx1"/>
                </a:solidFill>
                <a:latin typeface="+mn-lt"/>
                <a:ea typeface="+mn-lt"/>
                <a:cs typeface="+mn-lt"/>
              </a:defRPr>
            </a:lvl6pPr>
            <a:lvl7pPr marL="0" indent="0" algn="ctr">
              <a:lnSpc>
                <a:spcPct val="110000"/>
              </a:lnSpc>
              <a:spcBef>
                <a:spcPts val="0"/>
              </a:spcBef>
              <a:spcAft>
                <a:spcPts val="0"/>
              </a:spcAft>
              <a:buNone/>
              <a:defRPr sz="472" b="0">
                <a:solidFill>
                  <a:schemeClr val="tx1"/>
                </a:solidFill>
                <a:latin typeface="+mn-lt"/>
                <a:ea typeface="+mn-lt"/>
                <a:cs typeface="+mn-lt"/>
              </a:defRPr>
            </a:lvl7pPr>
            <a:lvl8pPr marL="0" indent="0" algn="ctr">
              <a:lnSpc>
                <a:spcPct val="110000"/>
              </a:lnSpc>
              <a:spcBef>
                <a:spcPts val="0"/>
              </a:spcBef>
              <a:spcAft>
                <a:spcPts val="0"/>
              </a:spcAft>
              <a:buNone/>
              <a:defRPr sz="472" b="0">
                <a:solidFill>
                  <a:schemeClr val="tx1"/>
                </a:solidFill>
                <a:latin typeface="+mn-lt"/>
                <a:ea typeface="+mn-lt"/>
                <a:cs typeface="+mn-lt"/>
              </a:defRPr>
            </a:lvl8pPr>
            <a:lvl9pPr marL="0" indent="0" algn="ctr">
              <a:lnSpc>
                <a:spcPct val="110000"/>
              </a:lnSpc>
              <a:spcBef>
                <a:spcPts val="0"/>
              </a:spcBef>
              <a:spcAft>
                <a:spcPts val="0"/>
              </a:spcAft>
              <a:buNone/>
              <a:defRPr sz="472"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C2B59759-F362-4BF4-B872-202A452CB4A6}"/>
              </a:ext>
            </a:extLst>
          </p:cNvPr>
          <p:cNvSpPr>
            <a:spLocks xmlns:a="http://schemas.openxmlformats.org/drawingml/2006/main" noGrp="1"/>
          </p:cNvSpPr>
          <p:nvPr>
            <p:ph type="title" idx="0"/>
          </p:nvPr>
        </p:nvSpPr>
        <p:spPr>
          <a:xfrm xmlns:a="http://schemas.openxmlformats.org/drawingml/2006/main">
            <a:off x="274320" y="1905000"/>
            <a:ext cx="219456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945" b="1">
                <a:solidFill>
                  <a:schemeClr val="tx1"/>
                </a:solidFill>
                <a:latin typeface="+mj-lt"/>
                <a:ea typeface="+mj-lt"/>
                <a:cs typeface="+mj-lt"/>
              </a:defRPr>
            </a:defPPr>
            <a:lvl1pPr marL="0" indent="0" algn="ctr">
              <a:lnSpc>
                <a:spcPct val="110000"/>
              </a:lnSpc>
              <a:spcBef>
                <a:spcPts val="0"/>
              </a:spcBef>
              <a:spcAft>
                <a:spcPts val="0"/>
              </a:spcAft>
              <a:buNone/>
              <a:defRPr sz="945" b="1">
                <a:solidFill>
                  <a:schemeClr val="tx1"/>
                </a:solidFill>
                <a:latin typeface="+mj-lt"/>
                <a:ea typeface="+mj-lt"/>
                <a:cs typeface="+mj-lt"/>
              </a:defRPr>
            </a:lvl1pPr>
            <a:lvl2pPr marL="0" indent="0" algn="ctr">
              <a:lnSpc>
                <a:spcPct val="110000"/>
              </a:lnSpc>
              <a:spcBef>
                <a:spcPts val="0"/>
              </a:spcBef>
              <a:spcAft>
                <a:spcPts val="0"/>
              </a:spcAft>
              <a:buNone/>
              <a:defRPr sz="945" b="1">
                <a:solidFill>
                  <a:schemeClr val="tx1"/>
                </a:solidFill>
                <a:latin typeface="+mj-lt"/>
                <a:ea typeface="+mj-lt"/>
                <a:cs typeface="+mj-lt"/>
              </a:defRPr>
            </a:lvl2pPr>
            <a:lvl3pPr marL="0" indent="0" algn="ctr">
              <a:lnSpc>
                <a:spcPct val="110000"/>
              </a:lnSpc>
              <a:spcBef>
                <a:spcPts val="0"/>
              </a:spcBef>
              <a:spcAft>
                <a:spcPts val="0"/>
              </a:spcAft>
              <a:buNone/>
              <a:defRPr sz="945" b="1">
                <a:solidFill>
                  <a:schemeClr val="tx1"/>
                </a:solidFill>
                <a:latin typeface="+mj-lt"/>
                <a:ea typeface="+mj-lt"/>
                <a:cs typeface="+mj-lt"/>
              </a:defRPr>
            </a:lvl3pPr>
            <a:lvl4pPr marL="0" indent="0" algn="ctr">
              <a:lnSpc>
                <a:spcPct val="110000"/>
              </a:lnSpc>
              <a:spcBef>
                <a:spcPts val="0"/>
              </a:spcBef>
              <a:spcAft>
                <a:spcPts val="0"/>
              </a:spcAft>
              <a:buNone/>
              <a:defRPr sz="945" b="1">
                <a:solidFill>
                  <a:schemeClr val="tx1"/>
                </a:solidFill>
                <a:latin typeface="+mj-lt"/>
                <a:ea typeface="+mj-lt"/>
                <a:cs typeface="+mj-lt"/>
              </a:defRPr>
            </a:lvl4pPr>
            <a:lvl5pPr marL="0" indent="0" algn="ctr">
              <a:lnSpc>
                <a:spcPct val="110000"/>
              </a:lnSpc>
              <a:spcBef>
                <a:spcPts val="0"/>
              </a:spcBef>
              <a:spcAft>
                <a:spcPts val="0"/>
              </a:spcAft>
              <a:buNone/>
              <a:defRPr sz="945" b="1">
                <a:solidFill>
                  <a:schemeClr val="tx1"/>
                </a:solidFill>
                <a:latin typeface="+mj-lt"/>
                <a:ea typeface="+mj-lt"/>
                <a:cs typeface="+mj-lt"/>
              </a:defRPr>
            </a:lvl5pPr>
            <a:lvl6pPr marL="0" indent="0" algn="ctr">
              <a:lnSpc>
                <a:spcPct val="110000"/>
              </a:lnSpc>
              <a:spcBef>
                <a:spcPts val="0"/>
              </a:spcBef>
              <a:spcAft>
                <a:spcPts val="0"/>
              </a:spcAft>
              <a:buNone/>
              <a:defRPr sz="945" b="1">
                <a:solidFill>
                  <a:schemeClr val="tx1"/>
                </a:solidFill>
                <a:latin typeface="+mj-lt"/>
                <a:ea typeface="+mj-lt"/>
                <a:cs typeface="+mj-lt"/>
              </a:defRPr>
            </a:lvl6pPr>
            <a:lvl7pPr marL="0" indent="0" algn="ctr">
              <a:lnSpc>
                <a:spcPct val="110000"/>
              </a:lnSpc>
              <a:spcBef>
                <a:spcPts val="0"/>
              </a:spcBef>
              <a:spcAft>
                <a:spcPts val="0"/>
              </a:spcAft>
              <a:buNone/>
              <a:defRPr sz="945" b="1">
                <a:solidFill>
                  <a:schemeClr val="tx1"/>
                </a:solidFill>
                <a:latin typeface="+mj-lt"/>
                <a:ea typeface="+mj-lt"/>
                <a:cs typeface="+mj-lt"/>
              </a:defRPr>
            </a:lvl7pPr>
            <a:lvl8pPr marL="0" indent="0" algn="ctr">
              <a:lnSpc>
                <a:spcPct val="110000"/>
              </a:lnSpc>
              <a:spcBef>
                <a:spcPts val="0"/>
              </a:spcBef>
              <a:spcAft>
                <a:spcPts val="0"/>
              </a:spcAft>
              <a:buNone/>
              <a:defRPr sz="945" b="1">
                <a:solidFill>
                  <a:schemeClr val="tx1"/>
                </a:solidFill>
                <a:latin typeface="+mj-lt"/>
                <a:ea typeface="+mj-lt"/>
                <a:cs typeface="+mj-lt"/>
              </a:defRPr>
            </a:lvl8pPr>
            <a:lvl9pPr marL="0" indent="0" algn="ctr">
              <a:lnSpc>
                <a:spcPct val="110000"/>
              </a:lnSpc>
              <a:spcBef>
                <a:spcPts val="0"/>
              </a:spcBef>
              <a:spcAft>
                <a:spcPts val="0"/>
              </a:spcAft>
              <a:buNone/>
              <a:defRPr sz="945"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569A413D-CBDD-4920-B6A0-EACD97967972}"/>
              </a:ext>
            </a:extLst>
          </p:cNvPr>
          <p:cNvSpPr>
            <a:spLocks xmlns:a="http://schemas.openxmlformats.org/drawingml/2006/main" noGrp="1"/>
          </p:cNvSpPr>
          <p:nvPr>
            <p:ph type="title" idx="0"/>
          </p:nvPr>
        </p:nvSpPr>
        <p:spPr>
          <a:xfrm xmlns:a="http://schemas.openxmlformats.org/drawingml/2006/main">
            <a:off x="154305" y="355600"/>
            <a:ext cx="2434590" cy="558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743" b="1">
                <a:solidFill>
                  <a:schemeClr val="tx1"/>
                </a:solidFill>
                <a:latin typeface="+mj-lt"/>
                <a:ea typeface="+mj-lt"/>
                <a:cs typeface="+mj-lt"/>
              </a:defRPr>
            </a:defPPr>
            <a:lvl1pPr marL="0" indent="0" algn="l">
              <a:lnSpc>
                <a:spcPct val="110000"/>
              </a:lnSpc>
              <a:spcBef>
                <a:spcPts val="0"/>
              </a:spcBef>
              <a:spcAft>
                <a:spcPts val="0"/>
              </a:spcAft>
              <a:buNone/>
              <a:defRPr sz="743" b="1">
                <a:solidFill>
                  <a:schemeClr val="tx1"/>
                </a:solidFill>
                <a:latin typeface="+mj-lt"/>
                <a:ea typeface="+mj-lt"/>
                <a:cs typeface="+mj-lt"/>
              </a:defRPr>
            </a:lvl1pPr>
            <a:lvl2pPr marL="0" indent="0" algn="l">
              <a:lnSpc>
                <a:spcPct val="110000"/>
              </a:lnSpc>
              <a:spcBef>
                <a:spcPts val="0"/>
              </a:spcBef>
              <a:spcAft>
                <a:spcPts val="0"/>
              </a:spcAft>
              <a:buNone/>
              <a:defRPr sz="743" b="1">
                <a:solidFill>
                  <a:schemeClr val="tx1"/>
                </a:solidFill>
                <a:latin typeface="+mj-lt"/>
                <a:ea typeface="+mj-lt"/>
                <a:cs typeface="+mj-lt"/>
              </a:defRPr>
            </a:lvl2pPr>
            <a:lvl3pPr marL="0" indent="0" algn="l">
              <a:lnSpc>
                <a:spcPct val="110000"/>
              </a:lnSpc>
              <a:spcBef>
                <a:spcPts val="0"/>
              </a:spcBef>
              <a:spcAft>
                <a:spcPts val="0"/>
              </a:spcAft>
              <a:buNone/>
              <a:defRPr sz="743" b="1">
                <a:solidFill>
                  <a:schemeClr val="tx1"/>
                </a:solidFill>
                <a:latin typeface="+mj-lt"/>
                <a:ea typeface="+mj-lt"/>
                <a:cs typeface="+mj-lt"/>
              </a:defRPr>
            </a:lvl3pPr>
            <a:lvl4pPr marL="0" indent="0" algn="l">
              <a:lnSpc>
                <a:spcPct val="110000"/>
              </a:lnSpc>
              <a:spcBef>
                <a:spcPts val="0"/>
              </a:spcBef>
              <a:spcAft>
                <a:spcPts val="0"/>
              </a:spcAft>
              <a:buNone/>
              <a:defRPr sz="743" b="1">
                <a:solidFill>
                  <a:schemeClr val="tx1"/>
                </a:solidFill>
                <a:latin typeface="+mj-lt"/>
                <a:ea typeface="+mj-lt"/>
                <a:cs typeface="+mj-lt"/>
              </a:defRPr>
            </a:lvl4pPr>
            <a:lvl5pPr marL="0" indent="0" algn="l">
              <a:lnSpc>
                <a:spcPct val="110000"/>
              </a:lnSpc>
              <a:spcBef>
                <a:spcPts val="0"/>
              </a:spcBef>
              <a:spcAft>
                <a:spcPts val="0"/>
              </a:spcAft>
              <a:buNone/>
              <a:defRPr sz="743" b="1">
                <a:solidFill>
                  <a:schemeClr val="tx1"/>
                </a:solidFill>
                <a:latin typeface="+mj-lt"/>
                <a:ea typeface="+mj-lt"/>
                <a:cs typeface="+mj-lt"/>
              </a:defRPr>
            </a:lvl5pPr>
            <a:lvl6pPr marL="0" indent="0" algn="l">
              <a:lnSpc>
                <a:spcPct val="110000"/>
              </a:lnSpc>
              <a:spcBef>
                <a:spcPts val="0"/>
              </a:spcBef>
              <a:spcAft>
                <a:spcPts val="0"/>
              </a:spcAft>
              <a:buNone/>
              <a:defRPr sz="743" b="1">
                <a:solidFill>
                  <a:schemeClr val="tx1"/>
                </a:solidFill>
                <a:latin typeface="+mj-lt"/>
                <a:ea typeface="+mj-lt"/>
                <a:cs typeface="+mj-lt"/>
              </a:defRPr>
            </a:lvl6pPr>
            <a:lvl7pPr marL="0" indent="0" algn="l">
              <a:lnSpc>
                <a:spcPct val="110000"/>
              </a:lnSpc>
              <a:spcBef>
                <a:spcPts val="0"/>
              </a:spcBef>
              <a:spcAft>
                <a:spcPts val="0"/>
              </a:spcAft>
              <a:buNone/>
              <a:defRPr sz="743" b="1">
                <a:solidFill>
                  <a:schemeClr val="tx1"/>
                </a:solidFill>
                <a:latin typeface="+mj-lt"/>
                <a:ea typeface="+mj-lt"/>
                <a:cs typeface="+mj-lt"/>
              </a:defRPr>
            </a:lvl7pPr>
            <a:lvl8pPr marL="0" indent="0" algn="l">
              <a:lnSpc>
                <a:spcPct val="110000"/>
              </a:lnSpc>
              <a:spcBef>
                <a:spcPts val="0"/>
              </a:spcBef>
              <a:spcAft>
                <a:spcPts val="0"/>
              </a:spcAft>
              <a:buNone/>
              <a:defRPr sz="743" b="1">
                <a:solidFill>
                  <a:schemeClr val="tx1"/>
                </a:solidFill>
                <a:latin typeface="+mj-lt"/>
                <a:ea typeface="+mj-lt"/>
                <a:cs typeface="+mj-lt"/>
              </a:defRPr>
            </a:lvl8pPr>
            <a:lvl9pPr marL="0" indent="0" algn="l">
              <a:lnSpc>
                <a:spcPct val="110000"/>
              </a:lnSpc>
              <a:spcBef>
                <a:spcPts val="0"/>
              </a:spcBef>
              <a:spcAft>
                <a:spcPts val="0"/>
              </a:spcAft>
              <a:buNone/>
              <a:defRPr sz="743"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2959B207-504D-4A73-9488-C1A9E77671F3}"/>
              </a:ext>
            </a:extLst>
          </p:cNvPr>
          <p:cNvSpPr>
            <a:spLocks xmlns:a="http://schemas.openxmlformats.org/drawingml/2006/main" noGrp="1"/>
          </p:cNvSpPr>
          <p:nvPr>
            <p:ph type="body" idx="1"/>
          </p:nvPr>
        </p:nvSpPr>
        <p:spPr>
          <a:xfrm xmlns:a="http://schemas.openxmlformats.org/drawingml/2006/main">
            <a:off x="154305" y="1270000"/>
            <a:ext cx="2434590" cy="2844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506" b="0">
                <a:solidFill>
                  <a:schemeClr val="tx1"/>
                </a:solidFill>
                <a:latin typeface="+mn-lt"/>
                <a:ea typeface="+mn-lt"/>
                <a:cs typeface="+mn-lt"/>
              </a:defRPr>
            </a:defPPr>
            <a:lvl1pPr marL="51435" indent="-51435" algn="l">
              <a:lnSpc>
                <a:spcPct val="110000"/>
              </a:lnSpc>
              <a:spcBef>
                <a:spcPts val="0"/>
              </a:spcBef>
              <a:spcAft>
                <a:spcPts val="270"/>
              </a:spcAft>
              <a:buChar char="•"/>
              <a:defRPr sz="506" b="0">
                <a:solidFill>
                  <a:schemeClr val="tx1"/>
                </a:solidFill>
                <a:latin typeface="+mn-lt"/>
                <a:ea typeface="+mn-lt"/>
                <a:cs typeface="+mn-lt"/>
              </a:defRPr>
            </a:lvl1pPr>
            <a:lvl2pPr marL="120015" indent="-51435" algn="l">
              <a:lnSpc>
                <a:spcPct val="110000"/>
              </a:lnSpc>
              <a:spcBef>
                <a:spcPts val="0"/>
              </a:spcBef>
              <a:spcAft>
                <a:spcPts val="270"/>
              </a:spcAft>
              <a:buChar char="•"/>
              <a:defRPr sz="506" b="0">
                <a:solidFill>
                  <a:schemeClr val="tx1"/>
                </a:solidFill>
                <a:latin typeface="+mn-lt"/>
                <a:ea typeface="+mn-lt"/>
                <a:cs typeface="+mn-lt"/>
              </a:defRPr>
            </a:lvl2pPr>
            <a:lvl3pPr marL="188595" indent="-51435" algn="l">
              <a:lnSpc>
                <a:spcPct val="110000"/>
              </a:lnSpc>
              <a:spcBef>
                <a:spcPts val="0"/>
              </a:spcBef>
              <a:spcAft>
                <a:spcPts val="270"/>
              </a:spcAft>
              <a:buChar char="•"/>
              <a:defRPr sz="506" b="0">
                <a:solidFill>
                  <a:schemeClr val="tx1"/>
                </a:solidFill>
                <a:latin typeface="+mn-lt"/>
                <a:ea typeface="+mn-lt"/>
                <a:cs typeface="+mn-lt"/>
              </a:defRPr>
            </a:lvl3pPr>
            <a:lvl4pPr marL="257175" indent="-51435" algn="l">
              <a:lnSpc>
                <a:spcPct val="110000"/>
              </a:lnSpc>
              <a:spcBef>
                <a:spcPts val="0"/>
              </a:spcBef>
              <a:spcAft>
                <a:spcPts val="270"/>
              </a:spcAft>
              <a:buChar char="•"/>
              <a:defRPr sz="506" b="0">
                <a:solidFill>
                  <a:schemeClr val="tx1"/>
                </a:solidFill>
                <a:latin typeface="+mn-lt"/>
                <a:ea typeface="+mn-lt"/>
                <a:cs typeface="+mn-lt"/>
              </a:defRPr>
            </a:lvl4pPr>
            <a:lvl5pPr marL="325755" indent="-51435" algn="l">
              <a:lnSpc>
                <a:spcPct val="110000"/>
              </a:lnSpc>
              <a:spcBef>
                <a:spcPts val="0"/>
              </a:spcBef>
              <a:spcAft>
                <a:spcPts val="270"/>
              </a:spcAft>
              <a:buChar char="•"/>
              <a:defRPr sz="506" b="0">
                <a:solidFill>
                  <a:schemeClr val="tx1"/>
                </a:solidFill>
                <a:latin typeface="+mn-lt"/>
                <a:ea typeface="+mn-lt"/>
                <a:cs typeface="+mn-lt"/>
              </a:defRPr>
            </a:lvl5pPr>
            <a:lvl6pPr marL="394335" indent="-51435" algn="l">
              <a:lnSpc>
                <a:spcPct val="110000"/>
              </a:lnSpc>
              <a:spcBef>
                <a:spcPts val="0"/>
              </a:spcBef>
              <a:spcAft>
                <a:spcPts val="270"/>
              </a:spcAft>
              <a:buChar char="•"/>
              <a:defRPr sz="506" b="0">
                <a:solidFill>
                  <a:schemeClr val="tx1"/>
                </a:solidFill>
                <a:latin typeface="+mn-lt"/>
                <a:ea typeface="+mn-lt"/>
                <a:cs typeface="+mn-lt"/>
              </a:defRPr>
            </a:lvl6pPr>
            <a:lvl7pPr marL="462915" indent="-51435" algn="l">
              <a:lnSpc>
                <a:spcPct val="110000"/>
              </a:lnSpc>
              <a:spcBef>
                <a:spcPts val="0"/>
              </a:spcBef>
              <a:spcAft>
                <a:spcPts val="270"/>
              </a:spcAft>
              <a:buChar char="•"/>
              <a:defRPr sz="506" b="0">
                <a:solidFill>
                  <a:schemeClr val="tx1"/>
                </a:solidFill>
                <a:latin typeface="+mn-lt"/>
                <a:ea typeface="+mn-lt"/>
                <a:cs typeface="+mn-lt"/>
              </a:defRPr>
            </a:lvl7pPr>
            <a:lvl8pPr marL="531495" indent="-51435" algn="l">
              <a:lnSpc>
                <a:spcPct val="110000"/>
              </a:lnSpc>
              <a:spcBef>
                <a:spcPts val="0"/>
              </a:spcBef>
              <a:spcAft>
                <a:spcPts val="270"/>
              </a:spcAft>
              <a:buChar char="•"/>
              <a:defRPr sz="506" b="0">
                <a:solidFill>
                  <a:schemeClr val="tx1"/>
                </a:solidFill>
                <a:latin typeface="+mn-lt"/>
                <a:ea typeface="+mn-lt"/>
                <a:cs typeface="+mn-lt"/>
              </a:defRPr>
            </a:lvl8pPr>
            <a:lvl9pPr marL="600075" indent="-51435" algn="l">
              <a:lnSpc>
                <a:spcPct val="110000"/>
              </a:lnSpc>
              <a:spcBef>
                <a:spcPts val="0"/>
              </a:spcBef>
              <a:spcAft>
                <a:spcPts val="270"/>
              </a:spcAft>
              <a:buChar char="•"/>
              <a:defRPr sz="506"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D9CD5686-0C9D-4434-914B-E232E3A4466A}"/>
              </a:ext>
            </a:extLst>
          </p:cNvPr>
          <p:cNvSpPr>
            <a:spLocks xmlns:a="http://schemas.openxmlformats.org/drawingml/2006/main" noGrp="1"/>
          </p:cNvSpPr>
          <p:nvPr>
            <p:ph type="title" idx="0"/>
          </p:nvPr>
        </p:nvSpPr>
        <p:spPr>
          <a:xfrm xmlns:a="http://schemas.openxmlformats.org/drawingml/2006/main">
            <a:off x="154305" y="355600"/>
            <a:ext cx="2434590" cy="558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743" b="1">
                <a:solidFill>
                  <a:schemeClr val="tx1"/>
                </a:solidFill>
                <a:latin typeface="+mj-lt"/>
                <a:ea typeface="+mj-lt"/>
                <a:cs typeface="+mj-lt"/>
              </a:defRPr>
            </a:defPPr>
            <a:lvl1pPr marL="0" indent="0" algn="l">
              <a:lnSpc>
                <a:spcPct val="110000"/>
              </a:lnSpc>
              <a:spcBef>
                <a:spcPts val="0"/>
              </a:spcBef>
              <a:spcAft>
                <a:spcPts val="0"/>
              </a:spcAft>
              <a:buNone/>
              <a:defRPr sz="743" b="1">
                <a:solidFill>
                  <a:schemeClr val="tx1"/>
                </a:solidFill>
                <a:latin typeface="+mj-lt"/>
                <a:ea typeface="+mj-lt"/>
                <a:cs typeface="+mj-lt"/>
              </a:defRPr>
            </a:lvl1pPr>
            <a:lvl2pPr marL="0" indent="0" algn="l">
              <a:lnSpc>
                <a:spcPct val="110000"/>
              </a:lnSpc>
              <a:spcBef>
                <a:spcPts val="0"/>
              </a:spcBef>
              <a:spcAft>
                <a:spcPts val="0"/>
              </a:spcAft>
              <a:buNone/>
              <a:defRPr sz="743" b="1">
                <a:solidFill>
                  <a:schemeClr val="tx1"/>
                </a:solidFill>
                <a:latin typeface="+mj-lt"/>
                <a:ea typeface="+mj-lt"/>
                <a:cs typeface="+mj-lt"/>
              </a:defRPr>
            </a:lvl2pPr>
            <a:lvl3pPr marL="0" indent="0" algn="l">
              <a:lnSpc>
                <a:spcPct val="110000"/>
              </a:lnSpc>
              <a:spcBef>
                <a:spcPts val="0"/>
              </a:spcBef>
              <a:spcAft>
                <a:spcPts val="0"/>
              </a:spcAft>
              <a:buNone/>
              <a:defRPr sz="743" b="1">
                <a:solidFill>
                  <a:schemeClr val="tx1"/>
                </a:solidFill>
                <a:latin typeface="+mj-lt"/>
                <a:ea typeface="+mj-lt"/>
                <a:cs typeface="+mj-lt"/>
              </a:defRPr>
            </a:lvl3pPr>
            <a:lvl4pPr marL="0" indent="0" algn="l">
              <a:lnSpc>
                <a:spcPct val="110000"/>
              </a:lnSpc>
              <a:spcBef>
                <a:spcPts val="0"/>
              </a:spcBef>
              <a:spcAft>
                <a:spcPts val="0"/>
              </a:spcAft>
              <a:buNone/>
              <a:defRPr sz="743" b="1">
                <a:solidFill>
                  <a:schemeClr val="tx1"/>
                </a:solidFill>
                <a:latin typeface="+mj-lt"/>
                <a:ea typeface="+mj-lt"/>
                <a:cs typeface="+mj-lt"/>
              </a:defRPr>
            </a:lvl4pPr>
            <a:lvl5pPr marL="0" indent="0" algn="l">
              <a:lnSpc>
                <a:spcPct val="110000"/>
              </a:lnSpc>
              <a:spcBef>
                <a:spcPts val="0"/>
              </a:spcBef>
              <a:spcAft>
                <a:spcPts val="0"/>
              </a:spcAft>
              <a:buNone/>
              <a:defRPr sz="743" b="1">
                <a:solidFill>
                  <a:schemeClr val="tx1"/>
                </a:solidFill>
                <a:latin typeface="+mj-lt"/>
                <a:ea typeface="+mj-lt"/>
                <a:cs typeface="+mj-lt"/>
              </a:defRPr>
            </a:lvl5pPr>
            <a:lvl6pPr marL="0" indent="0" algn="l">
              <a:lnSpc>
                <a:spcPct val="110000"/>
              </a:lnSpc>
              <a:spcBef>
                <a:spcPts val="0"/>
              </a:spcBef>
              <a:spcAft>
                <a:spcPts val="0"/>
              </a:spcAft>
              <a:buNone/>
              <a:defRPr sz="743" b="1">
                <a:solidFill>
                  <a:schemeClr val="tx1"/>
                </a:solidFill>
                <a:latin typeface="+mj-lt"/>
                <a:ea typeface="+mj-lt"/>
                <a:cs typeface="+mj-lt"/>
              </a:defRPr>
            </a:lvl6pPr>
            <a:lvl7pPr marL="0" indent="0" algn="l">
              <a:lnSpc>
                <a:spcPct val="110000"/>
              </a:lnSpc>
              <a:spcBef>
                <a:spcPts val="0"/>
              </a:spcBef>
              <a:spcAft>
                <a:spcPts val="0"/>
              </a:spcAft>
              <a:buNone/>
              <a:defRPr sz="743" b="1">
                <a:solidFill>
                  <a:schemeClr val="tx1"/>
                </a:solidFill>
                <a:latin typeface="+mj-lt"/>
                <a:ea typeface="+mj-lt"/>
                <a:cs typeface="+mj-lt"/>
              </a:defRPr>
            </a:lvl7pPr>
            <a:lvl8pPr marL="0" indent="0" algn="l">
              <a:lnSpc>
                <a:spcPct val="110000"/>
              </a:lnSpc>
              <a:spcBef>
                <a:spcPts val="0"/>
              </a:spcBef>
              <a:spcAft>
                <a:spcPts val="0"/>
              </a:spcAft>
              <a:buNone/>
              <a:defRPr sz="743" b="1">
                <a:solidFill>
                  <a:schemeClr val="tx1"/>
                </a:solidFill>
                <a:latin typeface="+mj-lt"/>
                <a:ea typeface="+mj-lt"/>
                <a:cs typeface="+mj-lt"/>
              </a:defRPr>
            </a:lvl8pPr>
            <a:lvl9pPr marL="0" indent="0" algn="l">
              <a:lnSpc>
                <a:spcPct val="110000"/>
              </a:lnSpc>
              <a:spcBef>
                <a:spcPts val="0"/>
              </a:spcBef>
              <a:spcAft>
                <a:spcPts val="0"/>
              </a:spcAft>
              <a:buNone/>
              <a:defRPr sz="743"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D0C067A1-5B3A-4C48-9EFA-29A8A40554CE}"/>
              </a:ext>
            </a:extLst>
          </p:cNvPr>
          <p:cNvSpPr>
            <a:spLocks xmlns:a="http://schemas.openxmlformats.org/drawingml/2006/main" noGrp="1"/>
          </p:cNvSpPr>
          <p:nvPr>
            <p:ph type="body" idx="1"/>
          </p:nvPr>
        </p:nvSpPr>
        <p:spPr>
          <a:xfrm xmlns:a="http://schemas.openxmlformats.org/drawingml/2006/main">
            <a:off x="154305" y="1270000"/>
            <a:ext cx="1131570" cy="2844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72" b="0">
                <a:solidFill>
                  <a:schemeClr val="tx1"/>
                </a:solidFill>
                <a:latin typeface="+mn-lt"/>
                <a:ea typeface="+mn-lt"/>
                <a:cs typeface="+mn-lt"/>
              </a:defRPr>
            </a:defPPr>
            <a:lvl1pPr marL="51435" indent="-51435" algn="l">
              <a:lnSpc>
                <a:spcPct val="110000"/>
              </a:lnSpc>
              <a:spcBef>
                <a:spcPts val="0"/>
              </a:spcBef>
              <a:spcAft>
                <a:spcPts val="270"/>
              </a:spcAft>
              <a:buChar char="•"/>
              <a:defRPr sz="472" b="0">
                <a:solidFill>
                  <a:schemeClr val="tx1"/>
                </a:solidFill>
                <a:latin typeface="+mn-lt"/>
                <a:ea typeface="+mn-lt"/>
                <a:cs typeface="+mn-lt"/>
              </a:defRPr>
            </a:lvl1pPr>
            <a:lvl2pPr marL="120015" indent="-51435" algn="l">
              <a:lnSpc>
                <a:spcPct val="110000"/>
              </a:lnSpc>
              <a:spcBef>
                <a:spcPts val="0"/>
              </a:spcBef>
              <a:spcAft>
                <a:spcPts val="270"/>
              </a:spcAft>
              <a:buChar char="•"/>
              <a:defRPr sz="472" b="0">
                <a:solidFill>
                  <a:schemeClr val="tx1"/>
                </a:solidFill>
                <a:latin typeface="+mn-lt"/>
                <a:ea typeface="+mn-lt"/>
                <a:cs typeface="+mn-lt"/>
              </a:defRPr>
            </a:lvl2pPr>
            <a:lvl3pPr marL="188595" indent="-51435" algn="l">
              <a:lnSpc>
                <a:spcPct val="110000"/>
              </a:lnSpc>
              <a:spcBef>
                <a:spcPts val="0"/>
              </a:spcBef>
              <a:spcAft>
                <a:spcPts val="270"/>
              </a:spcAft>
              <a:buChar char="•"/>
              <a:defRPr sz="472" b="0">
                <a:solidFill>
                  <a:schemeClr val="tx1"/>
                </a:solidFill>
                <a:latin typeface="+mn-lt"/>
                <a:ea typeface="+mn-lt"/>
                <a:cs typeface="+mn-lt"/>
              </a:defRPr>
            </a:lvl3pPr>
            <a:lvl4pPr marL="257175" indent="-51435" algn="l">
              <a:lnSpc>
                <a:spcPct val="110000"/>
              </a:lnSpc>
              <a:spcBef>
                <a:spcPts val="0"/>
              </a:spcBef>
              <a:spcAft>
                <a:spcPts val="270"/>
              </a:spcAft>
              <a:buChar char="•"/>
              <a:defRPr sz="472" b="0">
                <a:solidFill>
                  <a:schemeClr val="tx1"/>
                </a:solidFill>
                <a:latin typeface="+mn-lt"/>
                <a:ea typeface="+mn-lt"/>
                <a:cs typeface="+mn-lt"/>
              </a:defRPr>
            </a:lvl4pPr>
            <a:lvl5pPr marL="325755" indent="-51435" algn="l">
              <a:lnSpc>
                <a:spcPct val="110000"/>
              </a:lnSpc>
              <a:spcBef>
                <a:spcPts val="0"/>
              </a:spcBef>
              <a:spcAft>
                <a:spcPts val="270"/>
              </a:spcAft>
              <a:buChar char="•"/>
              <a:defRPr sz="472" b="0">
                <a:solidFill>
                  <a:schemeClr val="tx1"/>
                </a:solidFill>
                <a:latin typeface="+mn-lt"/>
                <a:ea typeface="+mn-lt"/>
                <a:cs typeface="+mn-lt"/>
              </a:defRPr>
            </a:lvl5pPr>
            <a:lvl6pPr marL="394335" indent="-51435" algn="l">
              <a:lnSpc>
                <a:spcPct val="110000"/>
              </a:lnSpc>
              <a:spcBef>
                <a:spcPts val="0"/>
              </a:spcBef>
              <a:spcAft>
                <a:spcPts val="270"/>
              </a:spcAft>
              <a:buChar char="•"/>
              <a:defRPr sz="472" b="0">
                <a:solidFill>
                  <a:schemeClr val="tx1"/>
                </a:solidFill>
                <a:latin typeface="+mn-lt"/>
                <a:ea typeface="+mn-lt"/>
                <a:cs typeface="+mn-lt"/>
              </a:defRPr>
            </a:lvl6pPr>
            <a:lvl7pPr marL="462915" indent="-51435" algn="l">
              <a:lnSpc>
                <a:spcPct val="110000"/>
              </a:lnSpc>
              <a:spcBef>
                <a:spcPts val="0"/>
              </a:spcBef>
              <a:spcAft>
                <a:spcPts val="270"/>
              </a:spcAft>
              <a:buChar char="•"/>
              <a:defRPr sz="472" b="0">
                <a:solidFill>
                  <a:schemeClr val="tx1"/>
                </a:solidFill>
                <a:latin typeface="+mn-lt"/>
                <a:ea typeface="+mn-lt"/>
                <a:cs typeface="+mn-lt"/>
              </a:defRPr>
            </a:lvl7pPr>
            <a:lvl8pPr marL="531495" indent="-51435" algn="l">
              <a:lnSpc>
                <a:spcPct val="110000"/>
              </a:lnSpc>
              <a:spcBef>
                <a:spcPts val="0"/>
              </a:spcBef>
              <a:spcAft>
                <a:spcPts val="270"/>
              </a:spcAft>
              <a:buChar char="•"/>
              <a:defRPr sz="472" b="0">
                <a:solidFill>
                  <a:schemeClr val="tx1"/>
                </a:solidFill>
                <a:latin typeface="+mn-lt"/>
                <a:ea typeface="+mn-lt"/>
                <a:cs typeface="+mn-lt"/>
              </a:defRPr>
            </a:lvl8pPr>
            <a:lvl9pPr marL="600075" indent="-51435" algn="l">
              <a:lnSpc>
                <a:spcPct val="110000"/>
              </a:lnSpc>
              <a:spcBef>
                <a:spcPts val="0"/>
              </a:spcBef>
              <a:spcAft>
                <a:spcPts val="270"/>
              </a:spcAft>
              <a:buChar char="•"/>
              <a:defRPr sz="472"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82E472B6-BF8F-486F-98E4-DEF7D124CA8B}"/>
              </a:ext>
            </a:extLst>
          </p:cNvPr>
          <p:cNvSpPr>
            <a:spLocks xmlns:a="http://schemas.openxmlformats.org/drawingml/2006/main" noGrp="1"/>
          </p:cNvSpPr>
          <p:nvPr>
            <p:ph type="body" idx="2"/>
          </p:nvPr>
        </p:nvSpPr>
        <p:spPr>
          <a:xfrm xmlns:a="http://schemas.openxmlformats.org/drawingml/2006/main">
            <a:off x="1457325" y="1270000"/>
            <a:ext cx="1131570" cy="2844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72" b="0">
                <a:solidFill>
                  <a:schemeClr val="tx1"/>
                </a:solidFill>
                <a:latin typeface="+mn-lt"/>
                <a:ea typeface="+mn-lt"/>
                <a:cs typeface="+mn-lt"/>
              </a:defRPr>
            </a:defPPr>
            <a:lvl1pPr marL="51435" indent="-51435" algn="l">
              <a:lnSpc>
                <a:spcPct val="110000"/>
              </a:lnSpc>
              <a:spcBef>
                <a:spcPts val="0"/>
              </a:spcBef>
              <a:spcAft>
                <a:spcPts val="270"/>
              </a:spcAft>
              <a:buChar char="•"/>
              <a:defRPr sz="472" b="0">
                <a:solidFill>
                  <a:schemeClr val="tx1"/>
                </a:solidFill>
                <a:latin typeface="+mn-lt"/>
                <a:ea typeface="+mn-lt"/>
                <a:cs typeface="+mn-lt"/>
              </a:defRPr>
            </a:lvl1pPr>
            <a:lvl2pPr marL="120015" indent="-51435" algn="l">
              <a:lnSpc>
                <a:spcPct val="110000"/>
              </a:lnSpc>
              <a:spcBef>
                <a:spcPts val="0"/>
              </a:spcBef>
              <a:spcAft>
                <a:spcPts val="270"/>
              </a:spcAft>
              <a:buChar char="•"/>
              <a:defRPr sz="472" b="0">
                <a:solidFill>
                  <a:schemeClr val="tx1"/>
                </a:solidFill>
                <a:latin typeface="+mn-lt"/>
                <a:ea typeface="+mn-lt"/>
                <a:cs typeface="+mn-lt"/>
              </a:defRPr>
            </a:lvl2pPr>
            <a:lvl3pPr marL="188595" indent="-51435" algn="l">
              <a:lnSpc>
                <a:spcPct val="110000"/>
              </a:lnSpc>
              <a:spcBef>
                <a:spcPts val="0"/>
              </a:spcBef>
              <a:spcAft>
                <a:spcPts val="270"/>
              </a:spcAft>
              <a:buChar char="•"/>
              <a:defRPr sz="472" b="0">
                <a:solidFill>
                  <a:schemeClr val="tx1"/>
                </a:solidFill>
                <a:latin typeface="+mn-lt"/>
                <a:ea typeface="+mn-lt"/>
                <a:cs typeface="+mn-lt"/>
              </a:defRPr>
            </a:lvl3pPr>
            <a:lvl4pPr marL="257175" indent="-51435" algn="l">
              <a:lnSpc>
                <a:spcPct val="110000"/>
              </a:lnSpc>
              <a:spcBef>
                <a:spcPts val="0"/>
              </a:spcBef>
              <a:spcAft>
                <a:spcPts val="270"/>
              </a:spcAft>
              <a:buChar char="•"/>
              <a:defRPr sz="472" b="0">
                <a:solidFill>
                  <a:schemeClr val="tx1"/>
                </a:solidFill>
                <a:latin typeface="+mn-lt"/>
                <a:ea typeface="+mn-lt"/>
                <a:cs typeface="+mn-lt"/>
              </a:defRPr>
            </a:lvl4pPr>
            <a:lvl5pPr marL="325755" indent="-51435" algn="l">
              <a:lnSpc>
                <a:spcPct val="110000"/>
              </a:lnSpc>
              <a:spcBef>
                <a:spcPts val="0"/>
              </a:spcBef>
              <a:spcAft>
                <a:spcPts val="270"/>
              </a:spcAft>
              <a:buChar char="•"/>
              <a:defRPr sz="472" b="0">
                <a:solidFill>
                  <a:schemeClr val="tx1"/>
                </a:solidFill>
                <a:latin typeface="+mn-lt"/>
                <a:ea typeface="+mn-lt"/>
                <a:cs typeface="+mn-lt"/>
              </a:defRPr>
            </a:lvl5pPr>
            <a:lvl6pPr marL="394335" indent="-51435" algn="l">
              <a:lnSpc>
                <a:spcPct val="110000"/>
              </a:lnSpc>
              <a:spcBef>
                <a:spcPts val="0"/>
              </a:spcBef>
              <a:spcAft>
                <a:spcPts val="270"/>
              </a:spcAft>
              <a:buChar char="•"/>
              <a:defRPr sz="472" b="0">
                <a:solidFill>
                  <a:schemeClr val="tx1"/>
                </a:solidFill>
                <a:latin typeface="+mn-lt"/>
                <a:ea typeface="+mn-lt"/>
                <a:cs typeface="+mn-lt"/>
              </a:defRPr>
            </a:lvl6pPr>
            <a:lvl7pPr marL="462915" indent="-51435" algn="l">
              <a:lnSpc>
                <a:spcPct val="110000"/>
              </a:lnSpc>
              <a:spcBef>
                <a:spcPts val="0"/>
              </a:spcBef>
              <a:spcAft>
                <a:spcPts val="270"/>
              </a:spcAft>
              <a:buChar char="•"/>
              <a:defRPr sz="472" b="0">
                <a:solidFill>
                  <a:schemeClr val="tx1"/>
                </a:solidFill>
                <a:latin typeface="+mn-lt"/>
                <a:ea typeface="+mn-lt"/>
                <a:cs typeface="+mn-lt"/>
              </a:defRPr>
            </a:lvl7pPr>
            <a:lvl8pPr marL="531495" indent="-51435" algn="l">
              <a:lnSpc>
                <a:spcPct val="110000"/>
              </a:lnSpc>
              <a:spcBef>
                <a:spcPts val="0"/>
              </a:spcBef>
              <a:spcAft>
                <a:spcPts val="270"/>
              </a:spcAft>
              <a:buChar char="•"/>
              <a:defRPr sz="472" b="0">
                <a:solidFill>
                  <a:schemeClr val="tx1"/>
                </a:solidFill>
                <a:latin typeface="+mn-lt"/>
                <a:ea typeface="+mn-lt"/>
                <a:cs typeface="+mn-lt"/>
              </a:defRPr>
            </a:lvl8pPr>
            <a:lvl9pPr marL="600075" indent="-51435" algn="l">
              <a:lnSpc>
                <a:spcPct val="110000"/>
              </a:lnSpc>
              <a:spcBef>
                <a:spcPts val="0"/>
              </a:spcBef>
              <a:spcAft>
                <a:spcPts val="270"/>
              </a:spcAft>
              <a:buChar char="•"/>
              <a:defRPr sz="472"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AFC9E3FD-0E2B-4178-A2B7-18EDED691655}"/>
              </a:ext>
            </a:extLst>
          </p:cNvPr>
          <p:cNvSpPr>
            <a:spLocks xmlns:a="http://schemas.openxmlformats.org/drawingml/2006/main" noGrp="1"/>
          </p:cNvSpPr>
          <p:nvPr>
            <p:ph type="title" idx="0"/>
          </p:nvPr>
        </p:nvSpPr>
        <p:spPr>
          <a:xfrm xmlns:a="http://schemas.openxmlformats.org/drawingml/2006/main">
            <a:off x="154305" y="355600"/>
            <a:ext cx="2434590" cy="558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743" b="1">
                <a:solidFill>
                  <a:schemeClr val="tx1"/>
                </a:solidFill>
                <a:latin typeface="+mj-lt"/>
                <a:ea typeface="+mj-lt"/>
                <a:cs typeface="+mj-lt"/>
              </a:defRPr>
            </a:defPPr>
            <a:lvl1pPr marL="0" indent="0" algn="l">
              <a:lnSpc>
                <a:spcPct val="110000"/>
              </a:lnSpc>
              <a:spcBef>
                <a:spcPts val="0"/>
              </a:spcBef>
              <a:spcAft>
                <a:spcPts val="0"/>
              </a:spcAft>
              <a:buNone/>
              <a:defRPr sz="743" b="1">
                <a:solidFill>
                  <a:schemeClr val="tx1"/>
                </a:solidFill>
                <a:latin typeface="+mj-lt"/>
                <a:ea typeface="+mj-lt"/>
                <a:cs typeface="+mj-lt"/>
              </a:defRPr>
            </a:lvl1pPr>
            <a:lvl2pPr marL="0" indent="0" algn="l">
              <a:lnSpc>
                <a:spcPct val="110000"/>
              </a:lnSpc>
              <a:spcBef>
                <a:spcPts val="0"/>
              </a:spcBef>
              <a:spcAft>
                <a:spcPts val="0"/>
              </a:spcAft>
              <a:buNone/>
              <a:defRPr sz="743" b="1">
                <a:solidFill>
                  <a:schemeClr val="tx1"/>
                </a:solidFill>
                <a:latin typeface="+mj-lt"/>
                <a:ea typeface="+mj-lt"/>
                <a:cs typeface="+mj-lt"/>
              </a:defRPr>
            </a:lvl2pPr>
            <a:lvl3pPr marL="0" indent="0" algn="l">
              <a:lnSpc>
                <a:spcPct val="110000"/>
              </a:lnSpc>
              <a:spcBef>
                <a:spcPts val="0"/>
              </a:spcBef>
              <a:spcAft>
                <a:spcPts val="0"/>
              </a:spcAft>
              <a:buNone/>
              <a:defRPr sz="743" b="1">
                <a:solidFill>
                  <a:schemeClr val="tx1"/>
                </a:solidFill>
                <a:latin typeface="+mj-lt"/>
                <a:ea typeface="+mj-lt"/>
                <a:cs typeface="+mj-lt"/>
              </a:defRPr>
            </a:lvl3pPr>
            <a:lvl4pPr marL="0" indent="0" algn="l">
              <a:lnSpc>
                <a:spcPct val="110000"/>
              </a:lnSpc>
              <a:spcBef>
                <a:spcPts val="0"/>
              </a:spcBef>
              <a:spcAft>
                <a:spcPts val="0"/>
              </a:spcAft>
              <a:buNone/>
              <a:defRPr sz="743" b="1">
                <a:solidFill>
                  <a:schemeClr val="tx1"/>
                </a:solidFill>
                <a:latin typeface="+mj-lt"/>
                <a:ea typeface="+mj-lt"/>
                <a:cs typeface="+mj-lt"/>
              </a:defRPr>
            </a:lvl4pPr>
            <a:lvl5pPr marL="0" indent="0" algn="l">
              <a:lnSpc>
                <a:spcPct val="110000"/>
              </a:lnSpc>
              <a:spcBef>
                <a:spcPts val="0"/>
              </a:spcBef>
              <a:spcAft>
                <a:spcPts val="0"/>
              </a:spcAft>
              <a:buNone/>
              <a:defRPr sz="743" b="1">
                <a:solidFill>
                  <a:schemeClr val="tx1"/>
                </a:solidFill>
                <a:latin typeface="+mj-lt"/>
                <a:ea typeface="+mj-lt"/>
                <a:cs typeface="+mj-lt"/>
              </a:defRPr>
            </a:lvl5pPr>
            <a:lvl6pPr marL="0" indent="0" algn="l">
              <a:lnSpc>
                <a:spcPct val="110000"/>
              </a:lnSpc>
              <a:spcBef>
                <a:spcPts val="0"/>
              </a:spcBef>
              <a:spcAft>
                <a:spcPts val="0"/>
              </a:spcAft>
              <a:buNone/>
              <a:defRPr sz="743" b="1">
                <a:solidFill>
                  <a:schemeClr val="tx1"/>
                </a:solidFill>
                <a:latin typeface="+mj-lt"/>
                <a:ea typeface="+mj-lt"/>
                <a:cs typeface="+mj-lt"/>
              </a:defRPr>
            </a:lvl6pPr>
            <a:lvl7pPr marL="0" indent="0" algn="l">
              <a:lnSpc>
                <a:spcPct val="110000"/>
              </a:lnSpc>
              <a:spcBef>
                <a:spcPts val="0"/>
              </a:spcBef>
              <a:spcAft>
                <a:spcPts val="0"/>
              </a:spcAft>
              <a:buNone/>
              <a:defRPr sz="743" b="1">
                <a:solidFill>
                  <a:schemeClr val="tx1"/>
                </a:solidFill>
                <a:latin typeface="+mj-lt"/>
                <a:ea typeface="+mj-lt"/>
                <a:cs typeface="+mj-lt"/>
              </a:defRPr>
            </a:lvl7pPr>
            <a:lvl8pPr marL="0" indent="0" algn="l">
              <a:lnSpc>
                <a:spcPct val="110000"/>
              </a:lnSpc>
              <a:spcBef>
                <a:spcPts val="0"/>
              </a:spcBef>
              <a:spcAft>
                <a:spcPts val="0"/>
              </a:spcAft>
              <a:buNone/>
              <a:defRPr sz="743" b="1">
                <a:solidFill>
                  <a:schemeClr val="tx1"/>
                </a:solidFill>
                <a:latin typeface="+mj-lt"/>
                <a:ea typeface="+mj-lt"/>
                <a:cs typeface="+mj-lt"/>
              </a:defRPr>
            </a:lvl8pPr>
            <a:lvl9pPr marL="0" indent="0" algn="l">
              <a:lnSpc>
                <a:spcPct val="110000"/>
              </a:lnSpc>
              <a:spcBef>
                <a:spcPts val="0"/>
              </a:spcBef>
              <a:spcAft>
                <a:spcPts val="0"/>
              </a:spcAft>
              <a:buNone/>
              <a:defRPr sz="743"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28B283C4-27CD-4301-83F6-EE2D3F202BAD}"/>
              </a:ext>
            </a:extLst>
          </p:cNvPr>
          <p:cNvSpPr>
            <a:spLocks xmlns:a="http://schemas.openxmlformats.org/drawingml/2006/main" noGrp="1"/>
          </p:cNvSpPr>
          <p:nvPr>
            <p:ph type="body" idx="1"/>
          </p:nvPr>
        </p:nvSpPr>
        <p:spPr>
          <a:xfrm xmlns:a="http://schemas.openxmlformats.org/drawingml/2006/main">
            <a:off x="154305" y="1270000"/>
            <a:ext cx="1131570" cy="2844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506" b="0">
                <a:solidFill>
                  <a:schemeClr val="tx1"/>
                </a:solidFill>
                <a:latin typeface="+mn-lt"/>
                <a:ea typeface="+mn-lt"/>
                <a:cs typeface="+mn-lt"/>
              </a:defRPr>
            </a:defPPr>
            <a:lvl1pPr marL="51435" indent="-51435" algn="l">
              <a:lnSpc>
                <a:spcPct val="110000"/>
              </a:lnSpc>
              <a:spcBef>
                <a:spcPts val="0"/>
              </a:spcBef>
              <a:spcAft>
                <a:spcPts val="270"/>
              </a:spcAft>
              <a:buChar char="•"/>
              <a:defRPr sz="506" b="0">
                <a:solidFill>
                  <a:schemeClr val="tx1"/>
                </a:solidFill>
                <a:latin typeface="+mn-lt"/>
                <a:ea typeface="+mn-lt"/>
                <a:cs typeface="+mn-lt"/>
              </a:defRPr>
            </a:lvl1pPr>
            <a:lvl2pPr marL="120015" indent="-51435" algn="l">
              <a:lnSpc>
                <a:spcPct val="110000"/>
              </a:lnSpc>
              <a:spcBef>
                <a:spcPts val="0"/>
              </a:spcBef>
              <a:spcAft>
                <a:spcPts val="270"/>
              </a:spcAft>
              <a:buChar char="•"/>
              <a:defRPr sz="506" b="0">
                <a:solidFill>
                  <a:schemeClr val="tx1"/>
                </a:solidFill>
                <a:latin typeface="+mn-lt"/>
                <a:ea typeface="+mn-lt"/>
                <a:cs typeface="+mn-lt"/>
              </a:defRPr>
            </a:lvl2pPr>
            <a:lvl3pPr marL="188595" indent="-51435" algn="l">
              <a:lnSpc>
                <a:spcPct val="110000"/>
              </a:lnSpc>
              <a:spcBef>
                <a:spcPts val="0"/>
              </a:spcBef>
              <a:spcAft>
                <a:spcPts val="270"/>
              </a:spcAft>
              <a:buChar char="•"/>
              <a:defRPr sz="506" b="0">
                <a:solidFill>
                  <a:schemeClr val="tx1"/>
                </a:solidFill>
                <a:latin typeface="+mn-lt"/>
                <a:ea typeface="+mn-lt"/>
                <a:cs typeface="+mn-lt"/>
              </a:defRPr>
            </a:lvl3pPr>
            <a:lvl4pPr marL="257175" indent="-51435" algn="l">
              <a:lnSpc>
                <a:spcPct val="110000"/>
              </a:lnSpc>
              <a:spcBef>
                <a:spcPts val="0"/>
              </a:spcBef>
              <a:spcAft>
                <a:spcPts val="270"/>
              </a:spcAft>
              <a:buChar char="•"/>
              <a:defRPr sz="506" b="0">
                <a:solidFill>
                  <a:schemeClr val="tx1"/>
                </a:solidFill>
                <a:latin typeface="+mn-lt"/>
                <a:ea typeface="+mn-lt"/>
                <a:cs typeface="+mn-lt"/>
              </a:defRPr>
            </a:lvl4pPr>
            <a:lvl5pPr marL="325755" indent="-51435" algn="l">
              <a:lnSpc>
                <a:spcPct val="110000"/>
              </a:lnSpc>
              <a:spcBef>
                <a:spcPts val="0"/>
              </a:spcBef>
              <a:spcAft>
                <a:spcPts val="270"/>
              </a:spcAft>
              <a:buChar char="•"/>
              <a:defRPr sz="506" b="0">
                <a:solidFill>
                  <a:schemeClr val="tx1"/>
                </a:solidFill>
                <a:latin typeface="+mn-lt"/>
                <a:ea typeface="+mn-lt"/>
                <a:cs typeface="+mn-lt"/>
              </a:defRPr>
            </a:lvl5pPr>
            <a:lvl6pPr marL="394335" indent="-51435" algn="l">
              <a:lnSpc>
                <a:spcPct val="110000"/>
              </a:lnSpc>
              <a:spcBef>
                <a:spcPts val="0"/>
              </a:spcBef>
              <a:spcAft>
                <a:spcPts val="270"/>
              </a:spcAft>
              <a:buChar char="•"/>
              <a:defRPr sz="506" b="0">
                <a:solidFill>
                  <a:schemeClr val="tx1"/>
                </a:solidFill>
                <a:latin typeface="+mn-lt"/>
                <a:ea typeface="+mn-lt"/>
                <a:cs typeface="+mn-lt"/>
              </a:defRPr>
            </a:lvl6pPr>
            <a:lvl7pPr marL="462915" indent="-51435" algn="l">
              <a:lnSpc>
                <a:spcPct val="110000"/>
              </a:lnSpc>
              <a:spcBef>
                <a:spcPts val="0"/>
              </a:spcBef>
              <a:spcAft>
                <a:spcPts val="270"/>
              </a:spcAft>
              <a:buChar char="•"/>
              <a:defRPr sz="506" b="0">
                <a:solidFill>
                  <a:schemeClr val="tx1"/>
                </a:solidFill>
                <a:latin typeface="+mn-lt"/>
                <a:ea typeface="+mn-lt"/>
                <a:cs typeface="+mn-lt"/>
              </a:defRPr>
            </a:lvl7pPr>
            <a:lvl8pPr marL="531495" indent="-51435" algn="l">
              <a:lnSpc>
                <a:spcPct val="110000"/>
              </a:lnSpc>
              <a:spcBef>
                <a:spcPts val="0"/>
              </a:spcBef>
              <a:spcAft>
                <a:spcPts val="270"/>
              </a:spcAft>
              <a:buChar char="•"/>
              <a:defRPr sz="506" b="0">
                <a:solidFill>
                  <a:schemeClr val="tx1"/>
                </a:solidFill>
                <a:latin typeface="+mn-lt"/>
                <a:ea typeface="+mn-lt"/>
                <a:cs typeface="+mn-lt"/>
              </a:defRPr>
            </a:lvl8pPr>
            <a:lvl9pPr marL="600075" indent="-51435" algn="l">
              <a:lnSpc>
                <a:spcPct val="110000"/>
              </a:lnSpc>
              <a:spcBef>
                <a:spcPts val="0"/>
              </a:spcBef>
              <a:spcAft>
                <a:spcPts val="270"/>
              </a:spcAft>
              <a:buChar char="•"/>
              <a:defRPr sz="506"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3b0ac872051041e4" /><Relationship Type="http://schemas.openxmlformats.org/officeDocument/2006/relationships/slideLayout" Target="/ppt/slideLayouts/slideLayout1.xml" Id="Rd650f0cde0254671" /><Relationship Type="http://schemas.openxmlformats.org/officeDocument/2006/relationships/slideLayout" Target="/ppt/slideLayouts/slideLayout2.xml" Id="Ra1db6d233c3d4255" /><Relationship Type="http://schemas.openxmlformats.org/officeDocument/2006/relationships/slideLayout" Target="/ppt/slideLayouts/slideLayout3.xml" Id="R57a10d429cac453a" /><Relationship Type="http://schemas.openxmlformats.org/officeDocument/2006/relationships/slideLayout" Target="/ppt/slideLayouts/slideLayout4.xml" Id="R5466b176116d4eb3" /><Relationship Type="http://schemas.openxmlformats.org/officeDocument/2006/relationships/slideLayout" Target="/ppt/slideLayouts/slideLayout5.xml" Id="R46394ee3bd5f4dd7" /><Relationship Type="http://schemas.openxmlformats.org/officeDocument/2006/relationships/slideLayout" Target="/ppt/slideLayouts/slideLayout6.xml" Id="R4c194f6807a04298"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d650f0cde0254671"/>
    <p:sldLayoutId xmlns:r="http://schemas.openxmlformats.org/officeDocument/2006/relationships" id="2147483650" r:id="Ra1db6d233c3d4255"/>
    <p:sldLayoutId xmlns:r="http://schemas.openxmlformats.org/officeDocument/2006/relationships" id="2147483651" r:id="R57a10d429cac453a"/>
    <p:sldLayoutId xmlns:r="http://schemas.openxmlformats.org/officeDocument/2006/relationships" id="2147483652" r:id="R5466b176116d4eb3"/>
    <p:sldLayoutId xmlns:r="http://schemas.openxmlformats.org/officeDocument/2006/relationships" id="2147483653" r:id="R46394ee3bd5f4dd7"/>
    <p:sldLayoutId xmlns:r="http://schemas.openxmlformats.org/officeDocument/2006/relationships" id="2147483654" r:id="R4c194f6807a04298"/>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576d20f3f5624485" /><Relationship Type="http://schemas.openxmlformats.org/officeDocument/2006/relationships/image" Target="/ppt/media/image.png" Id="Rce16181ff0104fd0" /><Relationship Type="http://schemas.openxmlformats.org/officeDocument/2006/relationships/image" Target="/ppt/media/image2.png" Id="R7478373de35b4dcc" /><Relationship Type="http://schemas.openxmlformats.org/officeDocument/2006/relationships/image" Target="/ppt/media/image3.png" Id="R1bdf3efd6fc74505" /><Relationship Type="http://schemas.openxmlformats.org/officeDocument/2006/relationships/notesSlide" Target="/ppt/notesSlides/notesSlide1.xml" Id="R1e29c6f846d8405a"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c1cb5c4e4eea4dc3" /><Relationship Type="http://schemas.openxmlformats.org/officeDocument/2006/relationships/image" Target="/ppt/media/image4.png" Id="R82cfcb9ffdca46bf" /><Relationship Type="http://schemas.openxmlformats.org/officeDocument/2006/relationships/image" Target="/ppt/media/image5.png" Id="R9a6c3bdb8acb4d19" /><Relationship Type="http://schemas.openxmlformats.org/officeDocument/2006/relationships/notesSlide" Target="/ppt/notesSlides/notesSlide2.xml" Id="Rf53063230d1e4b78" /></Relationships>
</file>

<file path=ppt/slides/slide1.xml><?xml version="1.0" encoding="utf-8"?>
<p:sld xmlns:p="http://schemas.openxmlformats.org/presentationml/2006/main">
  <p:cSld>
    <p:bg>
      <p:bgPr>
        <a:solidFill xmlns:a="http://schemas.openxmlformats.org/drawingml/2006/main">
          <a:srgbClr val="35125F"/>
        </a:solidFill>
      </p:bgPr>
    </p:bg>
    <p:spTree>
      <p:nvGrpSpPr>
        <p:cNvPr id="1" name=""/>
        <p:cNvGrpSpPr/>
        <p:nvPr/>
      </p:nvGrpSpPr>
      <p:grpSpPr>
        <a:xfrm xmlns:a="http://schemas.openxmlformats.org/drawingml/2006/main"/>
      </p:grpSpPr>
      <p:pic>
        <p:nvPicPr>
          <p:cNvPr id="11" name="">
            <a:extLst xmlns:a="http://schemas.openxmlformats.org/drawingml/2006/main">
              <a:ext uri="{FF2B5EF4-FFF2-40B4-BE49-F238E27FC236}">
                <a16:creationId xmlns:a16="http://schemas.microsoft.com/office/drawing/2014/main" id="{DF1EA9EA-4D03-4054-893D-33C01B31A24F}"/>
              </a:ext>
            </a:extLst>
          </p:cNvPr>
          <p:cNvPicPr>
            <a:picLocks xmlns:a="http://schemas.openxmlformats.org/drawingml/2006/main" noChangeAspect="1"/>
          </p:cNvPicPr>
          <p:nvPr/>
        </p:nvPicPr>
        <p:blipFill>
          <a:blip xmlns:r="http://schemas.openxmlformats.org/officeDocument/2006/relationships" xmlns:a="http://schemas.openxmlformats.org/drawingml/2006/main" r:embed="Rce16181ff0104fd0"/>
          <a:srcRect xmlns:a="http://schemas.openxmlformats.org/drawingml/2006/main" l="5000" t="0" r="5000" b="0"/>
          <a:stretch xmlns:a="http://schemas.openxmlformats.org/drawingml/2006/main">
            <a:fillRect l="0" t="0" r="0" b="0"/>
          </a:stretch>
        </p:blipFill>
        <p:spPr>
          <a:xfrm xmlns:a="http://schemas.openxmlformats.org/drawingml/2006/main">
            <a:off x="0" y="0"/>
            <a:ext cx="2743200" cy="4572000"/>
          </a:xfrm>
          <a:prstGeom xmlns:a="http://schemas.openxmlformats.org/drawingml/2006/main" prst="rect">
            <a:avLst/>
          </a:prstGeom>
        </p:spPr>
      </p:pic>
      <p:sp>
        <p:nvSpPr>
          <p:cNvPr id="2" name="Quiet purple headline ground">
            <a:extLst xmlns:a="http://schemas.openxmlformats.org/drawingml/2006/main">
              <a:ext uri="{FF2B5EF4-FFF2-40B4-BE49-F238E27FC236}">
                <a16:creationId xmlns:a16="http://schemas.microsoft.com/office/drawing/2014/main" id="{2754D360-7E9B-4129-BC10-C3BE33FB4D79}"/>
              </a:ext>
            </a:extLst>
          </p:cNvPr>
          <p:cNvSpPr>
            <a:spLocks xmlns:a="http://schemas.openxmlformats.org/drawingml/2006/main" noGrp="1"/>
          </p:cNvSpPr>
          <p:nvPr/>
        </p:nvSpPr>
        <p:spPr>
          <a:xfrm xmlns:a="http://schemas.openxmlformats.org/drawingml/2006/main">
            <a:off x="0" y="0"/>
            <a:ext cx="2743200" cy="1352550"/>
          </a:xfrm>
          <a:prstGeom xmlns:a="http://schemas.openxmlformats.org/drawingml/2006/main" prst="rect">
            <a:avLst/>
          </a:prstGeom>
          <a:solidFill xmlns:a="http://schemas.openxmlformats.org/drawingml/2006/main">
            <a:srgbClr val="7926CB"/>
          </a:solidFill>
          <a:ln xmlns:a="http://schemas.openxmlformats.org/drawingml/2006/main" w="0">
            <a:noFill/>
            <a:prstDash val="solid"/>
          </a:ln>
        </p:spPr>
      </p:sp>
      <p:sp>
        <p:nvSpPr>
          <p:cNvPr id="3" name="Editable Ride Your Way headline">
            <a:extLst xmlns:a="http://schemas.openxmlformats.org/drawingml/2006/main">
              <a:ext uri="{FF2B5EF4-FFF2-40B4-BE49-F238E27FC236}">
                <a16:creationId xmlns:a16="http://schemas.microsoft.com/office/drawing/2014/main" id="{8A55B416-B70D-48F0-9364-E7FA232F5C13}"/>
              </a:ext>
            </a:extLst>
          </p:cNvPr>
          <p:cNvSpPr>
            <a:spLocks xmlns:a="http://schemas.openxmlformats.org/drawingml/2006/main" noGrp="1"/>
          </p:cNvSpPr>
          <p:nvPr/>
        </p:nvSpPr>
        <p:spPr>
          <a:xfrm xmlns:a="http://schemas.openxmlformats.org/drawingml/2006/main">
            <a:off x="171450" y="76200"/>
            <a:ext cx="2419350" cy="866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00" b="1">
                <a:solidFill>
                  <a:srgbClr val="FFFF0A"/>
                </a:solidFill>
                <a:latin typeface="Space Grotesk"/>
                <a:ea typeface="Space Grotesk"/>
                <a:cs typeface="Space Grotesk"/>
              </a:defRPr>
            </a:defPPr>
            <a:lvl1pPr algn="l">
              <a:defRPr sz="2200" b="1">
                <a:solidFill>
                  <a:srgbClr val="FFFF0A"/>
                </a:solidFill>
                <a:latin typeface="Space Grotesk"/>
                <a:ea typeface="Space Grotesk"/>
                <a:cs typeface="Space Grotesk"/>
              </a:defRPr>
            </a:lvl1pPr>
            <a:lvl2pPr algn="l">
              <a:defRPr sz="2200" b="1">
                <a:solidFill>
                  <a:srgbClr val="FFFF0A"/>
                </a:solidFill>
                <a:latin typeface="Space Grotesk"/>
                <a:ea typeface="Space Grotesk"/>
                <a:cs typeface="Space Grotesk"/>
              </a:defRPr>
            </a:lvl2pPr>
            <a:lvl3pPr algn="l">
              <a:defRPr sz="2200" b="1">
                <a:solidFill>
                  <a:srgbClr val="FFFF0A"/>
                </a:solidFill>
                <a:latin typeface="Space Grotesk"/>
                <a:ea typeface="Space Grotesk"/>
                <a:cs typeface="Space Grotesk"/>
              </a:defRPr>
            </a:lvl3pPr>
            <a:lvl4pPr algn="l">
              <a:defRPr sz="2200" b="1">
                <a:solidFill>
                  <a:srgbClr val="FFFF0A"/>
                </a:solidFill>
                <a:latin typeface="Space Grotesk"/>
                <a:ea typeface="Space Grotesk"/>
                <a:cs typeface="Space Grotesk"/>
              </a:defRPr>
            </a:lvl4pPr>
            <a:lvl5pPr algn="l">
              <a:defRPr sz="2200" b="1">
                <a:solidFill>
                  <a:srgbClr val="FFFF0A"/>
                </a:solidFill>
                <a:latin typeface="Space Grotesk"/>
                <a:ea typeface="Space Grotesk"/>
                <a:cs typeface="Space Grotesk"/>
              </a:defRPr>
            </a:lvl5pPr>
            <a:lvl6pPr algn="l">
              <a:defRPr sz="2200" b="1">
                <a:solidFill>
                  <a:srgbClr val="FFFF0A"/>
                </a:solidFill>
                <a:latin typeface="Space Grotesk"/>
                <a:ea typeface="Space Grotesk"/>
                <a:cs typeface="Space Grotesk"/>
              </a:defRPr>
            </a:lvl6pPr>
            <a:lvl7pPr algn="l">
              <a:defRPr sz="2200" b="1">
                <a:solidFill>
                  <a:srgbClr val="FFFF0A"/>
                </a:solidFill>
                <a:latin typeface="Space Grotesk"/>
                <a:ea typeface="Space Grotesk"/>
                <a:cs typeface="Space Grotesk"/>
              </a:defRPr>
            </a:lvl7pPr>
            <a:lvl8pPr algn="l">
              <a:defRPr sz="2200" b="1">
                <a:solidFill>
                  <a:srgbClr val="FFFF0A"/>
                </a:solidFill>
                <a:latin typeface="Space Grotesk"/>
                <a:ea typeface="Space Grotesk"/>
                <a:cs typeface="Space Grotesk"/>
              </a:defRPr>
            </a:lvl8pPr>
            <a:lvl9pPr algn="l">
              <a:defRPr sz="2200" b="1">
                <a:solidFill>
                  <a:srgbClr val="FFFF0A"/>
                </a:solidFill>
                <a:latin typeface="Space Grotesk"/>
                <a:ea typeface="Space Grotesk"/>
                <a:cs typeface="Space Grotesk"/>
              </a:defRPr>
            </a:lvl9pPr>
          </a:lstStyle>
          <a:p xmlns:a="http://schemas.openxmlformats.org/drawingml/2006/main">
            <a:pPr algn="l">
              <a:lnSpc>
                <a:spcPct val="90000"/>
              </a:lnSpc>
              <a:buNone/>
              <a:defRPr sz="2200" b="1">
                <a:solidFill>
                  <a:srgbClr val="FFFF0A"/>
                </a:solidFill>
                <a:latin typeface="Space Grotesk"/>
                <a:ea typeface="Space Grotesk"/>
                <a:cs typeface="Space Grotesk"/>
              </a:defRPr>
            </a:pPr>
            <a:r>
              <a:rPr sz="2200" b="1">
                <a:solidFill>
                  <a:srgbClr val="FFFF0A"/>
                </a:solidFill>
                <a:latin typeface="Space Grotesk"/>
                <a:ea typeface="Space Grotesk"/>
                <a:cs typeface="Space Grotesk"/>
              </a:rPr>
              <a:t>Little rides.</a:t>
            </a:r>
          </a:p>
          <a:p xmlns:a="http://schemas.openxmlformats.org/drawingml/2006/main">
            <a:pPr algn="l">
              <a:lnSpc>
                <a:spcPct val="90000"/>
              </a:lnSpc>
              <a:buNone/>
              <a:defRPr sz="2200" b="1">
                <a:solidFill>
                  <a:srgbClr val="FFFF0A"/>
                </a:solidFill>
                <a:latin typeface="Space Grotesk"/>
                <a:ea typeface="Space Grotesk"/>
                <a:cs typeface="Space Grotesk"/>
              </a:defRPr>
            </a:pPr>
            <a:r>
              <a:rPr sz="2200" b="1">
                <a:solidFill>
                  <a:srgbClr val="FFFF0A"/>
                </a:solidFill>
                <a:latin typeface="Space Grotesk"/>
                <a:ea typeface="Space Grotesk"/>
                <a:cs typeface="Space Grotesk"/>
              </a:rPr>
              <a:t>Big memories.</a:t>
            </a:r>
          </a:p>
        </p:txBody>
      </p:sp>
      <p:sp>
        <p:nvSpPr>
          <p:cNvPr id="4" name="Spoke front ABC subtitle">
            <a:extLst xmlns:a="http://schemas.openxmlformats.org/drawingml/2006/main">
              <a:ext uri="{FF2B5EF4-FFF2-40B4-BE49-F238E27FC236}">
                <a16:creationId xmlns:a16="http://schemas.microsoft.com/office/drawing/2014/main" id="{90635BF6-6B65-47C9-A068-00AE39598673}"/>
              </a:ext>
            </a:extLst>
          </p:cNvPr>
          <p:cNvSpPr>
            <a:spLocks xmlns:a="http://schemas.openxmlformats.org/drawingml/2006/main" noGrp="1"/>
          </p:cNvSpPr>
          <p:nvPr/>
        </p:nvSpPr>
        <p:spPr>
          <a:xfrm xmlns:a="http://schemas.openxmlformats.org/drawingml/2006/main">
            <a:off x="171450" y="1038225"/>
            <a:ext cx="2419350"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860" b="1">
                <a:solidFill>
                  <a:srgbClr val="FFFFFF"/>
                </a:solidFill>
                <a:latin typeface="Arial"/>
                <a:ea typeface="Arial"/>
                <a:cs typeface="Arial"/>
              </a:defRPr>
            </a:defPPr>
            <a:lvl1pPr algn="l">
              <a:defRPr sz="860" b="1">
                <a:solidFill>
                  <a:srgbClr val="FFFFFF"/>
                </a:solidFill>
                <a:latin typeface="Arial"/>
                <a:ea typeface="Arial"/>
                <a:cs typeface="Arial"/>
              </a:defRPr>
            </a:lvl1pPr>
            <a:lvl2pPr algn="l">
              <a:defRPr sz="860" b="1">
                <a:solidFill>
                  <a:srgbClr val="FFFFFF"/>
                </a:solidFill>
                <a:latin typeface="Arial"/>
                <a:ea typeface="Arial"/>
                <a:cs typeface="Arial"/>
              </a:defRPr>
            </a:lvl2pPr>
            <a:lvl3pPr algn="l">
              <a:defRPr sz="860" b="1">
                <a:solidFill>
                  <a:srgbClr val="FFFFFF"/>
                </a:solidFill>
                <a:latin typeface="Arial"/>
                <a:ea typeface="Arial"/>
                <a:cs typeface="Arial"/>
              </a:defRPr>
            </a:lvl3pPr>
            <a:lvl4pPr algn="l">
              <a:defRPr sz="860" b="1">
                <a:solidFill>
                  <a:srgbClr val="FFFFFF"/>
                </a:solidFill>
                <a:latin typeface="Arial"/>
                <a:ea typeface="Arial"/>
                <a:cs typeface="Arial"/>
              </a:defRPr>
            </a:lvl4pPr>
            <a:lvl5pPr algn="l">
              <a:defRPr sz="860" b="1">
                <a:solidFill>
                  <a:srgbClr val="FFFFFF"/>
                </a:solidFill>
                <a:latin typeface="Arial"/>
                <a:ea typeface="Arial"/>
                <a:cs typeface="Arial"/>
              </a:defRPr>
            </a:lvl5pPr>
            <a:lvl6pPr algn="l">
              <a:defRPr sz="860" b="1">
                <a:solidFill>
                  <a:srgbClr val="FFFFFF"/>
                </a:solidFill>
                <a:latin typeface="Arial"/>
                <a:ea typeface="Arial"/>
                <a:cs typeface="Arial"/>
              </a:defRPr>
            </a:lvl6pPr>
            <a:lvl7pPr algn="l">
              <a:defRPr sz="860" b="1">
                <a:solidFill>
                  <a:srgbClr val="FFFFFF"/>
                </a:solidFill>
                <a:latin typeface="Arial"/>
                <a:ea typeface="Arial"/>
                <a:cs typeface="Arial"/>
              </a:defRPr>
            </a:lvl7pPr>
            <a:lvl8pPr algn="l">
              <a:defRPr sz="860" b="1">
                <a:solidFill>
                  <a:srgbClr val="FFFFFF"/>
                </a:solidFill>
                <a:latin typeface="Arial"/>
                <a:ea typeface="Arial"/>
                <a:cs typeface="Arial"/>
              </a:defRPr>
            </a:lvl8pPr>
            <a:lvl9pPr algn="l">
              <a:defRPr sz="860" b="1">
                <a:solidFill>
                  <a:srgbClr val="FFFFFF"/>
                </a:solidFill>
                <a:latin typeface="Arial"/>
                <a:ea typeface="Arial"/>
                <a:cs typeface="Arial"/>
              </a:defRPr>
            </a:lvl9pPr>
          </a:lstStyle>
          <a:p xmlns:a="http://schemas.openxmlformats.org/drawingml/2006/main">
            <a:pPr algn="l">
              <a:lnSpc>
                <a:spcPct val="100000"/>
              </a:lnSpc>
              <a:buNone/>
              <a:defRPr sz="860" b="1">
                <a:solidFill>
                  <a:srgbClr val="FFFFFF"/>
                </a:solidFill>
                <a:latin typeface="Arial"/>
                <a:ea typeface="Arial"/>
                <a:cs typeface="Arial"/>
              </a:defRPr>
            </a:pPr>
            <a:r>
              <a:rPr sz="860" b="1">
                <a:solidFill>
                  <a:srgbClr val="FFFFFF"/>
                </a:solidFill>
                <a:latin typeface="Arial"/>
                <a:ea typeface="Arial"/>
                <a:cs typeface="Arial"/>
              </a:rPr>
              <a:t>ABC Quick Check on the back</a:t>
            </a:r>
          </a:p>
        </p:txBody>
      </p:sp>
      <p:sp>
        <p:nvSpPr>
          <p:cNvPr id="5" name="Spoke front deep footer">
            <a:extLst xmlns:a="http://schemas.openxmlformats.org/drawingml/2006/main">
              <a:ext uri="{FF2B5EF4-FFF2-40B4-BE49-F238E27FC236}">
                <a16:creationId xmlns:a16="http://schemas.microsoft.com/office/drawing/2014/main" id="{24D64E6D-FA68-4CCC-B6D6-EBFF383B487E}"/>
              </a:ext>
            </a:extLst>
          </p:cNvPr>
          <p:cNvSpPr>
            <a:spLocks xmlns:a="http://schemas.openxmlformats.org/drawingml/2006/main" noGrp="1"/>
          </p:cNvSpPr>
          <p:nvPr/>
        </p:nvSpPr>
        <p:spPr>
          <a:xfrm xmlns:a="http://schemas.openxmlformats.org/drawingml/2006/main">
            <a:off x="0" y="4076700"/>
            <a:ext cx="2743200" cy="495300"/>
          </a:xfrm>
          <a:prstGeom xmlns:a="http://schemas.openxmlformats.org/drawingml/2006/main" prst="rect">
            <a:avLst/>
          </a:prstGeom>
          <a:solidFill xmlns:a="http://schemas.openxmlformats.org/drawingml/2006/main">
            <a:srgbClr val="35125F"/>
          </a:solidFill>
          <a:ln xmlns:a="http://schemas.openxmlformats.org/drawingml/2006/main" w="0">
            <a:noFill/>
            <a:prstDash val="solid"/>
          </a:ln>
        </p:spPr>
      </p:sp>
      <p:pic>
        <p:nvPicPr>
          <p:cNvPr id="6" name="">
            <a:extLst xmlns:a="http://schemas.openxmlformats.org/drawingml/2006/main">
              <a:ext uri="{FF2B5EF4-FFF2-40B4-BE49-F238E27FC236}">
                <a16:creationId xmlns:a16="http://schemas.microsoft.com/office/drawing/2014/main" id="{4BA8D89D-6D72-48F2-AC07-B397925B3196}"/>
              </a:ext>
            </a:extLst>
          </p:cNvPr>
          <p:cNvPicPr>
            <a:picLocks xmlns:a="http://schemas.openxmlformats.org/drawingml/2006/main" noChangeAspect="1"/>
          </p:cNvPicPr>
          <p:nvPr/>
        </p:nvPicPr>
        <p:blipFill>
          <a:blip xmlns:r="http://schemas.openxmlformats.org/officeDocument/2006/relationships" xmlns:a="http://schemas.openxmlformats.org/drawingml/2006/main" r:embed="R7478373de35b4dcc"/>
          <a:stretch xmlns:a="http://schemas.openxmlformats.org/drawingml/2006/main"/>
        </p:blipFill>
        <p:spPr>
          <a:xfrm xmlns:a="http://schemas.openxmlformats.org/drawingml/2006/main">
            <a:off x="114300" y="4171950"/>
            <a:ext cx="304800" cy="304800"/>
          </a:xfrm>
          <a:prstGeom xmlns:a="http://schemas.openxmlformats.org/drawingml/2006/main" prst="rect">
            <a:avLst/>
          </a:prstGeom>
        </p:spPr>
      </p:pic>
      <p:sp>
        <p:nvSpPr>
          <p:cNvPr id="7" name="Spoke front website">
            <a:extLst xmlns:a="http://schemas.openxmlformats.org/drawingml/2006/main">
              <a:ext uri="{FF2B5EF4-FFF2-40B4-BE49-F238E27FC236}">
                <a16:creationId xmlns:a16="http://schemas.microsoft.com/office/drawing/2014/main" id="{DDE6E8AA-05FF-4C99-9608-602CC8542601}"/>
              </a:ext>
            </a:extLst>
          </p:cNvPr>
          <p:cNvSpPr>
            <a:spLocks xmlns:a="http://schemas.openxmlformats.org/drawingml/2006/main" noGrp="1"/>
          </p:cNvSpPr>
          <p:nvPr/>
        </p:nvSpPr>
        <p:spPr>
          <a:xfrm xmlns:a="http://schemas.openxmlformats.org/drawingml/2006/main">
            <a:off x="514350" y="4162425"/>
            <a:ext cx="1381125" cy="180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50" b="1">
                <a:solidFill>
                  <a:srgbClr val="FFFF0A"/>
                </a:solidFill>
                <a:latin typeface="Space Grotesk"/>
                <a:ea typeface="Space Grotesk"/>
                <a:cs typeface="Space Grotesk"/>
              </a:defRPr>
            </a:defPPr>
            <a:lvl1pPr algn="l">
              <a:defRPr sz="1250" b="1">
                <a:solidFill>
                  <a:srgbClr val="FFFF0A"/>
                </a:solidFill>
                <a:latin typeface="Space Grotesk"/>
                <a:ea typeface="Space Grotesk"/>
                <a:cs typeface="Space Grotesk"/>
              </a:defRPr>
            </a:lvl1pPr>
            <a:lvl2pPr algn="l">
              <a:defRPr sz="1250" b="1">
                <a:solidFill>
                  <a:srgbClr val="FFFF0A"/>
                </a:solidFill>
                <a:latin typeface="Space Grotesk"/>
                <a:ea typeface="Space Grotesk"/>
                <a:cs typeface="Space Grotesk"/>
              </a:defRPr>
            </a:lvl2pPr>
            <a:lvl3pPr algn="l">
              <a:defRPr sz="1250" b="1">
                <a:solidFill>
                  <a:srgbClr val="FFFF0A"/>
                </a:solidFill>
                <a:latin typeface="Space Grotesk"/>
                <a:ea typeface="Space Grotesk"/>
                <a:cs typeface="Space Grotesk"/>
              </a:defRPr>
            </a:lvl3pPr>
            <a:lvl4pPr algn="l">
              <a:defRPr sz="1250" b="1">
                <a:solidFill>
                  <a:srgbClr val="FFFF0A"/>
                </a:solidFill>
                <a:latin typeface="Space Grotesk"/>
                <a:ea typeface="Space Grotesk"/>
                <a:cs typeface="Space Grotesk"/>
              </a:defRPr>
            </a:lvl4pPr>
            <a:lvl5pPr algn="l">
              <a:defRPr sz="1250" b="1">
                <a:solidFill>
                  <a:srgbClr val="FFFF0A"/>
                </a:solidFill>
                <a:latin typeface="Space Grotesk"/>
                <a:ea typeface="Space Grotesk"/>
                <a:cs typeface="Space Grotesk"/>
              </a:defRPr>
            </a:lvl5pPr>
            <a:lvl6pPr algn="l">
              <a:defRPr sz="1250" b="1">
                <a:solidFill>
                  <a:srgbClr val="FFFF0A"/>
                </a:solidFill>
                <a:latin typeface="Space Grotesk"/>
                <a:ea typeface="Space Grotesk"/>
                <a:cs typeface="Space Grotesk"/>
              </a:defRPr>
            </a:lvl6pPr>
            <a:lvl7pPr algn="l">
              <a:defRPr sz="1250" b="1">
                <a:solidFill>
                  <a:srgbClr val="FFFF0A"/>
                </a:solidFill>
                <a:latin typeface="Space Grotesk"/>
                <a:ea typeface="Space Grotesk"/>
                <a:cs typeface="Space Grotesk"/>
              </a:defRPr>
            </a:lvl7pPr>
            <a:lvl8pPr algn="l">
              <a:defRPr sz="1250" b="1">
                <a:solidFill>
                  <a:srgbClr val="FFFF0A"/>
                </a:solidFill>
                <a:latin typeface="Space Grotesk"/>
                <a:ea typeface="Space Grotesk"/>
                <a:cs typeface="Space Grotesk"/>
              </a:defRPr>
            </a:lvl8pPr>
            <a:lvl9pPr algn="l">
              <a:defRPr sz="1250" b="1">
                <a:solidFill>
                  <a:srgbClr val="FFFF0A"/>
                </a:solidFill>
                <a:latin typeface="Space Grotesk"/>
                <a:ea typeface="Space Grotesk"/>
                <a:cs typeface="Space Grotesk"/>
              </a:defRPr>
            </a:lvl9pPr>
          </a:lstStyle>
          <a:p xmlns:a="http://schemas.openxmlformats.org/drawingml/2006/main">
            <a:pPr algn="l">
              <a:lnSpc>
                <a:spcPct val="100000"/>
              </a:lnSpc>
              <a:buNone/>
              <a:defRPr sz="1250" b="1">
                <a:solidFill>
                  <a:srgbClr val="FFFF0A"/>
                </a:solidFill>
                <a:latin typeface="Space Grotesk"/>
                <a:ea typeface="Space Grotesk"/>
                <a:cs typeface="Space Grotesk"/>
              </a:defRPr>
            </a:pPr>
            <a:r>
              <a:rPr sz="1250" b="1">
                <a:solidFill>
                  <a:srgbClr val="FFFF0A"/>
                </a:solidFill>
                <a:latin typeface="Space Grotesk"/>
                <a:ea typeface="Space Grotesk"/>
                <a:cs typeface="Space Grotesk"/>
              </a:rPr>
              <a:t>3fp.org</a:t>
            </a:r>
          </a:p>
        </p:txBody>
      </p:sp>
      <p:sp>
        <p:nvSpPr>
          <p:cNvPr id="8" name="Spoke front invitation">
            <a:extLst xmlns:a="http://schemas.openxmlformats.org/drawingml/2006/main">
              <a:ext uri="{FF2B5EF4-FFF2-40B4-BE49-F238E27FC236}">
                <a16:creationId xmlns:a16="http://schemas.microsoft.com/office/drawing/2014/main" id="{FF50FAA4-E302-42B3-AFF2-515331E2D505}"/>
              </a:ext>
            </a:extLst>
          </p:cNvPr>
          <p:cNvSpPr>
            <a:spLocks xmlns:a="http://schemas.openxmlformats.org/drawingml/2006/main" noGrp="1"/>
          </p:cNvSpPr>
          <p:nvPr/>
        </p:nvSpPr>
        <p:spPr>
          <a:xfrm xmlns:a="http://schemas.openxmlformats.org/drawingml/2006/main">
            <a:off x="514350" y="4352925"/>
            <a:ext cx="15811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830" b="1">
                <a:solidFill>
                  <a:srgbClr val="FFFFFF"/>
                </a:solidFill>
                <a:latin typeface="Arial"/>
                <a:ea typeface="Arial"/>
                <a:cs typeface="Arial"/>
              </a:defRPr>
            </a:defPPr>
            <a:lvl1pPr algn="l">
              <a:defRPr sz="830" b="1">
                <a:solidFill>
                  <a:srgbClr val="FFFFFF"/>
                </a:solidFill>
                <a:latin typeface="Arial"/>
                <a:ea typeface="Arial"/>
                <a:cs typeface="Arial"/>
              </a:defRPr>
            </a:lvl1pPr>
            <a:lvl2pPr algn="l">
              <a:defRPr sz="830" b="1">
                <a:solidFill>
                  <a:srgbClr val="FFFFFF"/>
                </a:solidFill>
                <a:latin typeface="Arial"/>
                <a:ea typeface="Arial"/>
                <a:cs typeface="Arial"/>
              </a:defRPr>
            </a:lvl2pPr>
            <a:lvl3pPr algn="l">
              <a:defRPr sz="830" b="1">
                <a:solidFill>
                  <a:srgbClr val="FFFFFF"/>
                </a:solidFill>
                <a:latin typeface="Arial"/>
                <a:ea typeface="Arial"/>
                <a:cs typeface="Arial"/>
              </a:defRPr>
            </a:lvl3pPr>
            <a:lvl4pPr algn="l">
              <a:defRPr sz="830" b="1">
                <a:solidFill>
                  <a:srgbClr val="FFFFFF"/>
                </a:solidFill>
                <a:latin typeface="Arial"/>
                <a:ea typeface="Arial"/>
                <a:cs typeface="Arial"/>
              </a:defRPr>
            </a:lvl4pPr>
            <a:lvl5pPr algn="l">
              <a:defRPr sz="830" b="1">
                <a:solidFill>
                  <a:srgbClr val="FFFFFF"/>
                </a:solidFill>
                <a:latin typeface="Arial"/>
                <a:ea typeface="Arial"/>
                <a:cs typeface="Arial"/>
              </a:defRPr>
            </a:lvl5pPr>
            <a:lvl6pPr algn="l">
              <a:defRPr sz="830" b="1">
                <a:solidFill>
                  <a:srgbClr val="FFFFFF"/>
                </a:solidFill>
                <a:latin typeface="Arial"/>
                <a:ea typeface="Arial"/>
                <a:cs typeface="Arial"/>
              </a:defRPr>
            </a:lvl6pPr>
            <a:lvl7pPr algn="l">
              <a:defRPr sz="830" b="1">
                <a:solidFill>
                  <a:srgbClr val="FFFFFF"/>
                </a:solidFill>
                <a:latin typeface="Arial"/>
                <a:ea typeface="Arial"/>
                <a:cs typeface="Arial"/>
              </a:defRPr>
            </a:lvl7pPr>
            <a:lvl8pPr algn="l">
              <a:defRPr sz="830" b="1">
                <a:solidFill>
                  <a:srgbClr val="FFFFFF"/>
                </a:solidFill>
                <a:latin typeface="Arial"/>
                <a:ea typeface="Arial"/>
                <a:cs typeface="Arial"/>
              </a:defRPr>
            </a:lvl8pPr>
            <a:lvl9pPr algn="l">
              <a:defRPr sz="830" b="1">
                <a:solidFill>
                  <a:srgbClr val="FFFFFF"/>
                </a:solidFill>
                <a:latin typeface="Arial"/>
                <a:ea typeface="Arial"/>
                <a:cs typeface="Arial"/>
              </a:defRPr>
            </a:lvl9pPr>
          </a:lstStyle>
          <a:p xmlns:a="http://schemas.openxmlformats.org/drawingml/2006/main">
            <a:pPr algn="l">
              <a:lnSpc>
                <a:spcPct val="100000"/>
              </a:lnSpc>
              <a:buNone/>
              <a:defRPr sz="830" b="1">
                <a:solidFill>
                  <a:srgbClr val="FFFFFF"/>
                </a:solidFill>
                <a:latin typeface="Arial"/>
                <a:ea typeface="Arial"/>
                <a:cs typeface="Arial"/>
              </a:defRPr>
            </a:pPr>
            <a:r>
              <a:rPr sz="830" b="1">
                <a:solidFill>
                  <a:srgbClr val="FFFFFF"/>
                </a:solidFill>
                <a:latin typeface="Arial"/>
                <a:ea typeface="Arial"/>
                <a:cs typeface="Arial"/>
              </a:rPr>
              <a:t>Find groups and public rides.</a:t>
            </a:r>
          </a:p>
        </p:txBody>
      </p:sp>
      <p:sp>
        <p:nvSpPr>
          <p:cNvPr id="9" name="QR code white quiet zone">
            <a:extLst xmlns:a="http://schemas.openxmlformats.org/drawingml/2006/main">
              <a:ext uri="{FF2B5EF4-FFF2-40B4-BE49-F238E27FC236}">
                <a16:creationId xmlns:a16="http://schemas.microsoft.com/office/drawing/2014/main" id="{FA6E5CA7-E113-49D4-8E3B-ECA6BC25FADC}"/>
              </a:ext>
            </a:extLst>
          </p:cNvPr>
          <p:cNvSpPr>
            <a:spLocks xmlns:a="http://schemas.openxmlformats.org/drawingml/2006/main" noGrp="1"/>
          </p:cNvSpPr>
          <p:nvPr/>
        </p:nvSpPr>
        <p:spPr>
          <a:xfrm xmlns:a="http://schemas.openxmlformats.org/drawingml/2006/main">
            <a:off x="2209800" y="4114800"/>
            <a:ext cx="419100" cy="4191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pic>
        <p:nvPicPr>
          <p:cNvPr id="10" name="">
            <a:extLst xmlns:a="http://schemas.openxmlformats.org/drawingml/2006/main">
              <a:ext uri="{FF2B5EF4-FFF2-40B4-BE49-F238E27FC236}">
                <a16:creationId xmlns:a16="http://schemas.microsoft.com/office/drawing/2014/main" id="{78A267AE-4616-4E2D-B798-1564DCF79A0F}"/>
              </a:ext>
            </a:extLst>
          </p:cNvPr>
          <p:cNvPicPr>
            <a:picLocks xmlns:a="http://schemas.openxmlformats.org/drawingml/2006/main" noChangeAspect="1"/>
          </p:cNvPicPr>
          <p:nvPr/>
        </p:nvPicPr>
        <p:blipFill>
          <a:blip xmlns:r="http://schemas.openxmlformats.org/officeDocument/2006/relationships" xmlns:a="http://schemas.openxmlformats.org/drawingml/2006/main" r:embed="R1bdf3efd6fc74505"/>
          <a:stretch xmlns:a="http://schemas.openxmlformats.org/drawingml/2006/main"/>
        </p:blipFill>
        <p:spPr>
          <a:xfrm xmlns:a="http://schemas.openxmlformats.org/drawingml/2006/main">
            <a:off x="2247900" y="4152900"/>
            <a:ext cx="342900" cy="342900"/>
          </a:xfrm>
          <a:prstGeom xmlns:a="http://schemas.openxmlformats.org/drawingml/2006/main" prst="rect">
            <a:avLst/>
          </a:prstGeom>
        </p:spPr>
      </p:pic>
    </p:spTree>
    <p:extLst>
      <p:ext uri="{BB962C8B-B14F-4D97-AF65-F5344CB8AC3E}">
        <p14:creationId xmlns:p14="http://schemas.microsoft.com/office/powerpoint/2010/main" val="1195237490"/>
      </p:ext>
    </p:extLst>
  </p:cSld>
</p:sld>
</file>

<file path=ppt/slides/slide2.xml><?xml version="1.0" encoding="utf-8"?>
<p:sld xmlns:p="http://schemas.openxmlformats.org/presentationml/2006/main">
  <p:cSld>
    <p:bg>
      <p:bgPr>
        <a:solidFill xmlns:a="http://schemas.openxmlformats.org/drawingml/2006/main">
          <a:srgbClr val="35125F"/>
        </a:solidFill>
      </p:bgPr>
    </p:bg>
    <p:spTree>
      <p:nvGrpSpPr>
        <p:cNvPr id="1" name=""/>
        <p:cNvGrpSpPr/>
        <p:nvPr/>
      </p:nvGrpSpPr>
      <p:grpSpPr>
        <a:xfrm xmlns:a="http://schemas.openxmlformats.org/drawingml/2006/main"/>
      </p:grpSpPr>
      <p:pic>
        <p:nvPicPr>
          <p:cNvPr id="20" name="">
            <a:extLst xmlns:a="http://schemas.openxmlformats.org/drawingml/2006/main">
              <a:ext uri="{FF2B5EF4-FFF2-40B4-BE49-F238E27FC236}">
                <a16:creationId xmlns:a16="http://schemas.microsoft.com/office/drawing/2014/main" id="{2AE8EA77-5167-4E60-A990-60989325D387}"/>
              </a:ext>
            </a:extLst>
          </p:cNvPr>
          <p:cNvPicPr>
            <a:picLocks xmlns:a="http://schemas.openxmlformats.org/drawingml/2006/main" noChangeAspect="1"/>
          </p:cNvPicPr>
          <p:nvPr/>
        </p:nvPicPr>
        <p:blipFill>
          <a:blip xmlns:r="http://schemas.openxmlformats.org/officeDocument/2006/relationships" xmlns:a="http://schemas.openxmlformats.org/drawingml/2006/main" r:embed="R82cfcb9ffdca46bf"/>
          <a:srcRect xmlns:a="http://schemas.openxmlformats.org/drawingml/2006/main" l="0" t="22000" r="0" b="63000"/>
          <a:stretch xmlns:a="http://schemas.openxmlformats.org/drawingml/2006/main"/>
        </p:blipFill>
        <p:spPr>
          <a:xfrm xmlns:a="http://schemas.openxmlformats.org/drawingml/2006/main">
            <a:off x="0" y="0"/>
            <a:ext cx="2743200" cy="685800"/>
          </a:xfrm>
          <a:prstGeom xmlns:a="http://schemas.openxmlformats.org/drawingml/2006/main" prst="rect">
            <a:avLst/>
          </a:prstGeom>
        </p:spPr>
      </p:pic>
      <p:sp>
        <p:nvSpPr>
          <p:cNvPr id="2" name="ABC Quick Check title ground">
            <a:extLst xmlns:a="http://schemas.openxmlformats.org/drawingml/2006/main">
              <a:ext uri="{FF2B5EF4-FFF2-40B4-BE49-F238E27FC236}">
                <a16:creationId xmlns:a16="http://schemas.microsoft.com/office/drawing/2014/main" id="{8C6BF19D-4CD2-45D7-9487-B5CCFCC66344}"/>
              </a:ext>
            </a:extLst>
          </p:cNvPr>
          <p:cNvSpPr>
            <a:spLocks xmlns:a="http://schemas.openxmlformats.org/drawingml/2006/main" noGrp="1"/>
          </p:cNvSpPr>
          <p:nvPr/>
        </p:nvSpPr>
        <p:spPr>
          <a:xfrm xmlns:a="http://schemas.openxmlformats.org/drawingml/2006/main">
            <a:off x="0" y="685800"/>
            <a:ext cx="2743200" cy="657225"/>
          </a:xfrm>
          <a:prstGeom xmlns:a="http://schemas.openxmlformats.org/drawingml/2006/main" prst="rect">
            <a:avLst/>
          </a:prstGeom>
          <a:solidFill xmlns:a="http://schemas.openxmlformats.org/drawingml/2006/main">
            <a:srgbClr val="FFFF0A"/>
          </a:solidFill>
          <a:ln xmlns:a="http://schemas.openxmlformats.org/drawingml/2006/main" w="0">
            <a:noFill/>
            <a:prstDash val="solid"/>
          </a:ln>
        </p:spPr>
      </p:sp>
      <p:sp>
        <p:nvSpPr>
          <p:cNvPr id="3" name="ABC Quick Check heading">
            <a:extLst xmlns:a="http://schemas.openxmlformats.org/drawingml/2006/main">
              <a:ext uri="{FF2B5EF4-FFF2-40B4-BE49-F238E27FC236}">
                <a16:creationId xmlns:a16="http://schemas.microsoft.com/office/drawing/2014/main" id="{C5EB612C-D01D-4BF6-A0F9-CEE21E828BB5}"/>
              </a:ext>
            </a:extLst>
          </p:cNvPr>
          <p:cNvSpPr>
            <a:spLocks xmlns:a="http://schemas.openxmlformats.org/drawingml/2006/main" noGrp="1"/>
          </p:cNvSpPr>
          <p:nvPr/>
        </p:nvSpPr>
        <p:spPr>
          <a:xfrm xmlns:a="http://schemas.openxmlformats.org/drawingml/2006/main">
            <a:off x="142875" y="771525"/>
            <a:ext cx="24574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40" b="1">
                <a:solidFill>
                  <a:srgbClr val="7926CB"/>
                </a:solidFill>
                <a:latin typeface="Space Grotesk"/>
                <a:ea typeface="Space Grotesk"/>
                <a:cs typeface="Space Grotesk"/>
              </a:defRPr>
            </a:defPPr>
            <a:lvl1pPr algn="l">
              <a:defRPr sz="1340" b="1">
                <a:solidFill>
                  <a:srgbClr val="7926CB"/>
                </a:solidFill>
                <a:latin typeface="Space Grotesk"/>
                <a:ea typeface="Space Grotesk"/>
                <a:cs typeface="Space Grotesk"/>
              </a:defRPr>
            </a:lvl1pPr>
            <a:lvl2pPr algn="l">
              <a:defRPr sz="1340" b="1">
                <a:solidFill>
                  <a:srgbClr val="7926CB"/>
                </a:solidFill>
                <a:latin typeface="Space Grotesk"/>
                <a:ea typeface="Space Grotesk"/>
                <a:cs typeface="Space Grotesk"/>
              </a:defRPr>
            </a:lvl2pPr>
            <a:lvl3pPr algn="l">
              <a:defRPr sz="1340" b="1">
                <a:solidFill>
                  <a:srgbClr val="7926CB"/>
                </a:solidFill>
                <a:latin typeface="Space Grotesk"/>
                <a:ea typeface="Space Grotesk"/>
                <a:cs typeface="Space Grotesk"/>
              </a:defRPr>
            </a:lvl3pPr>
            <a:lvl4pPr algn="l">
              <a:defRPr sz="1340" b="1">
                <a:solidFill>
                  <a:srgbClr val="7926CB"/>
                </a:solidFill>
                <a:latin typeface="Space Grotesk"/>
                <a:ea typeface="Space Grotesk"/>
                <a:cs typeface="Space Grotesk"/>
              </a:defRPr>
            </a:lvl4pPr>
            <a:lvl5pPr algn="l">
              <a:defRPr sz="1340" b="1">
                <a:solidFill>
                  <a:srgbClr val="7926CB"/>
                </a:solidFill>
                <a:latin typeface="Space Grotesk"/>
                <a:ea typeface="Space Grotesk"/>
                <a:cs typeface="Space Grotesk"/>
              </a:defRPr>
            </a:lvl5pPr>
            <a:lvl6pPr algn="l">
              <a:defRPr sz="1340" b="1">
                <a:solidFill>
                  <a:srgbClr val="7926CB"/>
                </a:solidFill>
                <a:latin typeface="Space Grotesk"/>
                <a:ea typeface="Space Grotesk"/>
                <a:cs typeface="Space Grotesk"/>
              </a:defRPr>
            </a:lvl6pPr>
            <a:lvl7pPr algn="l">
              <a:defRPr sz="1340" b="1">
                <a:solidFill>
                  <a:srgbClr val="7926CB"/>
                </a:solidFill>
                <a:latin typeface="Space Grotesk"/>
                <a:ea typeface="Space Grotesk"/>
                <a:cs typeface="Space Grotesk"/>
              </a:defRPr>
            </a:lvl7pPr>
            <a:lvl8pPr algn="l">
              <a:defRPr sz="1340" b="1">
                <a:solidFill>
                  <a:srgbClr val="7926CB"/>
                </a:solidFill>
                <a:latin typeface="Space Grotesk"/>
                <a:ea typeface="Space Grotesk"/>
                <a:cs typeface="Space Grotesk"/>
              </a:defRPr>
            </a:lvl8pPr>
            <a:lvl9pPr algn="l">
              <a:defRPr sz="1340" b="1">
                <a:solidFill>
                  <a:srgbClr val="7926CB"/>
                </a:solidFill>
                <a:latin typeface="Space Grotesk"/>
                <a:ea typeface="Space Grotesk"/>
                <a:cs typeface="Space Grotesk"/>
              </a:defRPr>
            </a:lvl9pPr>
          </a:lstStyle>
          <a:p xmlns:a="http://schemas.openxmlformats.org/drawingml/2006/main">
            <a:pPr algn="l">
              <a:lnSpc>
                <a:spcPct val="100000"/>
              </a:lnSpc>
              <a:buNone/>
              <a:defRPr sz="1340" b="1">
                <a:solidFill>
                  <a:srgbClr val="7926CB"/>
                </a:solidFill>
                <a:latin typeface="Space Grotesk"/>
                <a:ea typeface="Space Grotesk"/>
                <a:cs typeface="Space Grotesk"/>
              </a:defRPr>
            </a:pPr>
            <a:r>
              <a:rPr sz="1340" b="1">
                <a:solidFill>
                  <a:srgbClr val="7926CB"/>
                </a:solidFill>
                <a:latin typeface="Space Grotesk"/>
                <a:ea typeface="Space Grotesk"/>
                <a:cs typeface="Space Grotesk"/>
              </a:rPr>
              <a:t>ABC QUICK CHECK</a:t>
            </a:r>
          </a:p>
        </p:txBody>
      </p:sp>
      <p:sp>
        <p:nvSpPr>
          <p:cNvPr id="4" name="ABC Quick Check source">
            <a:extLst xmlns:a="http://schemas.openxmlformats.org/drawingml/2006/main">
              <a:ext uri="{FF2B5EF4-FFF2-40B4-BE49-F238E27FC236}">
                <a16:creationId xmlns:a16="http://schemas.microsoft.com/office/drawing/2014/main" id="{AD5B9515-3331-488E-8352-9AA484302D1E}"/>
              </a:ext>
            </a:extLst>
          </p:cNvPr>
          <p:cNvSpPr>
            <a:spLocks xmlns:a="http://schemas.openxmlformats.org/drawingml/2006/main" noGrp="1"/>
          </p:cNvSpPr>
          <p:nvPr/>
        </p:nvSpPr>
        <p:spPr>
          <a:xfrm xmlns:a="http://schemas.openxmlformats.org/drawingml/2006/main">
            <a:off x="142875" y="1028700"/>
            <a:ext cx="2457450"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880" b="1">
                <a:solidFill>
                  <a:srgbClr val="35125F"/>
                </a:solidFill>
                <a:latin typeface="Arial"/>
                <a:ea typeface="Arial"/>
                <a:cs typeface="Arial"/>
              </a:defRPr>
            </a:defPPr>
            <a:lvl1pPr algn="l">
              <a:defRPr sz="880" b="1">
                <a:solidFill>
                  <a:srgbClr val="35125F"/>
                </a:solidFill>
                <a:latin typeface="Arial"/>
                <a:ea typeface="Arial"/>
                <a:cs typeface="Arial"/>
              </a:defRPr>
            </a:lvl1pPr>
            <a:lvl2pPr algn="l">
              <a:defRPr sz="880" b="1">
                <a:solidFill>
                  <a:srgbClr val="35125F"/>
                </a:solidFill>
                <a:latin typeface="Arial"/>
                <a:ea typeface="Arial"/>
                <a:cs typeface="Arial"/>
              </a:defRPr>
            </a:lvl2pPr>
            <a:lvl3pPr algn="l">
              <a:defRPr sz="880" b="1">
                <a:solidFill>
                  <a:srgbClr val="35125F"/>
                </a:solidFill>
                <a:latin typeface="Arial"/>
                <a:ea typeface="Arial"/>
                <a:cs typeface="Arial"/>
              </a:defRPr>
            </a:lvl3pPr>
            <a:lvl4pPr algn="l">
              <a:defRPr sz="880" b="1">
                <a:solidFill>
                  <a:srgbClr val="35125F"/>
                </a:solidFill>
                <a:latin typeface="Arial"/>
                <a:ea typeface="Arial"/>
                <a:cs typeface="Arial"/>
              </a:defRPr>
            </a:lvl4pPr>
            <a:lvl5pPr algn="l">
              <a:defRPr sz="880" b="1">
                <a:solidFill>
                  <a:srgbClr val="35125F"/>
                </a:solidFill>
                <a:latin typeface="Arial"/>
                <a:ea typeface="Arial"/>
                <a:cs typeface="Arial"/>
              </a:defRPr>
            </a:lvl5pPr>
            <a:lvl6pPr algn="l">
              <a:defRPr sz="880" b="1">
                <a:solidFill>
                  <a:srgbClr val="35125F"/>
                </a:solidFill>
                <a:latin typeface="Arial"/>
                <a:ea typeface="Arial"/>
                <a:cs typeface="Arial"/>
              </a:defRPr>
            </a:lvl6pPr>
            <a:lvl7pPr algn="l">
              <a:defRPr sz="880" b="1">
                <a:solidFill>
                  <a:srgbClr val="35125F"/>
                </a:solidFill>
                <a:latin typeface="Arial"/>
                <a:ea typeface="Arial"/>
                <a:cs typeface="Arial"/>
              </a:defRPr>
            </a:lvl7pPr>
            <a:lvl8pPr algn="l">
              <a:defRPr sz="880" b="1">
                <a:solidFill>
                  <a:srgbClr val="35125F"/>
                </a:solidFill>
                <a:latin typeface="Arial"/>
                <a:ea typeface="Arial"/>
                <a:cs typeface="Arial"/>
              </a:defRPr>
            </a:lvl8pPr>
            <a:lvl9pPr algn="l">
              <a:defRPr sz="880" b="1">
                <a:solidFill>
                  <a:srgbClr val="35125F"/>
                </a:solidFill>
                <a:latin typeface="Arial"/>
                <a:ea typeface="Arial"/>
                <a:cs typeface="Arial"/>
              </a:defRPr>
            </a:lvl9pPr>
          </a:lstStyle>
          <a:p xmlns:a="http://schemas.openxmlformats.org/drawingml/2006/main">
            <a:pPr algn="l">
              <a:lnSpc>
                <a:spcPct val="100000"/>
              </a:lnSpc>
              <a:buNone/>
              <a:defRPr sz="880" b="1">
                <a:solidFill>
                  <a:srgbClr val="35125F"/>
                </a:solidFill>
                <a:latin typeface="Arial"/>
                <a:ea typeface="Arial"/>
                <a:cs typeface="Arial"/>
              </a:defRPr>
            </a:pPr>
            <a:r>
              <a:rPr sz="880" b="1">
                <a:solidFill>
                  <a:srgbClr val="35125F"/>
                </a:solidFill>
                <a:latin typeface="Arial"/>
                <a:ea typeface="Arial"/>
                <a:cs typeface="Arial"/>
              </a:rPr>
              <a:t>League of American Bicyclists</a:t>
            </a:r>
          </a:p>
        </p:txBody>
      </p:sp>
      <p:sp>
        <p:nvSpPr>
          <p:cNvPr id="5" name="ABC check heading AIR">
            <a:extLst xmlns:a="http://schemas.openxmlformats.org/drawingml/2006/main">
              <a:ext uri="{FF2B5EF4-FFF2-40B4-BE49-F238E27FC236}">
                <a16:creationId xmlns:a16="http://schemas.microsoft.com/office/drawing/2014/main" id="{4542987D-EFCD-4307-AD01-E1613B739B6A}"/>
              </a:ext>
            </a:extLst>
          </p:cNvPr>
          <p:cNvSpPr>
            <a:spLocks xmlns:a="http://schemas.openxmlformats.org/drawingml/2006/main" noGrp="1"/>
          </p:cNvSpPr>
          <p:nvPr/>
        </p:nvSpPr>
        <p:spPr>
          <a:xfrm xmlns:a="http://schemas.openxmlformats.org/drawingml/2006/main">
            <a:off x="152400" y="1438275"/>
            <a:ext cx="243840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990" b="1">
                <a:solidFill>
                  <a:srgbClr val="FFFF0A"/>
                </a:solidFill>
                <a:latin typeface="Space Grotesk"/>
                <a:ea typeface="Space Grotesk"/>
                <a:cs typeface="Space Grotesk"/>
              </a:defRPr>
            </a:defPPr>
            <a:lvl1pPr algn="l">
              <a:defRPr sz="990" b="1">
                <a:solidFill>
                  <a:srgbClr val="FFFF0A"/>
                </a:solidFill>
                <a:latin typeface="Space Grotesk"/>
                <a:ea typeface="Space Grotesk"/>
                <a:cs typeface="Space Grotesk"/>
              </a:defRPr>
            </a:lvl1pPr>
            <a:lvl2pPr algn="l">
              <a:defRPr sz="990" b="1">
                <a:solidFill>
                  <a:srgbClr val="FFFF0A"/>
                </a:solidFill>
                <a:latin typeface="Space Grotesk"/>
                <a:ea typeface="Space Grotesk"/>
                <a:cs typeface="Space Grotesk"/>
              </a:defRPr>
            </a:lvl2pPr>
            <a:lvl3pPr algn="l">
              <a:defRPr sz="990" b="1">
                <a:solidFill>
                  <a:srgbClr val="FFFF0A"/>
                </a:solidFill>
                <a:latin typeface="Space Grotesk"/>
                <a:ea typeface="Space Grotesk"/>
                <a:cs typeface="Space Grotesk"/>
              </a:defRPr>
            </a:lvl3pPr>
            <a:lvl4pPr algn="l">
              <a:defRPr sz="990" b="1">
                <a:solidFill>
                  <a:srgbClr val="FFFF0A"/>
                </a:solidFill>
                <a:latin typeface="Space Grotesk"/>
                <a:ea typeface="Space Grotesk"/>
                <a:cs typeface="Space Grotesk"/>
              </a:defRPr>
            </a:lvl4pPr>
            <a:lvl5pPr algn="l">
              <a:defRPr sz="990" b="1">
                <a:solidFill>
                  <a:srgbClr val="FFFF0A"/>
                </a:solidFill>
                <a:latin typeface="Space Grotesk"/>
                <a:ea typeface="Space Grotesk"/>
                <a:cs typeface="Space Grotesk"/>
              </a:defRPr>
            </a:lvl5pPr>
            <a:lvl6pPr algn="l">
              <a:defRPr sz="990" b="1">
                <a:solidFill>
                  <a:srgbClr val="FFFF0A"/>
                </a:solidFill>
                <a:latin typeface="Space Grotesk"/>
                <a:ea typeface="Space Grotesk"/>
                <a:cs typeface="Space Grotesk"/>
              </a:defRPr>
            </a:lvl6pPr>
            <a:lvl7pPr algn="l">
              <a:defRPr sz="990" b="1">
                <a:solidFill>
                  <a:srgbClr val="FFFF0A"/>
                </a:solidFill>
                <a:latin typeface="Space Grotesk"/>
                <a:ea typeface="Space Grotesk"/>
                <a:cs typeface="Space Grotesk"/>
              </a:defRPr>
            </a:lvl7pPr>
            <a:lvl8pPr algn="l">
              <a:defRPr sz="990" b="1">
                <a:solidFill>
                  <a:srgbClr val="FFFF0A"/>
                </a:solidFill>
                <a:latin typeface="Space Grotesk"/>
                <a:ea typeface="Space Grotesk"/>
                <a:cs typeface="Space Grotesk"/>
              </a:defRPr>
            </a:lvl8pPr>
            <a:lvl9pPr algn="l">
              <a:defRPr sz="990" b="1">
                <a:solidFill>
                  <a:srgbClr val="FFFF0A"/>
                </a:solidFill>
                <a:latin typeface="Space Grotesk"/>
                <a:ea typeface="Space Grotesk"/>
                <a:cs typeface="Space Grotesk"/>
              </a:defRPr>
            </a:lvl9pPr>
          </a:lstStyle>
          <a:p xmlns:a="http://schemas.openxmlformats.org/drawingml/2006/main">
            <a:pPr algn="l">
              <a:lnSpc>
                <a:spcPct val="100000"/>
              </a:lnSpc>
              <a:buNone/>
              <a:defRPr sz="990" b="1">
                <a:solidFill>
                  <a:srgbClr val="FFFF0A"/>
                </a:solidFill>
                <a:latin typeface="Space Grotesk"/>
                <a:ea typeface="Space Grotesk"/>
                <a:cs typeface="Space Grotesk"/>
              </a:defRPr>
            </a:pPr>
            <a:r>
              <a:rPr sz="990" b="1">
                <a:solidFill>
                  <a:srgbClr val="FFFF0A"/>
                </a:solidFill>
                <a:latin typeface="Space Grotesk"/>
                <a:ea typeface="Space Grotesk"/>
                <a:cs typeface="Space Grotesk"/>
              </a:rPr>
              <a:t>AIR</a:t>
            </a:r>
          </a:p>
        </p:txBody>
      </p:sp>
      <p:sp>
        <p:nvSpPr>
          <p:cNvPr id="6" name="ABC check copy AIR">
            <a:extLst xmlns:a="http://schemas.openxmlformats.org/drawingml/2006/main">
              <a:ext uri="{FF2B5EF4-FFF2-40B4-BE49-F238E27FC236}">
                <a16:creationId xmlns:a16="http://schemas.microsoft.com/office/drawing/2014/main" id="{BC6B95BB-60E6-4B31-983E-FB073965A528}"/>
              </a:ext>
            </a:extLst>
          </p:cNvPr>
          <p:cNvSpPr>
            <a:spLocks xmlns:a="http://schemas.openxmlformats.org/drawingml/2006/main" noGrp="1"/>
          </p:cNvSpPr>
          <p:nvPr/>
        </p:nvSpPr>
        <p:spPr>
          <a:xfrm xmlns:a="http://schemas.openxmlformats.org/drawingml/2006/main">
            <a:off x="152400" y="1590675"/>
            <a:ext cx="243840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850" b="0">
                <a:solidFill>
                  <a:srgbClr val="FFFFFF"/>
                </a:solidFill>
                <a:latin typeface="Arial"/>
                <a:ea typeface="Arial"/>
                <a:cs typeface="Arial"/>
              </a:defRPr>
            </a:defPPr>
            <a:lvl1pPr algn="l">
              <a:defRPr sz="850" b="0">
                <a:solidFill>
                  <a:srgbClr val="FFFFFF"/>
                </a:solidFill>
                <a:latin typeface="Arial"/>
                <a:ea typeface="Arial"/>
                <a:cs typeface="Arial"/>
              </a:defRPr>
            </a:lvl1pPr>
            <a:lvl2pPr algn="l">
              <a:defRPr sz="850" b="0">
                <a:solidFill>
                  <a:srgbClr val="FFFFFF"/>
                </a:solidFill>
                <a:latin typeface="Arial"/>
                <a:ea typeface="Arial"/>
                <a:cs typeface="Arial"/>
              </a:defRPr>
            </a:lvl2pPr>
            <a:lvl3pPr algn="l">
              <a:defRPr sz="850" b="0">
                <a:solidFill>
                  <a:srgbClr val="FFFFFF"/>
                </a:solidFill>
                <a:latin typeface="Arial"/>
                <a:ea typeface="Arial"/>
                <a:cs typeface="Arial"/>
              </a:defRPr>
            </a:lvl3pPr>
            <a:lvl4pPr algn="l">
              <a:defRPr sz="850" b="0">
                <a:solidFill>
                  <a:srgbClr val="FFFFFF"/>
                </a:solidFill>
                <a:latin typeface="Arial"/>
                <a:ea typeface="Arial"/>
                <a:cs typeface="Arial"/>
              </a:defRPr>
            </a:lvl4pPr>
            <a:lvl5pPr algn="l">
              <a:defRPr sz="850" b="0">
                <a:solidFill>
                  <a:srgbClr val="FFFFFF"/>
                </a:solidFill>
                <a:latin typeface="Arial"/>
                <a:ea typeface="Arial"/>
                <a:cs typeface="Arial"/>
              </a:defRPr>
            </a:lvl5pPr>
            <a:lvl6pPr algn="l">
              <a:defRPr sz="850" b="0">
                <a:solidFill>
                  <a:srgbClr val="FFFFFF"/>
                </a:solidFill>
                <a:latin typeface="Arial"/>
                <a:ea typeface="Arial"/>
                <a:cs typeface="Arial"/>
              </a:defRPr>
            </a:lvl6pPr>
            <a:lvl7pPr algn="l">
              <a:defRPr sz="850" b="0">
                <a:solidFill>
                  <a:srgbClr val="FFFFFF"/>
                </a:solidFill>
                <a:latin typeface="Arial"/>
                <a:ea typeface="Arial"/>
                <a:cs typeface="Arial"/>
              </a:defRPr>
            </a:lvl7pPr>
            <a:lvl8pPr algn="l">
              <a:defRPr sz="850" b="0">
                <a:solidFill>
                  <a:srgbClr val="FFFFFF"/>
                </a:solidFill>
                <a:latin typeface="Arial"/>
                <a:ea typeface="Arial"/>
                <a:cs typeface="Arial"/>
              </a:defRPr>
            </a:lvl8pPr>
            <a:lvl9pPr algn="l">
              <a:defRPr sz="850" b="0">
                <a:solidFill>
                  <a:srgbClr val="FFFFFF"/>
                </a:solidFill>
                <a:latin typeface="Arial"/>
                <a:ea typeface="Arial"/>
                <a:cs typeface="Arial"/>
              </a:defRPr>
            </a:lvl9pPr>
          </a:lstStyle>
          <a:p xmlns:a="http://schemas.openxmlformats.org/drawingml/2006/main">
            <a:pPr algn="l">
              <a:lnSpc>
                <a:spcPct val="98000"/>
              </a:lnSpc>
              <a:buNone/>
              <a:defRPr sz="850" b="0">
                <a:solidFill>
                  <a:srgbClr val="FFFFFF"/>
                </a:solidFill>
                <a:latin typeface="Arial"/>
                <a:ea typeface="Arial"/>
                <a:cs typeface="Arial"/>
              </a:defRPr>
            </a:pPr>
            <a:r>
              <a:rPr sz="850" b="0">
                <a:solidFill>
                  <a:srgbClr val="FFFFFF"/>
                </a:solidFill>
                <a:latin typeface="Arial"/>
                <a:ea typeface="Arial"/>
                <a:cs typeface="Arial"/>
              </a:rPr>
              <a:t>Check tire pressure and look for damage.</a:t>
            </a:r>
          </a:p>
        </p:txBody>
      </p:sp>
      <p:sp>
        <p:nvSpPr>
          <p:cNvPr id="7" name="ABC check heading BRAKES">
            <a:extLst xmlns:a="http://schemas.openxmlformats.org/drawingml/2006/main">
              <a:ext uri="{FF2B5EF4-FFF2-40B4-BE49-F238E27FC236}">
                <a16:creationId xmlns:a16="http://schemas.microsoft.com/office/drawing/2014/main" id="{97A975C5-B3D2-42F9-8A37-33B046703583}"/>
              </a:ext>
            </a:extLst>
          </p:cNvPr>
          <p:cNvSpPr>
            <a:spLocks xmlns:a="http://schemas.openxmlformats.org/drawingml/2006/main" noGrp="1"/>
          </p:cNvSpPr>
          <p:nvPr/>
        </p:nvSpPr>
        <p:spPr>
          <a:xfrm xmlns:a="http://schemas.openxmlformats.org/drawingml/2006/main">
            <a:off x="152400" y="1914525"/>
            <a:ext cx="243840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990" b="1">
                <a:solidFill>
                  <a:srgbClr val="FFFF0A"/>
                </a:solidFill>
                <a:latin typeface="Space Grotesk"/>
                <a:ea typeface="Space Grotesk"/>
                <a:cs typeface="Space Grotesk"/>
              </a:defRPr>
            </a:defPPr>
            <a:lvl1pPr algn="l">
              <a:defRPr sz="990" b="1">
                <a:solidFill>
                  <a:srgbClr val="FFFF0A"/>
                </a:solidFill>
                <a:latin typeface="Space Grotesk"/>
                <a:ea typeface="Space Grotesk"/>
                <a:cs typeface="Space Grotesk"/>
              </a:defRPr>
            </a:lvl1pPr>
            <a:lvl2pPr algn="l">
              <a:defRPr sz="990" b="1">
                <a:solidFill>
                  <a:srgbClr val="FFFF0A"/>
                </a:solidFill>
                <a:latin typeface="Space Grotesk"/>
                <a:ea typeface="Space Grotesk"/>
                <a:cs typeface="Space Grotesk"/>
              </a:defRPr>
            </a:lvl2pPr>
            <a:lvl3pPr algn="l">
              <a:defRPr sz="990" b="1">
                <a:solidFill>
                  <a:srgbClr val="FFFF0A"/>
                </a:solidFill>
                <a:latin typeface="Space Grotesk"/>
                <a:ea typeface="Space Grotesk"/>
                <a:cs typeface="Space Grotesk"/>
              </a:defRPr>
            </a:lvl3pPr>
            <a:lvl4pPr algn="l">
              <a:defRPr sz="990" b="1">
                <a:solidFill>
                  <a:srgbClr val="FFFF0A"/>
                </a:solidFill>
                <a:latin typeface="Space Grotesk"/>
                <a:ea typeface="Space Grotesk"/>
                <a:cs typeface="Space Grotesk"/>
              </a:defRPr>
            </a:lvl4pPr>
            <a:lvl5pPr algn="l">
              <a:defRPr sz="990" b="1">
                <a:solidFill>
                  <a:srgbClr val="FFFF0A"/>
                </a:solidFill>
                <a:latin typeface="Space Grotesk"/>
                <a:ea typeface="Space Grotesk"/>
                <a:cs typeface="Space Grotesk"/>
              </a:defRPr>
            </a:lvl5pPr>
            <a:lvl6pPr algn="l">
              <a:defRPr sz="990" b="1">
                <a:solidFill>
                  <a:srgbClr val="FFFF0A"/>
                </a:solidFill>
                <a:latin typeface="Space Grotesk"/>
                <a:ea typeface="Space Grotesk"/>
                <a:cs typeface="Space Grotesk"/>
              </a:defRPr>
            </a:lvl6pPr>
            <a:lvl7pPr algn="l">
              <a:defRPr sz="990" b="1">
                <a:solidFill>
                  <a:srgbClr val="FFFF0A"/>
                </a:solidFill>
                <a:latin typeface="Space Grotesk"/>
                <a:ea typeface="Space Grotesk"/>
                <a:cs typeface="Space Grotesk"/>
              </a:defRPr>
            </a:lvl7pPr>
            <a:lvl8pPr algn="l">
              <a:defRPr sz="990" b="1">
                <a:solidFill>
                  <a:srgbClr val="FFFF0A"/>
                </a:solidFill>
                <a:latin typeface="Space Grotesk"/>
                <a:ea typeface="Space Grotesk"/>
                <a:cs typeface="Space Grotesk"/>
              </a:defRPr>
            </a:lvl8pPr>
            <a:lvl9pPr algn="l">
              <a:defRPr sz="990" b="1">
                <a:solidFill>
                  <a:srgbClr val="FFFF0A"/>
                </a:solidFill>
                <a:latin typeface="Space Grotesk"/>
                <a:ea typeface="Space Grotesk"/>
                <a:cs typeface="Space Grotesk"/>
              </a:defRPr>
            </a:lvl9pPr>
          </a:lstStyle>
          <a:p xmlns:a="http://schemas.openxmlformats.org/drawingml/2006/main">
            <a:pPr algn="l">
              <a:lnSpc>
                <a:spcPct val="100000"/>
              </a:lnSpc>
              <a:buNone/>
              <a:defRPr sz="990" b="1">
                <a:solidFill>
                  <a:srgbClr val="FFFF0A"/>
                </a:solidFill>
                <a:latin typeface="Space Grotesk"/>
                <a:ea typeface="Space Grotesk"/>
                <a:cs typeface="Space Grotesk"/>
              </a:defRPr>
            </a:pPr>
            <a:r>
              <a:rPr sz="990" b="1">
                <a:solidFill>
                  <a:srgbClr val="FFFF0A"/>
                </a:solidFill>
                <a:latin typeface="Space Grotesk"/>
                <a:ea typeface="Space Grotesk"/>
                <a:cs typeface="Space Grotesk"/>
              </a:rPr>
              <a:t>BRAKES</a:t>
            </a:r>
          </a:p>
        </p:txBody>
      </p:sp>
      <p:sp>
        <p:nvSpPr>
          <p:cNvPr id="8" name="ABC check copy BRAKES">
            <a:extLst xmlns:a="http://schemas.openxmlformats.org/drawingml/2006/main">
              <a:ext uri="{FF2B5EF4-FFF2-40B4-BE49-F238E27FC236}">
                <a16:creationId xmlns:a16="http://schemas.microsoft.com/office/drawing/2014/main" id="{9054A0F7-E371-4592-A468-D683E5542691}"/>
              </a:ext>
            </a:extLst>
          </p:cNvPr>
          <p:cNvSpPr>
            <a:spLocks xmlns:a="http://schemas.openxmlformats.org/drawingml/2006/main" noGrp="1"/>
          </p:cNvSpPr>
          <p:nvPr/>
        </p:nvSpPr>
        <p:spPr>
          <a:xfrm xmlns:a="http://schemas.openxmlformats.org/drawingml/2006/main">
            <a:off x="152400" y="2066925"/>
            <a:ext cx="243840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850" b="0">
                <a:solidFill>
                  <a:srgbClr val="FFFFFF"/>
                </a:solidFill>
                <a:latin typeface="Arial"/>
                <a:ea typeface="Arial"/>
                <a:cs typeface="Arial"/>
              </a:defRPr>
            </a:defPPr>
            <a:lvl1pPr algn="l">
              <a:defRPr sz="850" b="0">
                <a:solidFill>
                  <a:srgbClr val="FFFFFF"/>
                </a:solidFill>
                <a:latin typeface="Arial"/>
                <a:ea typeface="Arial"/>
                <a:cs typeface="Arial"/>
              </a:defRPr>
            </a:lvl1pPr>
            <a:lvl2pPr algn="l">
              <a:defRPr sz="850" b="0">
                <a:solidFill>
                  <a:srgbClr val="FFFFFF"/>
                </a:solidFill>
                <a:latin typeface="Arial"/>
                <a:ea typeface="Arial"/>
                <a:cs typeface="Arial"/>
              </a:defRPr>
            </a:lvl2pPr>
            <a:lvl3pPr algn="l">
              <a:defRPr sz="850" b="0">
                <a:solidFill>
                  <a:srgbClr val="FFFFFF"/>
                </a:solidFill>
                <a:latin typeface="Arial"/>
                <a:ea typeface="Arial"/>
                <a:cs typeface="Arial"/>
              </a:defRPr>
            </a:lvl3pPr>
            <a:lvl4pPr algn="l">
              <a:defRPr sz="850" b="0">
                <a:solidFill>
                  <a:srgbClr val="FFFFFF"/>
                </a:solidFill>
                <a:latin typeface="Arial"/>
                <a:ea typeface="Arial"/>
                <a:cs typeface="Arial"/>
              </a:defRPr>
            </a:lvl4pPr>
            <a:lvl5pPr algn="l">
              <a:defRPr sz="850" b="0">
                <a:solidFill>
                  <a:srgbClr val="FFFFFF"/>
                </a:solidFill>
                <a:latin typeface="Arial"/>
                <a:ea typeface="Arial"/>
                <a:cs typeface="Arial"/>
              </a:defRPr>
            </a:lvl5pPr>
            <a:lvl6pPr algn="l">
              <a:defRPr sz="850" b="0">
                <a:solidFill>
                  <a:srgbClr val="FFFFFF"/>
                </a:solidFill>
                <a:latin typeface="Arial"/>
                <a:ea typeface="Arial"/>
                <a:cs typeface="Arial"/>
              </a:defRPr>
            </a:lvl6pPr>
            <a:lvl7pPr algn="l">
              <a:defRPr sz="850" b="0">
                <a:solidFill>
                  <a:srgbClr val="FFFFFF"/>
                </a:solidFill>
                <a:latin typeface="Arial"/>
                <a:ea typeface="Arial"/>
                <a:cs typeface="Arial"/>
              </a:defRPr>
            </a:lvl7pPr>
            <a:lvl8pPr algn="l">
              <a:defRPr sz="850" b="0">
                <a:solidFill>
                  <a:srgbClr val="FFFFFF"/>
                </a:solidFill>
                <a:latin typeface="Arial"/>
                <a:ea typeface="Arial"/>
                <a:cs typeface="Arial"/>
              </a:defRPr>
            </a:lvl8pPr>
            <a:lvl9pPr algn="l">
              <a:defRPr sz="850" b="0">
                <a:solidFill>
                  <a:srgbClr val="FFFFFF"/>
                </a:solidFill>
                <a:latin typeface="Arial"/>
                <a:ea typeface="Arial"/>
                <a:cs typeface="Arial"/>
              </a:defRPr>
            </a:lvl9pPr>
          </a:lstStyle>
          <a:p xmlns:a="http://schemas.openxmlformats.org/drawingml/2006/main">
            <a:pPr algn="l">
              <a:lnSpc>
                <a:spcPct val="98000"/>
              </a:lnSpc>
              <a:buNone/>
              <a:defRPr sz="850" b="0">
                <a:solidFill>
                  <a:srgbClr val="FFFFFF"/>
                </a:solidFill>
                <a:latin typeface="Arial"/>
                <a:ea typeface="Arial"/>
                <a:cs typeface="Arial"/>
              </a:defRPr>
            </a:pPr>
            <a:r>
              <a:rPr sz="850" b="0">
                <a:solidFill>
                  <a:srgbClr val="FFFFFF"/>
                </a:solidFill>
                <a:latin typeface="Arial"/>
                <a:ea typeface="Arial"/>
                <a:cs typeface="Arial"/>
              </a:rPr>
              <a:t>Check brake pads for wear. Use each brake’s control; check that it stops the bike.</a:t>
            </a:r>
          </a:p>
        </p:txBody>
      </p:sp>
      <p:sp>
        <p:nvSpPr>
          <p:cNvPr id="9" name="ABC check heading CHAIN &amp; CRANKS">
            <a:extLst xmlns:a="http://schemas.openxmlformats.org/drawingml/2006/main">
              <a:ext uri="{FF2B5EF4-FFF2-40B4-BE49-F238E27FC236}">
                <a16:creationId xmlns:a16="http://schemas.microsoft.com/office/drawing/2014/main" id="{148B0E0A-55EA-4A90-B56D-4B9F0FCF477C}"/>
              </a:ext>
            </a:extLst>
          </p:cNvPr>
          <p:cNvSpPr>
            <a:spLocks xmlns:a="http://schemas.openxmlformats.org/drawingml/2006/main" noGrp="1"/>
          </p:cNvSpPr>
          <p:nvPr/>
        </p:nvSpPr>
        <p:spPr>
          <a:xfrm xmlns:a="http://schemas.openxmlformats.org/drawingml/2006/main">
            <a:off x="152400" y="2390775"/>
            <a:ext cx="243840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990" b="1">
                <a:solidFill>
                  <a:srgbClr val="FFFF0A"/>
                </a:solidFill>
                <a:latin typeface="Space Grotesk"/>
                <a:ea typeface="Space Grotesk"/>
                <a:cs typeface="Space Grotesk"/>
              </a:defRPr>
            </a:defPPr>
            <a:lvl1pPr algn="l">
              <a:defRPr sz="990" b="1">
                <a:solidFill>
                  <a:srgbClr val="FFFF0A"/>
                </a:solidFill>
                <a:latin typeface="Space Grotesk"/>
                <a:ea typeface="Space Grotesk"/>
                <a:cs typeface="Space Grotesk"/>
              </a:defRPr>
            </a:lvl1pPr>
            <a:lvl2pPr algn="l">
              <a:defRPr sz="990" b="1">
                <a:solidFill>
                  <a:srgbClr val="FFFF0A"/>
                </a:solidFill>
                <a:latin typeface="Space Grotesk"/>
                <a:ea typeface="Space Grotesk"/>
                <a:cs typeface="Space Grotesk"/>
              </a:defRPr>
            </a:lvl2pPr>
            <a:lvl3pPr algn="l">
              <a:defRPr sz="990" b="1">
                <a:solidFill>
                  <a:srgbClr val="FFFF0A"/>
                </a:solidFill>
                <a:latin typeface="Space Grotesk"/>
                <a:ea typeface="Space Grotesk"/>
                <a:cs typeface="Space Grotesk"/>
              </a:defRPr>
            </a:lvl3pPr>
            <a:lvl4pPr algn="l">
              <a:defRPr sz="990" b="1">
                <a:solidFill>
                  <a:srgbClr val="FFFF0A"/>
                </a:solidFill>
                <a:latin typeface="Space Grotesk"/>
                <a:ea typeface="Space Grotesk"/>
                <a:cs typeface="Space Grotesk"/>
              </a:defRPr>
            </a:lvl4pPr>
            <a:lvl5pPr algn="l">
              <a:defRPr sz="990" b="1">
                <a:solidFill>
                  <a:srgbClr val="FFFF0A"/>
                </a:solidFill>
                <a:latin typeface="Space Grotesk"/>
                <a:ea typeface="Space Grotesk"/>
                <a:cs typeface="Space Grotesk"/>
              </a:defRPr>
            </a:lvl5pPr>
            <a:lvl6pPr algn="l">
              <a:defRPr sz="990" b="1">
                <a:solidFill>
                  <a:srgbClr val="FFFF0A"/>
                </a:solidFill>
                <a:latin typeface="Space Grotesk"/>
                <a:ea typeface="Space Grotesk"/>
                <a:cs typeface="Space Grotesk"/>
              </a:defRPr>
            </a:lvl6pPr>
            <a:lvl7pPr algn="l">
              <a:defRPr sz="990" b="1">
                <a:solidFill>
                  <a:srgbClr val="FFFF0A"/>
                </a:solidFill>
                <a:latin typeface="Space Grotesk"/>
                <a:ea typeface="Space Grotesk"/>
                <a:cs typeface="Space Grotesk"/>
              </a:defRPr>
            </a:lvl7pPr>
            <a:lvl8pPr algn="l">
              <a:defRPr sz="990" b="1">
                <a:solidFill>
                  <a:srgbClr val="FFFF0A"/>
                </a:solidFill>
                <a:latin typeface="Space Grotesk"/>
                <a:ea typeface="Space Grotesk"/>
                <a:cs typeface="Space Grotesk"/>
              </a:defRPr>
            </a:lvl8pPr>
            <a:lvl9pPr algn="l">
              <a:defRPr sz="990" b="1">
                <a:solidFill>
                  <a:srgbClr val="FFFF0A"/>
                </a:solidFill>
                <a:latin typeface="Space Grotesk"/>
                <a:ea typeface="Space Grotesk"/>
                <a:cs typeface="Space Grotesk"/>
              </a:defRPr>
            </a:lvl9pPr>
          </a:lstStyle>
          <a:p xmlns:a="http://schemas.openxmlformats.org/drawingml/2006/main">
            <a:pPr algn="l">
              <a:lnSpc>
                <a:spcPct val="100000"/>
              </a:lnSpc>
              <a:buNone/>
              <a:defRPr sz="990" b="1">
                <a:solidFill>
                  <a:srgbClr val="FFFF0A"/>
                </a:solidFill>
                <a:latin typeface="Space Grotesk"/>
                <a:ea typeface="Space Grotesk"/>
                <a:cs typeface="Space Grotesk"/>
              </a:defRPr>
            </a:pPr>
            <a:r>
              <a:rPr sz="990" b="1">
                <a:solidFill>
                  <a:srgbClr val="FFFF0A"/>
                </a:solidFill>
                <a:latin typeface="Space Grotesk"/>
                <a:ea typeface="Space Grotesk"/>
                <a:cs typeface="Space Grotesk"/>
              </a:rPr>
              <a:t>CHAIN &amp; CRANKS</a:t>
            </a:r>
          </a:p>
        </p:txBody>
      </p:sp>
      <p:sp>
        <p:nvSpPr>
          <p:cNvPr id="10" name="ABC check copy CHAIN &amp; CRANKS">
            <a:extLst xmlns:a="http://schemas.openxmlformats.org/drawingml/2006/main">
              <a:ext uri="{FF2B5EF4-FFF2-40B4-BE49-F238E27FC236}">
                <a16:creationId xmlns:a16="http://schemas.microsoft.com/office/drawing/2014/main" id="{9053BA4D-6700-4715-BC82-4980EE5398C6}"/>
              </a:ext>
            </a:extLst>
          </p:cNvPr>
          <p:cNvSpPr>
            <a:spLocks xmlns:a="http://schemas.openxmlformats.org/drawingml/2006/main" noGrp="1"/>
          </p:cNvSpPr>
          <p:nvPr/>
        </p:nvSpPr>
        <p:spPr>
          <a:xfrm xmlns:a="http://schemas.openxmlformats.org/drawingml/2006/main">
            <a:off x="152400" y="2543175"/>
            <a:ext cx="243840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850" b="0">
                <a:solidFill>
                  <a:srgbClr val="FFFFFF"/>
                </a:solidFill>
                <a:latin typeface="Arial"/>
                <a:ea typeface="Arial"/>
                <a:cs typeface="Arial"/>
              </a:defRPr>
            </a:defPPr>
            <a:lvl1pPr algn="l">
              <a:defRPr sz="850" b="0">
                <a:solidFill>
                  <a:srgbClr val="FFFFFF"/>
                </a:solidFill>
                <a:latin typeface="Arial"/>
                <a:ea typeface="Arial"/>
                <a:cs typeface="Arial"/>
              </a:defRPr>
            </a:lvl1pPr>
            <a:lvl2pPr algn="l">
              <a:defRPr sz="850" b="0">
                <a:solidFill>
                  <a:srgbClr val="FFFFFF"/>
                </a:solidFill>
                <a:latin typeface="Arial"/>
                <a:ea typeface="Arial"/>
                <a:cs typeface="Arial"/>
              </a:defRPr>
            </a:lvl2pPr>
            <a:lvl3pPr algn="l">
              <a:defRPr sz="850" b="0">
                <a:solidFill>
                  <a:srgbClr val="FFFFFF"/>
                </a:solidFill>
                <a:latin typeface="Arial"/>
                <a:ea typeface="Arial"/>
                <a:cs typeface="Arial"/>
              </a:defRPr>
            </a:lvl3pPr>
            <a:lvl4pPr algn="l">
              <a:defRPr sz="850" b="0">
                <a:solidFill>
                  <a:srgbClr val="FFFFFF"/>
                </a:solidFill>
                <a:latin typeface="Arial"/>
                <a:ea typeface="Arial"/>
                <a:cs typeface="Arial"/>
              </a:defRPr>
            </a:lvl4pPr>
            <a:lvl5pPr algn="l">
              <a:defRPr sz="850" b="0">
                <a:solidFill>
                  <a:srgbClr val="FFFFFF"/>
                </a:solidFill>
                <a:latin typeface="Arial"/>
                <a:ea typeface="Arial"/>
                <a:cs typeface="Arial"/>
              </a:defRPr>
            </a:lvl5pPr>
            <a:lvl6pPr algn="l">
              <a:defRPr sz="850" b="0">
                <a:solidFill>
                  <a:srgbClr val="FFFFFF"/>
                </a:solidFill>
                <a:latin typeface="Arial"/>
                <a:ea typeface="Arial"/>
                <a:cs typeface="Arial"/>
              </a:defRPr>
            </a:lvl6pPr>
            <a:lvl7pPr algn="l">
              <a:defRPr sz="850" b="0">
                <a:solidFill>
                  <a:srgbClr val="FFFFFF"/>
                </a:solidFill>
                <a:latin typeface="Arial"/>
                <a:ea typeface="Arial"/>
                <a:cs typeface="Arial"/>
              </a:defRPr>
            </a:lvl7pPr>
            <a:lvl8pPr algn="l">
              <a:defRPr sz="850" b="0">
                <a:solidFill>
                  <a:srgbClr val="FFFFFF"/>
                </a:solidFill>
                <a:latin typeface="Arial"/>
                <a:ea typeface="Arial"/>
                <a:cs typeface="Arial"/>
              </a:defRPr>
            </a:lvl8pPr>
            <a:lvl9pPr algn="l">
              <a:defRPr sz="850" b="0">
                <a:solidFill>
                  <a:srgbClr val="FFFFFF"/>
                </a:solidFill>
                <a:latin typeface="Arial"/>
                <a:ea typeface="Arial"/>
                <a:cs typeface="Arial"/>
              </a:defRPr>
            </a:lvl9pPr>
          </a:lstStyle>
          <a:p xmlns:a="http://schemas.openxmlformats.org/drawingml/2006/main">
            <a:pPr algn="l">
              <a:lnSpc>
                <a:spcPct val="98000"/>
              </a:lnSpc>
              <a:buNone/>
              <a:defRPr sz="850" b="0">
                <a:solidFill>
                  <a:srgbClr val="FFFFFF"/>
                </a:solidFill>
                <a:latin typeface="Arial"/>
                <a:ea typeface="Arial"/>
                <a:cs typeface="Arial"/>
              </a:defRPr>
            </a:pPr>
            <a:r>
              <a:rPr sz="850" b="0">
                <a:solidFill>
                  <a:srgbClr val="FFFFFF"/>
                </a:solidFill>
                <a:latin typeface="Arial"/>
                <a:ea typeface="Arial"/>
                <a:cs typeface="Arial"/>
              </a:rPr>
              <a:t>Check that cranks are not loose and the chain moves freely.</a:t>
            </a:r>
          </a:p>
        </p:txBody>
      </p:sp>
      <p:sp>
        <p:nvSpPr>
          <p:cNvPr id="11" name="ABC check heading QUICK RELEASE">
            <a:extLst xmlns:a="http://schemas.openxmlformats.org/drawingml/2006/main">
              <a:ext uri="{FF2B5EF4-FFF2-40B4-BE49-F238E27FC236}">
                <a16:creationId xmlns:a16="http://schemas.microsoft.com/office/drawing/2014/main" id="{143957A9-503F-4A18-B564-8B8592E0DD75}"/>
              </a:ext>
            </a:extLst>
          </p:cNvPr>
          <p:cNvSpPr>
            <a:spLocks xmlns:a="http://schemas.openxmlformats.org/drawingml/2006/main" noGrp="1"/>
          </p:cNvSpPr>
          <p:nvPr/>
        </p:nvSpPr>
        <p:spPr>
          <a:xfrm xmlns:a="http://schemas.openxmlformats.org/drawingml/2006/main">
            <a:off x="152400" y="2867025"/>
            <a:ext cx="243840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990" b="1">
                <a:solidFill>
                  <a:srgbClr val="FFFF0A"/>
                </a:solidFill>
                <a:latin typeface="Space Grotesk"/>
                <a:ea typeface="Space Grotesk"/>
                <a:cs typeface="Space Grotesk"/>
              </a:defRPr>
            </a:defPPr>
            <a:lvl1pPr algn="l">
              <a:defRPr sz="990" b="1">
                <a:solidFill>
                  <a:srgbClr val="FFFF0A"/>
                </a:solidFill>
                <a:latin typeface="Space Grotesk"/>
                <a:ea typeface="Space Grotesk"/>
                <a:cs typeface="Space Grotesk"/>
              </a:defRPr>
            </a:lvl1pPr>
            <a:lvl2pPr algn="l">
              <a:defRPr sz="990" b="1">
                <a:solidFill>
                  <a:srgbClr val="FFFF0A"/>
                </a:solidFill>
                <a:latin typeface="Space Grotesk"/>
                <a:ea typeface="Space Grotesk"/>
                <a:cs typeface="Space Grotesk"/>
              </a:defRPr>
            </a:lvl2pPr>
            <a:lvl3pPr algn="l">
              <a:defRPr sz="990" b="1">
                <a:solidFill>
                  <a:srgbClr val="FFFF0A"/>
                </a:solidFill>
                <a:latin typeface="Space Grotesk"/>
                <a:ea typeface="Space Grotesk"/>
                <a:cs typeface="Space Grotesk"/>
              </a:defRPr>
            </a:lvl3pPr>
            <a:lvl4pPr algn="l">
              <a:defRPr sz="990" b="1">
                <a:solidFill>
                  <a:srgbClr val="FFFF0A"/>
                </a:solidFill>
                <a:latin typeface="Space Grotesk"/>
                <a:ea typeface="Space Grotesk"/>
                <a:cs typeface="Space Grotesk"/>
              </a:defRPr>
            </a:lvl4pPr>
            <a:lvl5pPr algn="l">
              <a:defRPr sz="990" b="1">
                <a:solidFill>
                  <a:srgbClr val="FFFF0A"/>
                </a:solidFill>
                <a:latin typeface="Space Grotesk"/>
                <a:ea typeface="Space Grotesk"/>
                <a:cs typeface="Space Grotesk"/>
              </a:defRPr>
            </a:lvl5pPr>
            <a:lvl6pPr algn="l">
              <a:defRPr sz="990" b="1">
                <a:solidFill>
                  <a:srgbClr val="FFFF0A"/>
                </a:solidFill>
                <a:latin typeface="Space Grotesk"/>
                <a:ea typeface="Space Grotesk"/>
                <a:cs typeface="Space Grotesk"/>
              </a:defRPr>
            </a:lvl6pPr>
            <a:lvl7pPr algn="l">
              <a:defRPr sz="990" b="1">
                <a:solidFill>
                  <a:srgbClr val="FFFF0A"/>
                </a:solidFill>
                <a:latin typeface="Space Grotesk"/>
                <a:ea typeface="Space Grotesk"/>
                <a:cs typeface="Space Grotesk"/>
              </a:defRPr>
            </a:lvl7pPr>
            <a:lvl8pPr algn="l">
              <a:defRPr sz="990" b="1">
                <a:solidFill>
                  <a:srgbClr val="FFFF0A"/>
                </a:solidFill>
                <a:latin typeface="Space Grotesk"/>
                <a:ea typeface="Space Grotesk"/>
                <a:cs typeface="Space Grotesk"/>
              </a:defRPr>
            </a:lvl8pPr>
            <a:lvl9pPr algn="l">
              <a:defRPr sz="990" b="1">
                <a:solidFill>
                  <a:srgbClr val="FFFF0A"/>
                </a:solidFill>
                <a:latin typeface="Space Grotesk"/>
                <a:ea typeface="Space Grotesk"/>
                <a:cs typeface="Space Grotesk"/>
              </a:defRPr>
            </a:lvl9pPr>
          </a:lstStyle>
          <a:p xmlns:a="http://schemas.openxmlformats.org/drawingml/2006/main">
            <a:pPr algn="l">
              <a:lnSpc>
                <a:spcPct val="100000"/>
              </a:lnSpc>
              <a:buNone/>
              <a:defRPr sz="990" b="1">
                <a:solidFill>
                  <a:srgbClr val="FFFF0A"/>
                </a:solidFill>
                <a:latin typeface="Space Grotesk"/>
                <a:ea typeface="Space Grotesk"/>
                <a:cs typeface="Space Grotesk"/>
              </a:defRPr>
            </a:pPr>
            <a:r>
              <a:rPr sz="990" b="1">
                <a:solidFill>
                  <a:srgbClr val="FFFF0A"/>
                </a:solidFill>
                <a:latin typeface="Space Grotesk"/>
                <a:ea typeface="Space Grotesk"/>
                <a:cs typeface="Space Grotesk"/>
              </a:rPr>
              <a:t>QUICK RELEASE</a:t>
            </a:r>
          </a:p>
        </p:txBody>
      </p:sp>
      <p:sp>
        <p:nvSpPr>
          <p:cNvPr id="12" name="ABC check copy QUICK RELEASE">
            <a:extLst xmlns:a="http://schemas.openxmlformats.org/drawingml/2006/main">
              <a:ext uri="{FF2B5EF4-FFF2-40B4-BE49-F238E27FC236}">
                <a16:creationId xmlns:a16="http://schemas.microsoft.com/office/drawing/2014/main" id="{49548392-00FD-4B49-8B18-40D9474F59EE}"/>
              </a:ext>
            </a:extLst>
          </p:cNvPr>
          <p:cNvSpPr>
            <a:spLocks xmlns:a="http://schemas.openxmlformats.org/drawingml/2006/main" noGrp="1"/>
          </p:cNvSpPr>
          <p:nvPr/>
        </p:nvSpPr>
        <p:spPr>
          <a:xfrm xmlns:a="http://schemas.openxmlformats.org/drawingml/2006/main">
            <a:off x="152400" y="3019425"/>
            <a:ext cx="243840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850" b="0">
                <a:solidFill>
                  <a:srgbClr val="FFFFFF"/>
                </a:solidFill>
                <a:latin typeface="Arial"/>
                <a:ea typeface="Arial"/>
                <a:cs typeface="Arial"/>
              </a:defRPr>
            </a:defPPr>
            <a:lvl1pPr algn="l">
              <a:defRPr sz="850" b="0">
                <a:solidFill>
                  <a:srgbClr val="FFFFFF"/>
                </a:solidFill>
                <a:latin typeface="Arial"/>
                <a:ea typeface="Arial"/>
                <a:cs typeface="Arial"/>
              </a:defRPr>
            </a:lvl1pPr>
            <a:lvl2pPr algn="l">
              <a:defRPr sz="850" b="0">
                <a:solidFill>
                  <a:srgbClr val="FFFFFF"/>
                </a:solidFill>
                <a:latin typeface="Arial"/>
                <a:ea typeface="Arial"/>
                <a:cs typeface="Arial"/>
              </a:defRPr>
            </a:lvl2pPr>
            <a:lvl3pPr algn="l">
              <a:defRPr sz="850" b="0">
                <a:solidFill>
                  <a:srgbClr val="FFFFFF"/>
                </a:solidFill>
                <a:latin typeface="Arial"/>
                <a:ea typeface="Arial"/>
                <a:cs typeface="Arial"/>
              </a:defRPr>
            </a:lvl3pPr>
            <a:lvl4pPr algn="l">
              <a:defRPr sz="850" b="0">
                <a:solidFill>
                  <a:srgbClr val="FFFFFF"/>
                </a:solidFill>
                <a:latin typeface="Arial"/>
                <a:ea typeface="Arial"/>
                <a:cs typeface="Arial"/>
              </a:defRPr>
            </a:lvl4pPr>
            <a:lvl5pPr algn="l">
              <a:defRPr sz="850" b="0">
                <a:solidFill>
                  <a:srgbClr val="FFFFFF"/>
                </a:solidFill>
                <a:latin typeface="Arial"/>
                <a:ea typeface="Arial"/>
                <a:cs typeface="Arial"/>
              </a:defRPr>
            </a:lvl5pPr>
            <a:lvl6pPr algn="l">
              <a:defRPr sz="850" b="0">
                <a:solidFill>
                  <a:srgbClr val="FFFFFF"/>
                </a:solidFill>
                <a:latin typeface="Arial"/>
                <a:ea typeface="Arial"/>
                <a:cs typeface="Arial"/>
              </a:defRPr>
            </a:lvl6pPr>
            <a:lvl7pPr algn="l">
              <a:defRPr sz="850" b="0">
                <a:solidFill>
                  <a:srgbClr val="FFFFFF"/>
                </a:solidFill>
                <a:latin typeface="Arial"/>
                <a:ea typeface="Arial"/>
                <a:cs typeface="Arial"/>
              </a:defRPr>
            </a:lvl7pPr>
            <a:lvl8pPr algn="l">
              <a:defRPr sz="850" b="0">
                <a:solidFill>
                  <a:srgbClr val="FFFFFF"/>
                </a:solidFill>
                <a:latin typeface="Arial"/>
                <a:ea typeface="Arial"/>
                <a:cs typeface="Arial"/>
              </a:defRPr>
            </a:lvl8pPr>
            <a:lvl9pPr algn="l">
              <a:defRPr sz="850" b="0">
                <a:solidFill>
                  <a:srgbClr val="FFFFFF"/>
                </a:solidFill>
                <a:latin typeface="Arial"/>
                <a:ea typeface="Arial"/>
                <a:cs typeface="Arial"/>
              </a:defRPr>
            </a:lvl9pPr>
          </a:lstStyle>
          <a:p xmlns:a="http://schemas.openxmlformats.org/drawingml/2006/main">
            <a:pPr algn="l">
              <a:lnSpc>
                <a:spcPct val="98000"/>
              </a:lnSpc>
              <a:buNone/>
              <a:defRPr sz="850" b="0">
                <a:solidFill>
                  <a:srgbClr val="FFFFFF"/>
                </a:solidFill>
                <a:latin typeface="Arial"/>
                <a:ea typeface="Arial"/>
                <a:cs typeface="Arial"/>
              </a:defRPr>
            </a:pPr>
            <a:r>
              <a:rPr sz="850" b="0">
                <a:solidFill>
                  <a:srgbClr val="FFFFFF"/>
                </a:solidFill>
                <a:latin typeface="Arial"/>
                <a:ea typeface="Arial"/>
                <a:cs typeface="Arial"/>
              </a:rPr>
              <a:t>Fitted levers fully closed; wheels secure. Unsure? Ask a bike shop.</a:t>
            </a:r>
          </a:p>
        </p:txBody>
      </p:sp>
      <p:sp>
        <p:nvSpPr>
          <p:cNvPr id="13" name="ABC check heading CHECK">
            <a:extLst xmlns:a="http://schemas.openxmlformats.org/drawingml/2006/main">
              <a:ext uri="{FF2B5EF4-FFF2-40B4-BE49-F238E27FC236}">
                <a16:creationId xmlns:a16="http://schemas.microsoft.com/office/drawing/2014/main" id="{C84D69B8-1290-45DB-AA1C-458E8371490B}"/>
              </a:ext>
            </a:extLst>
          </p:cNvPr>
          <p:cNvSpPr>
            <a:spLocks xmlns:a="http://schemas.openxmlformats.org/drawingml/2006/main" noGrp="1"/>
          </p:cNvSpPr>
          <p:nvPr/>
        </p:nvSpPr>
        <p:spPr>
          <a:xfrm xmlns:a="http://schemas.openxmlformats.org/drawingml/2006/main">
            <a:off x="152400" y="3343275"/>
            <a:ext cx="243840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990" b="1">
                <a:solidFill>
                  <a:srgbClr val="FFFF0A"/>
                </a:solidFill>
                <a:latin typeface="Space Grotesk"/>
                <a:ea typeface="Space Grotesk"/>
                <a:cs typeface="Space Grotesk"/>
              </a:defRPr>
            </a:defPPr>
            <a:lvl1pPr algn="l">
              <a:defRPr sz="990" b="1">
                <a:solidFill>
                  <a:srgbClr val="FFFF0A"/>
                </a:solidFill>
                <a:latin typeface="Space Grotesk"/>
                <a:ea typeface="Space Grotesk"/>
                <a:cs typeface="Space Grotesk"/>
              </a:defRPr>
            </a:lvl1pPr>
            <a:lvl2pPr algn="l">
              <a:defRPr sz="990" b="1">
                <a:solidFill>
                  <a:srgbClr val="FFFF0A"/>
                </a:solidFill>
                <a:latin typeface="Space Grotesk"/>
                <a:ea typeface="Space Grotesk"/>
                <a:cs typeface="Space Grotesk"/>
              </a:defRPr>
            </a:lvl2pPr>
            <a:lvl3pPr algn="l">
              <a:defRPr sz="990" b="1">
                <a:solidFill>
                  <a:srgbClr val="FFFF0A"/>
                </a:solidFill>
                <a:latin typeface="Space Grotesk"/>
                <a:ea typeface="Space Grotesk"/>
                <a:cs typeface="Space Grotesk"/>
              </a:defRPr>
            </a:lvl3pPr>
            <a:lvl4pPr algn="l">
              <a:defRPr sz="990" b="1">
                <a:solidFill>
                  <a:srgbClr val="FFFF0A"/>
                </a:solidFill>
                <a:latin typeface="Space Grotesk"/>
                <a:ea typeface="Space Grotesk"/>
                <a:cs typeface="Space Grotesk"/>
              </a:defRPr>
            </a:lvl4pPr>
            <a:lvl5pPr algn="l">
              <a:defRPr sz="990" b="1">
                <a:solidFill>
                  <a:srgbClr val="FFFF0A"/>
                </a:solidFill>
                <a:latin typeface="Space Grotesk"/>
                <a:ea typeface="Space Grotesk"/>
                <a:cs typeface="Space Grotesk"/>
              </a:defRPr>
            </a:lvl5pPr>
            <a:lvl6pPr algn="l">
              <a:defRPr sz="990" b="1">
                <a:solidFill>
                  <a:srgbClr val="FFFF0A"/>
                </a:solidFill>
                <a:latin typeface="Space Grotesk"/>
                <a:ea typeface="Space Grotesk"/>
                <a:cs typeface="Space Grotesk"/>
              </a:defRPr>
            </a:lvl6pPr>
            <a:lvl7pPr algn="l">
              <a:defRPr sz="990" b="1">
                <a:solidFill>
                  <a:srgbClr val="FFFF0A"/>
                </a:solidFill>
                <a:latin typeface="Space Grotesk"/>
                <a:ea typeface="Space Grotesk"/>
                <a:cs typeface="Space Grotesk"/>
              </a:defRPr>
            </a:lvl7pPr>
            <a:lvl8pPr algn="l">
              <a:defRPr sz="990" b="1">
                <a:solidFill>
                  <a:srgbClr val="FFFF0A"/>
                </a:solidFill>
                <a:latin typeface="Space Grotesk"/>
                <a:ea typeface="Space Grotesk"/>
                <a:cs typeface="Space Grotesk"/>
              </a:defRPr>
            </a:lvl8pPr>
            <a:lvl9pPr algn="l">
              <a:defRPr sz="990" b="1">
                <a:solidFill>
                  <a:srgbClr val="FFFF0A"/>
                </a:solidFill>
                <a:latin typeface="Space Grotesk"/>
                <a:ea typeface="Space Grotesk"/>
                <a:cs typeface="Space Grotesk"/>
              </a:defRPr>
            </a:lvl9pPr>
          </a:lstStyle>
          <a:p xmlns:a="http://schemas.openxmlformats.org/drawingml/2006/main">
            <a:pPr algn="l">
              <a:lnSpc>
                <a:spcPct val="100000"/>
              </a:lnSpc>
              <a:buNone/>
              <a:defRPr sz="990" b="1">
                <a:solidFill>
                  <a:srgbClr val="FFFF0A"/>
                </a:solidFill>
                <a:latin typeface="Space Grotesk"/>
                <a:ea typeface="Space Grotesk"/>
                <a:cs typeface="Space Grotesk"/>
              </a:defRPr>
            </a:pPr>
            <a:r>
              <a:rPr sz="990" b="1">
                <a:solidFill>
                  <a:srgbClr val="FFFF0A"/>
                </a:solidFill>
                <a:latin typeface="Space Grotesk"/>
                <a:ea typeface="Space Grotesk"/>
                <a:cs typeface="Space Grotesk"/>
              </a:rPr>
              <a:t>CHECK</a:t>
            </a:r>
          </a:p>
        </p:txBody>
      </p:sp>
      <p:sp>
        <p:nvSpPr>
          <p:cNvPr id="14" name="ABC check copy CHECK">
            <a:extLst xmlns:a="http://schemas.openxmlformats.org/drawingml/2006/main">
              <a:ext uri="{FF2B5EF4-FFF2-40B4-BE49-F238E27FC236}">
                <a16:creationId xmlns:a16="http://schemas.microsoft.com/office/drawing/2014/main" id="{0744FAE6-A87D-4E2A-B02D-0CC09239458D}"/>
              </a:ext>
            </a:extLst>
          </p:cNvPr>
          <p:cNvSpPr>
            <a:spLocks xmlns:a="http://schemas.openxmlformats.org/drawingml/2006/main" noGrp="1"/>
          </p:cNvSpPr>
          <p:nvPr/>
        </p:nvSpPr>
        <p:spPr>
          <a:xfrm xmlns:a="http://schemas.openxmlformats.org/drawingml/2006/main">
            <a:off x="152400" y="3495675"/>
            <a:ext cx="243840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850" b="0">
                <a:solidFill>
                  <a:srgbClr val="FFFFFF"/>
                </a:solidFill>
                <a:latin typeface="Arial"/>
                <a:ea typeface="Arial"/>
                <a:cs typeface="Arial"/>
              </a:defRPr>
            </a:defPPr>
            <a:lvl1pPr algn="l">
              <a:defRPr sz="850" b="0">
                <a:solidFill>
                  <a:srgbClr val="FFFFFF"/>
                </a:solidFill>
                <a:latin typeface="Arial"/>
                <a:ea typeface="Arial"/>
                <a:cs typeface="Arial"/>
              </a:defRPr>
            </a:lvl1pPr>
            <a:lvl2pPr algn="l">
              <a:defRPr sz="850" b="0">
                <a:solidFill>
                  <a:srgbClr val="FFFFFF"/>
                </a:solidFill>
                <a:latin typeface="Arial"/>
                <a:ea typeface="Arial"/>
                <a:cs typeface="Arial"/>
              </a:defRPr>
            </a:lvl2pPr>
            <a:lvl3pPr algn="l">
              <a:defRPr sz="850" b="0">
                <a:solidFill>
                  <a:srgbClr val="FFFFFF"/>
                </a:solidFill>
                <a:latin typeface="Arial"/>
                <a:ea typeface="Arial"/>
                <a:cs typeface="Arial"/>
              </a:defRPr>
            </a:lvl3pPr>
            <a:lvl4pPr algn="l">
              <a:defRPr sz="850" b="0">
                <a:solidFill>
                  <a:srgbClr val="FFFFFF"/>
                </a:solidFill>
                <a:latin typeface="Arial"/>
                <a:ea typeface="Arial"/>
                <a:cs typeface="Arial"/>
              </a:defRPr>
            </a:lvl4pPr>
            <a:lvl5pPr algn="l">
              <a:defRPr sz="850" b="0">
                <a:solidFill>
                  <a:srgbClr val="FFFFFF"/>
                </a:solidFill>
                <a:latin typeface="Arial"/>
                <a:ea typeface="Arial"/>
                <a:cs typeface="Arial"/>
              </a:defRPr>
            </a:lvl5pPr>
            <a:lvl6pPr algn="l">
              <a:defRPr sz="850" b="0">
                <a:solidFill>
                  <a:srgbClr val="FFFFFF"/>
                </a:solidFill>
                <a:latin typeface="Arial"/>
                <a:ea typeface="Arial"/>
                <a:cs typeface="Arial"/>
              </a:defRPr>
            </a:lvl6pPr>
            <a:lvl7pPr algn="l">
              <a:defRPr sz="850" b="0">
                <a:solidFill>
                  <a:srgbClr val="FFFFFF"/>
                </a:solidFill>
                <a:latin typeface="Arial"/>
                <a:ea typeface="Arial"/>
                <a:cs typeface="Arial"/>
              </a:defRPr>
            </a:lvl7pPr>
            <a:lvl8pPr algn="l">
              <a:defRPr sz="850" b="0">
                <a:solidFill>
                  <a:srgbClr val="FFFFFF"/>
                </a:solidFill>
                <a:latin typeface="Arial"/>
                <a:ea typeface="Arial"/>
                <a:cs typeface="Arial"/>
              </a:defRPr>
            </a:lvl8pPr>
            <a:lvl9pPr algn="l">
              <a:defRPr sz="850" b="0">
                <a:solidFill>
                  <a:srgbClr val="FFFFFF"/>
                </a:solidFill>
                <a:latin typeface="Arial"/>
                <a:ea typeface="Arial"/>
                <a:cs typeface="Arial"/>
              </a:defRPr>
            </a:lvl9pPr>
          </a:lstStyle>
          <a:p xmlns:a="http://schemas.openxmlformats.org/drawingml/2006/main">
            <a:pPr algn="l">
              <a:lnSpc>
                <a:spcPct val="98000"/>
              </a:lnSpc>
              <a:buNone/>
              <a:defRPr sz="850" b="0">
                <a:solidFill>
                  <a:srgbClr val="FFFFFF"/>
                </a:solidFill>
                <a:latin typeface="Arial"/>
                <a:ea typeface="Arial"/>
                <a:cs typeface="Arial"/>
              </a:defRPr>
            </a:pPr>
            <a:r>
              <a:rPr sz="850" b="0">
                <a:solidFill>
                  <a:srgbClr val="FFFFFF"/>
                </a:solidFill>
                <a:latin typeface="Arial"/>
                <a:ea typeface="Arial"/>
                <a:cs typeface="Arial"/>
              </a:rPr>
              <a:t>Take a slow, brief test ride. If the bike does not work properly, fix it before riding.</a:t>
            </a:r>
          </a:p>
        </p:txBody>
      </p:sp>
      <p:sp>
        <p:nvSpPr>
          <p:cNvPr id="15" name="Additional ride checks">
            <a:extLst xmlns:a="http://schemas.openxmlformats.org/drawingml/2006/main">
              <a:ext uri="{FF2B5EF4-FFF2-40B4-BE49-F238E27FC236}">
                <a16:creationId xmlns:a16="http://schemas.microsoft.com/office/drawing/2014/main" id="{3B48480F-7841-476B-ADFE-274CFE662CA7}"/>
              </a:ext>
            </a:extLst>
          </p:cNvPr>
          <p:cNvSpPr>
            <a:spLocks xmlns:a="http://schemas.openxmlformats.org/drawingml/2006/main" noGrp="1"/>
          </p:cNvSpPr>
          <p:nvPr/>
        </p:nvSpPr>
        <p:spPr>
          <a:xfrm xmlns:a="http://schemas.openxmlformats.org/drawingml/2006/main">
            <a:off x="152400" y="3876675"/>
            <a:ext cx="24384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810" b="1">
                <a:solidFill>
                  <a:srgbClr val="FFFF0A"/>
                </a:solidFill>
                <a:latin typeface="Arial"/>
                <a:ea typeface="Arial"/>
                <a:cs typeface="Arial"/>
              </a:defRPr>
            </a:defPPr>
            <a:lvl1pPr algn="l">
              <a:defRPr sz="810" b="1">
                <a:solidFill>
                  <a:srgbClr val="FFFF0A"/>
                </a:solidFill>
                <a:latin typeface="Arial"/>
                <a:ea typeface="Arial"/>
                <a:cs typeface="Arial"/>
              </a:defRPr>
            </a:lvl1pPr>
            <a:lvl2pPr algn="l">
              <a:defRPr sz="810" b="1">
                <a:solidFill>
                  <a:srgbClr val="FFFF0A"/>
                </a:solidFill>
                <a:latin typeface="Arial"/>
                <a:ea typeface="Arial"/>
                <a:cs typeface="Arial"/>
              </a:defRPr>
            </a:lvl2pPr>
            <a:lvl3pPr algn="l">
              <a:defRPr sz="810" b="1">
                <a:solidFill>
                  <a:srgbClr val="FFFF0A"/>
                </a:solidFill>
                <a:latin typeface="Arial"/>
                <a:ea typeface="Arial"/>
                <a:cs typeface="Arial"/>
              </a:defRPr>
            </a:lvl3pPr>
            <a:lvl4pPr algn="l">
              <a:defRPr sz="810" b="1">
                <a:solidFill>
                  <a:srgbClr val="FFFF0A"/>
                </a:solidFill>
                <a:latin typeface="Arial"/>
                <a:ea typeface="Arial"/>
                <a:cs typeface="Arial"/>
              </a:defRPr>
            </a:lvl4pPr>
            <a:lvl5pPr algn="l">
              <a:defRPr sz="810" b="1">
                <a:solidFill>
                  <a:srgbClr val="FFFF0A"/>
                </a:solidFill>
                <a:latin typeface="Arial"/>
                <a:ea typeface="Arial"/>
                <a:cs typeface="Arial"/>
              </a:defRPr>
            </a:lvl5pPr>
            <a:lvl6pPr algn="l">
              <a:defRPr sz="810" b="1">
                <a:solidFill>
                  <a:srgbClr val="FFFF0A"/>
                </a:solidFill>
                <a:latin typeface="Arial"/>
                <a:ea typeface="Arial"/>
                <a:cs typeface="Arial"/>
              </a:defRPr>
            </a:lvl6pPr>
            <a:lvl7pPr algn="l">
              <a:defRPr sz="810" b="1">
                <a:solidFill>
                  <a:srgbClr val="FFFF0A"/>
                </a:solidFill>
                <a:latin typeface="Arial"/>
                <a:ea typeface="Arial"/>
                <a:cs typeface="Arial"/>
              </a:defRPr>
            </a:lvl7pPr>
            <a:lvl8pPr algn="l">
              <a:defRPr sz="810" b="1">
                <a:solidFill>
                  <a:srgbClr val="FFFF0A"/>
                </a:solidFill>
                <a:latin typeface="Arial"/>
                <a:ea typeface="Arial"/>
                <a:cs typeface="Arial"/>
              </a:defRPr>
            </a:lvl8pPr>
            <a:lvl9pPr algn="l">
              <a:defRPr sz="810" b="1">
                <a:solidFill>
                  <a:srgbClr val="FFFF0A"/>
                </a:solidFill>
                <a:latin typeface="Arial"/>
                <a:ea typeface="Arial"/>
                <a:cs typeface="Arial"/>
              </a:defRPr>
            </a:lvl9pPr>
          </a:lstStyle>
          <a:p xmlns:a="http://schemas.openxmlformats.org/drawingml/2006/main">
            <a:pPr algn="l">
              <a:lnSpc>
                <a:spcPct val="100000"/>
              </a:lnSpc>
              <a:buNone/>
              <a:defRPr sz="810" b="1">
                <a:solidFill>
                  <a:srgbClr val="FFFF0A"/>
                </a:solidFill>
                <a:latin typeface="Arial"/>
                <a:ea typeface="Arial"/>
                <a:cs typeface="Arial"/>
              </a:defRPr>
            </a:pPr>
            <a:r>
              <a:rPr sz="810" b="1">
                <a:solidFill>
                  <a:srgbClr val="FFFF0A"/>
                </a:solidFill>
                <a:latin typeface="Arial"/>
                <a:ea typeface="Arial"/>
                <a:cs typeface="Arial"/>
              </a:rPr>
              <a:t>ALSO CHECK: lights · route · weather · water</a:t>
            </a:r>
          </a:p>
        </p:txBody>
      </p:sp>
      <p:sp>
        <p:nvSpPr>
          <p:cNvPr id="16" name="ABC check website footer">
            <a:extLst xmlns:a="http://schemas.openxmlformats.org/drawingml/2006/main">
              <a:ext uri="{FF2B5EF4-FFF2-40B4-BE49-F238E27FC236}">
                <a16:creationId xmlns:a16="http://schemas.microsoft.com/office/drawing/2014/main" id="{FA2BF530-EA2B-4352-B093-9F66B13F28A5}"/>
              </a:ext>
            </a:extLst>
          </p:cNvPr>
          <p:cNvSpPr>
            <a:spLocks xmlns:a="http://schemas.openxmlformats.org/drawingml/2006/main" noGrp="1"/>
          </p:cNvSpPr>
          <p:nvPr/>
        </p:nvSpPr>
        <p:spPr>
          <a:xfrm xmlns:a="http://schemas.openxmlformats.org/drawingml/2006/main">
            <a:off x="0" y="4095750"/>
            <a:ext cx="2743200" cy="476250"/>
          </a:xfrm>
          <a:prstGeom xmlns:a="http://schemas.openxmlformats.org/drawingml/2006/main" prst="rect">
            <a:avLst/>
          </a:prstGeom>
          <a:solidFill xmlns:a="http://schemas.openxmlformats.org/drawingml/2006/main">
            <a:srgbClr val="FFFF0A"/>
          </a:solidFill>
          <a:ln xmlns:a="http://schemas.openxmlformats.org/drawingml/2006/main" w="0">
            <a:noFill/>
            <a:prstDash val="solid"/>
          </a:ln>
        </p:spPr>
      </p:sp>
      <p:sp>
        <p:nvSpPr>
          <p:cNvPr id="17" name="ABC check website">
            <a:extLst xmlns:a="http://schemas.openxmlformats.org/drawingml/2006/main">
              <a:ext uri="{FF2B5EF4-FFF2-40B4-BE49-F238E27FC236}">
                <a16:creationId xmlns:a16="http://schemas.microsoft.com/office/drawing/2014/main" id="{19794239-C7D4-4C51-B871-71FCAF2EC8ED}"/>
              </a:ext>
            </a:extLst>
          </p:cNvPr>
          <p:cNvSpPr>
            <a:spLocks xmlns:a="http://schemas.openxmlformats.org/drawingml/2006/main" noGrp="1"/>
          </p:cNvSpPr>
          <p:nvPr/>
        </p:nvSpPr>
        <p:spPr>
          <a:xfrm xmlns:a="http://schemas.openxmlformats.org/drawingml/2006/main">
            <a:off x="152400" y="4238625"/>
            <a:ext cx="195262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850" b="1">
                <a:solidFill>
                  <a:srgbClr val="7926CB"/>
                </a:solidFill>
                <a:latin typeface="Space Grotesk"/>
                <a:ea typeface="Space Grotesk"/>
                <a:cs typeface="Space Grotesk"/>
              </a:defRPr>
            </a:defPPr>
            <a:lvl1pPr algn="l">
              <a:defRPr sz="850" b="1">
                <a:solidFill>
                  <a:srgbClr val="7926CB"/>
                </a:solidFill>
                <a:latin typeface="Space Grotesk"/>
                <a:ea typeface="Space Grotesk"/>
                <a:cs typeface="Space Grotesk"/>
              </a:defRPr>
            </a:lvl1pPr>
            <a:lvl2pPr algn="l">
              <a:defRPr sz="850" b="1">
                <a:solidFill>
                  <a:srgbClr val="7926CB"/>
                </a:solidFill>
                <a:latin typeface="Space Grotesk"/>
                <a:ea typeface="Space Grotesk"/>
                <a:cs typeface="Space Grotesk"/>
              </a:defRPr>
            </a:lvl2pPr>
            <a:lvl3pPr algn="l">
              <a:defRPr sz="850" b="1">
                <a:solidFill>
                  <a:srgbClr val="7926CB"/>
                </a:solidFill>
                <a:latin typeface="Space Grotesk"/>
                <a:ea typeface="Space Grotesk"/>
                <a:cs typeface="Space Grotesk"/>
              </a:defRPr>
            </a:lvl3pPr>
            <a:lvl4pPr algn="l">
              <a:defRPr sz="850" b="1">
                <a:solidFill>
                  <a:srgbClr val="7926CB"/>
                </a:solidFill>
                <a:latin typeface="Space Grotesk"/>
                <a:ea typeface="Space Grotesk"/>
                <a:cs typeface="Space Grotesk"/>
              </a:defRPr>
            </a:lvl4pPr>
            <a:lvl5pPr algn="l">
              <a:defRPr sz="850" b="1">
                <a:solidFill>
                  <a:srgbClr val="7926CB"/>
                </a:solidFill>
                <a:latin typeface="Space Grotesk"/>
                <a:ea typeface="Space Grotesk"/>
                <a:cs typeface="Space Grotesk"/>
              </a:defRPr>
            </a:lvl5pPr>
            <a:lvl6pPr algn="l">
              <a:defRPr sz="850" b="1">
                <a:solidFill>
                  <a:srgbClr val="7926CB"/>
                </a:solidFill>
                <a:latin typeface="Space Grotesk"/>
                <a:ea typeface="Space Grotesk"/>
                <a:cs typeface="Space Grotesk"/>
              </a:defRPr>
            </a:lvl6pPr>
            <a:lvl7pPr algn="l">
              <a:defRPr sz="850" b="1">
                <a:solidFill>
                  <a:srgbClr val="7926CB"/>
                </a:solidFill>
                <a:latin typeface="Space Grotesk"/>
                <a:ea typeface="Space Grotesk"/>
                <a:cs typeface="Space Grotesk"/>
              </a:defRPr>
            </a:lvl7pPr>
            <a:lvl8pPr algn="l">
              <a:defRPr sz="850" b="1">
                <a:solidFill>
                  <a:srgbClr val="7926CB"/>
                </a:solidFill>
                <a:latin typeface="Space Grotesk"/>
                <a:ea typeface="Space Grotesk"/>
                <a:cs typeface="Space Grotesk"/>
              </a:defRPr>
            </a:lvl8pPr>
            <a:lvl9pPr algn="l">
              <a:defRPr sz="850" b="1">
                <a:solidFill>
                  <a:srgbClr val="7926CB"/>
                </a:solidFill>
                <a:latin typeface="Space Grotesk"/>
                <a:ea typeface="Space Grotesk"/>
                <a:cs typeface="Space Grotesk"/>
              </a:defRPr>
            </a:lvl9pPr>
          </a:lstStyle>
          <a:p xmlns:a="http://schemas.openxmlformats.org/drawingml/2006/main">
            <a:pPr algn="l">
              <a:lnSpc>
                <a:spcPct val="100000"/>
              </a:lnSpc>
              <a:buNone/>
              <a:defRPr sz="850" b="1">
                <a:solidFill>
                  <a:srgbClr val="7926CB"/>
                </a:solidFill>
                <a:latin typeface="Space Grotesk"/>
                <a:ea typeface="Space Grotesk"/>
                <a:cs typeface="Space Grotesk"/>
              </a:defRPr>
            </a:pPr>
            <a:r>
              <a:rPr sz="850" b="1">
                <a:solidFill>
                  <a:srgbClr val="7926CB"/>
                </a:solidFill>
                <a:latin typeface="Space Grotesk"/>
                <a:ea typeface="Space Grotesk"/>
                <a:cs typeface="Space Grotesk"/>
              </a:rPr>
              <a:t>3fp.org · Find groups and public rides</a:t>
            </a:r>
          </a:p>
        </p:txBody>
      </p:sp>
      <p:sp>
        <p:nvSpPr>
          <p:cNvPr id="18" name="QR code white quiet zone">
            <a:extLst xmlns:a="http://schemas.openxmlformats.org/drawingml/2006/main">
              <a:ext uri="{FF2B5EF4-FFF2-40B4-BE49-F238E27FC236}">
                <a16:creationId xmlns:a16="http://schemas.microsoft.com/office/drawing/2014/main" id="{B194FC4D-7EDC-4C79-9CEF-55128158B4AE}"/>
              </a:ext>
            </a:extLst>
          </p:cNvPr>
          <p:cNvSpPr>
            <a:spLocks xmlns:a="http://schemas.openxmlformats.org/drawingml/2006/main" noGrp="1"/>
          </p:cNvSpPr>
          <p:nvPr/>
        </p:nvSpPr>
        <p:spPr>
          <a:xfrm xmlns:a="http://schemas.openxmlformats.org/drawingml/2006/main">
            <a:off x="2133600" y="4105275"/>
            <a:ext cx="457200" cy="4572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pic>
        <p:nvPicPr>
          <p:cNvPr id="19" name="">
            <a:extLst xmlns:a="http://schemas.openxmlformats.org/drawingml/2006/main">
              <a:ext uri="{FF2B5EF4-FFF2-40B4-BE49-F238E27FC236}">
                <a16:creationId xmlns:a16="http://schemas.microsoft.com/office/drawing/2014/main" id="{2A9B1D42-7F16-4AFC-986E-9F6870A43EEA}"/>
              </a:ext>
            </a:extLst>
          </p:cNvPr>
          <p:cNvPicPr>
            <a:picLocks xmlns:a="http://schemas.openxmlformats.org/drawingml/2006/main" noChangeAspect="1"/>
          </p:cNvPicPr>
          <p:nvPr/>
        </p:nvPicPr>
        <p:blipFill>
          <a:blip xmlns:r="http://schemas.openxmlformats.org/officeDocument/2006/relationships" xmlns:a="http://schemas.openxmlformats.org/drawingml/2006/main" r:embed="R9a6c3bdb8acb4d19"/>
          <a:stretch xmlns:a="http://schemas.openxmlformats.org/drawingml/2006/main"/>
        </p:blipFill>
        <p:spPr>
          <a:xfrm xmlns:a="http://schemas.openxmlformats.org/drawingml/2006/main">
            <a:off x="2171700" y="4143375"/>
            <a:ext cx="381000" cy="381000"/>
          </a:xfrm>
          <a:prstGeom xmlns:a="http://schemas.openxmlformats.org/drawingml/2006/main" prst="rect">
            <a:avLst/>
          </a:prstGeom>
        </p:spPr>
      </p:pic>
    </p:spTree>
    <p:extLst>
      <p:ext uri="{BB962C8B-B14F-4D97-AF65-F5344CB8AC3E}">
        <p14:creationId xmlns:p14="http://schemas.microsoft.com/office/powerpoint/2010/main" val="1888925372"/>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2026-10-29T13:45:18.4880000Z</dcterms:created>
  <dcterms:modified xsi:type="dcterms:W3CDTF">2026-10-29T13:45:18.4880000Z</dcterms:modified>
</coreProperties>
</file>