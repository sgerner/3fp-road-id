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b438d882c64959" /><Relationship Type="http://schemas.openxmlformats.org/officeDocument/2006/relationships/extended-properties" Target="/docProps/app.xml" Id="R0775fa28c8774b76" /><Relationship Type="http://schemas.openxmlformats.org/officeDocument/2006/relationships/officeDocument" Target="/ppt/presentation.xml" Id="Rd0f0f078d0e9447c" /></Relationships>
</file>

<file path=ppt/presentation.xml><?xml version="1.0" encoding="utf-8"?>
<p:presentation xmlns:p="http://schemas.openxmlformats.org/presentationml/2006/main">
  <p:sldMasterIdLst>
    <p:sldMasterId xmlns:r="http://schemas.openxmlformats.org/officeDocument/2006/relationships" id="2147483648" r:id="R221935a6252b427f"/>
  </p:sldMasterIdLst>
  <p:notesMasterIdLst>
    <p:notesMasterId xmlns:r="http://schemas.openxmlformats.org/officeDocument/2006/relationships" r:id="R675db24421044ce7"/>
  </p:notesMasterIdLst>
  <p:sldIdLst>
    <p:sldId xmlns:r="http://schemas.openxmlformats.org/officeDocument/2006/relationships" id="256" r:id="Rabab40db95fd47f0"/>
  </p:sldIdLst>
  <p:sldSz cx="10058400" cy="155448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ca073d7a1140f8" /><Relationship Type="http://schemas.openxmlformats.org/officeDocument/2006/relationships/slideMaster" Target="/ppt/slideMasters/slideMaster1.xml" Id="R221935a6252b427f" /><Relationship Type="http://schemas.openxmlformats.org/officeDocument/2006/relationships/notesMaster" Target="/ppt/notesMasters/notesMaster1.xml" Id="R675db24421044ce7" /><Relationship Type="http://schemas.openxmlformats.org/officeDocument/2006/relationships/presProps" Target="/ppt/presProps.xml" Id="R082d03b972b04b9e" /><Relationship Type="http://schemas.openxmlformats.org/officeDocument/2006/relationships/tableStyles" Target="/ppt/tableStyles.xml" Id="R7ab4c37d29a14752" /><Relationship Type="http://schemas.openxmlformats.org/officeDocument/2006/relationships/slide" Target="/ppt/slides/slide1.xml" Id="Rabab40db95fd47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971e7e84cf46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c17baf72db4507" /><Relationship Type="http://schemas.openxmlformats.org/officeDocument/2006/relationships/notesMaster" Target="/ppt/notesMasters/notesMaster1.xml" Id="R9df3d195e43e40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Poster: Pass with Room. This exact creative is an untested campaign hypothesis using specific guideline-based actions, not a demonstrated crash-reduction intervention. Campaign artwork is an original generated illustration. QR code opens the 3 Feet Please homepage.</a:t>
            </a:r>
          </a:p>
          <a:p xmlns:a="http://schemas.openxmlformats.org/drawingml/2006/main">
            <a:r>
              <a:t>VERSION REVIEW: v8 local edition; reviewed 2026-10-22. Exact 3FP message/artwork remains untested.</a:t>
            </a:r>
          </a:p>
          <a:p xmlns:a="http://schemas.openxmlformats.org/drawingml/2006/main">
            <a:r>
              <a:t>Emotional copy: “A mother’s riding home. Give her room.” is a creative proposal informed by audience and behavior guidance. The exact print copy is untested and has not demonstrated crash reduction or crash prevention.</a:t>
            </a:r>
          </a:p>
          <a:p xmlns:a="http://schemas.openxmlformats.org/drawingml/2006/main">
            <a:r>
              <a:t>Evidence and endpoint: the exact poster is untested; NHTSA provides practice guidance, while adjacent passing and door/turn studies do not test this artwork or establish a poster effect. Passing endpoint: pretest the wait/room action; a driving-behavior claim needs safe observation, baseline, and comparison.</a:t>
            </a:r>
          </a:p>
          <a:p xmlns:a="http://schemas.openxmlformats.org/drawingml/2006/main">
            <a:r>
              <a:t>Practitioner delivery: place where the intended driver audience can pause to read. Use the local passing law and an accurate jurisdiction-specific discussion; do not expose people to hazardous traffic for evaluation.</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NHTSA Cycling Skills Clinic Guide: https://www.nhtsa.gov/document/cycling-skills-clinic-guide</a:t>
            </a:r>
          </a:p>
          <a:p xmlns:a="http://schemas.openxmlformats.org/drawingml/2006/main">
            <a:r>
              <a:t>NHTSA Bicycle Safety: https://www.nhtsa.gov/road-safety/bicycle-safety</a:t>
            </a:r>
          </a:p>
          <a:p xmlns:a="http://schemas.openxmlformats.org/drawingml/2006/main">
            <a:r>
              <a:t>QR code destination: https://3fp.org</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9a72ad58a0459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7179fa83e8484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5a7e72e14c48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e58899023fd456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24804c083144b0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e275f78e9f040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3B0D07-2307-4988-A322-C40A8C8261D0}"/>
              </a:ext>
            </a:extLst>
          </p:cNvPr>
          <p:cNvSpPr>
            <a:spLocks xmlns:a="http://schemas.openxmlformats.org/drawingml/2006/main" noGrp="1"/>
          </p:cNvSpPr>
          <p:nvPr>
            <p:ph type="title" idx="0"/>
          </p:nvPr>
        </p:nvSpPr>
        <p:spPr>
          <a:xfrm xmlns:a="http://schemas.openxmlformats.org/drawingml/2006/main">
            <a:off x="1005840" y="5872480"/>
            <a:ext cx="8046720" cy="2245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960" b="1">
                <a:solidFill>
                  <a:schemeClr val="tx1"/>
                </a:solidFill>
                <a:latin typeface="+mj-lt"/>
                <a:ea typeface="+mj-lt"/>
                <a:cs typeface="+mj-lt"/>
              </a:defRPr>
            </a:defPPr>
            <a:lvl1pPr marL="0" indent="0" algn="ctr">
              <a:lnSpc>
                <a:spcPct val="110000"/>
              </a:lnSpc>
              <a:spcBef>
                <a:spcPts val="0"/>
              </a:spcBef>
              <a:spcAft>
                <a:spcPts val="0"/>
              </a:spcAft>
              <a:buNone/>
              <a:defRPr sz="3960" b="1">
                <a:solidFill>
                  <a:schemeClr val="tx1"/>
                </a:solidFill>
                <a:latin typeface="+mj-lt"/>
                <a:ea typeface="+mj-lt"/>
                <a:cs typeface="+mj-lt"/>
              </a:defRPr>
            </a:lvl1pPr>
            <a:lvl2pPr marL="0" indent="0" algn="ctr">
              <a:lnSpc>
                <a:spcPct val="110000"/>
              </a:lnSpc>
              <a:spcBef>
                <a:spcPts val="0"/>
              </a:spcBef>
              <a:spcAft>
                <a:spcPts val="0"/>
              </a:spcAft>
              <a:buNone/>
              <a:defRPr sz="3960" b="1">
                <a:solidFill>
                  <a:schemeClr val="tx1"/>
                </a:solidFill>
                <a:latin typeface="+mj-lt"/>
                <a:ea typeface="+mj-lt"/>
                <a:cs typeface="+mj-lt"/>
              </a:defRPr>
            </a:lvl2pPr>
            <a:lvl3pPr marL="0" indent="0" algn="ctr">
              <a:lnSpc>
                <a:spcPct val="110000"/>
              </a:lnSpc>
              <a:spcBef>
                <a:spcPts val="0"/>
              </a:spcBef>
              <a:spcAft>
                <a:spcPts val="0"/>
              </a:spcAft>
              <a:buNone/>
              <a:defRPr sz="3960" b="1">
                <a:solidFill>
                  <a:schemeClr val="tx1"/>
                </a:solidFill>
                <a:latin typeface="+mj-lt"/>
                <a:ea typeface="+mj-lt"/>
                <a:cs typeface="+mj-lt"/>
              </a:defRPr>
            </a:lvl3pPr>
            <a:lvl4pPr marL="0" indent="0" algn="ctr">
              <a:lnSpc>
                <a:spcPct val="110000"/>
              </a:lnSpc>
              <a:spcBef>
                <a:spcPts val="0"/>
              </a:spcBef>
              <a:spcAft>
                <a:spcPts val="0"/>
              </a:spcAft>
              <a:buNone/>
              <a:defRPr sz="3960" b="1">
                <a:solidFill>
                  <a:schemeClr val="tx1"/>
                </a:solidFill>
                <a:latin typeface="+mj-lt"/>
                <a:ea typeface="+mj-lt"/>
                <a:cs typeface="+mj-lt"/>
              </a:defRPr>
            </a:lvl4pPr>
            <a:lvl5pPr marL="0" indent="0" algn="ctr">
              <a:lnSpc>
                <a:spcPct val="110000"/>
              </a:lnSpc>
              <a:spcBef>
                <a:spcPts val="0"/>
              </a:spcBef>
              <a:spcAft>
                <a:spcPts val="0"/>
              </a:spcAft>
              <a:buNone/>
              <a:defRPr sz="3960" b="1">
                <a:solidFill>
                  <a:schemeClr val="tx1"/>
                </a:solidFill>
                <a:latin typeface="+mj-lt"/>
                <a:ea typeface="+mj-lt"/>
                <a:cs typeface="+mj-lt"/>
              </a:defRPr>
            </a:lvl5pPr>
            <a:lvl6pPr marL="0" indent="0" algn="ctr">
              <a:lnSpc>
                <a:spcPct val="110000"/>
              </a:lnSpc>
              <a:spcBef>
                <a:spcPts val="0"/>
              </a:spcBef>
              <a:spcAft>
                <a:spcPts val="0"/>
              </a:spcAft>
              <a:buNone/>
              <a:defRPr sz="3960" b="1">
                <a:solidFill>
                  <a:schemeClr val="tx1"/>
                </a:solidFill>
                <a:latin typeface="+mj-lt"/>
                <a:ea typeface="+mj-lt"/>
                <a:cs typeface="+mj-lt"/>
              </a:defRPr>
            </a:lvl6pPr>
            <a:lvl7pPr marL="0" indent="0" algn="ctr">
              <a:lnSpc>
                <a:spcPct val="110000"/>
              </a:lnSpc>
              <a:spcBef>
                <a:spcPts val="0"/>
              </a:spcBef>
              <a:spcAft>
                <a:spcPts val="0"/>
              </a:spcAft>
              <a:buNone/>
              <a:defRPr sz="3960" b="1">
                <a:solidFill>
                  <a:schemeClr val="tx1"/>
                </a:solidFill>
                <a:latin typeface="+mj-lt"/>
                <a:ea typeface="+mj-lt"/>
                <a:cs typeface="+mj-lt"/>
              </a:defRPr>
            </a:lvl7pPr>
            <a:lvl8pPr marL="0" indent="0" algn="ctr">
              <a:lnSpc>
                <a:spcPct val="110000"/>
              </a:lnSpc>
              <a:spcBef>
                <a:spcPts val="0"/>
              </a:spcBef>
              <a:spcAft>
                <a:spcPts val="0"/>
              </a:spcAft>
              <a:buNone/>
              <a:defRPr sz="3960" b="1">
                <a:solidFill>
                  <a:schemeClr val="tx1"/>
                </a:solidFill>
                <a:latin typeface="+mj-lt"/>
                <a:ea typeface="+mj-lt"/>
                <a:cs typeface="+mj-lt"/>
              </a:defRPr>
            </a:lvl8pPr>
            <a:lvl9pPr marL="0" indent="0" algn="ctr">
              <a:lnSpc>
                <a:spcPct val="110000"/>
              </a:lnSpc>
              <a:spcBef>
                <a:spcPts val="0"/>
              </a:spcBef>
              <a:spcAft>
                <a:spcPts val="0"/>
              </a:spcAft>
              <a:buNone/>
              <a:defRPr sz="39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60C179D-49F7-43D7-8945-5158D2034593}"/>
              </a:ext>
            </a:extLst>
          </p:cNvPr>
          <p:cNvSpPr>
            <a:spLocks xmlns:a="http://schemas.openxmlformats.org/drawingml/2006/main" noGrp="1"/>
          </p:cNvSpPr>
          <p:nvPr>
            <p:ph type="subTitle" idx="1"/>
          </p:nvPr>
        </p:nvSpPr>
        <p:spPr>
          <a:xfrm xmlns:a="http://schemas.openxmlformats.org/drawingml/2006/main">
            <a:off x="1508760" y="8549640"/>
            <a:ext cx="7040880" cy="172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733" b="0">
                <a:solidFill>
                  <a:schemeClr val="tx1"/>
                </a:solidFill>
                <a:latin typeface="+mn-lt"/>
                <a:ea typeface="+mn-lt"/>
                <a:cs typeface="+mn-lt"/>
              </a:defRPr>
            </a:defPPr>
            <a:lvl1pPr marL="0" indent="0" algn="ctr">
              <a:lnSpc>
                <a:spcPct val="110000"/>
              </a:lnSpc>
              <a:spcBef>
                <a:spcPts val="0"/>
              </a:spcBef>
              <a:spcAft>
                <a:spcPts val="0"/>
              </a:spcAft>
              <a:buNone/>
              <a:defRPr sz="1733" b="0">
                <a:solidFill>
                  <a:schemeClr val="tx1"/>
                </a:solidFill>
                <a:latin typeface="+mn-lt"/>
                <a:ea typeface="+mn-lt"/>
                <a:cs typeface="+mn-lt"/>
              </a:defRPr>
            </a:lvl1pPr>
            <a:lvl2pPr marL="0" indent="0" algn="ctr">
              <a:lnSpc>
                <a:spcPct val="110000"/>
              </a:lnSpc>
              <a:spcBef>
                <a:spcPts val="0"/>
              </a:spcBef>
              <a:spcAft>
                <a:spcPts val="0"/>
              </a:spcAft>
              <a:buNone/>
              <a:defRPr sz="1733" b="0">
                <a:solidFill>
                  <a:schemeClr val="tx1"/>
                </a:solidFill>
                <a:latin typeface="+mn-lt"/>
                <a:ea typeface="+mn-lt"/>
                <a:cs typeface="+mn-lt"/>
              </a:defRPr>
            </a:lvl2pPr>
            <a:lvl3pPr marL="0" indent="0" algn="ctr">
              <a:lnSpc>
                <a:spcPct val="110000"/>
              </a:lnSpc>
              <a:spcBef>
                <a:spcPts val="0"/>
              </a:spcBef>
              <a:spcAft>
                <a:spcPts val="0"/>
              </a:spcAft>
              <a:buNone/>
              <a:defRPr sz="1733" b="0">
                <a:solidFill>
                  <a:schemeClr val="tx1"/>
                </a:solidFill>
                <a:latin typeface="+mn-lt"/>
                <a:ea typeface="+mn-lt"/>
                <a:cs typeface="+mn-lt"/>
              </a:defRPr>
            </a:lvl3pPr>
            <a:lvl4pPr marL="0" indent="0" algn="ctr">
              <a:lnSpc>
                <a:spcPct val="110000"/>
              </a:lnSpc>
              <a:spcBef>
                <a:spcPts val="0"/>
              </a:spcBef>
              <a:spcAft>
                <a:spcPts val="0"/>
              </a:spcAft>
              <a:buNone/>
              <a:defRPr sz="1733" b="0">
                <a:solidFill>
                  <a:schemeClr val="tx1"/>
                </a:solidFill>
                <a:latin typeface="+mn-lt"/>
                <a:ea typeface="+mn-lt"/>
                <a:cs typeface="+mn-lt"/>
              </a:defRPr>
            </a:lvl4pPr>
            <a:lvl5pPr marL="0" indent="0" algn="ctr">
              <a:lnSpc>
                <a:spcPct val="110000"/>
              </a:lnSpc>
              <a:spcBef>
                <a:spcPts val="0"/>
              </a:spcBef>
              <a:spcAft>
                <a:spcPts val="0"/>
              </a:spcAft>
              <a:buNone/>
              <a:defRPr sz="1733" b="0">
                <a:solidFill>
                  <a:schemeClr val="tx1"/>
                </a:solidFill>
                <a:latin typeface="+mn-lt"/>
                <a:ea typeface="+mn-lt"/>
                <a:cs typeface="+mn-lt"/>
              </a:defRPr>
            </a:lvl5pPr>
            <a:lvl6pPr marL="0" indent="0" algn="ctr">
              <a:lnSpc>
                <a:spcPct val="110000"/>
              </a:lnSpc>
              <a:spcBef>
                <a:spcPts val="0"/>
              </a:spcBef>
              <a:spcAft>
                <a:spcPts val="0"/>
              </a:spcAft>
              <a:buNone/>
              <a:defRPr sz="1733" b="0">
                <a:solidFill>
                  <a:schemeClr val="tx1"/>
                </a:solidFill>
                <a:latin typeface="+mn-lt"/>
                <a:ea typeface="+mn-lt"/>
                <a:cs typeface="+mn-lt"/>
              </a:defRPr>
            </a:lvl6pPr>
            <a:lvl7pPr marL="0" indent="0" algn="ctr">
              <a:lnSpc>
                <a:spcPct val="110000"/>
              </a:lnSpc>
              <a:spcBef>
                <a:spcPts val="0"/>
              </a:spcBef>
              <a:spcAft>
                <a:spcPts val="0"/>
              </a:spcAft>
              <a:buNone/>
              <a:defRPr sz="1733" b="0">
                <a:solidFill>
                  <a:schemeClr val="tx1"/>
                </a:solidFill>
                <a:latin typeface="+mn-lt"/>
                <a:ea typeface="+mn-lt"/>
                <a:cs typeface="+mn-lt"/>
              </a:defRPr>
            </a:lvl7pPr>
            <a:lvl8pPr marL="0" indent="0" algn="ctr">
              <a:lnSpc>
                <a:spcPct val="110000"/>
              </a:lnSpc>
              <a:spcBef>
                <a:spcPts val="0"/>
              </a:spcBef>
              <a:spcAft>
                <a:spcPts val="0"/>
              </a:spcAft>
              <a:buNone/>
              <a:defRPr sz="1733" b="0">
                <a:solidFill>
                  <a:schemeClr val="tx1"/>
                </a:solidFill>
                <a:latin typeface="+mn-lt"/>
                <a:ea typeface="+mn-lt"/>
                <a:cs typeface="+mn-lt"/>
              </a:defRPr>
            </a:lvl8pPr>
            <a:lvl9pPr marL="0" indent="0" algn="ctr">
              <a:lnSpc>
                <a:spcPct val="110000"/>
              </a:lnSpc>
              <a:spcBef>
                <a:spcPts val="0"/>
              </a:spcBef>
              <a:spcAft>
                <a:spcPts val="0"/>
              </a:spcAft>
              <a:buNone/>
              <a:defRPr sz="1733"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456B25E-6E77-4376-BD0A-A18FC35B53AB}"/>
              </a:ext>
            </a:extLst>
          </p:cNvPr>
          <p:cNvSpPr>
            <a:spLocks xmlns:a="http://schemas.openxmlformats.org/drawingml/2006/main" noGrp="1"/>
          </p:cNvSpPr>
          <p:nvPr>
            <p:ph type="title" idx="0"/>
          </p:nvPr>
        </p:nvSpPr>
        <p:spPr>
          <a:xfrm xmlns:a="http://schemas.openxmlformats.org/drawingml/2006/main">
            <a:off x="1005840" y="6477000"/>
            <a:ext cx="8046720" cy="259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465" b="1">
                <a:solidFill>
                  <a:schemeClr val="tx1"/>
                </a:solidFill>
                <a:latin typeface="+mj-lt"/>
                <a:ea typeface="+mj-lt"/>
                <a:cs typeface="+mj-lt"/>
              </a:defRPr>
            </a:defPPr>
            <a:lvl1pPr marL="0" indent="0" algn="ctr">
              <a:lnSpc>
                <a:spcPct val="110000"/>
              </a:lnSpc>
              <a:spcBef>
                <a:spcPts val="0"/>
              </a:spcBef>
              <a:spcAft>
                <a:spcPts val="0"/>
              </a:spcAft>
              <a:buNone/>
              <a:defRPr sz="3465" b="1">
                <a:solidFill>
                  <a:schemeClr val="tx1"/>
                </a:solidFill>
                <a:latin typeface="+mj-lt"/>
                <a:ea typeface="+mj-lt"/>
                <a:cs typeface="+mj-lt"/>
              </a:defRPr>
            </a:lvl1pPr>
            <a:lvl2pPr marL="0" indent="0" algn="ctr">
              <a:lnSpc>
                <a:spcPct val="110000"/>
              </a:lnSpc>
              <a:spcBef>
                <a:spcPts val="0"/>
              </a:spcBef>
              <a:spcAft>
                <a:spcPts val="0"/>
              </a:spcAft>
              <a:buNone/>
              <a:defRPr sz="3465" b="1">
                <a:solidFill>
                  <a:schemeClr val="tx1"/>
                </a:solidFill>
                <a:latin typeface="+mj-lt"/>
                <a:ea typeface="+mj-lt"/>
                <a:cs typeface="+mj-lt"/>
              </a:defRPr>
            </a:lvl2pPr>
            <a:lvl3pPr marL="0" indent="0" algn="ctr">
              <a:lnSpc>
                <a:spcPct val="110000"/>
              </a:lnSpc>
              <a:spcBef>
                <a:spcPts val="0"/>
              </a:spcBef>
              <a:spcAft>
                <a:spcPts val="0"/>
              </a:spcAft>
              <a:buNone/>
              <a:defRPr sz="3465" b="1">
                <a:solidFill>
                  <a:schemeClr val="tx1"/>
                </a:solidFill>
                <a:latin typeface="+mj-lt"/>
                <a:ea typeface="+mj-lt"/>
                <a:cs typeface="+mj-lt"/>
              </a:defRPr>
            </a:lvl3pPr>
            <a:lvl4pPr marL="0" indent="0" algn="ctr">
              <a:lnSpc>
                <a:spcPct val="110000"/>
              </a:lnSpc>
              <a:spcBef>
                <a:spcPts val="0"/>
              </a:spcBef>
              <a:spcAft>
                <a:spcPts val="0"/>
              </a:spcAft>
              <a:buNone/>
              <a:defRPr sz="3465" b="1">
                <a:solidFill>
                  <a:schemeClr val="tx1"/>
                </a:solidFill>
                <a:latin typeface="+mj-lt"/>
                <a:ea typeface="+mj-lt"/>
                <a:cs typeface="+mj-lt"/>
              </a:defRPr>
            </a:lvl4pPr>
            <a:lvl5pPr marL="0" indent="0" algn="ctr">
              <a:lnSpc>
                <a:spcPct val="110000"/>
              </a:lnSpc>
              <a:spcBef>
                <a:spcPts val="0"/>
              </a:spcBef>
              <a:spcAft>
                <a:spcPts val="0"/>
              </a:spcAft>
              <a:buNone/>
              <a:defRPr sz="3465" b="1">
                <a:solidFill>
                  <a:schemeClr val="tx1"/>
                </a:solidFill>
                <a:latin typeface="+mj-lt"/>
                <a:ea typeface="+mj-lt"/>
                <a:cs typeface="+mj-lt"/>
              </a:defRPr>
            </a:lvl5pPr>
            <a:lvl6pPr marL="0" indent="0" algn="ctr">
              <a:lnSpc>
                <a:spcPct val="110000"/>
              </a:lnSpc>
              <a:spcBef>
                <a:spcPts val="0"/>
              </a:spcBef>
              <a:spcAft>
                <a:spcPts val="0"/>
              </a:spcAft>
              <a:buNone/>
              <a:defRPr sz="3465" b="1">
                <a:solidFill>
                  <a:schemeClr val="tx1"/>
                </a:solidFill>
                <a:latin typeface="+mj-lt"/>
                <a:ea typeface="+mj-lt"/>
                <a:cs typeface="+mj-lt"/>
              </a:defRPr>
            </a:lvl6pPr>
            <a:lvl7pPr marL="0" indent="0" algn="ctr">
              <a:lnSpc>
                <a:spcPct val="110000"/>
              </a:lnSpc>
              <a:spcBef>
                <a:spcPts val="0"/>
              </a:spcBef>
              <a:spcAft>
                <a:spcPts val="0"/>
              </a:spcAft>
              <a:buNone/>
              <a:defRPr sz="3465" b="1">
                <a:solidFill>
                  <a:schemeClr val="tx1"/>
                </a:solidFill>
                <a:latin typeface="+mj-lt"/>
                <a:ea typeface="+mj-lt"/>
                <a:cs typeface="+mj-lt"/>
              </a:defRPr>
            </a:lvl7pPr>
            <a:lvl8pPr marL="0" indent="0" algn="ctr">
              <a:lnSpc>
                <a:spcPct val="110000"/>
              </a:lnSpc>
              <a:spcBef>
                <a:spcPts val="0"/>
              </a:spcBef>
              <a:spcAft>
                <a:spcPts val="0"/>
              </a:spcAft>
              <a:buNone/>
              <a:defRPr sz="3465" b="1">
                <a:solidFill>
                  <a:schemeClr val="tx1"/>
                </a:solidFill>
                <a:latin typeface="+mj-lt"/>
                <a:ea typeface="+mj-lt"/>
                <a:cs typeface="+mj-lt"/>
              </a:defRPr>
            </a:lvl8pPr>
            <a:lvl9pPr marL="0" indent="0" algn="ctr">
              <a:lnSpc>
                <a:spcPct val="110000"/>
              </a:lnSpc>
              <a:spcBef>
                <a:spcPts val="0"/>
              </a:spcBef>
              <a:spcAft>
                <a:spcPts val="0"/>
              </a:spcAft>
              <a:buNone/>
              <a:defRPr sz="3465"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C2DCD2-FDF5-4BB8-80C9-86C53596BD1C}"/>
              </a:ext>
            </a:extLst>
          </p:cNvPr>
          <p:cNvSpPr>
            <a:spLocks xmlns:a="http://schemas.openxmlformats.org/drawingml/2006/main" noGrp="1"/>
          </p:cNvSpPr>
          <p:nvPr>
            <p:ph type="title" idx="0"/>
          </p:nvPr>
        </p:nvSpPr>
        <p:spPr>
          <a:xfrm xmlns:a="http://schemas.openxmlformats.org/drawingml/2006/main">
            <a:off x="565785" y="1209040"/>
            <a:ext cx="8926830" cy="1899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329669-A271-4DC9-87B1-81CCA00C832D}"/>
              </a:ext>
            </a:extLst>
          </p:cNvPr>
          <p:cNvSpPr>
            <a:spLocks xmlns:a="http://schemas.openxmlformats.org/drawingml/2006/main" noGrp="1"/>
          </p:cNvSpPr>
          <p:nvPr>
            <p:ph type="body" idx="1"/>
          </p:nvPr>
        </p:nvSpPr>
        <p:spPr>
          <a:xfrm xmlns:a="http://schemas.openxmlformats.org/drawingml/2006/main">
            <a:off x="565785" y="4318000"/>
            <a:ext cx="8926830" cy="9672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56" b="0">
                <a:solidFill>
                  <a:schemeClr val="tx1"/>
                </a:solidFill>
                <a:latin typeface="+mn-lt"/>
                <a:ea typeface="+mn-lt"/>
                <a:cs typeface="+mn-lt"/>
              </a:defRPr>
            </a:defPPr>
            <a:lvl1pPr marL="188595" indent="-188595" algn="l">
              <a:lnSpc>
                <a:spcPct val="110000"/>
              </a:lnSpc>
              <a:spcBef>
                <a:spcPts val="0"/>
              </a:spcBef>
              <a:spcAft>
                <a:spcPts val="990"/>
              </a:spcAft>
              <a:buChar char="•"/>
              <a:defRPr sz="1856" b="0">
                <a:solidFill>
                  <a:schemeClr val="tx1"/>
                </a:solidFill>
                <a:latin typeface="+mn-lt"/>
                <a:ea typeface="+mn-lt"/>
                <a:cs typeface="+mn-lt"/>
              </a:defRPr>
            </a:lvl1pPr>
            <a:lvl2pPr marL="440055" indent="-188595" algn="l">
              <a:lnSpc>
                <a:spcPct val="110000"/>
              </a:lnSpc>
              <a:spcBef>
                <a:spcPts val="0"/>
              </a:spcBef>
              <a:spcAft>
                <a:spcPts val="990"/>
              </a:spcAft>
              <a:buChar char="•"/>
              <a:defRPr sz="1856" b="0">
                <a:solidFill>
                  <a:schemeClr val="tx1"/>
                </a:solidFill>
                <a:latin typeface="+mn-lt"/>
                <a:ea typeface="+mn-lt"/>
                <a:cs typeface="+mn-lt"/>
              </a:defRPr>
            </a:lvl2pPr>
            <a:lvl3pPr marL="691515" indent="-188595" algn="l">
              <a:lnSpc>
                <a:spcPct val="110000"/>
              </a:lnSpc>
              <a:spcBef>
                <a:spcPts val="0"/>
              </a:spcBef>
              <a:spcAft>
                <a:spcPts val="990"/>
              </a:spcAft>
              <a:buChar char="•"/>
              <a:defRPr sz="1856" b="0">
                <a:solidFill>
                  <a:schemeClr val="tx1"/>
                </a:solidFill>
                <a:latin typeface="+mn-lt"/>
                <a:ea typeface="+mn-lt"/>
                <a:cs typeface="+mn-lt"/>
              </a:defRPr>
            </a:lvl3pPr>
            <a:lvl4pPr marL="942975" indent="-188595" algn="l">
              <a:lnSpc>
                <a:spcPct val="110000"/>
              </a:lnSpc>
              <a:spcBef>
                <a:spcPts val="0"/>
              </a:spcBef>
              <a:spcAft>
                <a:spcPts val="990"/>
              </a:spcAft>
              <a:buChar char="•"/>
              <a:defRPr sz="1856" b="0">
                <a:solidFill>
                  <a:schemeClr val="tx1"/>
                </a:solidFill>
                <a:latin typeface="+mn-lt"/>
                <a:ea typeface="+mn-lt"/>
                <a:cs typeface="+mn-lt"/>
              </a:defRPr>
            </a:lvl4pPr>
            <a:lvl5pPr marL="1194435" indent="-188595" algn="l">
              <a:lnSpc>
                <a:spcPct val="110000"/>
              </a:lnSpc>
              <a:spcBef>
                <a:spcPts val="0"/>
              </a:spcBef>
              <a:spcAft>
                <a:spcPts val="990"/>
              </a:spcAft>
              <a:buChar char="•"/>
              <a:defRPr sz="1856" b="0">
                <a:solidFill>
                  <a:schemeClr val="tx1"/>
                </a:solidFill>
                <a:latin typeface="+mn-lt"/>
                <a:ea typeface="+mn-lt"/>
                <a:cs typeface="+mn-lt"/>
              </a:defRPr>
            </a:lvl5pPr>
            <a:lvl6pPr marL="1445895" indent="-188595" algn="l">
              <a:lnSpc>
                <a:spcPct val="110000"/>
              </a:lnSpc>
              <a:spcBef>
                <a:spcPts val="0"/>
              </a:spcBef>
              <a:spcAft>
                <a:spcPts val="990"/>
              </a:spcAft>
              <a:buChar char="•"/>
              <a:defRPr sz="1856" b="0">
                <a:solidFill>
                  <a:schemeClr val="tx1"/>
                </a:solidFill>
                <a:latin typeface="+mn-lt"/>
                <a:ea typeface="+mn-lt"/>
                <a:cs typeface="+mn-lt"/>
              </a:defRPr>
            </a:lvl6pPr>
            <a:lvl7pPr marL="1697355" indent="-188595" algn="l">
              <a:lnSpc>
                <a:spcPct val="110000"/>
              </a:lnSpc>
              <a:spcBef>
                <a:spcPts val="0"/>
              </a:spcBef>
              <a:spcAft>
                <a:spcPts val="990"/>
              </a:spcAft>
              <a:buChar char="•"/>
              <a:defRPr sz="1856" b="0">
                <a:solidFill>
                  <a:schemeClr val="tx1"/>
                </a:solidFill>
                <a:latin typeface="+mn-lt"/>
                <a:ea typeface="+mn-lt"/>
                <a:cs typeface="+mn-lt"/>
              </a:defRPr>
            </a:lvl7pPr>
            <a:lvl8pPr marL="1948815" indent="-188595" algn="l">
              <a:lnSpc>
                <a:spcPct val="110000"/>
              </a:lnSpc>
              <a:spcBef>
                <a:spcPts val="0"/>
              </a:spcBef>
              <a:spcAft>
                <a:spcPts val="990"/>
              </a:spcAft>
              <a:buChar char="•"/>
              <a:defRPr sz="1856" b="0">
                <a:solidFill>
                  <a:schemeClr val="tx1"/>
                </a:solidFill>
                <a:latin typeface="+mn-lt"/>
                <a:ea typeface="+mn-lt"/>
                <a:cs typeface="+mn-lt"/>
              </a:defRPr>
            </a:lvl8pPr>
            <a:lvl9pPr marL="2200275" indent="-188595" algn="l">
              <a:lnSpc>
                <a:spcPct val="110000"/>
              </a:lnSpc>
              <a:spcBef>
                <a:spcPts val="0"/>
              </a:spcBef>
              <a:spcAft>
                <a:spcPts val="990"/>
              </a:spcAft>
              <a:buChar char="•"/>
              <a:defRPr sz="1856"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252B76-6C46-4A90-8980-C5C239ED99F4}"/>
              </a:ext>
            </a:extLst>
          </p:cNvPr>
          <p:cNvSpPr>
            <a:spLocks xmlns:a="http://schemas.openxmlformats.org/drawingml/2006/main" noGrp="1"/>
          </p:cNvSpPr>
          <p:nvPr>
            <p:ph type="title" idx="0"/>
          </p:nvPr>
        </p:nvSpPr>
        <p:spPr>
          <a:xfrm xmlns:a="http://schemas.openxmlformats.org/drawingml/2006/main">
            <a:off x="565785" y="1209040"/>
            <a:ext cx="8926830" cy="1899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1E65E8-9D0A-47E5-81A6-6D42CCF6C006}"/>
              </a:ext>
            </a:extLst>
          </p:cNvPr>
          <p:cNvSpPr>
            <a:spLocks xmlns:a="http://schemas.openxmlformats.org/drawingml/2006/main" noGrp="1"/>
          </p:cNvSpPr>
          <p:nvPr>
            <p:ph type="body" idx="1"/>
          </p:nvPr>
        </p:nvSpPr>
        <p:spPr>
          <a:xfrm xmlns:a="http://schemas.openxmlformats.org/drawingml/2006/main">
            <a:off x="565785" y="4318000"/>
            <a:ext cx="4149090" cy="9672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33" b="0">
                <a:solidFill>
                  <a:schemeClr val="tx1"/>
                </a:solidFill>
                <a:latin typeface="+mn-lt"/>
                <a:ea typeface="+mn-lt"/>
                <a:cs typeface="+mn-lt"/>
              </a:defRPr>
            </a:defPPr>
            <a:lvl1pPr marL="188595" indent="-188595" algn="l">
              <a:lnSpc>
                <a:spcPct val="110000"/>
              </a:lnSpc>
              <a:spcBef>
                <a:spcPts val="0"/>
              </a:spcBef>
              <a:spcAft>
                <a:spcPts val="990"/>
              </a:spcAft>
              <a:buChar char="•"/>
              <a:defRPr sz="1733" b="0">
                <a:solidFill>
                  <a:schemeClr val="tx1"/>
                </a:solidFill>
                <a:latin typeface="+mn-lt"/>
                <a:ea typeface="+mn-lt"/>
                <a:cs typeface="+mn-lt"/>
              </a:defRPr>
            </a:lvl1pPr>
            <a:lvl2pPr marL="440055" indent="-188595" algn="l">
              <a:lnSpc>
                <a:spcPct val="110000"/>
              </a:lnSpc>
              <a:spcBef>
                <a:spcPts val="0"/>
              </a:spcBef>
              <a:spcAft>
                <a:spcPts val="990"/>
              </a:spcAft>
              <a:buChar char="•"/>
              <a:defRPr sz="1733" b="0">
                <a:solidFill>
                  <a:schemeClr val="tx1"/>
                </a:solidFill>
                <a:latin typeface="+mn-lt"/>
                <a:ea typeface="+mn-lt"/>
                <a:cs typeface="+mn-lt"/>
              </a:defRPr>
            </a:lvl2pPr>
            <a:lvl3pPr marL="691515" indent="-188595" algn="l">
              <a:lnSpc>
                <a:spcPct val="110000"/>
              </a:lnSpc>
              <a:spcBef>
                <a:spcPts val="0"/>
              </a:spcBef>
              <a:spcAft>
                <a:spcPts val="990"/>
              </a:spcAft>
              <a:buChar char="•"/>
              <a:defRPr sz="1733" b="0">
                <a:solidFill>
                  <a:schemeClr val="tx1"/>
                </a:solidFill>
                <a:latin typeface="+mn-lt"/>
                <a:ea typeface="+mn-lt"/>
                <a:cs typeface="+mn-lt"/>
              </a:defRPr>
            </a:lvl3pPr>
            <a:lvl4pPr marL="942975" indent="-188595" algn="l">
              <a:lnSpc>
                <a:spcPct val="110000"/>
              </a:lnSpc>
              <a:spcBef>
                <a:spcPts val="0"/>
              </a:spcBef>
              <a:spcAft>
                <a:spcPts val="990"/>
              </a:spcAft>
              <a:buChar char="•"/>
              <a:defRPr sz="1733" b="0">
                <a:solidFill>
                  <a:schemeClr val="tx1"/>
                </a:solidFill>
                <a:latin typeface="+mn-lt"/>
                <a:ea typeface="+mn-lt"/>
                <a:cs typeface="+mn-lt"/>
              </a:defRPr>
            </a:lvl4pPr>
            <a:lvl5pPr marL="1194435" indent="-188595" algn="l">
              <a:lnSpc>
                <a:spcPct val="110000"/>
              </a:lnSpc>
              <a:spcBef>
                <a:spcPts val="0"/>
              </a:spcBef>
              <a:spcAft>
                <a:spcPts val="990"/>
              </a:spcAft>
              <a:buChar char="•"/>
              <a:defRPr sz="1733" b="0">
                <a:solidFill>
                  <a:schemeClr val="tx1"/>
                </a:solidFill>
                <a:latin typeface="+mn-lt"/>
                <a:ea typeface="+mn-lt"/>
                <a:cs typeface="+mn-lt"/>
              </a:defRPr>
            </a:lvl5pPr>
            <a:lvl6pPr marL="1445895" indent="-188595" algn="l">
              <a:lnSpc>
                <a:spcPct val="110000"/>
              </a:lnSpc>
              <a:spcBef>
                <a:spcPts val="0"/>
              </a:spcBef>
              <a:spcAft>
                <a:spcPts val="990"/>
              </a:spcAft>
              <a:buChar char="•"/>
              <a:defRPr sz="1733" b="0">
                <a:solidFill>
                  <a:schemeClr val="tx1"/>
                </a:solidFill>
                <a:latin typeface="+mn-lt"/>
                <a:ea typeface="+mn-lt"/>
                <a:cs typeface="+mn-lt"/>
              </a:defRPr>
            </a:lvl6pPr>
            <a:lvl7pPr marL="1697355" indent="-188595" algn="l">
              <a:lnSpc>
                <a:spcPct val="110000"/>
              </a:lnSpc>
              <a:spcBef>
                <a:spcPts val="0"/>
              </a:spcBef>
              <a:spcAft>
                <a:spcPts val="990"/>
              </a:spcAft>
              <a:buChar char="•"/>
              <a:defRPr sz="1733" b="0">
                <a:solidFill>
                  <a:schemeClr val="tx1"/>
                </a:solidFill>
                <a:latin typeface="+mn-lt"/>
                <a:ea typeface="+mn-lt"/>
                <a:cs typeface="+mn-lt"/>
              </a:defRPr>
            </a:lvl7pPr>
            <a:lvl8pPr marL="1948815" indent="-188595" algn="l">
              <a:lnSpc>
                <a:spcPct val="110000"/>
              </a:lnSpc>
              <a:spcBef>
                <a:spcPts val="0"/>
              </a:spcBef>
              <a:spcAft>
                <a:spcPts val="990"/>
              </a:spcAft>
              <a:buChar char="•"/>
              <a:defRPr sz="1733" b="0">
                <a:solidFill>
                  <a:schemeClr val="tx1"/>
                </a:solidFill>
                <a:latin typeface="+mn-lt"/>
                <a:ea typeface="+mn-lt"/>
                <a:cs typeface="+mn-lt"/>
              </a:defRPr>
            </a:lvl8pPr>
            <a:lvl9pPr marL="2200275" indent="-188595" algn="l">
              <a:lnSpc>
                <a:spcPct val="110000"/>
              </a:lnSpc>
              <a:spcBef>
                <a:spcPts val="0"/>
              </a:spcBef>
              <a:spcAft>
                <a:spcPts val="990"/>
              </a:spcAft>
              <a:buChar char="•"/>
              <a:defRPr sz="1733"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9C59C0A-49D4-40A2-A6E3-E421914A916B}"/>
              </a:ext>
            </a:extLst>
          </p:cNvPr>
          <p:cNvSpPr>
            <a:spLocks xmlns:a="http://schemas.openxmlformats.org/drawingml/2006/main" noGrp="1"/>
          </p:cNvSpPr>
          <p:nvPr>
            <p:ph type="body" idx="2"/>
          </p:nvPr>
        </p:nvSpPr>
        <p:spPr>
          <a:xfrm xmlns:a="http://schemas.openxmlformats.org/drawingml/2006/main">
            <a:off x="5343525" y="4318000"/>
            <a:ext cx="4149090" cy="9672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33" b="0">
                <a:solidFill>
                  <a:schemeClr val="tx1"/>
                </a:solidFill>
                <a:latin typeface="+mn-lt"/>
                <a:ea typeface="+mn-lt"/>
                <a:cs typeface="+mn-lt"/>
              </a:defRPr>
            </a:defPPr>
            <a:lvl1pPr marL="188595" indent="-188595" algn="l">
              <a:lnSpc>
                <a:spcPct val="110000"/>
              </a:lnSpc>
              <a:spcBef>
                <a:spcPts val="0"/>
              </a:spcBef>
              <a:spcAft>
                <a:spcPts val="990"/>
              </a:spcAft>
              <a:buChar char="•"/>
              <a:defRPr sz="1733" b="0">
                <a:solidFill>
                  <a:schemeClr val="tx1"/>
                </a:solidFill>
                <a:latin typeface="+mn-lt"/>
                <a:ea typeface="+mn-lt"/>
                <a:cs typeface="+mn-lt"/>
              </a:defRPr>
            </a:lvl1pPr>
            <a:lvl2pPr marL="440055" indent="-188595" algn="l">
              <a:lnSpc>
                <a:spcPct val="110000"/>
              </a:lnSpc>
              <a:spcBef>
                <a:spcPts val="0"/>
              </a:spcBef>
              <a:spcAft>
                <a:spcPts val="990"/>
              </a:spcAft>
              <a:buChar char="•"/>
              <a:defRPr sz="1733" b="0">
                <a:solidFill>
                  <a:schemeClr val="tx1"/>
                </a:solidFill>
                <a:latin typeface="+mn-lt"/>
                <a:ea typeface="+mn-lt"/>
                <a:cs typeface="+mn-lt"/>
              </a:defRPr>
            </a:lvl2pPr>
            <a:lvl3pPr marL="691515" indent="-188595" algn="l">
              <a:lnSpc>
                <a:spcPct val="110000"/>
              </a:lnSpc>
              <a:spcBef>
                <a:spcPts val="0"/>
              </a:spcBef>
              <a:spcAft>
                <a:spcPts val="990"/>
              </a:spcAft>
              <a:buChar char="•"/>
              <a:defRPr sz="1733" b="0">
                <a:solidFill>
                  <a:schemeClr val="tx1"/>
                </a:solidFill>
                <a:latin typeface="+mn-lt"/>
                <a:ea typeface="+mn-lt"/>
                <a:cs typeface="+mn-lt"/>
              </a:defRPr>
            </a:lvl3pPr>
            <a:lvl4pPr marL="942975" indent="-188595" algn="l">
              <a:lnSpc>
                <a:spcPct val="110000"/>
              </a:lnSpc>
              <a:spcBef>
                <a:spcPts val="0"/>
              </a:spcBef>
              <a:spcAft>
                <a:spcPts val="990"/>
              </a:spcAft>
              <a:buChar char="•"/>
              <a:defRPr sz="1733" b="0">
                <a:solidFill>
                  <a:schemeClr val="tx1"/>
                </a:solidFill>
                <a:latin typeface="+mn-lt"/>
                <a:ea typeface="+mn-lt"/>
                <a:cs typeface="+mn-lt"/>
              </a:defRPr>
            </a:lvl4pPr>
            <a:lvl5pPr marL="1194435" indent="-188595" algn="l">
              <a:lnSpc>
                <a:spcPct val="110000"/>
              </a:lnSpc>
              <a:spcBef>
                <a:spcPts val="0"/>
              </a:spcBef>
              <a:spcAft>
                <a:spcPts val="990"/>
              </a:spcAft>
              <a:buChar char="•"/>
              <a:defRPr sz="1733" b="0">
                <a:solidFill>
                  <a:schemeClr val="tx1"/>
                </a:solidFill>
                <a:latin typeface="+mn-lt"/>
                <a:ea typeface="+mn-lt"/>
                <a:cs typeface="+mn-lt"/>
              </a:defRPr>
            </a:lvl5pPr>
            <a:lvl6pPr marL="1445895" indent="-188595" algn="l">
              <a:lnSpc>
                <a:spcPct val="110000"/>
              </a:lnSpc>
              <a:spcBef>
                <a:spcPts val="0"/>
              </a:spcBef>
              <a:spcAft>
                <a:spcPts val="990"/>
              </a:spcAft>
              <a:buChar char="•"/>
              <a:defRPr sz="1733" b="0">
                <a:solidFill>
                  <a:schemeClr val="tx1"/>
                </a:solidFill>
                <a:latin typeface="+mn-lt"/>
                <a:ea typeface="+mn-lt"/>
                <a:cs typeface="+mn-lt"/>
              </a:defRPr>
            </a:lvl6pPr>
            <a:lvl7pPr marL="1697355" indent="-188595" algn="l">
              <a:lnSpc>
                <a:spcPct val="110000"/>
              </a:lnSpc>
              <a:spcBef>
                <a:spcPts val="0"/>
              </a:spcBef>
              <a:spcAft>
                <a:spcPts val="990"/>
              </a:spcAft>
              <a:buChar char="•"/>
              <a:defRPr sz="1733" b="0">
                <a:solidFill>
                  <a:schemeClr val="tx1"/>
                </a:solidFill>
                <a:latin typeface="+mn-lt"/>
                <a:ea typeface="+mn-lt"/>
                <a:cs typeface="+mn-lt"/>
              </a:defRPr>
            </a:lvl7pPr>
            <a:lvl8pPr marL="1948815" indent="-188595" algn="l">
              <a:lnSpc>
                <a:spcPct val="110000"/>
              </a:lnSpc>
              <a:spcBef>
                <a:spcPts val="0"/>
              </a:spcBef>
              <a:spcAft>
                <a:spcPts val="990"/>
              </a:spcAft>
              <a:buChar char="•"/>
              <a:defRPr sz="1733" b="0">
                <a:solidFill>
                  <a:schemeClr val="tx1"/>
                </a:solidFill>
                <a:latin typeface="+mn-lt"/>
                <a:ea typeface="+mn-lt"/>
                <a:cs typeface="+mn-lt"/>
              </a:defRPr>
            </a:lvl8pPr>
            <a:lvl9pPr marL="2200275" indent="-188595" algn="l">
              <a:lnSpc>
                <a:spcPct val="110000"/>
              </a:lnSpc>
              <a:spcBef>
                <a:spcPts val="0"/>
              </a:spcBef>
              <a:spcAft>
                <a:spcPts val="990"/>
              </a:spcAft>
              <a:buChar char="•"/>
              <a:defRPr sz="1733"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DD40B7-44EC-42E3-BE98-4B8082421E93}"/>
              </a:ext>
            </a:extLst>
          </p:cNvPr>
          <p:cNvSpPr>
            <a:spLocks xmlns:a="http://schemas.openxmlformats.org/drawingml/2006/main" noGrp="1"/>
          </p:cNvSpPr>
          <p:nvPr>
            <p:ph type="title" idx="0"/>
          </p:nvPr>
        </p:nvSpPr>
        <p:spPr>
          <a:xfrm xmlns:a="http://schemas.openxmlformats.org/drawingml/2006/main">
            <a:off x="565785" y="1209040"/>
            <a:ext cx="8926830" cy="1899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8AD0A5-EBBE-4010-89DF-7BC1330D4227}"/>
              </a:ext>
            </a:extLst>
          </p:cNvPr>
          <p:cNvSpPr>
            <a:spLocks xmlns:a="http://schemas.openxmlformats.org/drawingml/2006/main" noGrp="1"/>
          </p:cNvSpPr>
          <p:nvPr>
            <p:ph type="body" idx="1"/>
          </p:nvPr>
        </p:nvSpPr>
        <p:spPr>
          <a:xfrm xmlns:a="http://schemas.openxmlformats.org/drawingml/2006/main">
            <a:off x="565785" y="4318000"/>
            <a:ext cx="4149090" cy="96723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56" b="0">
                <a:solidFill>
                  <a:schemeClr val="tx1"/>
                </a:solidFill>
                <a:latin typeface="+mn-lt"/>
                <a:ea typeface="+mn-lt"/>
                <a:cs typeface="+mn-lt"/>
              </a:defRPr>
            </a:defPPr>
            <a:lvl1pPr marL="188595" indent="-188595" algn="l">
              <a:lnSpc>
                <a:spcPct val="110000"/>
              </a:lnSpc>
              <a:spcBef>
                <a:spcPts val="0"/>
              </a:spcBef>
              <a:spcAft>
                <a:spcPts val="990"/>
              </a:spcAft>
              <a:buChar char="•"/>
              <a:defRPr sz="1856" b="0">
                <a:solidFill>
                  <a:schemeClr val="tx1"/>
                </a:solidFill>
                <a:latin typeface="+mn-lt"/>
                <a:ea typeface="+mn-lt"/>
                <a:cs typeface="+mn-lt"/>
              </a:defRPr>
            </a:lvl1pPr>
            <a:lvl2pPr marL="440055" indent="-188595" algn="l">
              <a:lnSpc>
                <a:spcPct val="110000"/>
              </a:lnSpc>
              <a:spcBef>
                <a:spcPts val="0"/>
              </a:spcBef>
              <a:spcAft>
                <a:spcPts val="990"/>
              </a:spcAft>
              <a:buChar char="•"/>
              <a:defRPr sz="1856" b="0">
                <a:solidFill>
                  <a:schemeClr val="tx1"/>
                </a:solidFill>
                <a:latin typeface="+mn-lt"/>
                <a:ea typeface="+mn-lt"/>
                <a:cs typeface="+mn-lt"/>
              </a:defRPr>
            </a:lvl2pPr>
            <a:lvl3pPr marL="691515" indent="-188595" algn="l">
              <a:lnSpc>
                <a:spcPct val="110000"/>
              </a:lnSpc>
              <a:spcBef>
                <a:spcPts val="0"/>
              </a:spcBef>
              <a:spcAft>
                <a:spcPts val="990"/>
              </a:spcAft>
              <a:buChar char="•"/>
              <a:defRPr sz="1856" b="0">
                <a:solidFill>
                  <a:schemeClr val="tx1"/>
                </a:solidFill>
                <a:latin typeface="+mn-lt"/>
                <a:ea typeface="+mn-lt"/>
                <a:cs typeface="+mn-lt"/>
              </a:defRPr>
            </a:lvl3pPr>
            <a:lvl4pPr marL="942975" indent="-188595" algn="l">
              <a:lnSpc>
                <a:spcPct val="110000"/>
              </a:lnSpc>
              <a:spcBef>
                <a:spcPts val="0"/>
              </a:spcBef>
              <a:spcAft>
                <a:spcPts val="990"/>
              </a:spcAft>
              <a:buChar char="•"/>
              <a:defRPr sz="1856" b="0">
                <a:solidFill>
                  <a:schemeClr val="tx1"/>
                </a:solidFill>
                <a:latin typeface="+mn-lt"/>
                <a:ea typeface="+mn-lt"/>
                <a:cs typeface="+mn-lt"/>
              </a:defRPr>
            </a:lvl4pPr>
            <a:lvl5pPr marL="1194435" indent="-188595" algn="l">
              <a:lnSpc>
                <a:spcPct val="110000"/>
              </a:lnSpc>
              <a:spcBef>
                <a:spcPts val="0"/>
              </a:spcBef>
              <a:spcAft>
                <a:spcPts val="990"/>
              </a:spcAft>
              <a:buChar char="•"/>
              <a:defRPr sz="1856" b="0">
                <a:solidFill>
                  <a:schemeClr val="tx1"/>
                </a:solidFill>
                <a:latin typeface="+mn-lt"/>
                <a:ea typeface="+mn-lt"/>
                <a:cs typeface="+mn-lt"/>
              </a:defRPr>
            </a:lvl5pPr>
            <a:lvl6pPr marL="1445895" indent="-188595" algn="l">
              <a:lnSpc>
                <a:spcPct val="110000"/>
              </a:lnSpc>
              <a:spcBef>
                <a:spcPts val="0"/>
              </a:spcBef>
              <a:spcAft>
                <a:spcPts val="990"/>
              </a:spcAft>
              <a:buChar char="•"/>
              <a:defRPr sz="1856" b="0">
                <a:solidFill>
                  <a:schemeClr val="tx1"/>
                </a:solidFill>
                <a:latin typeface="+mn-lt"/>
                <a:ea typeface="+mn-lt"/>
                <a:cs typeface="+mn-lt"/>
              </a:defRPr>
            </a:lvl6pPr>
            <a:lvl7pPr marL="1697355" indent="-188595" algn="l">
              <a:lnSpc>
                <a:spcPct val="110000"/>
              </a:lnSpc>
              <a:spcBef>
                <a:spcPts val="0"/>
              </a:spcBef>
              <a:spcAft>
                <a:spcPts val="990"/>
              </a:spcAft>
              <a:buChar char="•"/>
              <a:defRPr sz="1856" b="0">
                <a:solidFill>
                  <a:schemeClr val="tx1"/>
                </a:solidFill>
                <a:latin typeface="+mn-lt"/>
                <a:ea typeface="+mn-lt"/>
                <a:cs typeface="+mn-lt"/>
              </a:defRPr>
            </a:lvl7pPr>
            <a:lvl8pPr marL="1948815" indent="-188595" algn="l">
              <a:lnSpc>
                <a:spcPct val="110000"/>
              </a:lnSpc>
              <a:spcBef>
                <a:spcPts val="0"/>
              </a:spcBef>
              <a:spcAft>
                <a:spcPts val="990"/>
              </a:spcAft>
              <a:buChar char="•"/>
              <a:defRPr sz="1856" b="0">
                <a:solidFill>
                  <a:schemeClr val="tx1"/>
                </a:solidFill>
                <a:latin typeface="+mn-lt"/>
                <a:ea typeface="+mn-lt"/>
                <a:cs typeface="+mn-lt"/>
              </a:defRPr>
            </a:lvl8pPr>
            <a:lvl9pPr marL="2200275" indent="-188595" algn="l">
              <a:lnSpc>
                <a:spcPct val="110000"/>
              </a:lnSpc>
              <a:spcBef>
                <a:spcPts val="0"/>
              </a:spcBef>
              <a:spcAft>
                <a:spcPts val="990"/>
              </a:spcAft>
              <a:buChar char="•"/>
              <a:defRPr sz="1856"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bb41338f904236" /><Relationship Type="http://schemas.openxmlformats.org/officeDocument/2006/relationships/slideLayout" Target="/ppt/slideLayouts/slideLayout1.xml" Id="R8281f85ca8424fb9" /><Relationship Type="http://schemas.openxmlformats.org/officeDocument/2006/relationships/slideLayout" Target="/ppt/slideLayouts/slideLayout2.xml" Id="Rc3392f589a324fbb" /><Relationship Type="http://schemas.openxmlformats.org/officeDocument/2006/relationships/slideLayout" Target="/ppt/slideLayouts/slideLayout3.xml" Id="Ra55a9e3eec664cef" /><Relationship Type="http://schemas.openxmlformats.org/officeDocument/2006/relationships/slideLayout" Target="/ppt/slideLayouts/slideLayout4.xml" Id="Rbd4e8dc447f74288" /><Relationship Type="http://schemas.openxmlformats.org/officeDocument/2006/relationships/slideLayout" Target="/ppt/slideLayouts/slideLayout5.xml" Id="R0b5c28d883b14343" /><Relationship Type="http://schemas.openxmlformats.org/officeDocument/2006/relationships/slideLayout" Target="/ppt/slideLayouts/slideLayout6.xml" Id="R27a6262cef6e45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81f85ca8424fb9"/>
    <p:sldLayoutId xmlns:r="http://schemas.openxmlformats.org/officeDocument/2006/relationships" id="2147483650" r:id="Rc3392f589a324fbb"/>
    <p:sldLayoutId xmlns:r="http://schemas.openxmlformats.org/officeDocument/2006/relationships" id="2147483651" r:id="Ra55a9e3eec664cef"/>
    <p:sldLayoutId xmlns:r="http://schemas.openxmlformats.org/officeDocument/2006/relationships" id="2147483652" r:id="Rbd4e8dc447f74288"/>
    <p:sldLayoutId xmlns:r="http://schemas.openxmlformats.org/officeDocument/2006/relationships" id="2147483653" r:id="R0b5c28d883b14343"/>
    <p:sldLayoutId xmlns:r="http://schemas.openxmlformats.org/officeDocument/2006/relationships" id="2147483654" r:id="R27a6262cef6e45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0c9106b01f24769" /><Relationship Type="http://schemas.openxmlformats.org/officeDocument/2006/relationships/image" Target="/ppt/media/image.png" Id="R5bb31453371e4791" /><Relationship Type="http://schemas.openxmlformats.org/officeDocument/2006/relationships/image" Target="/ppt/media/image2.png" Id="R7a5bf4509be143e8" /><Relationship Type="http://schemas.openxmlformats.org/officeDocument/2006/relationships/image" Target="/ppt/media/image3.png" Id="R38bd1cd7076341e2" /><Relationship Type="http://schemas.openxmlformats.org/officeDocument/2006/relationships/notesSlide" Target="/ppt/notesSlides/notesSlide1.xml" Id="Rbcb14f0a695a424b" /></Relationships>
</file>

<file path=ppt/slides/slide1.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DB57625-5C1A-49E9-B6C2-9F98A0F05179}"/>
              </a:ext>
            </a:extLst>
          </p:cNvPr>
          <p:cNvPicPr>
            <a:picLocks xmlns:a="http://schemas.openxmlformats.org/drawingml/2006/main" noChangeAspect="1"/>
          </p:cNvPicPr>
          <p:nvPr/>
        </p:nvPicPr>
        <p:blipFill>
          <a:blip xmlns:r="http://schemas.openxmlformats.org/officeDocument/2006/relationships" xmlns:a="http://schemas.openxmlformats.org/drawingml/2006/main" r:embed="R5bb31453371e4791"/>
          <a:srcRect xmlns:a="http://schemas.openxmlformats.org/drawingml/2006/main" l="1471" t="0" r="1471" b="0"/>
          <a:stretch xmlns:a="http://schemas.openxmlformats.org/drawingml/2006/main">
            <a:fillRect l="0" t="0" r="0" b="0"/>
          </a:stretch>
        </p:blipFill>
        <p:spPr>
          <a:xfrm xmlns:a="http://schemas.openxmlformats.org/drawingml/2006/main">
            <a:off x="0" y="0"/>
            <a:ext cx="10058400" cy="15544800"/>
          </a:xfrm>
          <a:prstGeom xmlns:a="http://schemas.openxmlformats.org/drawingml/2006/main" prst="rect">
            <a:avLst/>
          </a:prstGeom>
        </p:spPr>
      </p:pic>
      <p:sp>
        <p:nvSpPr>
          <p:cNvPr id="2" name="Pass with Room cream headline ground">
            <a:extLst xmlns:a="http://schemas.openxmlformats.org/drawingml/2006/main">
              <a:ext uri="{FF2B5EF4-FFF2-40B4-BE49-F238E27FC236}">
                <a16:creationId xmlns:a16="http://schemas.microsoft.com/office/drawing/2014/main" id="{A806E615-3FE6-4537-A6D5-9157394AD923}"/>
              </a:ext>
            </a:extLst>
          </p:cNvPr>
          <p:cNvSpPr>
            <a:spLocks xmlns:a="http://schemas.openxmlformats.org/drawingml/2006/main" noGrp="1"/>
          </p:cNvSpPr>
          <p:nvPr/>
        </p:nvSpPr>
        <p:spPr>
          <a:xfrm xmlns:a="http://schemas.openxmlformats.org/drawingml/2006/main">
            <a:off x="0" y="0"/>
            <a:ext cx="10058400" cy="4663440"/>
          </a:xfrm>
          <a:prstGeom xmlns:a="http://schemas.openxmlformats.org/drawingml/2006/main" prst="rect">
            <a:avLst/>
          </a:prstGeom>
          <a:solidFill xmlns:a="http://schemas.openxmlformats.org/drawingml/2006/main">
            <a:srgbClr val="FFF3DF">
              <a:alpha val="94000"/>
            </a:srgbClr>
          </a:solidFill>
          <a:ln xmlns:a="http://schemas.openxmlformats.org/drawingml/2006/main" w="0">
            <a:noFill/>
            <a:prstDash val="solid"/>
          </a:ln>
        </p:spPr>
      </p:sp>
      <p:sp>
        <p:nvSpPr>
          <p:cNvPr id="3" name="Pass with Room headline accent">
            <a:extLst xmlns:a="http://schemas.openxmlformats.org/drawingml/2006/main">
              <a:ext uri="{FF2B5EF4-FFF2-40B4-BE49-F238E27FC236}">
                <a16:creationId xmlns:a16="http://schemas.microsoft.com/office/drawing/2014/main" id="{FAEF57A2-8D61-4FEC-9E2B-800B4AFE3F32}"/>
              </a:ext>
            </a:extLst>
          </p:cNvPr>
          <p:cNvSpPr>
            <a:spLocks xmlns:a="http://schemas.openxmlformats.org/drawingml/2006/main" noGrp="1"/>
          </p:cNvSpPr>
          <p:nvPr/>
        </p:nvSpPr>
        <p:spPr>
          <a:xfrm xmlns:a="http://schemas.openxmlformats.org/drawingml/2006/main">
            <a:off x="663854" y="326441"/>
            <a:ext cx="754380" cy="93269"/>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4" name="Pass with Room editable headline">
            <a:extLst xmlns:a="http://schemas.openxmlformats.org/drawingml/2006/main">
              <a:ext uri="{FF2B5EF4-FFF2-40B4-BE49-F238E27FC236}">
                <a16:creationId xmlns:a16="http://schemas.microsoft.com/office/drawing/2014/main" id="{97E98637-B834-4491-AF3A-9787EC979D4E}"/>
              </a:ext>
            </a:extLst>
          </p:cNvPr>
          <p:cNvSpPr>
            <a:spLocks xmlns:a="http://schemas.openxmlformats.org/drawingml/2006/main" noGrp="1"/>
          </p:cNvSpPr>
          <p:nvPr/>
        </p:nvSpPr>
        <p:spPr>
          <a:xfrm xmlns:a="http://schemas.openxmlformats.org/drawingml/2006/main">
            <a:off x="663854" y="575158"/>
            <a:ext cx="8730691" cy="21762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300" b="1">
                <a:solidFill>
                  <a:srgbClr val="7926CB"/>
                </a:solidFill>
                <a:latin typeface="Space Grotesk"/>
                <a:ea typeface="Space Grotesk"/>
                <a:cs typeface="Space Grotesk"/>
              </a:defRPr>
            </a:defPPr>
            <a:lvl1pPr algn="l">
              <a:defRPr sz="4300" b="1">
                <a:solidFill>
                  <a:srgbClr val="7926CB"/>
                </a:solidFill>
                <a:latin typeface="Space Grotesk"/>
                <a:ea typeface="Space Grotesk"/>
                <a:cs typeface="Space Grotesk"/>
              </a:defRPr>
            </a:lvl1pPr>
            <a:lvl2pPr algn="l">
              <a:defRPr sz="4300" b="1">
                <a:solidFill>
                  <a:srgbClr val="7926CB"/>
                </a:solidFill>
                <a:latin typeface="Space Grotesk"/>
                <a:ea typeface="Space Grotesk"/>
                <a:cs typeface="Space Grotesk"/>
              </a:defRPr>
            </a:lvl2pPr>
            <a:lvl3pPr algn="l">
              <a:defRPr sz="4300" b="1">
                <a:solidFill>
                  <a:srgbClr val="7926CB"/>
                </a:solidFill>
                <a:latin typeface="Space Grotesk"/>
                <a:ea typeface="Space Grotesk"/>
                <a:cs typeface="Space Grotesk"/>
              </a:defRPr>
            </a:lvl3pPr>
            <a:lvl4pPr algn="l">
              <a:defRPr sz="4300" b="1">
                <a:solidFill>
                  <a:srgbClr val="7926CB"/>
                </a:solidFill>
                <a:latin typeface="Space Grotesk"/>
                <a:ea typeface="Space Grotesk"/>
                <a:cs typeface="Space Grotesk"/>
              </a:defRPr>
            </a:lvl4pPr>
            <a:lvl5pPr algn="l">
              <a:defRPr sz="4300" b="1">
                <a:solidFill>
                  <a:srgbClr val="7926CB"/>
                </a:solidFill>
                <a:latin typeface="Space Grotesk"/>
                <a:ea typeface="Space Grotesk"/>
                <a:cs typeface="Space Grotesk"/>
              </a:defRPr>
            </a:lvl5pPr>
            <a:lvl6pPr algn="l">
              <a:defRPr sz="4300" b="1">
                <a:solidFill>
                  <a:srgbClr val="7926CB"/>
                </a:solidFill>
                <a:latin typeface="Space Grotesk"/>
                <a:ea typeface="Space Grotesk"/>
                <a:cs typeface="Space Grotesk"/>
              </a:defRPr>
            </a:lvl6pPr>
            <a:lvl7pPr algn="l">
              <a:defRPr sz="4300" b="1">
                <a:solidFill>
                  <a:srgbClr val="7926CB"/>
                </a:solidFill>
                <a:latin typeface="Space Grotesk"/>
                <a:ea typeface="Space Grotesk"/>
                <a:cs typeface="Space Grotesk"/>
              </a:defRPr>
            </a:lvl7pPr>
            <a:lvl8pPr algn="l">
              <a:defRPr sz="4300" b="1">
                <a:solidFill>
                  <a:srgbClr val="7926CB"/>
                </a:solidFill>
                <a:latin typeface="Space Grotesk"/>
                <a:ea typeface="Space Grotesk"/>
                <a:cs typeface="Space Grotesk"/>
              </a:defRPr>
            </a:lvl8pPr>
            <a:lvl9pPr algn="l">
              <a:defRPr sz="4300" b="1">
                <a:solidFill>
                  <a:srgbClr val="7926CB"/>
                </a:solidFill>
                <a:latin typeface="Space Grotesk"/>
                <a:ea typeface="Space Grotesk"/>
                <a:cs typeface="Space Grotesk"/>
              </a:defRPr>
            </a:lvl9pPr>
          </a:lstStyle>
          <a:p xmlns:a="http://schemas.openxmlformats.org/drawingml/2006/main">
            <a:pPr algn="l">
              <a:lnSpc>
                <a:spcPct val="95000"/>
              </a:lnSpc>
              <a:buNone/>
              <a:defRPr sz="4300" b="1">
                <a:solidFill>
                  <a:srgbClr val="7926CB"/>
                </a:solidFill>
                <a:latin typeface="Space Grotesk"/>
                <a:ea typeface="Space Grotesk"/>
                <a:cs typeface="Space Grotesk"/>
              </a:defRPr>
            </a:pPr>
            <a:r>
              <a:rPr sz="4300" b="1">
                <a:solidFill>
                  <a:srgbClr val="7926CB"/>
                </a:solidFill>
                <a:latin typeface="Space Grotesk"/>
                <a:ea typeface="Space Grotesk"/>
                <a:cs typeface="Space Grotesk"/>
              </a:rPr>
              <a:t>WHEN IT IS SAFE,</a:t>
            </a:r>
          </a:p>
          <a:p xmlns:a="http://schemas.openxmlformats.org/drawingml/2006/main">
            <a:pPr algn="l">
              <a:lnSpc>
                <a:spcPct val="95000"/>
              </a:lnSpc>
              <a:buNone/>
              <a:defRPr sz="4300" b="1">
                <a:solidFill>
                  <a:srgbClr val="7926CB"/>
                </a:solidFill>
                <a:latin typeface="Space Grotesk"/>
                <a:ea typeface="Space Grotesk"/>
                <a:cs typeface="Space Grotesk"/>
              </a:defRPr>
            </a:pPr>
            <a:r>
              <a:rPr sz="4300" b="1">
                <a:solidFill>
                  <a:srgbClr val="7926CB"/>
                </a:solidFill>
                <a:latin typeface="Space Grotesk"/>
                <a:ea typeface="Space Grotesk"/>
                <a:cs typeface="Space Grotesk"/>
              </a:rPr>
              <a:t>PASS WITH ROOM.</a:t>
            </a:r>
          </a:p>
        </p:txBody>
      </p:sp>
      <p:sp>
        <p:nvSpPr>
          <p:cNvPr id="5" name="Pass with Room editable action">
            <a:extLst xmlns:a="http://schemas.openxmlformats.org/drawingml/2006/main">
              <a:ext uri="{FF2B5EF4-FFF2-40B4-BE49-F238E27FC236}">
                <a16:creationId xmlns:a16="http://schemas.microsoft.com/office/drawing/2014/main" id="{0004004F-DD34-4EF4-ABBD-9D1996A06359}"/>
              </a:ext>
            </a:extLst>
          </p:cNvPr>
          <p:cNvSpPr>
            <a:spLocks xmlns:a="http://schemas.openxmlformats.org/drawingml/2006/main" noGrp="1"/>
          </p:cNvSpPr>
          <p:nvPr/>
        </p:nvSpPr>
        <p:spPr>
          <a:xfrm xmlns:a="http://schemas.openxmlformats.org/drawingml/2006/main">
            <a:off x="673379" y="2953512"/>
            <a:ext cx="8711641" cy="13990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a:solidFill>
                  <a:srgbClr val="23143A"/>
                </a:solidFill>
                <a:latin typeface="Arial"/>
                <a:ea typeface="Arial"/>
                <a:cs typeface="Arial"/>
              </a:defRPr>
            </a:defPPr>
            <a:lvl1pPr algn="l">
              <a:defRPr sz="2300" b="1">
                <a:solidFill>
                  <a:srgbClr val="23143A"/>
                </a:solidFill>
                <a:latin typeface="Arial"/>
                <a:ea typeface="Arial"/>
                <a:cs typeface="Arial"/>
              </a:defRPr>
            </a:lvl1pPr>
            <a:lvl2pPr algn="l">
              <a:defRPr sz="2300" b="1">
                <a:solidFill>
                  <a:srgbClr val="23143A"/>
                </a:solidFill>
                <a:latin typeface="Arial"/>
                <a:ea typeface="Arial"/>
                <a:cs typeface="Arial"/>
              </a:defRPr>
            </a:lvl2pPr>
            <a:lvl3pPr algn="l">
              <a:defRPr sz="2300" b="1">
                <a:solidFill>
                  <a:srgbClr val="23143A"/>
                </a:solidFill>
                <a:latin typeface="Arial"/>
                <a:ea typeface="Arial"/>
                <a:cs typeface="Arial"/>
              </a:defRPr>
            </a:lvl3pPr>
            <a:lvl4pPr algn="l">
              <a:defRPr sz="2300" b="1">
                <a:solidFill>
                  <a:srgbClr val="23143A"/>
                </a:solidFill>
                <a:latin typeface="Arial"/>
                <a:ea typeface="Arial"/>
                <a:cs typeface="Arial"/>
              </a:defRPr>
            </a:lvl4pPr>
            <a:lvl5pPr algn="l">
              <a:defRPr sz="2300" b="1">
                <a:solidFill>
                  <a:srgbClr val="23143A"/>
                </a:solidFill>
                <a:latin typeface="Arial"/>
                <a:ea typeface="Arial"/>
                <a:cs typeface="Arial"/>
              </a:defRPr>
            </a:lvl5pPr>
            <a:lvl6pPr algn="l">
              <a:defRPr sz="2300" b="1">
                <a:solidFill>
                  <a:srgbClr val="23143A"/>
                </a:solidFill>
                <a:latin typeface="Arial"/>
                <a:ea typeface="Arial"/>
                <a:cs typeface="Arial"/>
              </a:defRPr>
            </a:lvl6pPr>
            <a:lvl7pPr algn="l">
              <a:defRPr sz="2300" b="1">
                <a:solidFill>
                  <a:srgbClr val="23143A"/>
                </a:solidFill>
                <a:latin typeface="Arial"/>
                <a:ea typeface="Arial"/>
                <a:cs typeface="Arial"/>
              </a:defRPr>
            </a:lvl7pPr>
            <a:lvl8pPr algn="l">
              <a:defRPr sz="2300" b="1">
                <a:solidFill>
                  <a:srgbClr val="23143A"/>
                </a:solidFill>
                <a:latin typeface="Arial"/>
                <a:ea typeface="Arial"/>
                <a:cs typeface="Arial"/>
              </a:defRPr>
            </a:lvl8pPr>
            <a:lvl9pPr algn="l">
              <a:defRPr sz="2300" b="1">
                <a:solidFill>
                  <a:srgbClr val="23143A"/>
                </a:solidFill>
                <a:latin typeface="Arial"/>
                <a:ea typeface="Arial"/>
                <a:cs typeface="Arial"/>
              </a:defRPr>
            </a:lvl9pPr>
          </a:lstStyle>
          <a:p xmlns:a="http://schemas.openxmlformats.org/drawingml/2006/main">
            <a:pPr algn="l">
              <a:lnSpc>
                <a:spcPct val="100000"/>
              </a:lnSpc>
              <a:buNone/>
              <a:defRPr sz="2300" b="1">
                <a:solidFill>
                  <a:srgbClr val="23143A"/>
                </a:solidFill>
                <a:latin typeface="Arial"/>
                <a:ea typeface="Arial"/>
                <a:cs typeface="Arial"/>
              </a:defRPr>
            </a:pPr>
            <a:r>
              <a:rPr sz="2300" b="1">
                <a:solidFill>
                  <a:srgbClr val="23143A"/>
                </a:solidFill>
                <a:latin typeface="Arial"/>
                <a:ea typeface="Arial"/>
                <a:cs typeface="Arial"/>
              </a:rPr>
              <a:t>Wait behind the rider. Pass only when clear, with generous room, and follow local law.</a:t>
            </a:r>
          </a:p>
        </p:txBody>
      </p:sp>
      <p:sp>
        <p:nvSpPr>
          <p:cNvPr id="6" name="Pass with Room footer ground">
            <a:extLst xmlns:a="http://schemas.openxmlformats.org/drawingml/2006/main">
              <a:ext uri="{FF2B5EF4-FFF2-40B4-BE49-F238E27FC236}">
                <a16:creationId xmlns:a16="http://schemas.microsoft.com/office/drawing/2014/main" id="{89E0EA49-F89C-44EC-BA00-FC9F095CD398}"/>
              </a:ext>
            </a:extLst>
          </p:cNvPr>
          <p:cNvSpPr>
            <a:spLocks xmlns:a="http://schemas.openxmlformats.org/drawingml/2006/main" noGrp="1"/>
          </p:cNvSpPr>
          <p:nvPr/>
        </p:nvSpPr>
        <p:spPr>
          <a:xfrm xmlns:a="http://schemas.openxmlformats.org/drawingml/2006/main">
            <a:off x="0" y="14297025"/>
            <a:ext cx="10058400" cy="1247775"/>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pic>
        <p:nvPicPr>
          <p:cNvPr id="7" name="">
            <a:extLst xmlns:a="http://schemas.openxmlformats.org/drawingml/2006/main">
              <a:ext uri="{FF2B5EF4-FFF2-40B4-BE49-F238E27FC236}">
                <a16:creationId xmlns:a16="http://schemas.microsoft.com/office/drawing/2014/main" id="{B8E83C7C-2C7E-4816-A5B8-80CEA23BA93C}"/>
              </a:ext>
            </a:extLst>
          </p:cNvPr>
          <p:cNvPicPr>
            <a:picLocks xmlns:a="http://schemas.openxmlformats.org/drawingml/2006/main" noChangeAspect="1"/>
          </p:cNvPicPr>
          <p:nvPr/>
        </p:nvPicPr>
        <p:blipFill>
          <a:blip xmlns:r="http://schemas.openxmlformats.org/officeDocument/2006/relationships" xmlns:a="http://schemas.openxmlformats.org/drawingml/2006/main" r:embed="R7a5bf4509be143e8"/>
          <a:stretch xmlns:a="http://schemas.openxmlformats.org/drawingml/2006/main"/>
        </p:blipFill>
        <p:spPr>
          <a:xfrm xmlns:a="http://schemas.openxmlformats.org/drawingml/2006/main">
            <a:off x="663854" y="14534102"/>
            <a:ext cx="773621" cy="773621"/>
          </a:xfrm>
          <a:prstGeom xmlns:a="http://schemas.openxmlformats.org/drawingml/2006/main" prst="rect">
            <a:avLst/>
          </a:prstGeom>
        </p:spPr>
      </p:pic>
      <p:sp>
        <p:nvSpPr>
          <p:cNvPr id="8" name="QR code white quiet zone">
            <a:extLst xmlns:a="http://schemas.openxmlformats.org/drawingml/2006/main">
              <a:ext uri="{FF2B5EF4-FFF2-40B4-BE49-F238E27FC236}">
                <a16:creationId xmlns:a16="http://schemas.microsoft.com/office/drawing/2014/main" id="{CBB83D59-6D48-4831-B27B-4586B409321E}"/>
              </a:ext>
            </a:extLst>
          </p:cNvPr>
          <p:cNvSpPr>
            <a:spLocks xmlns:a="http://schemas.openxmlformats.org/drawingml/2006/main" noGrp="1"/>
          </p:cNvSpPr>
          <p:nvPr/>
        </p:nvSpPr>
        <p:spPr>
          <a:xfrm xmlns:a="http://schemas.openxmlformats.org/drawingml/2006/main">
            <a:off x="8582825" y="14467427"/>
            <a:ext cx="849821" cy="849821"/>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27D071D6-4D35-4D1A-8F86-467EDD56F991}"/>
              </a:ext>
            </a:extLst>
          </p:cNvPr>
          <p:cNvPicPr>
            <a:picLocks xmlns:a="http://schemas.openxmlformats.org/drawingml/2006/main" noChangeAspect="1"/>
          </p:cNvPicPr>
          <p:nvPr/>
        </p:nvPicPr>
        <p:blipFill>
          <a:blip xmlns:r="http://schemas.openxmlformats.org/officeDocument/2006/relationships" xmlns:a="http://schemas.openxmlformats.org/drawingml/2006/main" r:embed="R38bd1cd7076341e2"/>
          <a:stretch xmlns:a="http://schemas.openxmlformats.org/drawingml/2006/main"/>
        </p:blipFill>
        <p:spPr>
          <a:xfrm xmlns:a="http://schemas.openxmlformats.org/drawingml/2006/main">
            <a:off x="8620925" y="14505527"/>
            <a:ext cx="773621" cy="773621"/>
          </a:xfrm>
          <a:prstGeom xmlns:a="http://schemas.openxmlformats.org/drawingml/2006/main" prst="rect">
            <a:avLst/>
          </a:prstGeom>
        </p:spPr>
      </p:pic>
      <p:sp>
        <p:nvSpPr>
          <p:cNvPr id="10" name="Pass with Room footer brand">
            <a:extLst xmlns:a="http://schemas.openxmlformats.org/drawingml/2006/main">
              <a:ext uri="{FF2B5EF4-FFF2-40B4-BE49-F238E27FC236}">
                <a16:creationId xmlns:a16="http://schemas.microsoft.com/office/drawing/2014/main" id="{A70DAC57-B202-4DA9-BBD3-893D9E4F87A4}"/>
              </a:ext>
            </a:extLst>
          </p:cNvPr>
          <p:cNvSpPr>
            <a:spLocks xmlns:a="http://schemas.openxmlformats.org/drawingml/2006/main" noGrp="1"/>
          </p:cNvSpPr>
          <p:nvPr/>
        </p:nvSpPr>
        <p:spPr>
          <a:xfrm xmlns:a="http://schemas.openxmlformats.org/drawingml/2006/main">
            <a:off x="1608925" y="14471714"/>
            <a:ext cx="6764350" cy="2745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0" b="1">
                <a:solidFill>
                  <a:srgbClr val="FFFF0A"/>
                </a:solidFill>
                <a:latin typeface="Space Grotesk"/>
                <a:ea typeface="Space Grotesk"/>
                <a:cs typeface="Space Grotesk"/>
              </a:defRPr>
            </a:defPPr>
            <a:lvl1pPr algn="l">
              <a:defRPr sz="1100" b="1">
                <a:solidFill>
                  <a:srgbClr val="FFFF0A"/>
                </a:solidFill>
                <a:latin typeface="Space Grotesk"/>
                <a:ea typeface="Space Grotesk"/>
                <a:cs typeface="Space Grotesk"/>
              </a:defRPr>
            </a:lvl1pPr>
            <a:lvl2pPr algn="l">
              <a:defRPr sz="1100" b="1">
                <a:solidFill>
                  <a:srgbClr val="FFFF0A"/>
                </a:solidFill>
                <a:latin typeface="Space Grotesk"/>
                <a:ea typeface="Space Grotesk"/>
                <a:cs typeface="Space Grotesk"/>
              </a:defRPr>
            </a:lvl2pPr>
            <a:lvl3pPr algn="l">
              <a:defRPr sz="1100" b="1">
                <a:solidFill>
                  <a:srgbClr val="FFFF0A"/>
                </a:solidFill>
                <a:latin typeface="Space Grotesk"/>
                <a:ea typeface="Space Grotesk"/>
                <a:cs typeface="Space Grotesk"/>
              </a:defRPr>
            </a:lvl3pPr>
            <a:lvl4pPr algn="l">
              <a:defRPr sz="1100" b="1">
                <a:solidFill>
                  <a:srgbClr val="FFFF0A"/>
                </a:solidFill>
                <a:latin typeface="Space Grotesk"/>
                <a:ea typeface="Space Grotesk"/>
                <a:cs typeface="Space Grotesk"/>
              </a:defRPr>
            </a:lvl4pPr>
            <a:lvl5pPr algn="l">
              <a:defRPr sz="1100" b="1">
                <a:solidFill>
                  <a:srgbClr val="FFFF0A"/>
                </a:solidFill>
                <a:latin typeface="Space Grotesk"/>
                <a:ea typeface="Space Grotesk"/>
                <a:cs typeface="Space Grotesk"/>
              </a:defRPr>
            </a:lvl5pPr>
            <a:lvl6pPr algn="l">
              <a:defRPr sz="1100" b="1">
                <a:solidFill>
                  <a:srgbClr val="FFFF0A"/>
                </a:solidFill>
                <a:latin typeface="Space Grotesk"/>
                <a:ea typeface="Space Grotesk"/>
                <a:cs typeface="Space Grotesk"/>
              </a:defRPr>
            </a:lvl6pPr>
            <a:lvl7pPr algn="l">
              <a:defRPr sz="1100" b="1">
                <a:solidFill>
                  <a:srgbClr val="FFFF0A"/>
                </a:solidFill>
                <a:latin typeface="Space Grotesk"/>
                <a:ea typeface="Space Grotesk"/>
                <a:cs typeface="Space Grotesk"/>
              </a:defRPr>
            </a:lvl7pPr>
            <a:lvl8pPr algn="l">
              <a:defRPr sz="1100" b="1">
                <a:solidFill>
                  <a:srgbClr val="FFFF0A"/>
                </a:solidFill>
                <a:latin typeface="Space Grotesk"/>
                <a:ea typeface="Space Grotesk"/>
                <a:cs typeface="Space Grotesk"/>
              </a:defRPr>
            </a:lvl8pPr>
            <a:lvl9pPr algn="l">
              <a:defRPr sz="1100" b="1">
                <a:solidFill>
                  <a:srgbClr val="FFFF0A"/>
                </a:solidFill>
                <a:latin typeface="Space Grotesk"/>
                <a:ea typeface="Space Grotesk"/>
                <a:cs typeface="Space Grotesk"/>
              </a:defRPr>
            </a:lvl9pPr>
          </a:lstStyle>
          <a:p xmlns:a="http://schemas.openxmlformats.org/drawingml/2006/main">
            <a:pPr algn="l">
              <a:lnSpc>
                <a:spcPct val="100000"/>
              </a:lnSpc>
              <a:buNone/>
              <a:defRPr sz="1100" b="1">
                <a:solidFill>
                  <a:srgbClr val="FFFF0A"/>
                </a:solidFill>
                <a:latin typeface="Space Grotesk"/>
                <a:ea typeface="Space Grotesk"/>
                <a:cs typeface="Space Grotesk"/>
              </a:defRPr>
            </a:pPr>
            <a:r>
              <a:rPr sz="1100" b="1">
                <a:solidFill>
                  <a:srgbClr val="FFFF0A"/>
                </a:solidFill>
                <a:latin typeface="Space Grotesk"/>
                <a:ea typeface="Space Grotesk"/>
                <a:cs typeface="Space Grotesk"/>
              </a:rPr>
              <a:t>3 FEET PLEASE</a:t>
            </a:r>
          </a:p>
        </p:txBody>
      </p:sp>
      <p:sp>
        <p:nvSpPr>
          <p:cNvPr id="11" name="Pass with Room footer campaign line">
            <a:extLst xmlns:a="http://schemas.openxmlformats.org/drawingml/2006/main">
              <a:ext uri="{FF2B5EF4-FFF2-40B4-BE49-F238E27FC236}">
                <a16:creationId xmlns:a16="http://schemas.microsoft.com/office/drawing/2014/main" id="{41991283-7843-459F-8106-C2DE718A2B09}"/>
              </a:ext>
            </a:extLst>
          </p:cNvPr>
          <p:cNvSpPr>
            <a:spLocks xmlns:a="http://schemas.openxmlformats.org/drawingml/2006/main" noGrp="1"/>
          </p:cNvSpPr>
          <p:nvPr/>
        </p:nvSpPr>
        <p:spPr>
          <a:xfrm xmlns:a="http://schemas.openxmlformats.org/drawingml/2006/main">
            <a:off x="1608925" y="14783657"/>
            <a:ext cx="6764350" cy="286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1">
                <a:solidFill>
                  <a:srgbClr val="FFFFFF"/>
                </a:solidFill>
                <a:latin typeface="Arial"/>
                <a:ea typeface="Arial"/>
                <a:cs typeface="Arial"/>
              </a:defRPr>
            </a:defPPr>
            <a:lvl1pPr algn="l">
              <a:defRPr sz="1000" b="1">
                <a:solidFill>
                  <a:srgbClr val="FFFFFF"/>
                </a:solidFill>
                <a:latin typeface="Arial"/>
                <a:ea typeface="Arial"/>
                <a:cs typeface="Arial"/>
              </a:defRPr>
            </a:lvl1pPr>
            <a:lvl2pPr algn="l">
              <a:defRPr sz="1000" b="1">
                <a:solidFill>
                  <a:srgbClr val="FFFFFF"/>
                </a:solidFill>
                <a:latin typeface="Arial"/>
                <a:ea typeface="Arial"/>
                <a:cs typeface="Arial"/>
              </a:defRPr>
            </a:lvl2pPr>
            <a:lvl3pPr algn="l">
              <a:defRPr sz="1000" b="1">
                <a:solidFill>
                  <a:srgbClr val="FFFFFF"/>
                </a:solidFill>
                <a:latin typeface="Arial"/>
                <a:ea typeface="Arial"/>
                <a:cs typeface="Arial"/>
              </a:defRPr>
            </a:lvl3pPr>
            <a:lvl4pPr algn="l">
              <a:defRPr sz="1000" b="1">
                <a:solidFill>
                  <a:srgbClr val="FFFFFF"/>
                </a:solidFill>
                <a:latin typeface="Arial"/>
                <a:ea typeface="Arial"/>
                <a:cs typeface="Arial"/>
              </a:defRPr>
            </a:lvl4pPr>
            <a:lvl5pPr algn="l">
              <a:defRPr sz="1000" b="1">
                <a:solidFill>
                  <a:srgbClr val="FFFFFF"/>
                </a:solidFill>
                <a:latin typeface="Arial"/>
                <a:ea typeface="Arial"/>
                <a:cs typeface="Arial"/>
              </a:defRPr>
            </a:lvl5pPr>
            <a:lvl6pPr algn="l">
              <a:defRPr sz="1000" b="1">
                <a:solidFill>
                  <a:srgbClr val="FFFFFF"/>
                </a:solidFill>
                <a:latin typeface="Arial"/>
                <a:ea typeface="Arial"/>
                <a:cs typeface="Arial"/>
              </a:defRPr>
            </a:lvl6pPr>
            <a:lvl7pPr algn="l">
              <a:defRPr sz="1000" b="1">
                <a:solidFill>
                  <a:srgbClr val="FFFFFF"/>
                </a:solidFill>
                <a:latin typeface="Arial"/>
                <a:ea typeface="Arial"/>
                <a:cs typeface="Arial"/>
              </a:defRPr>
            </a:lvl7pPr>
            <a:lvl8pPr algn="l">
              <a:defRPr sz="1000" b="1">
                <a:solidFill>
                  <a:srgbClr val="FFFFFF"/>
                </a:solidFill>
                <a:latin typeface="Arial"/>
                <a:ea typeface="Arial"/>
                <a:cs typeface="Arial"/>
              </a:defRPr>
            </a:lvl8pPr>
            <a:lvl9pPr algn="l">
              <a:defRPr sz="1000" b="1">
                <a:solidFill>
                  <a:srgbClr val="FFFFFF"/>
                </a:solidFill>
                <a:latin typeface="Arial"/>
                <a:ea typeface="Arial"/>
                <a:cs typeface="Arial"/>
              </a:defRPr>
            </a:lvl9pPr>
          </a:lstStyle>
          <a:p xmlns:a="http://schemas.openxmlformats.org/drawingml/2006/main">
            <a:pPr algn="l">
              <a:lnSpc>
                <a:spcPct val="100000"/>
              </a:lnSpc>
              <a:buNone/>
              <a:defRPr sz="1000" b="1">
                <a:solidFill>
                  <a:srgbClr val="FFFFFF"/>
                </a:solidFill>
                <a:latin typeface="Arial"/>
                <a:ea typeface="Arial"/>
                <a:cs typeface="Arial"/>
              </a:defRPr>
            </a:pPr>
            <a:r>
              <a:rPr sz="1000" b="1">
                <a:solidFill>
                  <a:srgbClr val="FFFFFF"/>
                </a:solidFill>
                <a:latin typeface="Arial"/>
                <a:ea typeface="Arial"/>
                <a:cs typeface="Arial"/>
              </a:rPr>
              <a:t>People on bikes deserve space.</a:t>
            </a:r>
          </a:p>
        </p:txBody>
      </p:sp>
      <p:sp>
        <p:nvSpPr>
          <p:cNvPr id="12" name="Pass with Room footer website">
            <a:extLst xmlns:a="http://schemas.openxmlformats.org/drawingml/2006/main">
              <a:ext uri="{FF2B5EF4-FFF2-40B4-BE49-F238E27FC236}">
                <a16:creationId xmlns:a16="http://schemas.microsoft.com/office/drawing/2014/main" id="{C84637ED-E71A-4A44-9A24-0775577C0991}"/>
              </a:ext>
            </a:extLst>
          </p:cNvPr>
          <p:cNvSpPr>
            <a:spLocks xmlns:a="http://schemas.openxmlformats.org/drawingml/2006/main" noGrp="1"/>
          </p:cNvSpPr>
          <p:nvPr/>
        </p:nvSpPr>
        <p:spPr>
          <a:xfrm xmlns:a="http://schemas.openxmlformats.org/drawingml/2006/main">
            <a:off x="1608925" y="15108079"/>
            <a:ext cx="6764350" cy="286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1">
                <a:solidFill>
                  <a:srgbClr val="FFFFFF"/>
                </a:solidFill>
                <a:latin typeface="Arial"/>
                <a:ea typeface="Arial"/>
                <a:cs typeface="Arial"/>
              </a:defRPr>
            </a:defPPr>
            <a:lvl1pPr algn="l">
              <a:defRPr sz="1000" b="1">
                <a:solidFill>
                  <a:srgbClr val="FFFFFF"/>
                </a:solidFill>
                <a:latin typeface="Arial"/>
                <a:ea typeface="Arial"/>
                <a:cs typeface="Arial"/>
              </a:defRPr>
            </a:lvl1pPr>
            <a:lvl2pPr algn="l">
              <a:defRPr sz="1000" b="1">
                <a:solidFill>
                  <a:srgbClr val="FFFFFF"/>
                </a:solidFill>
                <a:latin typeface="Arial"/>
                <a:ea typeface="Arial"/>
                <a:cs typeface="Arial"/>
              </a:defRPr>
            </a:lvl2pPr>
            <a:lvl3pPr algn="l">
              <a:defRPr sz="1000" b="1">
                <a:solidFill>
                  <a:srgbClr val="FFFFFF"/>
                </a:solidFill>
                <a:latin typeface="Arial"/>
                <a:ea typeface="Arial"/>
                <a:cs typeface="Arial"/>
              </a:defRPr>
            </a:lvl3pPr>
            <a:lvl4pPr algn="l">
              <a:defRPr sz="1000" b="1">
                <a:solidFill>
                  <a:srgbClr val="FFFFFF"/>
                </a:solidFill>
                <a:latin typeface="Arial"/>
                <a:ea typeface="Arial"/>
                <a:cs typeface="Arial"/>
              </a:defRPr>
            </a:lvl4pPr>
            <a:lvl5pPr algn="l">
              <a:defRPr sz="1000" b="1">
                <a:solidFill>
                  <a:srgbClr val="FFFFFF"/>
                </a:solidFill>
                <a:latin typeface="Arial"/>
                <a:ea typeface="Arial"/>
                <a:cs typeface="Arial"/>
              </a:defRPr>
            </a:lvl5pPr>
            <a:lvl6pPr algn="l">
              <a:defRPr sz="1000" b="1">
                <a:solidFill>
                  <a:srgbClr val="FFFFFF"/>
                </a:solidFill>
                <a:latin typeface="Arial"/>
                <a:ea typeface="Arial"/>
                <a:cs typeface="Arial"/>
              </a:defRPr>
            </a:lvl6pPr>
            <a:lvl7pPr algn="l">
              <a:defRPr sz="1000" b="1">
                <a:solidFill>
                  <a:srgbClr val="FFFFFF"/>
                </a:solidFill>
                <a:latin typeface="Arial"/>
                <a:ea typeface="Arial"/>
                <a:cs typeface="Arial"/>
              </a:defRPr>
            </a:lvl7pPr>
            <a:lvl8pPr algn="l">
              <a:defRPr sz="1000" b="1">
                <a:solidFill>
                  <a:srgbClr val="FFFFFF"/>
                </a:solidFill>
                <a:latin typeface="Arial"/>
                <a:ea typeface="Arial"/>
                <a:cs typeface="Arial"/>
              </a:defRPr>
            </a:lvl8pPr>
            <a:lvl9pPr algn="l">
              <a:defRPr sz="1000" b="1">
                <a:solidFill>
                  <a:srgbClr val="FFFFFF"/>
                </a:solidFill>
                <a:latin typeface="Arial"/>
                <a:ea typeface="Arial"/>
                <a:cs typeface="Arial"/>
              </a:defRPr>
            </a:lvl9pPr>
          </a:lstStyle>
          <a:p xmlns:a="http://schemas.openxmlformats.org/drawingml/2006/main">
            <a:pPr algn="l">
              <a:lnSpc>
                <a:spcPct val="100000"/>
              </a:lnSpc>
              <a:buNone/>
              <a:defRPr sz="1000" b="1">
                <a:solidFill>
                  <a:srgbClr val="FFFFFF"/>
                </a:solidFill>
                <a:latin typeface="Arial"/>
                <a:ea typeface="Arial"/>
                <a:cs typeface="Arial"/>
              </a:defRPr>
            </a:pPr>
            <a:r>
              <a:rPr sz="1000" b="1">
                <a:solidFill>
                  <a:srgbClr val="FFFFFF"/>
                </a:solidFill>
                <a:latin typeface="Arial"/>
                <a:ea typeface="Arial"/>
                <a:cs typeface="Arial"/>
              </a:rPr>
              <a:t>Find groups and rides at 3fp.org.</a:t>
            </a:r>
          </a:p>
        </p:txBody>
      </p:sp>
    </p:spTree>
    <p:extLst>
      <p:ext uri="{BB962C8B-B14F-4D97-AF65-F5344CB8AC3E}">
        <p14:creationId xmlns:p14="http://schemas.microsoft.com/office/powerpoint/2010/main" val="2499360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2026-10-29T13:44:59.2330000Z</dcterms:created>
  <dcterms:modified xsi:type="dcterms:W3CDTF">2026-10-29T13:44:59.2330000Z</dcterms:modified>
</coreProperties>
</file>