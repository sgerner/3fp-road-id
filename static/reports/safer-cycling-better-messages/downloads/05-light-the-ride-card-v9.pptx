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8fb211b19e4d07" /><Relationship Type="http://schemas.openxmlformats.org/officeDocument/2006/relationships/extended-properties" Target="/docProps/app.xml" Id="Ra653a7524e5841a2" /><Relationship Type="http://schemas.openxmlformats.org/officeDocument/2006/relationships/officeDocument" Target="/ppt/presentation.xml" Id="Rf012793e7cf74f01" /></Relationships>
</file>

<file path=ppt/presentation.xml><?xml version="1.0" encoding="utf-8"?>
<p:presentation xmlns:p="http://schemas.openxmlformats.org/presentationml/2006/main">
  <p:sldMasterIdLst>
    <p:sldMasterId xmlns:r="http://schemas.openxmlformats.org/officeDocument/2006/relationships" id="2147483648" r:id="R2c0bb78b2fb64dcc"/>
  </p:sldMasterIdLst>
  <p:notesMasterIdLst>
    <p:notesMasterId xmlns:r="http://schemas.openxmlformats.org/officeDocument/2006/relationships" r:id="R1f6737edd1f64536"/>
  </p:notesMasterIdLst>
  <p:sldIdLst>
    <p:sldId xmlns:r="http://schemas.openxmlformats.org/officeDocument/2006/relationships" id="256" r:id="Rd8f7101040664352"/>
    <p:sldId xmlns:r="http://schemas.openxmlformats.org/officeDocument/2006/relationships" id="257" r:id="Rb129a433ac5047fe"/>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c371ddce954169" /><Relationship Type="http://schemas.openxmlformats.org/officeDocument/2006/relationships/slideMaster" Target="/ppt/slideMasters/slideMaster1.xml" Id="R2c0bb78b2fb64dcc" /><Relationship Type="http://schemas.openxmlformats.org/officeDocument/2006/relationships/notesMaster" Target="/ppt/notesMasters/notesMaster1.xml" Id="R1f6737edd1f64536" /><Relationship Type="http://schemas.openxmlformats.org/officeDocument/2006/relationships/presProps" Target="/ppt/presProps.xml" Id="R79900eda3c434f5d" /><Relationship Type="http://schemas.openxmlformats.org/officeDocument/2006/relationships/tableStyles" Target="/ppt/tableStyles.xml" Id="Rcc25e6ee6cc94e79" /><Relationship Type="http://schemas.openxmlformats.org/officeDocument/2006/relationships/slide" Target="/ppt/slides/slide1.xml" Id="Rd8f7101040664352" /><Relationship Type="http://schemas.openxmlformats.org/officeDocument/2006/relationships/slide" Target="/ppt/slides/slide2.xml" Id="Rb129a433ac5047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a890a5ec1e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8b937795224d53" /><Relationship Type="http://schemas.openxmlformats.org/officeDocument/2006/relationships/notesMaster" Target="/ppt/notesMasters/notesMaster1.xml" Id="R933efa63178d41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16c44164184313" /><Relationship Type="http://schemas.openxmlformats.org/officeDocument/2006/relationships/notesMaster" Target="/ppt/notesMasters/notesMaster1.xml" Id="R7d203c36bed344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Front uses image B, a different image from lead poster A in the same campaign style.</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Back: concise guidance. No local fields or promise of an unconfirmed service.</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43aaeb1f874a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90ac3835bd4c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c3b5c4aa314d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9893fb1fae49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36d789072a45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055cb7c45e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5DB576-730E-43F3-AE5D-F9596BE68BFE}"/>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CCAEE8-5ADC-434A-BF0C-414CEBCA0E91}"/>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506B59-061B-4004-9A84-B3DB89E66AFC}"/>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BF70C3-BB1C-437E-AE59-065987F78775}"/>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577CCE-22C4-4500-8052-01997BF35C0C}"/>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6E2738-FDD0-4D20-9ABE-516BD53C810C}"/>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3802DA-FEFF-4690-BEC3-583B20731F62}"/>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A2338E-D1FE-47D8-A406-1AB30EB9C9EB}"/>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675232-FAAB-4EFB-8D35-99DB0594DA37}"/>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AF9F01-F583-4282-A564-49089AAA2EA7}"/>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4c9e9088c948f0" /><Relationship Type="http://schemas.openxmlformats.org/officeDocument/2006/relationships/slideLayout" Target="/ppt/slideLayouts/slideLayout1.xml" Id="Rd0c85a730f624ca7" /><Relationship Type="http://schemas.openxmlformats.org/officeDocument/2006/relationships/slideLayout" Target="/ppt/slideLayouts/slideLayout2.xml" Id="Re8dfe74ef09a4d9c" /><Relationship Type="http://schemas.openxmlformats.org/officeDocument/2006/relationships/slideLayout" Target="/ppt/slideLayouts/slideLayout3.xml" Id="R07169f65942c49f7" /><Relationship Type="http://schemas.openxmlformats.org/officeDocument/2006/relationships/slideLayout" Target="/ppt/slideLayouts/slideLayout4.xml" Id="R4586298a47674d9e" /><Relationship Type="http://schemas.openxmlformats.org/officeDocument/2006/relationships/slideLayout" Target="/ppt/slideLayouts/slideLayout5.xml" Id="R4492880e3cca47e3" /><Relationship Type="http://schemas.openxmlformats.org/officeDocument/2006/relationships/slideLayout" Target="/ppt/slideLayouts/slideLayout6.xml" Id="Re56f3dce566a4e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c85a730f624ca7"/>
    <p:sldLayoutId xmlns:r="http://schemas.openxmlformats.org/officeDocument/2006/relationships" id="2147483650" r:id="Re8dfe74ef09a4d9c"/>
    <p:sldLayoutId xmlns:r="http://schemas.openxmlformats.org/officeDocument/2006/relationships" id="2147483651" r:id="R07169f65942c49f7"/>
    <p:sldLayoutId xmlns:r="http://schemas.openxmlformats.org/officeDocument/2006/relationships" id="2147483652" r:id="R4586298a47674d9e"/>
    <p:sldLayoutId xmlns:r="http://schemas.openxmlformats.org/officeDocument/2006/relationships" id="2147483653" r:id="R4492880e3cca47e3"/>
    <p:sldLayoutId xmlns:r="http://schemas.openxmlformats.org/officeDocument/2006/relationships" id="2147483654" r:id="Re56f3dce566a4e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917122a6b44d6f" /><Relationship Type="http://schemas.openxmlformats.org/officeDocument/2006/relationships/image" Target="/ppt/media/image.png" Id="R9955068373464a12" /><Relationship Type="http://schemas.openxmlformats.org/officeDocument/2006/relationships/image" Target="/ppt/media/image2.png" Id="Rbe88b601a98d4313" /><Relationship Type="http://schemas.openxmlformats.org/officeDocument/2006/relationships/image" Target="/ppt/media/image3.png" Id="R78d5f53c6ab849a8" /><Relationship Type="http://schemas.openxmlformats.org/officeDocument/2006/relationships/notesSlide" Target="/ppt/notesSlides/notesSlide1.xml" Id="Rfd3e209aa5f244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bbf5aad838490c" /><Relationship Type="http://schemas.openxmlformats.org/officeDocument/2006/relationships/image" Target="/ppt/media/image4.png" Id="R622c245ba4384419" /><Relationship Type="http://schemas.openxmlformats.org/officeDocument/2006/relationships/image" Target="/ppt/media/image5.png" Id="Rc356d9c1b61e4e96" /><Relationship Type="http://schemas.openxmlformats.org/officeDocument/2006/relationships/notesSlide" Target="/ppt/notesSlides/notesSlide2.xml" Id="Rcebb417b05d54817"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81A5CC9-716B-42B6-B221-9CC31E0302D7}"/>
              </a:ext>
            </a:extLst>
          </p:cNvPr>
          <p:cNvPicPr>
            <a:picLocks xmlns:a="http://schemas.openxmlformats.org/drawingml/2006/main" noChangeAspect="1"/>
          </p:cNvPicPr>
          <p:nvPr/>
        </p:nvPicPr>
        <p:blipFill>
          <a:blip xmlns:r="http://schemas.openxmlformats.org/officeDocument/2006/relationships" xmlns:a="http://schemas.openxmlformats.org/drawingml/2006/main" r:embed="R9955068373464a12"/>
          <a:srcRect xmlns:a="http://schemas.openxmlformats.org/drawingml/2006/main" l="0" t="19260" r="0" b="19260"/>
          <a:stretch xmlns:a="http://schemas.openxmlformats.org/drawingml/2006/main">
            <a:fillRect l="0" t="0" r="0" b="0"/>
          </a:stretch>
        </p:blipFill>
        <p:spPr>
          <a:xfrm xmlns:a="http://schemas.openxmlformats.org/drawingml/2006/main">
            <a:off x="0" y="0"/>
            <a:ext cx="3657600" cy="2809875"/>
          </a:xfrm>
          <a:prstGeom xmlns:a="http://schemas.openxmlformats.org/drawingml/2006/main" prst="rect">
            <a:avLst/>
          </a:prstGeom>
        </p:spPr>
      </p:pic>
      <p:sp>
        <p:nvSpPr>
          <p:cNvPr id="2" name="Card message field">
            <a:extLst xmlns:a="http://schemas.openxmlformats.org/drawingml/2006/main">
              <a:ext uri="{FF2B5EF4-FFF2-40B4-BE49-F238E27FC236}">
                <a16:creationId xmlns:a16="http://schemas.microsoft.com/office/drawing/2014/main" id="{677C0A9D-D7FF-4D0A-8C77-D3D6B2F14A92}"/>
              </a:ext>
            </a:extLst>
          </p:cNvPr>
          <p:cNvSpPr>
            <a:spLocks xmlns:a="http://schemas.openxmlformats.org/drawingml/2006/main" noGrp="1"/>
          </p:cNvSpPr>
          <p:nvPr/>
        </p:nvSpPr>
        <p:spPr>
          <a:xfrm xmlns:a="http://schemas.openxmlformats.org/drawingml/2006/main">
            <a:off x="0" y="2647950"/>
            <a:ext cx="3657600" cy="21145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Card campaign label">
            <a:extLst xmlns:a="http://schemas.openxmlformats.org/drawingml/2006/main">
              <a:ext uri="{FF2B5EF4-FFF2-40B4-BE49-F238E27FC236}">
                <a16:creationId xmlns:a16="http://schemas.microsoft.com/office/drawing/2014/main" id="{6A4E967E-1B46-4768-99AC-308200D3CBF7}"/>
              </a:ext>
            </a:extLst>
          </p:cNvPr>
          <p:cNvSpPr>
            <a:spLocks xmlns:a="http://schemas.openxmlformats.org/drawingml/2006/main" noGrp="1"/>
          </p:cNvSpPr>
          <p:nvPr/>
        </p:nvSpPr>
        <p:spPr>
          <a:xfrm xmlns:a="http://schemas.openxmlformats.org/drawingml/2006/main">
            <a:off x="190500" y="2781300"/>
            <a:ext cx="3276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3 FEET PLEASE</a:t>
            </a:r>
          </a:p>
        </p:txBody>
      </p:sp>
      <p:sp>
        <p:nvSpPr>
          <p:cNvPr id="4" name="Card central message">
            <a:extLst xmlns:a="http://schemas.openxmlformats.org/drawingml/2006/main">
              <a:ext uri="{FF2B5EF4-FFF2-40B4-BE49-F238E27FC236}">
                <a16:creationId xmlns:a16="http://schemas.microsoft.com/office/drawing/2014/main" id="{0B554E9C-4FB8-40D7-9B61-0FDDC1530614}"/>
              </a:ext>
            </a:extLst>
          </p:cNvPr>
          <p:cNvSpPr>
            <a:spLocks xmlns:a="http://schemas.openxmlformats.org/drawingml/2006/main" noGrp="1"/>
          </p:cNvSpPr>
          <p:nvPr/>
        </p:nvSpPr>
        <p:spPr>
          <a:xfrm xmlns:a="http://schemas.openxmlformats.org/drawingml/2006/main">
            <a:off x="171450" y="3076575"/>
            <a:ext cx="331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FFFFFF"/>
                </a:solidFill>
                <a:latin typeface="Space Grotesk"/>
                <a:ea typeface="Space Grotesk"/>
                <a:cs typeface="Space Grotesk"/>
              </a:defRPr>
            </a:defPPr>
            <a:lvl1pPr>
              <a:defRPr sz="2100" b="1">
                <a:solidFill>
                  <a:srgbClr val="FFFFFF"/>
                </a:solidFill>
                <a:latin typeface="Space Grotesk"/>
                <a:ea typeface="Space Grotesk"/>
                <a:cs typeface="Space Grotesk"/>
              </a:defRPr>
            </a:lvl1pPr>
            <a:lvl2pPr>
              <a:defRPr sz="2100" b="1">
                <a:solidFill>
                  <a:srgbClr val="FFFFFF"/>
                </a:solidFill>
                <a:latin typeface="Space Grotesk"/>
                <a:ea typeface="Space Grotesk"/>
                <a:cs typeface="Space Grotesk"/>
              </a:defRPr>
            </a:lvl2pPr>
            <a:lvl3pPr>
              <a:defRPr sz="2100" b="1">
                <a:solidFill>
                  <a:srgbClr val="FFFFFF"/>
                </a:solidFill>
                <a:latin typeface="Space Grotesk"/>
                <a:ea typeface="Space Grotesk"/>
                <a:cs typeface="Space Grotesk"/>
              </a:defRPr>
            </a:lvl3pPr>
            <a:lvl4pPr>
              <a:defRPr sz="2100" b="1">
                <a:solidFill>
                  <a:srgbClr val="FFFFFF"/>
                </a:solidFill>
                <a:latin typeface="Space Grotesk"/>
                <a:ea typeface="Space Grotesk"/>
                <a:cs typeface="Space Grotesk"/>
              </a:defRPr>
            </a:lvl4pPr>
            <a:lvl5pPr>
              <a:defRPr sz="2100" b="1">
                <a:solidFill>
                  <a:srgbClr val="FFFFFF"/>
                </a:solidFill>
                <a:latin typeface="Space Grotesk"/>
                <a:ea typeface="Space Grotesk"/>
                <a:cs typeface="Space Grotesk"/>
              </a:defRPr>
            </a:lvl5pPr>
            <a:lvl6pPr>
              <a:defRPr sz="2100" b="1">
                <a:solidFill>
                  <a:srgbClr val="FFFFFF"/>
                </a:solidFill>
                <a:latin typeface="Space Grotesk"/>
                <a:ea typeface="Space Grotesk"/>
                <a:cs typeface="Space Grotesk"/>
              </a:defRPr>
            </a:lvl6pPr>
            <a:lvl7pPr>
              <a:defRPr sz="2100" b="1">
                <a:solidFill>
                  <a:srgbClr val="FFFFFF"/>
                </a:solidFill>
                <a:latin typeface="Space Grotesk"/>
                <a:ea typeface="Space Grotesk"/>
                <a:cs typeface="Space Grotesk"/>
              </a:defRPr>
            </a:lvl7pPr>
            <a:lvl8pPr>
              <a:defRPr sz="2100" b="1">
                <a:solidFill>
                  <a:srgbClr val="FFFFFF"/>
                </a:solidFill>
                <a:latin typeface="Space Grotesk"/>
                <a:ea typeface="Space Grotesk"/>
                <a:cs typeface="Space Grotesk"/>
              </a:defRPr>
            </a:lvl8pPr>
            <a:lvl9pPr>
              <a:defRPr sz="2100" b="1">
                <a:solidFill>
                  <a:srgbClr val="FFFFFF"/>
                </a:solidFill>
                <a:latin typeface="Space Grotesk"/>
                <a:ea typeface="Space Grotesk"/>
                <a:cs typeface="Space Grotesk"/>
              </a:defRPr>
            </a:lvl9pPr>
          </a:lstStyle>
          <a:p xmlns:a="http://schemas.openxmlformats.org/drawingml/2006/main">
            <a:pPr>
              <a:lnSpc>
                <a:spcPct val="98000"/>
              </a:lnSpc>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Before the ride</a:t>
            </a:r>
          </a:p>
          <a:p xmlns:a="http://schemas.openxmlformats.org/drawingml/2006/main">
            <a:pPr>
              <a:lnSpc>
                <a:spcPct val="98000"/>
              </a:lnSpc>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home, check your lights.</a:t>
            </a:r>
          </a:p>
        </p:txBody>
      </p:sp>
      <p:sp>
        <p:nvSpPr>
          <p:cNvPr id="5" name="Card invitation">
            <a:extLst xmlns:a="http://schemas.openxmlformats.org/drawingml/2006/main">
              <a:ext uri="{FF2B5EF4-FFF2-40B4-BE49-F238E27FC236}">
                <a16:creationId xmlns:a16="http://schemas.microsoft.com/office/drawing/2014/main" id="{8DF4BC06-274E-4571-9EEB-D901E8B361EA}"/>
              </a:ext>
            </a:extLst>
          </p:cNvPr>
          <p:cNvSpPr>
            <a:spLocks xmlns:a="http://schemas.openxmlformats.org/drawingml/2006/main" noGrp="1"/>
          </p:cNvSpPr>
          <p:nvPr/>
        </p:nvSpPr>
        <p:spPr>
          <a:xfrm xmlns:a="http://schemas.openxmlformats.org/drawingml/2006/main">
            <a:off x="190500" y="3981450"/>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lnSpc>
                <a:spcPct val="98000"/>
              </a:lnSpc>
              <a:buNone/>
              <a:defRPr sz="1050" b="0">
                <a:solidFill>
                  <a:srgbClr val="FFFFFF"/>
                </a:solidFill>
                <a:latin typeface="Arial"/>
                <a:ea typeface="Arial"/>
                <a:cs typeface="Arial"/>
              </a:defRPr>
            </a:pPr>
            <a:r>
              <a:rPr sz="1050" b="0">
                <a:solidFill>
                  <a:srgbClr val="FFFFFF"/>
                </a:solidFill>
                <a:latin typeface="Arial"/>
                <a:ea typeface="Arial"/>
                <a:cs typeface="Arial"/>
              </a:rPr>
              <a:t>Secure your lights. Check the power. Switch both on. Aim the front light without glare. Ask a bike shop about fitting help.</a:t>
            </a:r>
          </a:p>
        </p:txBody>
      </p:sp>
      <p:sp>
        <p:nvSpPr>
          <p:cNvPr id="6" name="Brand footer">
            <a:extLst xmlns:a="http://schemas.openxmlformats.org/drawingml/2006/main">
              <a:ext uri="{FF2B5EF4-FFF2-40B4-BE49-F238E27FC236}">
                <a16:creationId xmlns:a16="http://schemas.microsoft.com/office/drawing/2014/main" id="{EBA90A0A-F40F-452E-BD19-2F266CFC5EDA}"/>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2808848-9644-4F9A-B9AB-4594B4C94500}"/>
              </a:ext>
            </a:extLst>
          </p:cNvPr>
          <p:cNvPicPr>
            <a:picLocks xmlns:a="http://schemas.openxmlformats.org/drawingml/2006/main" noChangeAspect="1"/>
          </p:cNvPicPr>
          <p:nvPr/>
        </p:nvPicPr>
        <p:blipFill>
          <a:blip xmlns:r="http://schemas.openxmlformats.org/officeDocument/2006/relationships" xmlns:a="http://schemas.openxmlformats.org/drawingml/2006/main" r:embed="Rbe88b601a98d4313"/>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79C941D0-B2A4-4027-8E76-EDE86665B957}"/>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9C9FA5C7-A21B-4AD3-B775-57CB13E99EE0}"/>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0" name="QR quiet zone">
            <a:extLst xmlns:a="http://schemas.openxmlformats.org/drawingml/2006/main">
              <a:ext uri="{FF2B5EF4-FFF2-40B4-BE49-F238E27FC236}">
                <a16:creationId xmlns:a16="http://schemas.microsoft.com/office/drawing/2014/main" id="{EA76D7A6-071A-4BA9-AD37-D29EE883D222}"/>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0F1E5969-782D-4457-892F-12FEECB29FE9}"/>
              </a:ext>
            </a:extLst>
          </p:cNvPr>
          <p:cNvPicPr>
            <a:picLocks xmlns:a="http://schemas.openxmlformats.org/drawingml/2006/main" noChangeAspect="1"/>
          </p:cNvPicPr>
          <p:nvPr/>
        </p:nvPicPr>
        <p:blipFill>
          <a:blip xmlns:r="http://schemas.openxmlformats.org/officeDocument/2006/relationships" xmlns:a="http://schemas.openxmlformats.org/drawingml/2006/main" r:embed="R78d5f53c6ab849a8"/>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1644795284"/>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6" name="Card reverse title ground">
            <a:extLst xmlns:a="http://schemas.openxmlformats.org/drawingml/2006/main">
              <a:ext uri="{FF2B5EF4-FFF2-40B4-BE49-F238E27FC236}">
                <a16:creationId xmlns:a16="http://schemas.microsoft.com/office/drawing/2014/main" id="{39002327-99BA-43A4-8596-401813E790EF}"/>
              </a:ext>
            </a:extLst>
          </p:cNvPr>
          <p:cNvSpPr>
            <a:spLocks xmlns:a="http://schemas.openxmlformats.org/drawingml/2006/main" noGrp="1"/>
          </p:cNvSpPr>
          <p:nvPr/>
        </p:nvSpPr>
        <p:spPr>
          <a:xfrm xmlns:a="http://schemas.openxmlformats.org/drawingml/2006/main">
            <a:off x="0" y="0"/>
            <a:ext cx="3657600" cy="113347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2" name="Campaign name">
            <a:extLst xmlns:a="http://schemas.openxmlformats.org/drawingml/2006/main">
              <a:ext uri="{FF2B5EF4-FFF2-40B4-BE49-F238E27FC236}">
                <a16:creationId xmlns:a16="http://schemas.microsoft.com/office/drawing/2014/main" id="{D19B8F9A-3859-4129-8B75-B9FCE2A0E6C4}"/>
              </a:ext>
            </a:extLst>
          </p:cNvPr>
          <p:cNvSpPr>
            <a:spLocks xmlns:a="http://schemas.openxmlformats.org/drawingml/2006/main" noGrp="1"/>
          </p:cNvSpPr>
          <p:nvPr/>
        </p:nvSpPr>
        <p:spPr>
          <a:xfrm xmlns:a="http://schemas.openxmlformats.org/drawingml/2006/main">
            <a:off x="190500" y="180975"/>
            <a:ext cx="327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LIGHT THE RIDE</a:t>
            </a:r>
          </a:p>
        </p:txBody>
      </p:sp>
      <p:sp>
        <p:nvSpPr>
          <p:cNvPr id="3" name="Card reverse headline">
            <a:extLst xmlns:a="http://schemas.openxmlformats.org/drawingml/2006/main">
              <a:ext uri="{FF2B5EF4-FFF2-40B4-BE49-F238E27FC236}">
                <a16:creationId xmlns:a16="http://schemas.microsoft.com/office/drawing/2014/main" id="{BA890AD8-E9EA-4A22-988F-12A29DCB4649}"/>
              </a:ext>
            </a:extLst>
          </p:cNvPr>
          <p:cNvSpPr>
            <a:spLocks xmlns:a="http://schemas.openxmlformats.org/drawingml/2006/main" noGrp="1"/>
          </p:cNvSpPr>
          <p:nvPr/>
        </p:nvSpPr>
        <p:spPr>
          <a:xfrm xmlns:a="http://schemas.openxmlformats.org/drawingml/2006/main">
            <a:off x="171450" y="495300"/>
            <a:ext cx="331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1">
                <a:solidFill>
                  <a:srgbClr val="FFFFFF"/>
                </a:solidFill>
                <a:latin typeface="Space Grotesk"/>
                <a:ea typeface="Space Grotesk"/>
                <a:cs typeface="Space Grotesk"/>
              </a:defRPr>
            </a:defPPr>
            <a:lvl1pPr>
              <a:defRPr sz="1700" b="1">
                <a:solidFill>
                  <a:srgbClr val="FFFFFF"/>
                </a:solidFill>
                <a:latin typeface="Space Grotesk"/>
                <a:ea typeface="Space Grotesk"/>
                <a:cs typeface="Space Grotesk"/>
              </a:defRPr>
            </a:lvl1pPr>
            <a:lvl2pPr>
              <a:defRPr sz="1700" b="1">
                <a:solidFill>
                  <a:srgbClr val="FFFFFF"/>
                </a:solidFill>
                <a:latin typeface="Space Grotesk"/>
                <a:ea typeface="Space Grotesk"/>
                <a:cs typeface="Space Grotesk"/>
              </a:defRPr>
            </a:lvl2pPr>
            <a:lvl3pPr>
              <a:defRPr sz="1700" b="1">
                <a:solidFill>
                  <a:srgbClr val="FFFFFF"/>
                </a:solidFill>
                <a:latin typeface="Space Grotesk"/>
                <a:ea typeface="Space Grotesk"/>
                <a:cs typeface="Space Grotesk"/>
              </a:defRPr>
            </a:lvl3pPr>
            <a:lvl4pPr>
              <a:defRPr sz="1700" b="1">
                <a:solidFill>
                  <a:srgbClr val="FFFFFF"/>
                </a:solidFill>
                <a:latin typeface="Space Grotesk"/>
                <a:ea typeface="Space Grotesk"/>
                <a:cs typeface="Space Grotesk"/>
              </a:defRPr>
            </a:lvl4pPr>
            <a:lvl5pPr>
              <a:defRPr sz="1700" b="1">
                <a:solidFill>
                  <a:srgbClr val="FFFFFF"/>
                </a:solidFill>
                <a:latin typeface="Space Grotesk"/>
                <a:ea typeface="Space Grotesk"/>
                <a:cs typeface="Space Grotesk"/>
              </a:defRPr>
            </a:lvl5pPr>
            <a:lvl6pPr>
              <a:defRPr sz="1700" b="1">
                <a:solidFill>
                  <a:srgbClr val="FFFFFF"/>
                </a:solidFill>
                <a:latin typeface="Space Grotesk"/>
                <a:ea typeface="Space Grotesk"/>
                <a:cs typeface="Space Grotesk"/>
              </a:defRPr>
            </a:lvl6pPr>
            <a:lvl7pPr>
              <a:defRPr sz="1700" b="1">
                <a:solidFill>
                  <a:srgbClr val="FFFFFF"/>
                </a:solidFill>
                <a:latin typeface="Space Grotesk"/>
                <a:ea typeface="Space Grotesk"/>
                <a:cs typeface="Space Grotesk"/>
              </a:defRPr>
            </a:lvl7pPr>
            <a:lvl8pPr>
              <a:defRPr sz="1700" b="1">
                <a:solidFill>
                  <a:srgbClr val="FFFFFF"/>
                </a:solidFill>
                <a:latin typeface="Space Grotesk"/>
                <a:ea typeface="Space Grotesk"/>
                <a:cs typeface="Space Grotesk"/>
              </a:defRPr>
            </a:lvl8pPr>
            <a:lvl9pPr>
              <a:defRPr sz="1700" b="1">
                <a:solidFill>
                  <a:srgbClr val="FFFFFF"/>
                </a:solidFill>
                <a:latin typeface="Space Grotesk"/>
                <a:ea typeface="Space Grotesk"/>
                <a:cs typeface="Space Grotesk"/>
              </a:defRPr>
            </a:lvl9pPr>
          </a:lstStyle>
          <a:p xmlns:a="http://schemas.openxmlformats.org/drawingml/2006/main">
            <a:pPr>
              <a:lnSpc>
                <a:spcPct val="98000"/>
              </a:lnSpc>
              <a:buNone/>
              <a:defRPr sz="1700" b="1">
                <a:solidFill>
                  <a:srgbClr val="FFFFFF"/>
                </a:solidFill>
                <a:latin typeface="Space Grotesk"/>
                <a:ea typeface="Space Grotesk"/>
                <a:cs typeface="Space Grotesk"/>
              </a:defRPr>
            </a:pPr>
            <a:r>
              <a:rPr sz="1700" b="1">
                <a:solidFill>
                  <a:srgbClr val="FFFFFF"/>
                </a:solidFill>
                <a:latin typeface="Space Grotesk"/>
                <a:ea typeface="Space Grotesk"/>
                <a:cs typeface="Space Grotesk"/>
              </a:rPr>
              <a:t>Before the ride</a:t>
            </a:r>
          </a:p>
          <a:p xmlns:a="http://schemas.openxmlformats.org/drawingml/2006/main">
            <a:pPr>
              <a:lnSpc>
                <a:spcPct val="98000"/>
              </a:lnSpc>
              <a:buNone/>
              <a:defRPr sz="1700" b="1">
                <a:solidFill>
                  <a:srgbClr val="FFFFFF"/>
                </a:solidFill>
                <a:latin typeface="Space Grotesk"/>
                <a:ea typeface="Space Grotesk"/>
                <a:cs typeface="Space Grotesk"/>
              </a:defRPr>
            </a:pPr>
            <a:r>
              <a:rPr sz="1700" b="1">
                <a:solidFill>
                  <a:srgbClr val="FFFFFF"/>
                </a:solidFill>
                <a:latin typeface="Space Grotesk"/>
                <a:ea typeface="Space Grotesk"/>
                <a:cs typeface="Space Grotesk"/>
              </a:rPr>
              <a:t>home, check your lights.</a:t>
            </a:r>
          </a:p>
        </p:txBody>
      </p:sp>
      <p:sp>
        <p:nvSpPr>
          <p:cNvPr id="4" name="Action heading 0">
            <a:extLst xmlns:a="http://schemas.openxmlformats.org/drawingml/2006/main">
              <a:ext uri="{FF2B5EF4-FFF2-40B4-BE49-F238E27FC236}">
                <a16:creationId xmlns:a16="http://schemas.microsoft.com/office/drawing/2014/main" id="{D27349A5-60B4-4BF1-AC68-15F9E567C7AC}"/>
              </a:ext>
            </a:extLst>
          </p:cNvPr>
          <p:cNvSpPr>
            <a:spLocks xmlns:a="http://schemas.openxmlformats.org/drawingml/2006/main" noGrp="1"/>
          </p:cNvSpPr>
          <p:nvPr/>
        </p:nvSpPr>
        <p:spPr>
          <a:xfrm xmlns:a="http://schemas.openxmlformats.org/drawingml/2006/main">
            <a:off x="200025" y="13525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White front, red rear</a:t>
            </a:r>
          </a:p>
        </p:txBody>
      </p:sp>
      <p:sp>
        <p:nvSpPr>
          <p:cNvPr id="5" name="Action guidance 0">
            <a:extLst xmlns:a="http://schemas.openxmlformats.org/drawingml/2006/main">
              <a:ext uri="{FF2B5EF4-FFF2-40B4-BE49-F238E27FC236}">
                <a16:creationId xmlns:a16="http://schemas.microsoft.com/office/drawing/2014/main" id="{E4FC2270-5880-43C6-8548-561EEDFE9B92}"/>
              </a:ext>
            </a:extLst>
          </p:cNvPr>
          <p:cNvSpPr>
            <a:spLocks xmlns:a="http://schemas.openxmlformats.org/drawingml/2006/main" noGrp="1"/>
          </p:cNvSpPr>
          <p:nvPr/>
        </p:nvSpPr>
        <p:spPr>
          <a:xfrm xmlns:a="http://schemas.openxmlformats.org/drawingml/2006/main">
            <a:off x="200025" y="16383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Fit a working white front light and red rear light. Check local rules for lights and reflectors.</a:t>
            </a:r>
          </a:p>
        </p:txBody>
      </p:sp>
      <p:sp>
        <p:nvSpPr>
          <p:cNvPr id="6" name="Action heading 1">
            <a:extLst xmlns:a="http://schemas.openxmlformats.org/drawingml/2006/main">
              <a:ext uri="{FF2B5EF4-FFF2-40B4-BE49-F238E27FC236}">
                <a16:creationId xmlns:a16="http://schemas.microsoft.com/office/drawing/2014/main" id="{038CC34B-3C2A-4E7C-83D3-AB9E9674AFA4}"/>
              </a:ext>
            </a:extLst>
          </p:cNvPr>
          <p:cNvSpPr>
            <a:spLocks xmlns:a="http://schemas.openxmlformats.org/drawingml/2006/main" noGrp="1"/>
          </p:cNvSpPr>
          <p:nvPr/>
        </p:nvSpPr>
        <p:spPr>
          <a:xfrm xmlns:a="http://schemas.openxmlformats.org/drawingml/2006/main">
            <a:off x="200025" y="23812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Secure and aim</a:t>
            </a:r>
          </a:p>
        </p:txBody>
      </p:sp>
      <p:sp>
        <p:nvSpPr>
          <p:cNvPr id="7" name="Action guidance 1">
            <a:extLst xmlns:a="http://schemas.openxmlformats.org/drawingml/2006/main">
              <a:ext uri="{FF2B5EF4-FFF2-40B4-BE49-F238E27FC236}">
                <a16:creationId xmlns:a16="http://schemas.microsoft.com/office/drawing/2014/main" id="{14D68503-4210-43FD-88FD-8826B3A761D5}"/>
              </a:ext>
            </a:extLst>
          </p:cNvPr>
          <p:cNvSpPr>
            <a:spLocks xmlns:a="http://schemas.openxmlformats.org/drawingml/2006/main" noGrp="1"/>
          </p:cNvSpPr>
          <p:nvPr/>
        </p:nvSpPr>
        <p:spPr>
          <a:xfrm xmlns:a="http://schemas.openxmlformats.org/drawingml/2006/main">
            <a:off x="200025" y="26670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Secure the mounts. Switch both lights on. Aim the front light without glare.</a:t>
            </a:r>
          </a:p>
        </p:txBody>
      </p:sp>
      <p:sp>
        <p:nvSpPr>
          <p:cNvPr id="8" name="Action heading 2">
            <a:extLst xmlns:a="http://schemas.openxmlformats.org/drawingml/2006/main">
              <a:ext uri="{FF2B5EF4-FFF2-40B4-BE49-F238E27FC236}">
                <a16:creationId xmlns:a16="http://schemas.microsoft.com/office/drawing/2014/main" id="{24A89B1B-BFE1-420A-882F-D1F6AAA0B38B}"/>
              </a:ext>
            </a:extLst>
          </p:cNvPr>
          <p:cNvSpPr>
            <a:spLocks xmlns:a="http://schemas.openxmlformats.org/drawingml/2006/main" noGrp="1"/>
          </p:cNvSpPr>
          <p:nvPr/>
        </p:nvSpPr>
        <p:spPr>
          <a:xfrm xmlns:a="http://schemas.openxmlformats.org/drawingml/2006/main">
            <a:off x="200025" y="34099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Ask about fitting help</a:t>
            </a:r>
          </a:p>
        </p:txBody>
      </p:sp>
      <p:sp>
        <p:nvSpPr>
          <p:cNvPr id="9" name="Action guidance 2">
            <a:extLst xmlns:a="http://schemas.openxmlformats.org/drawingml/2006/main">
              <a:ext uri="{FF2B5EF4-FFF2-40B4-BE49-F238E27FC236}">
                <a16:creationId xmlns:a16="http://schemas.microsoft.com/office/drawing/2014/main" id="{EB8F3560-ADCD-43CF-B55C-B5A21FA0C704}"/>
              </a:ext>
            </a:extLst>
          </p:cNvPr>
          <p:cNvSpPr>
            <a:spLocks xmlns:a="http://schemas.openxmlformats.org/drawingml/2006/main" noGrp="1"/>
          </p:cNvSpPr>
          <p:nvPr/>
        </p:nvSpPr>
        <p:spPr>
          <a:xfrm xmlns:a="http://schemas.openxmlformats.org/drawingml/2006/main">
            <a:off x="200025" y="36957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Ask a shop or local group what fitting help is available.</a:t>
            </a:r>
          </a:p>
        </p:txBody>
      </p:sp>
      <p:sp>
        <p:nvSpPr>
          <p:cNvPr id="10" name="Brand footer">
            <a:extLst xmlns:a="http://schemas.openxmlformats.org/drawingml/2006/main">
              <a:ext uri="{FF2B5EF4-FFF2-40B4-BE49-F238E27FC236}">
                <a16:creationId xmlns:a16="http://schemas.microsoft.com/office/drawing/2014/main" id="{C4F80F8B-DCD7-4B5F-8BFA-A3355643B241}"/>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DCAEF1BD-4269-45E7-AD16-6C9A2A1FAA55}"/>
              </a:ext>
            </a:extLst>
          </p:cNvPr>
          <p:cNvPicPr>
            <a:picLocks xmlns:a="http://schemas.openxmlformats.org/drawingml/2006/main" noChangeAspect="1"/>
          </p:cNvPicPr>
          <p:nvPr/>
        </p:nvPicPr>
        <p:blipFill>
          <a:blip xmlns:r="http://schemas.openxmlformats.org/officeDocument/2006/relationships" xmlns:a="http://schemas.openxmlformats.org/drawingml/2006/main" r:embed="R622c245ba4384419"/>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12" name="Readable URL">
            <a:extLst xmlns:a="http://schemas.openxmlformats.org/drawingml/2006/main">
              <a:ext uri="{FF2B5EF4-FFF2-40B4-BE49-F238E27FC236}">
                <a16:creationId xmlns:a16="http://schemas.microsoft.com/office/drawing/2014/main" id="{BC8779AD-0655-41A6-A6A5-B92060AD7284}"/>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13" name="Community invitation">
            <a:extLst xmlns:a="http://schemas.openxmlformats.org/drawingml/2006/main">
              <a:ext uri="{FF2B5EF4-FFF2-40B4-BE49-F238E27FC236}">
                <a16:creationId xmlns:a16="http://schemas.microsoft.com/office/drawing/2014/main" id="{7DF23757-891F-4CEB-BEEF-14F0E9D41440}"/>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4" name="QR quiet zone">
            <a:extLst xmlns:a="http://schemas.openxmlformats.org/drawingml/2006/main">
              <a:ext uri="{FF2B5EF4-FFF2-40B4-BE49-F238E27FC236}">
                <a16:creationId xmlns:a16="http://schemas.microsoft.com/office/drawing/2014/main" id="{19C7BD48-181E-408D-8D72-9D2C55B52238}"/>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5483BF6F-3E3A-4B88-A278-6582A3729D7F}"/>
              </a:ext>
            </a:extLst>
          </p:cNvPr>
          <p:cNvPicPr>
            <a:picLocks xmlns:a="http://schemas.openxmlformats.org/drawingml/2006/main" noChangeAspect="1"/>
          </p:cNvPicPr>
          <p:nvPr/>
        </p:nvPicPr>
        <p:blipFill>
          <a:blip xmlns:r="http://schemas.openxmlformats.org/officeDocument/2006/relationships" xmlns:a="http://schemas.openxmlformats.org/drawingml/2006/main" r:embed="Rc356d9c1b61e4e96"/>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1511488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2026-10-29T13:48:43.4630000Z</dcterms:created>
  <dcterms:modified xsi:type="dcterms:W3CDTF">2026-10-29T13:48:43.4630000Z</dcterms:modified>
</coreProperties>
</file>