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f1e235f83e4c38" /><Relationship Type="http://schemas.openxmlformats.org/officeDocument/2006/relationships/extended-properties" Target="/docProps/app.xml" Id="Rb9c4d903cf8847d9" /><Relationship Type="http://schemas.openxmlformats.org/officeDocument/2006/relationships/officeDocument" Target="/ppt/presentation.xml" Id="R48656a80217c4e50" /></Relationships>
</file>

<file path=ppt/presentation.xml><?xml version="1.0" encoding="utf-8"?>
<p:presentation xmlns:p="http://schemas.openxmlformats.org/presentationml/2006/main">
  <p:sldMasterIdLst>
    <p:sldMasterId xmlns:r="http://schemas.openxmlformats.org/officeDocument/2006/relationships" id="2147483648" r:id="R3495f546c9cd46fa"/>
  </p:sldMasterIdLst>
  <p:notesMasterIdLst>
    <p:notesMasterId xmlns:r="http://schemas.openxmlformats.org/officeDocument/2006/relationships" r:id="R869f67e2491d424a"/>
  </p:notesMasterIdLst>
  <p:sldIdLst>
    <p:sldId xmlns:r="http://schemas.openxmlformats.org/officeDocument/2006/relationships" id="256" r:id="R0b8f5d013f2d4f08"/>
    <p:sldId xmlns:r="http://schemas.openxmlformats.org/officeDocument/2006/relationships" id="257" r:id="Rf2fd8083472f4b63"/>
  </p:sldIdLst>
  <p:sldSz cx="3657600" cy="5486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b584839f0e4bb4" /><Relationship Type="http://schemas.openxmlformats.org/officeDocument/2006/relationships/slideMaster" Target="/ppt/slideMasters/slideMaster1.xml" Id="R3495f546c9cd46fa" /><Relationship Type="http://schemas.openxmlformats.org/officeDocument/2006/relationships/notesMaster" Target="/ppt/notesMasters/notesMaster1.xml" Id="R869f67e2491d424a" /><Relationship Type="http://schemas.openxmlformats.org/officeDocument/2006/relationships/presProps" Target="/ppt/presProps.xml" Id="Re467705e9ed94d5b" /><Relationship Type="http://schemas.openxmlformats.org/officeDocument/2006/relationships/tableStyles" Target="/ppt/tableStyles.xml" Id="Re8e1b6c2c1b744f8" /><Relationship Type="http://schemas.openxmlformats.org/officeDocument/2006/relationships/slide" Target="/ppt/slides/slide1.xml" Id="R0b8f5d013f2d4f08" /><Relationship Type="http://schemas.openxmlformats.org/officeDocument/2006/relationships/slide" Target="/ppt/slides/slide2.xml" Id="Rf2fd8083472f4b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8324edecec48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e8a28954674426" /><Relationship Type="http://schemas.openxmlformats.org/officeDocument/2006/relationships/notesMaster" Target="/ppt/notesMasters/notesMaster1.xml" Id="R792bd4cee7ce45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c4c0b3968a4346" /><Relationship Type="http://schemas.openxmlformats.org/officeDocument/2006/relationships/notesMaster" Target="/ppt/notesMasters/notesMaster1.xml" Id="Re73f0213b18f42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Before Traffic</a:t>
            </a:r>
          </a:p>
          <a:p xmlns:a="http://schemas.openxmlformats.org/drawingml/2006/main">
            <a:r>
              <a:t>Specific training programs may improve some learning or assessed-skill outcomes; injury results are mixed or not demonstrated. A leaflet or practice scene does not establish traffic readiness or crash reduction. Helmet evidence concerns injury mitigation, not collision prevention. The imagery shows illustrative closed-court practice, not a certified program.</a:t>
            </a:r>
          </a:p>
          <a:p xmlns:a="http://schemas.openxmlformats.org/drawingml/2006/main">
            <a:r>
              <a:t>This exact copy and artwork have not been tested with the intended audience. Treat the emotional framing as an audience hypothesis, not an effectiveness claim. Intended direction: Encouragement and shared possibility; preserve ABC Quick Check, no traffic-readiness certification.</a:t>
            </a:r>
          </a:p>
          <a:p xmlns:a="http://schemas.openxmlformats.org/drawingml/2006/main">
            <a:r>
              <a:t>Complete ABC Quick Check: air, brakes, chain/cranks, quick releases, then a short check ride. This check does not certify readiness for traffic. Children need adult supervision in a closed, traffic-free practice area.</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Front uses image B, a different image from lead poster A in the same campaign style.</a:t>
            </a:r>
          </a:p>
          <a:p xmlns:a="http://schemas.openxmlformats.org/drawingml/2006/main">
            <a:r>
              <a:t>Sources:</a:t>
            </a:r>
          </a:p>
          <a:p xmlns:a="http://schemas.openxmlformats.org/drawingml/2006/main">
            <a:r>
              <a:t>https://pubmed.ncbi.nlm.nih.gov/24263707/</a:t>
            </a:r>
          </a:p>
          <a:p xmlns:a="http://schemas.openxmlformats.org/drawingml/2006/main">
            <a:r>
              <a:t>https://www.nfer.ac.uk/media/je0cski0/research_into_the_impact_of_bikeability_training_on_childrens_ability_to_perceive_and_appropriately_respond_to_hazards_when_cycling_on_the_road.pdf</a:t>
            </a:r>
          </a:p>
          <a:p xmlns:a="http://schemas.openxmlformats.org/drawingml/2006/main">
            <a:r>
              <a:t>https://pmc.ncbi.nlm.nih.gov/articles/PMC9990551/</a:t>
            </a:r>
          </a:p>
          <a:p xmlns:a="http://schemas.openxmlformats.org/drawingml/2006/main">
            <a:r>
              <a:t>https://academic.oup.com/ije/article-abstract/46/1/278/2617198</a:t>
            </a:r>
          </a:p>
          <a:p xmlns:a="http://schemas.openxmlformats.org/drawingml/2006/main">
            <a:r>
              <a:t>https://www.nhtsa.gov/book/countermeasures-that-work/bicycle-safety/countermeasures/unproven-further-evaluation/bicycle</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Before Traffic</a:t>
            </a:r>
          </a:p>
          <a:p xmlns:a="http://schemas.openxmlformats.org/drawingml/2006/main">
            <a:r>
              <a:t>Specific training programs may improve some learning or assessed-skill outcomes; injury results are mixed or not demonstrated. A leaflet or practice scene does not establish traffic readiness or crash reduction. Helmet evidence concerns injury mitigation, not collision prevention. The imagery shows illustrative closed-court practice, not a certified program.</a:t>
            </a:r>
          </a:p>
          <a:p xmlns:a="http://schemas.openxmlformats.org/drawingml/2006/main">
            <a:r>
              <a:t>This exact copy and artwork have not been tested with the intended audience. Treat the emotional framing as an audience hypothesis, not an effectiveness claim. Intended direction: Encouragement and shared possibility; preserve ABC Quick Check, no traffic-readiness certification.</a:t>
            </a:r>
          </a:p>
          <a:p xmlns:a="http://schemas.openxmlformats.org/drawingml/2006/main">
            <a:r>
              <a:t>Complete ABC Quick Check: air, brakes, chain/cranks, quick releases, then a short check ride. This check does not certify readiness for traffic. Children need adult supervision in a closed, traffic-free practice area.</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Back: concise guidance. No local fields or promise of an unconfirmed service.</a:t>
            </a:r>
          </a:p>
          <a:p xmlns:a="http://schemas.openxmlformats.org/drawingml/2006/main">
            <a:r>
              <a:t>Sources:</a:t>
            </a:r>
          </a:p>
          <a:p xmlns:a="http://schemas.openxmlformats.org/drawingml/2006/main">
            <a:r>
              <a:t>https://pubmed.ncbi.nlm.nih.gov/24263707/</a:t>
            </a:r>
          </a:p>
          <a:p xmlns:a="http://schemas.openxmlformats.org/drawingml/2006/main">
            <a:r>
              <a:t>https://www.nfer.ac.uk/media/je0cski0/research_into_the_impact_of_bikeability_training_on_childrens_ability_to_perceive_and_appropriately_respond_to_hazards_when_cycling_on_the_road.pdf</a:t>
            </a:r>
          </a:p>
          <a:p xmlns:a="http://schemas.openxmlformats.org/drawingml/2006/main">
            <a:r>
              <a:t>https://pmc.ncbi.nlm.nih.gov/articles/PMC9990551/</a:t>
            </a:r>
          </a:p>
          <a:p xmlns:a="http://schemas.openxmlformats.org/drawingml/2006/main">
            <a:r>
              <a:t>https://academic.oup.com/ije/article-abstract/46/1/278/2617198</a:t>
            </a:r>
          </a:p>
          <a:p xmlns:a="http://schemas.openxmlformats.org/drawingml/2006/main">
            <a:r>
              <a:t>https://www.nhtsa.gov/book/countermeasures-that-work/bicycle-safety/countermeasures/unproven-further-evaluation/bicycle</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d1bf146d64490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7061317c5bb41f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d7946db3223430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da8e0f9528d4d7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470d945e9e5453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703e8ed00b540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36DFC9-2C9E-4E36-BA19-D2256C01C03E}"/>
              </a:ext>
            </a:extLst>
          </p:cNvPr>
          <p:cNvSpPr>
            <a:spLocks xmlns:a="http://schemas.openxmlformats.org/drawingml/2006/main" noGrp="1"/>
          </p:cNvSpPr>
          <p:nvPr>
            <p:ph type="title" idx="0"/>
          </p:nvPr>
        </p:nvSpPr>
        <p:spPr>
          <a:xfrm xmlns:a="http://schemas.openxmlformats.org/drawingml/2006/main">
            <a:off x="365760" y="2072640"/>
            <a:ext cx="2926080" cy="7924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440" b="1">
                <a:solidFill>
                  <a:schemeClr val="tx1"/>
                </a:solidFill>
                <a:latin typeface="+mj-lt"/>
                <a:ea typeface="+mj-lt"/>
                <a:cs typeface="+mj-lt"/>
              </a:defRPr>
            </a:defPPr>
            <a:lvl1pPr marL="0" indent="0" algn="ctr">
              <a:lnSpc>
                <a:spcPct val="110000"/>
              </a:lnSpc>
              <a:spcBef>
                <a:spcPts val="0"/>
              </a:spcBef>
              <a:spcAft>
                <a:spcPts val="0"/>
              </a:spcAft>
              <a:buNone/>
              <a:defRPr sz="1440" b="1">
                <a:solidFill>
                  <a:schemeClr val="tx1"/>
                </a:solidFill>
                <a:latin typeface="+mj-lt"/>
                <a:ea typeface="+mj-lt"/>
                <a:cs typeface="+mj-lt"/>
              </a:defRPr>
            </a:lvl1pPr>
            <a:lvl2pPr marL="0" indent="0" algn="ctr">
              <a:lnSpc>
                <a:spcPct val="110000"/>
              </a:lnSpc>
              <a:spcBef>
                <a:spcPts val="0"/>
              </a:spcBef>
              <a:spcAft>
                <a:spcPts val="0"/>
              </a:spcAft>
              <a:buNone/>
              <a:defRPr sz="1440" b="1">
                <a:solidFill>
                  <a:schemeClr val="tx1"/>
                </a:solidFill>
                <a:latin typeface="+mj-lt"/>
                <a:ea typeface="+mj-lt"/>
                <a:cs typeface="+mj-lt"/>
              </a:defRPr>
            </a:lvl2pPr>
            <a:lvl3pPr marL="0" indent="0" algn="ctr">
              <a:lnSpc>
                <a:spcPct val="110000"/>
              </a:lnSpc>
              <a:spcBef>
                <a:spcPts val="0"/>
              </a:spcBef>
              <a:spcAft>
                <a:spcPts val="0"/>
              </a:spcAft>
              <a:buNone/>
              <a:defRPr sz="1440" b="1">
                <a:solidFill>
                  <a:schemeClr val="tx1"/>
                </a:solidFill>
                <a:latin typeface="+mj-lt"/>
                <a:ea typeface="+mj-lt"/>
                <a:cs typeface="+mj-lt"/>
              </a:defRPr>
            </a:lvl3pPr>
            <a:lvl4pPr marL="0" indent="0" algn="ctr">
              <a:lnSpc>
                <a:spcPct val="110000"/>
              </a:lnSpc>
              <a:spcBef>
                <a:spcPts val="0"/>
              </a:spcBef>
              <a:spcAft>
                <a:spcPts val="0"/>
              </a:spcAft>
              <a:buNone/>
              <a:defRPr sz="1440" b="1">
                <a:solidFill>
                  <a:schemeClr val="tx1"/>
                </a:solidFill>
                <a:latin typeface="+mj-lt"/>
                <a:ea typeface="+mj-lt"/>
                <a:cs typeface="+mj-lt"/>
              </a:defRPr>
            </a:lvl4pPr>
            <a:lvl5pPr marL="0" indent="0" algn="ctr">
              <a:lnSpc>
                <a:spcPct val="110000"/>
              </a:lnSpc>
              <a:spcBef>
                <a:spcPts val="0"/>
              </a:spcBef>
              <a:spcAft>
                <a:spcPts val="0"/>
              </a:spcAft>
              <a:buNone/>
              <a:defRPr sz="1440" b="1">
                <a:solidFill>
                  <a:schemeClr val="tx1"/>
                </a:solidFill>
                <a:latin typeface="+mj-lt"/>
                <a:ea typeface="+mj-lt"/>
                <a:cs typeface="+mj-lt"/>
              </a:defRPr>
            </a:lvl5pPr>
            <a:lvl6pPr marL="0" indent="0" algn="ctr">
              <a:lnSpc>
                <a:spcPct val="110000"/>
              </a:lnSpc>
              <a:spcBef>
                <a:spcPts val="0"/>
              </a:spcBef>
              <a:spcAft>
                <a:spcPts val="0"/>
              </a:spcAft>
              <a:buNone/>
              <a:defRPr sz="1440" b="1">
                <a:solidFill>
                  <a:schemeClr val="tx1"/>
                </a:solidFill>
                <a:latin typeface="+mj-lt"/>
                <a:ea typeface="+mj-lt"/>
                <a:cs typeface="+mj-lt"/>
              </a:defRPr>
            </a:lvl6pPr>
            <a:lvl7pPr marL="0" indent="0" algn="ctr">
              <a:lnSpc>
                <a:spcPct val="110000"/>
              </a:lnSpc>
              <a:spcBef>
                <a:spcPts val="0"/>
              </a:spcBef>
              <a:spcAft>
                <a:spcPts val="0"/>
              </a:spcAft>
              <a:buNone/>
              <a:defRPr sz="1440" b="1">
                <a:solidFill>
                  <a:schemeClr val="tx1"/>
                </a:solidFill>
                <a:latin typeface="+mj-lt"/>
                <a:ea typeface="+mj-lt"/>
                <a:cs typeface="+mj-lt"/>
              </a:defRPr>
            </a:lvl7pPr>
            <a:lvl8pPr marL="0" indent="0" algn="ctr">
              <a:lnSpc>
                <a:spcPct val="110000"/>
              </a:lnSpc>
              <a:spcBef>
                <a:spcPts val="0"/>
              </a:spcBef>
              <a:spcAft>
                <a:spcPts val="0"/>
              </a:spcAft>
              <a:buNone/>
              <a:defRPr sz="1440" b="1">
                <a:solidFill>
                  <a:schemeClr val="tx1"/>
                </a:solidFill>
                <a:latin typeface="+mj-lt"/>
                <a:ea typeface="+mj-lt"/>
                <a:cs typeface="+mj-lt"/>
              </a:defRPr>
            </a:lvl8pPr>
            <a:lvl9pPr marL="0" indent="0" algn="ctr">
              <a:lnSpc>
                <a:spcPct val="110000"/>
              </a:lnSpc>
              <a:spcBef>
                <a:spcPts val="0"/>
              </a:spcBef>
              <a:spcAft>
                <a:spcPts val="0"/>
              </a:spcAft>
              <a:buNone/>
              <a:defRPr sz="144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110F245-973A-4654-91EC-3E5D65F707A1}"/>
              </a:ext>
            </a:extLst>
          </p:cNvPr>
          <p:cNvSpPr>
            <a:spLocks xmlns:a="http://schemas.openxmlformats.org/drawingml/2006/main" noGrp="1"/>
          </p:cNvSpPr>
          <p:nvPr>
            <p:ph type="subTitle" idx="1"/>
          </p:nvPr>
        </p:nvSpPr>
        <p:spPr>
          <a:xfrm xmlns:a="http://schemas.openxmlformats.org/drawingml/2006/main">
            <a:off x="548640" y="3017520"/>
            <a:ext cx="2560320" cy="60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 b="0">
                <a:solidFill>
                  <a:schemeClr val="tx1"/>
                </a:solidFill>
                <a:latin typeface="+mn-lt"/>
                <a:ea typeface="+mn-lt"/>
                <a:cs typeface="+mn-lt"/>
              </a:defRPr>
            </a:defPPr>
            <a:lvl1pPr marL="0" indent="0" algn="ctr">
              <a:lnSpc>
                <a:spcPct val="110000"/>
              </a:lnSpc>
              <a:spcBef>
                <a:spcPts val="0"/>
              </a:spcBef>
              <a:spcAft>
                <a:spcPts val="0"/>
              </a:spcAft>
              <a:buNone/>
              <a:defRPr sz="630" b="0">
                <a:solidFill>
                  <a:schemeClr val="tx1"/>
                </a:solidFill>
                <a:latin typeface="+mn-lt"/>
                <a:ea typeface="+mn-lt"/>
                <a:cs typeface="+mn-lt"/>
              </a:defRPr>
            </a:lvl1pPr>
            <a:lvl2pPr marL="0" indent="0" algn="ctr">
              <a:lnSpc>
                <a:spcPct val="110000"/>
              </a:lnSpc>
              <a:spcBef>
                <a:spcPts val="0"/>
              </a:spcBef>
              <a:spcAft>
                <a:spcPts val="0"/>
              </a:spcAft>
              <a:buNone/>
              <a:defRPr sz="630" b="0">
                <a:solidFill>
                  <a:schemeClr val="tx1"/>
                </a:solidFill>
                <a:latin typeface="+mn-lt"/>
                <a:ea typeface="+mn-lt"/>
                <a:cs typeface="+mn-lt"/>
              </a:defRPr>
            </a:lvl2pPr>
            <a:lvl3pPr marL="0" indent="0" algn="ctr">
              <a:lnSpc>
                <a:spcPct val="110000"/>
              </a:lnSpc>
              <a:spcBef>
                <a:spcPts val="0"/>
              </a:spcBef>
              <a:spcAft>
                <a:spcPts val="0"/>
              </a:spcAft>
              <a:buNone/>
              <a:defRPr sz="630" b="0">
                <a:solidFill>
                  <a:schemeClr val="tx1"/>
                </a:solidFill>
                <a:latin typeface="+mn-lt"/>
                <a:ea typeface="+mn-lt"/>
                <a:cs typeface="+mn-lt"/>
              </a:defRPr>
            </a:lvl3pPr>
            <a:lvl4pPr marL="0" indent="0" algn="ctr">
              <a:lnSpc>
                <a:spcPct val="110000"/>
              </a:lnSpc>
              <a:spcBef>
                <a:spcPts val="0"/>
              </a:spcBef>
              <a:spcAft>
                <a:spcPts val="0"/>
              </a:spcAft>
              <a:buNone/>
              <a:defRPr sz="630" b="0">
                <a:solidFill>
                  <a:schemeClr val="tx1"/>
                </a:solidFill>
                <a:latin typeface="+mn-lt"/>
                <a:ea typeface="+mn-lt"/>
                <a:cs typeface="+mn-lt"/>
              </a:defRPr>
            </a:lvl4pPr>
            <a:lvl5pPr marL="0" indent="0" algn="ctr">
              <a:lnSpc>
                <a:spcPct val="110000"/>
              </a:lnSpc>
              <a:spcBef>
                <a:spcPts val="0"/>
              </a:spcBef>
              <a:spcAft>
                <a:spcPts val="0"/>
              </a:spcAft>
              <a:buNone/>
              <a:defRPr sz="630" b="0">
                <a:solidFill>
                  <a:schemeClr val="tx1"/>
                </a:solidFill>
                <a:latin typeface="+mn-lt"/>
                <a:ea typeface="+mn-lt"/>
                <a:cs typeface="+mn-lt"/>
              </a:defRPr>
            </a:lvl5pPr>
            <a:lvl6pPr marL="0" indent="0" algn="ctr">
              <a:lnSpc>
                <a:spcPct val="110000"/>
              </a:lnSpc>
              <a:spcBef>
                <a:spcPts val="0"/>
              </a:spcBef>
              <a:spcAft>
                <a:spcPts val="0"/>
              </a:spcAft>
              <a:buNone/>
              <a:defRPr sz="630" b="0">
                <a:solidFill>
                  <a:schemeClr val="tx1"/>
                </a:solidFill>
                <a:latin typeface="+mn-lt"/>
                <a:ea typeface="+mn-lt"/>
                <a:cs typeface="+mn-lt"/>
              </a:defRPr>
            </a:lvl6pPr>
            <a:lvl7pPr marL="0" indent="0" algn="ctr">
              <a:lnSpc>
                <a:spcPct val="110000"/>
              </a:lnSpc>
              <a:spcBef>
                <a:spcPts val="0"/>
              </a:spcBef>
              <a:spcAft>
                <a:spcPts val="0"/>
              </a:spcAft>
              <a:buNone/>
              <a:defRPr sz="630" b="0">
                <a:solidFill>
                  <a:schemeClr val="tx1"/>
                </a:solidFill>
                <a:latin typeface="+mn-lt"/>
                <a:ea typeface="+mn-lt"/>
                <a:cs typeface="+mn-lt"/>
              </a:defRPr>
            </a:lvl7pPr>
            <a:lvl8pPr marL="0" indent="0" algn="ctr">
              <a:lnSpc>
                <a:spcPct val="110000"/>
              </a:lnSpc>
              <a:spcBef>
                <a:spcPts val="0"/>
              </a:spcBef>
              <a:spcAft>
                <a:spcPts val="0"/>
              </a:spcAft>
              <a:buNone/>
              <a:defRPr sz="630" b="0">
                <a:solidFill>
                  <a:schemeClr val="tx1"/>
                </a:solidFill>
                <a:latin typeface="+mn-lt"/>
                <a:ea typeface="+mn-lt"/>
                <a:cs typeface="+mn-lt"/>
              </a:defRPr>
            </a:lvl8pPr>
            <a:lvl9pPr marL="0" indent="0" algn="ctr">
              <a:lnSpc>
                <a:spcPct val="110000"/>
              </a:lnSpc>
              <a:spcBef>
                <a:spcPts val="0"/>
              </a:spcBef>
              <a:spcAft>
                <a:spcPts val="0"/>
              </a:spcAft>
              <a:buNone/>
              <a:defRPr sz="63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F000081-E531-42FE-B912-C02E57E51D9F}"/>
              </a:ext>
            </a:extLst>
          </p:cNvPr>
          <p:cNvSpPr>
            <a:spLocks xmlns:a="http://schemas.openxmlformats.org/drawingml/2006/main" noGrp="1"/>
          </p:cNvSpPr>
          <p:nvPr>
            <p:ph type="title" idx="0"/>
          </p:nvPr>
        </p:nvSpPr>
        <p:spPr>
          <a:xfrm xmlns:a="http://schemas.openxmlformats.org/drawingml/2006/main">
            <a:off x="365760" y="2286000"/>
            <a:ext cx="2926080" cy="914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260" b="1">
                <a:solidFill>
                  <a:schemeClr val="tx1"/>
                </a:solidFill>
                <a:latin typeface="+mj-lt"/>
                <a:ea typeface="+mj-lt"/>
                <a:cs typeface="+mj-lt"/>
              </a:defRPr>
            </a:defPPr>
            <a:lvl1pPr marL="0" indent="0" algn="ctr">
              <a:lnSpc>
                <a:spcPct val="110000"/>
              </a:lnSpc>
              <a:spcBef>
                <a:spcPts val="0"/>
              </a:spcBef>
              <a:spcAft>
                <a:spcPts val="0"/>
              </a:spcAft>
              <a:buNone/>
              <a:defRPr sz="1260" b="1">
                <a:solidFill>
                  <a:schemeClr val="tx1"/>
                </a:solidFill>
                <a:latin typeface="+mj-lt"/>
                <a:ea typeface="+mj-lt"/>
                <a:cs typeface="+mj-lt"/>
              </a:defRPr>
            </a:lvl1pPr>
            <a:lvl2pPr marL="0" indent="0" algn="ctr">
              <a:lnSpc>
                <a:spcPct val="110000"/>
              </a:lnSpc>
              <a:spcBef>
                <a:spcPts val="0"/>
              </a:spcBef>
              <a:spcAft>
                <a:spcPts val="0"/>
              </a:spcAft>
              <a:buNone/>
              <a:defRPr sz="1260" b="1">
                <a:solidFill>
                  <a:schemeClr val="tx1"/>
                </a:solidFill>
                <a:latin typeface="+mj-lt"/>
                <a:ea typeface="+mj-lt"/>
                <a:cs typeface="+mj-lt"/>
              </a:defRPr>
            </a:lvl2pPr>
            <a:lvl3pPr marL="0" indent="0" algn="ctr">
              <a:lnSpc>
                <a:spcPct val="110000"/>
              </a:lnSpc>
              <a:spcBef>
                <a:spcPts val="0"/>
              </a:spcBef>
              <a:spcAft>
                <a:spcPts val="0"/>
              </a:spcAft>
              <a:buNone/>
              <a:defRPr sz="1260" b="1">
                <a:solidFill>
                  <a:schemeClr val="tx1"/>
                </a:solidFill>
                <a:latin typeface="+mj-lt"/>
                <a:ea typeface="+mj-lt"/>
                <a:cs typeface="+mj-lt"/>
              </a:defRPr>
            </a:lvl3pPr>
            <a:lvl4pPr marL="0" indent="0" algn="ctr">
              <a:lnSpc>
                <a:spcPct val="110000"/>
              </a:lnSpc>
              <a:spcBef>
                <a:spcPts val="0"/>
              </a:spcBef>
              <a:spcAft>
                <a:spcPts val="0"/>
              </a:spcAft>
              <a:buNone/>
              <a:defRPr sz="1260" b="1">
                <a:solidFill>
                  <a:schemeClr val="tx1"/>
                </a:solidFill>
                <a:latin typeface="+mj-lt"/>
                <a:ea typeface="+mj-lt"/>
                <a:cs typeface="+mj-lt"/>
              </a:defRPr>
            </a:lvl4pPr>
            <a:lvl5pPr marL="0" indent="0" algn="ctr">
              <a:lnSpc>
                <a:spcPct val="110000"/>
              </a:lnSpc>
              <a:spcBef>
                <a:spcPts val="0"/>
              </a:spcBef>
              <a:spcAft>
                <a:spcPts val="0"/>
              </a:spcAft>
              <a:buNone/>
              <a:defRPr sz="1260" b="1">
                <a:solidFill>
                  <a:schemeClr val="tx1"/>
                </a:solidFill>
                <a:latin typeface="+mj-lt"/>
                <a:ea typeface="+mj-lt"/>
                <a:cs typeface="+mj-lt"/>
              </a:defRPr>
            </a:lvl5pPr>
            <a:lvl6pPr marL="0" indent="0" algn="ctr">
              <a:lnSpc>
                <a:spcPct val="110000"/>
              </a:lnSpc>
              <a:spcBef>
                <a:spcPts val="0"/>
              </a:spcBef>
              <a:spcAft>
                <a:spcPts val="0"/>
              </a:spcAft>
              <a:buNone/>
              <a:defRPr sz="1260" b="1">
                <a:solidFill>
                  <a:schemeClr val="tx1"/>
                </a:solidFill>
                <a:latin typeface="+mj-lt"/>
                <a:ea typeface="+mj-lt"/>
                <a:cs typeface="+mj-lt"/>
              </a:defRPr>
            </a:lvl6pPr>
            <a:lvl7pPr marL="0" indent="0" algn="ctr">
              <a:lnSpc>
                <a:spcPct val="110000"/>
              </a:lnSpc>
              <a:spcBef>
                <a:spcPts val="0"/>
              </a:spcBef>
              <a:spcAft>
                <a:spcPts val="0"/>
              </a:spcAft>
              <a:buNone/>
              <a:defRPr sz="1260" b="1">
                <a:solidFill>
                  <a:schemeClr val="tx1"/>
                </a:solidFill>
                <a:latin typeface="+mj-lt"/>
                <a:ea typeface="+mj-lt"/>
                <a:cs typeface="+mj-lt"/>
              </a:defRPr>
            </a:lvl7pPr>
            <a:lvl8pPr marL="0" indent="0" algn="ctr">
              <a:lnSpc>
                <a:spcPct val="110000"/>
              </a:lnSpc>
              <a:spcBef>
                <a:spcPts val="0"/>
              </a:spcBef>
              <a:spcAft>
                <a:spcPts val="0"/>
              </a:spcAft>
              <a:buNone/>
              <a:defRPr sz="1260" b="1">
                <a:solidFill>
                  <a:schemeClr val="tx1"/>
                </a:solidFill>
                <a:latin typeface="+mj-lt"/>
                <a:ea typeface="+mj-lt"/>
                <a:cs typeface="+mj-lt"/>
              </a:defRPr>
            </a:lvl8pPr>
            <a:lvl9pPr marL="0" indent="0" algn="ctr">
              <a:lnSpc>
                <a:spcPct val="110000"/>
              </a:lnSpc>
              <a:spcBef>
                <a:spcPts val="0"/>
              </a:spcBef>
              <a:spcAft>
                <a:spcPts val="0"/>
              </a:spcAft>
              <a:buNone/>
              <a:defRPr sz="126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88B68A-1F66-4687-B1FA-EAB27E3DBB3D}"/>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AB0AF7F-1D3E-47DD-BA4F-7404A4BEAEE7}"/>
              </a:ext>
            </a:extLst>
          </p:cNvPr>
          <p:cNvSpPr>
            <a:spLocks xmlns:a="http://schemas.openxmlformats.org/drawingml/2006/main" noGrp="1"/>
          </p:cNvSpPr>
          <p:nvPr>
            <p:ph type="body" idx="1"/>
          </p:nvPr>
        </p:nvSpPr>
        <p:spPr>
          <a:xfrm xmlns:a="http://schemas.openxmlformats.org/drawingml/2006/main">
            <a:off x="205740" y="1524000"/>
            <a:ext cx="324612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75" b="0">
                <a:solidFill>
                  <a:schemeClr val="tx1"/>
                </a:solidFill>
                <a:latin typeface="+mn-lt"/>
                <a:ea typeface="+mn-lt"/>
                <a:cs typeface="+mn-lt"/>
              </a:defRPr>
            </a:defPPr>
            <a:lvl1pPr marL="68580" indent="-68580" algn="l">
              <a:lnSpc>
                <a:spcPct val="110000"/>
              </a:lnSpc>
              <a:spcBef>
                <a:spcPts val="0"/>
              </a:spcBef>
              <a:spcAft>
                <a:spcPts val="360"/>
              </a:spcAft>
              <a:buChar char="•"/>
              <a:defRPr sz="675" b="0">
                <a:solidFill>
                  <a:schemeClr val="tx1"/>
                </a:solidFill>
                <a:latin typeface="+mn-lt"/>
                <a:ea typeface="+mn-lt"/>
                <a:cs typeface="+mn-lt"/>
              </a:defRPr>
            </a:lvl1pPr>
            <a:lvl2pPr marL="160020" indent="-68580" algn="l">
              <a:lnSpc>
                <a:spcPct val="110000"/>
              </a:lnSpc>
              <a:spcBef>
                <a:spcPts val="0"/>
              </a:spcBef>
              <a:spcAft>
                <a:spcPts val="360"/>
              </a:spcAft>
              <a:buChar char="•"/>
              <a:defRPr sz="675" b="0">
                <a:solidFill>
                  <a:schemeClr val="tx1"/>
                </a:solidFill>
                <a:latin typeface="+mn-lt"/>
                <a:ea typeface="+mn-lt"/>
                <a:cs typeface="+mn-lt"/>
              </a:defRPr>
            </a:lvl2pPr>
            <a:lvl3pPr marL="251460" indent="-68580" algn="l">
              <a:lnSpc>
                <a:spcPct val="110000"/>
              </a:lnSpc>
              <a:spcBef>
                <a:spcPts val="0"/>
              </a:spcBef>
              <a:spcAft>
                <a:spcPts val="360"/>
              </a:spcAft>
              <a:buChar char="•"/>
              <a:defRPr sz="675" b="0">
                <a:solidFill>
                  <a:schemeClr val="tx1"/>
                </a:solidFill>
                <a:latin typeface="+mn-lt"/>
                <a:ea typeface="+mn-lt"/>
                <a:cs typeface="+mn-lt"/>
              </a:defRPr>
            </a:lvl3pPr>
            <a:lvl4pPr marL="342900" indent="-68580" algn="l">
              <a:lnSpc>
                <a:spcPct val="110000"/>
              </a:lnSpc>
              <a:spcBef>
                <a:spcPts val="0"/>
              </a:spcBef>
              <a:spcAft>
                <a:spcPts val="360"/>
              </a:spcAft>
              <a:buChar char="•"/>
              <a:defRPr sz="675" b="0">
                <a:solidFill>
                  <a:schemeClr val="tx1"/>
                </a:solidFill>
                <a:latin typeface="+mn-lt"/>
                <a:ea typeface="+mn-lt"/>
                <a:cs typeface="+mn-lt"/>
              </a:defRPr>
            </a:lvl4pPr>
            <a:lvl5pPr marL="434340" indent="-68580" algn="l">
              <a:lnSpc>
                <a:spcPct val="110000"/>
              </a:lnSpc>
              <a:spcBef>
                <a:spcPts val="0"/>
              </a:spcBef>
              <a:spcAft>
                <a:spcPts val="360"/>
              </a:spcAft>
              <a:buChar char="•"/>
              <a:defRPr sz="675" b="0">
                <a:solidFill>
                  <a:schemeClr val="tx1"/>
                </a:solidFill>
                <a:latin typeface="+mn-lt"/>
                <a:ea typeface="+mn-lt"/>
                <a:cs typeface="+mn-lt"/>
              </a:defRPr>
            </a:lvl5pPr>
            <a:lvl6pPr marL="525780" indent="-68580" algn="l">
              <a:lnSpc>
                <a:spcPct val="110000"/>
              </a:lnSpc>
              <a:spcBef>
                <a:spcPts val="0"/>
              </a:spcBef>
              <a:spcAft>
                <a:spcPts val="360"/>
              </a:spcAft>
              <a:buChar char="•"/>
              <a:defRPr sz="675" b="0">
                <a:solidFill>
                  <a:schemeClr val="tx1"/>
                </a:solidFill>
                <a:latin typeface="+mn-lt"/>
                <a:ea typeface="+mn-lt"/>
                <a:cs typeface="+mn-lt"/>
              </a:defRPr>
            </a:lvl6pPr>
            <a:lvl7pPr marL="617220" indent="-68580" algn="l">
              <a:lnSpc>
                <a:spcPct val="110000"/>
              </a:lnSpc>
              <a:spcBef>
                <a:spcPts val="0"/>
              </a:spcBef>
              <a:spcAft>
                <a:spcPts val="360"/>
              </a:spcAft>
              <a:buChar char="•"/>
              <a:defRPr sz="675" b="0">
                <a:solidFill>
                  <a:schemeClr val="tx1"/>
                </a:solidFill>
                <a:latin typeface="+mn-lt"/>
                <a:ea typeface="+mn-lt"/>
                <a:cs typeface="+mn-lt"/>
              </a:defRPr>
            </a:lvl7pPr>
            <a:lvl8pPr marL="708660" indent="-68580" algn="l">
              <a:lnSpc>
                <a:spcPct val="110000"/>
              </a:lnSpc>
              <a:spcBef>
                <a:spcPts val="0"/>
              </a:spcBef>
              <a:spcAft>
                <a:spcPts val="360"/>
              </a:spcAft>
              <a:buChar char="•"/>
              <a:defRPr sz="675" b="0">
                <a:solidFill>
                  <a:schemeClr val="tx1"/>
                </a:solidFill>
                <a:latin typeface="+mn-lt"/>
                <a:ea typeface="+mn-lt"/>
                <a:cs typeface="+mn-lt"/>
              </a:defRPr>
            </a:lvl8pPr>
            <a:lvl9pPr marL="800100" indent="-68580" algn="l">
              <a:lnSpc>
                <a:spcPct val="110000"/>
              </a:lnSpc>
              <a:spcBef>
                <a:spcPts val="0"/>
              </a:spcBef>
              <a:spcAft>
                <a:spcPts val="360"/>
              </a:spcAft>
              <a:buChar char="•"/>
              <a:defRPr sz="6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DA086EB-FB82-4272-9604-B0E5DCB99B06}"/>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BEBB6E1-1853-4BCC-8242-DE6219C17165}"/>
              </a:ext>
            </a:extLst>
          </p:cNvPr>
          <p:cNvSpPr>
            <a:spLocks xmlns:a="http://schemas.openxmlformats.org/drawingml/2006/main" noGrp="1"/>
          </p:cNvSpPr>
          <p:nvPr>
            <p:ph type="body" idx="1"/>
          </p:nvPr>
        </p:nvSpPr>
        <p:spPr>
          <a:xfrm xmlns:a="http://schemas.openxmlformats.org/drawingml/2006/main">
            <a:off x="20574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30" b="0">
                <a:solidFill>
                  <a:schemeClr val="tx1"/>
                </a:solidFill>
                <a:latin typeface="+mn-lt"/>
                <a:ea typeface="+mn-lt"/>
                <a:cs typeface="+mn-lt"/>
              </a:defRPr>
            </a:defPPr>
            <a:lvl1pPr marL="68580" indent="-68580" algn="l">
              <a:lnSpc>
                <a:spcPct val="110000"/>
              </a:lnSpc>
              <a:spcBef>
                <a:spcPts val="0"/>
              </a:spcBef>
              <a:spcAft>
                <a:spcPts val="360"/>
              </a:spcAft>
              <a:buChar char="•"/>
              <a:defRPr sz="630" b="0">
                <a:solidFill>
                  <a:schemeClr val="tx1"/>
                </a:solidFill>
                <a:latin typeface="+mn-lt"/>
                <a:ea typeface="+mn-lt"/>
                <a:cs typeface="+mn-lt"/>
              </a:defRPr>
            </a:lvl1pPr>
            <a:lvl2pPr marL="160020" indent="-68580" algn="l">
              <a:lnSpc>
                <a:spcPct val="110000"/>
              </a:lnSpc>
              <a:spcBef>
                <a:spcPts val="0"/>
              </a:spcBef>
              <a:spcAft>
                <a:spcPts val="360"/>
              </a:spcAft>
              <a:buChar char="•"/>
              <a:defRPr sz="630" b="0">
                <a:solidFill>
                  <a:schemeClr val="tx1"/>
                </a:solidFill>
                <a:latin typeface="+mn-lt"/>
                <a:ea typeface="+mn-lt"/>
                <a:cs typeface="+mn-lt"/>
              </a:defRPr>
            </a:lvl2pPr>
            <a:lvl3pPr marL="251460" indent="-68580" algn="l">
              <a:lnSpc>
                <a:spcPct val="110000"/>
              </a:lnSpc>
              <a:spcBef>
                <a:spcPts val="0"/>
              </a:spcBef>
              <a:spcAft>
                <a:spcPts val="360"/>
              </a:spcAft>
              <a:buChar char="•"/>
              <a:defRPr sz="630" b="0">
                <a:solidFill>
                  <a:schemeClr val="tx1"/>
                </a:solidFill>
                <a:latin typeface="+mn-lt"/>
                <a:ea typeface="+mn-lt"/>
                <a:cs typeface="+mn-lt"/>
              </a:defRPr>
            </a:lvl3pPr>
            <a:lvl4pPr marL="342900" indent="-68580" algn="l">
              <a:lnSpc>
                <a:spcPct val="110000"/>
              </a:lnSpc>
              <a:spcBef>
                <a:spcPts val="0"/>
              </a:spcBef>
              <a:spcAft>
                <a:spcPts val="360"/>
              </a:spcAft>
              <a:buChar char="•"/>
              <a:defRPr sz="630" b="0">
                <a:solidFill>
                  <a:schemeClr val="tx1"/>
                </a:solidFill>
                <a:latin typeface="+mn-lt"/>
                <a:ea typeface="+mn-lt"/>
                <a:cs typeface="+mn-lt"/>
              </a:defRPr>
            </a:lvl4pPr>
            <a:lvl5pPr marL="434340" indent="-68580" algn="l">
              <a:lnSpc>
                <a:spcPct val="110000"/>
              </a:lnSpc>
              <a:spcBef>
                <a:spcPts val="0"/>
              </a:spcBef>
              <a:spcAft>
                <a:spcPts val="360"/>
              </a:spcAft>
              <a:buChar char="•"/>
              <a:defRPr sz="630" b="0">
                <a:solidFill>
                  <a:schemeClr val="tx1"/>
                </a:solidFill>
                <a:latin typeface="+mn-lt"/>
                <a:ea typeface="+mn-lt"/>
                <a:cs typeface="+mn-lt"/>
              </a:defRPr>
            </a:lvl5pPr>
            <a:lvl6pPr marL="525780" indent="-68580" algn="l">
              <a:lnSpc>
                <a:spcPct val="110000"/>
              </a:lnSpc>
              <a:spcBef>
                <a:spcPts val="0"/>
              </a:spcBef>
              <a:spcAft>
                <a:spcPts val="360"/>
              </a:spcAft>
              <a:buChar char="•"/>
              <a:defRPr sz="630" b="0">
                <a:solidFill>
                  <a:schemeClr val="tx1"/>
                </a:solidFill>
                <a:latin typeface="+mn-lt"/>
                <a:ea typeface="+mn-lt"/>
                <a:cs typeface="+mn-lt"/>
              </a:defRPr>
            </a:lvl6pPr>
            <a:lvl7pPr marL="617220" indent="-68580" algn="l">
              <a:lnSpc>
                <a:spcPct val="110000"/>
              </a:lnSpc>
              <a:spcBef>
                <a:spcPts val="0"/>
              </a:spcBef>
              <a:spcAft>
                <a:spcPts val="360"/>
              </a:spcAft>
              <a:buChar char="•"/>
              <a:defRPr sz="630" b="0">
                <a:solidFill>
                  <a:schemeClr val="tx1"/>
                </a:solidFill>
                <a:latin typeface="+mn-lt"/>
                <a:ea typeface="+mn-lt"/>
                <a:cs typeface="+mn-lt"/>
              </a:defRPr>
            </a:lvl7pPr>
            <a:lvl8pPr marL="708660" indent="-68580" algn="l">
              <a:lnSpc>
                <a:spcPct val="110000"/>
              </a:lnSpc>
              <a:spcBef>
                <a:spcPts val="0"/>
              </a:spcBef>
              <a:spcAft>
                <a:spcPts val="360"/>
              </a:spcAft>
              <a:buChar char="•"/>
              <a:defRPr sz="630" b="0">
                <a:solidFill>
                  <a:schemeClr val="tx1"/>
                </a:solidFill>
                <a:latin typeface="+mn-lt"/>
                <a:ea typeface="+mn-lt"/>
                <a:cs typeface="+mn-lt"/>
              </a:defRPr>
            </a:lvl8pPr>
            <a:lvl9pPr marL="800100" indent="-68580" algn="l">
              <a:lnSpc>
                <a:spcPct val="110000"/>
              </a:lnSpc>
              <a:spcBef>
                <a:spcPts val="0"/>
              </a:spcBef>
              <a:spcAft>
                <a:spcPts val="360"/>
              </a:spcAft>
              <a:buChar char="•"/>
              <a:defRPr sz="63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001B2F7-DA2D-4320-8F8A-BF029CE398FF}"/>
              </a:ext>
            </a:extLst>
          </p:cNvPr>
          <p:cNvSpPr>
            <a:spLocks xmlns:a="http://schemas.openxmlformats.org/drawingml/2006/main" noGrp="1"/>
          </p:cNvSpPr>
          <p:nvPr>
            <p:ph type="body" idx="2"/>
          </p:nvPr>
        </p:nvSpPr>
        <p:spPr>
          <a:xfrm xmlns:a="http://schemas.openxmlformats.org/drawingml/2006/main">
            <a:off x="194310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30" b="0">
                <a:solidFill>
                  <a:schemeClr val="tx1"/>
                </a:solidFill>
                <a:latin typeface="+mn-lt"/>
                <a:ea typeface="+mn-lt"/>
                <a:cs typeface="+mn-lt"/>
              </a:defRPr>
            </a:defPPr>
            <a:lvl1pPr marL="68580" indent="-68580" algn="l">
              <a:lnSpc>
                <a:spcPct val="110000"/>
              </a:lnSpc>
              <a:spcBef>
                <a:spcPts val="0"/>
              </a:spcBef>
              <a:spcAft>
                <a:spcPts val="360"/>
              </a:spcAft>
              <a:buChar char="•"/>
              <a:defRPr sz="630" b="0">
                <a:solidFill>
                  <a:schemeClr val="tx1"/>
                </a:solidFill>
                <a:latin typeface="+mn-lt"/>
                <a:ea typeface="+mn-lt"/>
                <a:cs typeface="+mn-lt"/>
              </a:defRPr>
            </a:lvl1pPr>
            <a:lvl2pPr marL="160020" indent="-68580" algn="l">
              <a:lnSpc>
                <a:spcPct val="110000"/>
              </a:lnSpc>
              <a:spcBef>
                <a:spcPts val="0"/>
              </a:spcBef>
              <a:spcAft>
                <a:spcPts val="360"/>
              </a:spcAft>
              <a:buChar char="•"/>
              <a:defRPr sz="630" b="0">
                <a:solidFill>
                  <a:schemeClr val="tx1"/>
                </a:solidFill>
                <a:latin typeface="+mn-lt"/>
                <a:ea typeface="+mn-lt"/>
                <a:cs typeface="+mn-lt"/>
              </a:defRPr>
            </a:lvl2pPr>
            <a:lvl3pPr marL="251460" indent="-68580" algn="l">
              <a:lnSpc>
                <a:spcPct val="110000"/>
              </a:lnSpc>
              <a:spcBef>
                <a:spcPts val="0"/>
              </a:spcBef>
              <a:spcAft>
                <a:spcPts val="360"/>
              </a:spcAft>
              <a:buChar char="•"/>
              <a:defRPr sz="630" b="0">
                <a:solidFill>
                  <a:schemeClr val="tx1"/>
                </a:solidFill>
                <a:latin typeface="+mn-lt"/>
                <a:ea typeface="+mn-lt"/>
                <a:cs typeface="+mn-lt"/>
              </a:defRPr>
            </a:lvl3pPr>
            <a:lvl4pPr marL="342900" indent="-68580" algn="l">
              <a:lnSpc>
                <a:spcPct val="110000"/>
              </a:lnSpc>
              <a:spcBef>
                <a:spcPts val="0"/>
              </a:spcBef>
              <a:spcAft>
                <a:spcPts val="360"/>
              </a:spcAft>
              <a:buChar char="•"/>
              <a:defRPr sz="630" b="0">
                <a:solidFill>
                  <a:schemeClr val="tx1"/>
                </a:solidFill>
                <a:latin typeface="+mn-lt"/>
                <a:ea typeface="+mn-lt"/>
                <a:cs typeface="+mn-lt"/>
              </a:defRPr>
            </a:lvl4pPr>
            <a:lvl5pPr marL="434340" indent="-68580" algn="l">
              <a:lnSpc>
                <a:spcPct val="110000"/>
              </a:lnSpc>
              <a:spcBef>
                <a:spcPts val="0"/>
              </a:spcBef>
              <a:spcAft>
                <a:spcPts val="360"/>
              </a:spcAft>
              <a:buChar char="•"/>
              <a:defRPr sz="630" b="0">
                <a:solidFill>
                  <a:schemeClr val="tx1"/>
                </a:solidFill>
                <a:latin typeface="+mn-lt"/>
                <a:ea typeface="+mn-lt"/>
                <a:cs typeface="+mn-lt"/>
              </a:defRPr>
            </a:lvl5pPr>
            <a:lvl6pPr marL="525780" indent="-68580" algn="l">
              <a:lnSpc>
                <a:spcPct val="110000"/>
              </a:lnSpc>
              <a:spcBef>
                <a:spcPts val="0"/>
              </a:spcBef>
              <a:spcAft>
                <a:spcPts val="360"/>
              </a:spcAft>
              <a:buChar char="•"/>
              <a:defRPr sz="630" b="0">
                <a:solidFill>
                  <a:schemeClr val="tx1"/>
                </a:solidFill>
                <a:latin typeface="+mn-lt"/>
                <a:ea typeface="+mn-lt"/>
                <a:cs typeface="+mn-lt"/>
              </a:defRPr>
            </a:lvl6pPr>
            <a:lvl7pPr marL="617220" indent="-68580" algn="l">
              <a:lnSpc>
                <a:spcPct val="110000"/>
              </a:lnSpc>
              <a:spcBef>
                <a:spcPts val="0"/>
              </a:spcBef>
              <a:spcAft>
                <a:spcPts val="360"/>
              </a:spcAft>
              <a:buChar char="•"/>
              <a:defRPr sz="630" b="0">
                <a:solidFill>
                  <a:schemeClr val="tx1"/>
                </a:solidFill>
                <a:latin typeface="+mn-lt"/>
                <a:ea typeface="+mn-lt"/>
                <a:cs typeface="+mn-lt"/>
              </a:defRPr>
            </a:lvl7pPr>
            <a:lvl8pPr marL="708660" indent="-68580" algn="l">
              <a:lnSpc>
                <a:spcPct val="110000"/>
              </a:lnSpc>
              <a:spcBef>
                <a:spcPts val="0"/>
              </a:spcBef>
              <a:spcAft>
                <a:spcPts val="360"/>
              </a:spcAft>
              <a:buChar char="•"/>
              <a:defRPr sz="630" b="0">
                <a:solidFill>
                  <a:schemeClr val="tx1"/>
                </a:solidFill>
                <a:latin typeface="+mn-lt"/>
                <a:ea typeface="+mn-lt"/>
                <a:cs typeface="+mn-lt"/>
              </a:defRPr>
            </a:lvl8pPr>
            <a:lvl9pPr marL="800100" indent="-68580" algn="l">
              <a:lnSpc>
                <a:spcPct val="110000"/>
              </a:lnSpc>
              <a:spcBef>
                <a:spcPts val="0"/>
              </a:spcBef>
              <a:spcAft>
                <a:spcPts val="360"/>
              </a:spcAft>
              <a:buChar char="•"/>
              <a:defRPr sz="63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8F3C14-DFC4-4B84-ACB0-F0BA22E6457A}"/>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1B84BD3-CD1A-4606-802A-EFFD0F7AEAFB}"/>
              </a:ext>
            </a:extLst>
          </p:cNvPr>
          <p:cNvSpPr>
            <a:spLocks xmlns:a="http://schemas.openxmlformats.org/drawingml/2006/main" noGrp="1"/>
          </p:cNvSpPr>
          <p:nvPr>
            <p:ph type="body" idx="1"/>
          </p:nvPr>
        </p:nvSpPr>
        <p:spPr>
          <a:xfrm xmlns:a="http://schemas.openxmlformats.org/drawingml/2006/main">
            <a:off x="20574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75" b="0">
                <a:solidFill>
                  <a:schemeClr val="tx1"/>
                </a:solidFill>
                <a:latin typeface="+mn-lt"/>
                <a:ea typeface="+mn-lt"/>
                <a:cs typeface="+mn-lt"/>
              </a:defRPr>
            </a:defPPr>
            <a:lvl1pPr marL="68580" indent="-68580" algn="l">
              <a:lnSpc>
                <a:spcPct val="110000"/>
              </a:lnSpc>
              <a:spcBef>
                <a:spcPts val="0"/>
              </a:spcBef>
              <a:spcAft>
                <a:spcPts val="360"/>
              </a:spcAft>
              <a:buChar char="•"/>
              <a:defRPr sz="675" b="0">
                <a:solidFill>
                  <a:schemeClr val="tx1"/>
                </a:solidFill>
                <a:latin typeface="+mn-lt"/>
                <a:ea typeface="+mn-lt"/>
                <a:cs typeface="+mn-lt"/>
              </a:defRPr>
            </a:lvl1pPr>
            <a:lvl2pPr marL="160020" indent="-68580" algn="l">
              <a:lnSpc>
                <a:spcPct val="110000"/>
              </a:lnSpc>
              <a:spcBef>
                <a:spcPts val="0"/>
              </a:spcBef>
              <a:spcAft>
                <a:spcPts val="360"/>
              </a:spcAft>
              <a:buChar char="•"/>
              <a:defRPr sz="675" b="0">
                <a:solidFill>
                  <a:schemeClr val="tx1"/>
                </a:solidFill>
                <a:latin typeface="+mn-lt"/>
                <a:ea typeface="+mn-lt"/>
                <a:cs typeface="+mn-lt"/>
              </a:defRPr>
            </a:lvl2pPr>
            <a:lvl3pPr marL="251460" indent="-68580" algn="l">
              <a:lnSpc>
                <a:spcPct val="110000"/>
              </a:lnSpc>
              <a:spcBef>
                <a:spcPts val="0"/>
              </a:spcBef>
              <a:spcAft>
                <a:spcPts val="360"/>
              </a:spcAft>
              <a:buChar char="•"/>
              <a:defRPr sz="675" b="0">
                <a:solidFill>
                  <a:schemeClr val="tx1"/>
                </a:solidFill>
                <a:latin typeface="+mn-lt"/>
                <a:ea typeface="+mn-lt"/>
                <a:cs typeface="+mn-lt"/>
              </a:defRPr>
            </a:lvl3pPr>
            <a:lvl4pPr marL="342900" indent="-68580" algn="l">
              <a:lnSpc>
                <a:spcPct val="110000"/>
              </a:lnSpc>
              <a:spcBef>
                <a:spcPts val="0"/>
              </a:spcBef>
              <a:spcAft>
                <a:spcPts val="360"/>
              </a:spcAft>
              <a:buChar char="•"/>
              <a:defRPr sz="675" b="0">
                <a:solidFill>
                  <a:schemeClr val="tx1"/>
                </a:solidFill>
                <a:latin typeface="+mn-lt"/>
                <a:ea typeface="+mn-lt"/>
                <a:cs typeface="+mn-lt"/>
              </a:defRPr>
            </a:lvl4pPr>
            <a:lvl5pPr marL="434340" indent="-68580" algn="l">
              <a:lnSpc>
                <a:spcPct val="110000"/>
              </a:lnSpc>
              <a:spcBef>
                <a:spcPts val="0"/>
              </a:spcBef>
              <a:spcAft>
                <a:spcPts val="360"/>
              </a:spcAft>
              <a:buChar char="•"/>
              <a:defRPr sz="675" b="0">
                <a:solidFill>
                  <a:schemeClr val="tx1"/>
                </a:solidFill>
                <a:latin typeface="+mn-lt"/>
                <a:ea typeface="+mn-lt"/>
                <a:cs typeface="+mn-lt"/>
              </a:defRPr>
            </a:lvl5pPr>
            <a:lvl6pPr marL="525780" indent="-68580" algn="l">
              <a:lnSpc>
                <a:spcPct val="110000"/>
              </a:lnSpc>
              <a:spcBef>
                <a:spcPts val="0"/>
              </a:spcBef>
              <a:spcAft>
                <a:spcPts val="360"/>
              </a:spcAft>
              <a:buChar char="•"/>
              <a:defRPr sz="675" b="0">
                <a:solidFill>
                  <a:schemeClr val="tx1"/>
                </a:solidFill>
                <a:latin typeface="+mn-lt"/>
                <a:ea typeface="+mn-lt"/>
                <a:cs typeface="+mn-lt"/>
              </a:defRPr>
            </a:lvl6pPr>
            <a:lvl7pPr marL="617220" indent="-68580" algn="l">
              <a:lnSpc>
                <a:spcPct val="110000"/>
              </a:lnSpc>
              <a:spcBef>
                <a:spcPts val="0"/>
              </a:spcBef>
              <a:spcAft>
                <a:spcPts val="360"/>
              </a:spcAft>
              <a:buChar char="•"/>
              <a:defRPr sz="675" b="0">
                <a:solidFill>
                  <a:schemeClr val="tx1"/>
                </a:solidFill>
                <a:latin typeface="+mn-lt"/>
                <a:ea typeface="+mn-lt"/>
                <a:cs typeface="+mn-lt"/>
              </a:defRPr>
            </a:lvl7pPr>
            <a:lvl8pPr marL="708660" indent="-68580" algn="l">
              <a:lnSpc>
                <a:spcPct val="110000"/>
              </a:lnSpc>
              <a:spcBef>
                <a:spcPts val="0"/>
              </a:spcBef>
              <a:spcAft>
                <a:spcPts val="360"/>
              </a:spcAft>
              <a:buChar char="•"/>
              <a:defRPr sz="675" b="0">
                <a:solidFill>
                  <a:schemeClr val="tx1"/>
                </a:solidFill>
                <a:latin typeface="+mn-lt"/>
                <a:ea typeface="+mn-lt"/>
                <a:cs typeface="+mn-lt"/>
              </a:defRPr>
            </a:lvl8pPr>
            <a:lvl9pPr marL="800100" indent="-68580" algn="l">
              <a:lnSpc>
                <a:spcPct val="110000"/>
              </a:lnSpc>
              <a:spcBef>
                <a:spcPts val="0"/>
              </a:spcBef>
              <a:spcAft>
                <a:spcPts val="360"/>
              </a:spcAft>
              <a:buChar char="•"/>
              <a:defRPr sz="6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f686c50cf04952" /><Relationship Type="http://schemas.openxmlformats.org/officeDocument/2006/relationships/slideLayout" Target="/ppt/slideLayouts/slideLayout1.xml" Id="R4b2055a8431b4f7c" /><Relationship Type="http://schemas.openxmlformats.org/officeDocument/2006/relationships/slideLayout" Target="/ppt/slideLayouts/slideLayout2.xml" Id="Rdcabf0a3f88f4236" /><Relationship Type="http://schemas.openxmlformats.org/officeDocument/2006/relationships/slideLayout" Target="/ppt/slideLayouts/slideLayout3.xml" Id="Rfa1d9bb43c9a4c37" /><Relationship Type="http://schemas.openxmlformats.org/officeDocument/2006/relationships/slideLayout" Target="/ppt/slideLayouts/slideLayout4.xml" Id="Rbefddfdbb90b4e17" /><Relationship Type="http://schemas.openxmlformats.org/officeDocument/2006/relationships/slideLayout" Target="/ppt/slideLayouts/slideLayout5.xml" Id="R1816b2ae5f1044db" /><Relationship Type="http://schemas.openxmlformats.org/officeDocument/2006/relationships/slideLayout" Target="/ppt/slideLayouts/slideLayout6.xml" Id="R0e4ebe761cb146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2055a8431b4f7c"/>
    <p:sldLayoutId xmlns:r="http://schemas.openxmlformats.org/officeDocument/2006/relationships" id="2147483650" r:id="Rdcabf0a3f88f4236"/>
    <p:sldLayoutId xmlns:r="http://schemas.openxmlformats.org/officeDocument/2006/relationships" id="2147483651" r:id="Rfa1d9bb43c9a4c37"/>
    <p:sldLayoutId xmlns:r="http://schemas.openxmlformats.org/officeDocument/2006/relationships" id="2147483652" r:id="Rbefddfdbb90b4e17"/>
    <p:sldLayoutId xmlns:r="http://schemas.openxmlformats.org/officeDocument/2006/relationships" id="2147483653" r:id="R1816b2ae5f1044db"/>
    <p:sldLayoutId xmlns:r="http://schemas.openxmlformats.org/officeDocument/2006/relationships" id="2147483654" r:id="R0e4ebe761cb146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7d9cfffa0af45ab" /><Relationship Type="http://schemas.openxmlformats.org/officeDocument/2006/relationships/image" Target="/ppt/media/image.png" Id="Rb88d0f9d356c40f1" /><Relationship Type="http://schemas.openxmlformats.org/officeDocument/2006/relationships/image" Target="/ppt/media/image2.png" Id="R1411376fab824fc0" /><Relationship Type="http://schemas.openxmlformats.org/officeDocument/2006/relationships/image" Target="/ppt/media/image3.png" Id="Rc9abfaf6e4e94563" /><Relationship Type="http://schemas.openxmlformats.org/officeDocument/2006/relationships/notesSlide" Target="/ppt/notesSlides/notesSlide1.xml" Id="R214539e5351d49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a99038d8f254608" /><Relationship Type="http://schemas.openxmlformats.org/officeDocument/2006/relationships/image" Target="/ppt/media/image4.png" Id="R5ab2e6a8001f4b31" /><Relationship Type="http://schemas.openxmlformats.org/officeDocument/2006/relationships/image" Target="/ppt/media/image5.png" Id="R8239330dfe6e41ea" /><Relationship Type="http://schemas.openxmlformats.org/officeDocument/2006/relationships/notesSlide" Target="/ppt/notesSlides/notesSlide2.xml" Id="R17771903a43849e2" /></Relationships>
</file>

<file path=ppt/slides/slide1.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7C59BF7D-0A94-419E-92E5-A4C7F6460B4A}"/>
              </a:ext>
            </a:extLst>
          </p:cNvPr>
          <p:cNvPicPr>
            <a:picLocks xmlns:a="http://schemas.openxmlformats.org/drawingml/2006/main" noChangeAspect="1"/>
          </p:cNvPicPr>
          <p:nvPr/>
        </p:nvPicPr>
        <p:blipFill>
          <a:blip xmlns:r="http://schemas.openxmlformats.org/officeDocument/2006/relationships" xmlns:a="http://schemas.openxmlformats.org/drawingml/2006/main" r:embed="Rb88d0f9d356c40f1"/>
          <a:stretch xmlns:a="http://schemas.openxmlformats.org/drawingml/2006/main"/>
        </p:blipFill>
        <p:spPr>
          <a:xfrm xmlns:a="http://schemas.openxmlformats.org/drawingml/2006/main">
            <a:off x="704449" y="0"/>
            <a:ext cx="2248702" cy="2809875"/>
          </a:xfrm>
          <a:prstGeom xmlns:a="http://schemas.openxmlformats.org/drawingml/2006/main" prst="rect">
            <a:avLst/>
          </a:prstGeom>
        </p:spPr>
      </p:pic>
      <p:sp>
        <p:nvSpPr>
          <p:cNvPr id="2" name="Card message field">
            <a:extLst xmlns:a="http://schemas.openxmlformats.org/drawingml/2006/main">
              <a:ext uri="{FF2B5EF4-FFF2-40B4-BE49-F238E27FC236}">
                <a16:creationId xmlns:a16="http://schemas.microsoft.com/office/drawing/2014/main" id="{A5353489-4CCE-4572-847C-930EAC0BB1B1}"/>
              </a:ext>
            </a:extLst>
          </p:cNvPr>
          <p:cNvSpPr>
            <a:spLocks xmlns:a="http://schemas.openxmlformats.org/drawingml/2006/main" noGrp="1"/>
          </p:cNvSpPr>
          <p:nvPr/>
        </p:nvSpPr>
        <p:spPr>
          <a:xfrm xmlns:a="http://schemas.openxmlformats.org/drawingml/2006/main">
            <a:off x="0" y="2647950"/>
            <a:ext cx="3657600" cy="2114550"/>
          </a:xfrm>
          <a:prstGeom xmlns:a="http://schemas.openxmlformats.org/drawingml/2006/main" prst="rect">
            <a:avLst/>
          </a:prstGeom>
          <a:solidFill xmlns:a="http://schemas.openxmlformats.org/drawingml/2006/main">
            <a:srgbClr val="7926CB"/>
          </a:solidFill>
          <a:ln xmlns:a="http://schemas.openxmlformats.org/drawingml/2006/main" w="0">
            <a:noFill/>
          </a:ln>
        </p:spPr>
      </p:sp>
      <p:sp>
        <p:nvSpPr>
          <p:cNvPr id="3" name="Card campaign label">
            <a:extLst xmlns:a="http://schemas.openxmlformats.org/drawingml/2006/main">
              <a:ext uri="{FF2B5EF4-FFF2-40B4-BE49-F238E27FC236}">
                <a16:creationId xmlns:a16="http://schemas.microsoft.com/office/drawing/2014/main" id="{6FA02BCA-65BF-4358-AFCE-AEFED9BDC1F8}"/>
              </a:ext>
            </a:extLst>
          </p:cNvPr>
          <p:cNvSpPr>
            <a:spLocks xmlns:a="http://schemas.openxmlformats.org/drawingml/2006/main" noGrp="1"/>
          </p:cNvSpPr>
          <p:nvPr/>
        </p:nvSpPr>
        <p:spPr>
          <a:xfrm xmlns:a="http://schemas.openxmlformats.org/drawingml/2006/main">
            <a:off x="190500" y="2781300"/>
            <a:ext cx="3276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00" b="1">
                <a:solidFill>
                  <a:srgbClr val="FFFF0A"/>
                </a:solidFill>
                <a:latin typeface="Space Grotesk"/>
                <a:ea typeface="Space Grotesk"/>
                <a:cs typeface="Space Grotesk"/>
              </a:defRPr>
            </a:defPPr>
            <a:lvl1pPr>
              <a:defRPr sz="1000" b="1">
                <a:solidFill>
                  <a:srgbClr val="FFFF0A"/>
                </a:solidFill>
                <a:latin typeface="Space Grotesk"/>
                <a:ea typeface="Space Grotesk"/>
                <a:cs typeface="Space Grotesk"/>
              </a:defRPr>
            </a:lvl1pPr>
            <a:lvl2pPr>
              <a:defRPr sz="1000" b="1">
                <a:solidFill>
                  <a:srgbClr val="FFFF0A"/>
                </a:solidFill>
                <a:latin typeface="Space Grotesk"/>
                <a:ea typeface="Space Grotesk"/>
                <a:cs typeface="Space Grotesk"/>
              </a:defRPr>
            </a:lvl2pPr>
            <a:lvl3pPr>
              <a:defRPr sz="1000" b="1">
                <a:solidFill>
                  <a:srgbClr val="FFFF0A"/>
                </a:solidFill>
                <a:latin typeface="Space Grotesk"/>
                <a:ea typeface="Space Grotesk"/>
                <a:cs typeface="Space Grotesk"/>
              </a:defRPr>
            </a:lvl3pPr>
            <a:lvl4pPr>
              <a:defRPr sz="1000" b="1">
                <a:solidFill>
                  <a:srgbClr val="FFFF0A"/>
                </a:solidFill>
                <a:latin typeface="Space Grotesk"/>
                <a:ea typeface="Space Grotesk"/>
                <a:cs typeface="Space Grotesk"/>
              </a:defRPr>
            </a:lvl4pPr>
            <a:lvl5pPr>
              <a:defRPr sz="1000" b="1">
                <a:solidFill>
                  <a:srgbClr val="FFFF0A"/>
                </a:solidFill>
                <a:latin typeface="Space Grotesk"/>
                <a:ea typeface="Space Grotesk"/>
                <a:cs typeface="Space Grotesk"/>
              </a:defRPr>
            </a:lvl5pPr>
            <a:lvl6pPr>
              <a:defRPr sz="1000" b="1">
                <a:solidFill>
                  <a:srgbClr val="FFFF0A"/>
                </a:solidFill>
                <a:latin typeface="Space Grotesk"/>
                <a:ea typeface="Space Grotesk"/>
                <a:cs typeface="Space Grotesk"/>
              </a:defRPr>
            </a:lvl6pPr>
            <a:lvl7pPr>
              <a:defRPr sz="1000" b="1">
                <a:solidFill>
                  <a:srgbClr val="FFFF0A"/>
                </a:solidFill>
                <a:latin typeface="Space Grotesk"/>
                <a:ea typeface="Space Grotesk"/>
                <a:cs typeface="Space Grotesk"/>
              </a:defRPr>
            </a:lvl7pPr>
            <a:lvl8pPr>
              <a:defRPr sz="1000" b="1">
                <a:solidFill>
                  <a:srgbClr val="FFFF0A"/>
                </a:solidFill>
                <a:latin typeface="Space Grotesk"/>
                <a:ea typeface="Space Grotesk"/>
                <a:cs typeface="Space Grotesk"/>
              </a:defRPr>
            </a:lvl8pPr>
            <a:lvl9pPr>
              <a:defRPr sz="1000" b="1">
                <a:solidFill>
                  <a:srgbClr val="FFFF0A"/>
                </a:solidFill>
                <a:latin typeface="Space Grotesk"/>
                <a:ea typeface="Space Grotesk"/>
                <a:cs typeface="Space Grotesk"/>
              </a:defRPr>
            </a:lvl9pPr>
          </a:lstStyle>
          <a:p xmlns:a="http://schemas.openxmlformats.org/drawingml/2006/main">
            <a:pPr>
              <a:lnSpc>
                <a:spcPct val="98000"/>
              </a:lnSpc>
              <a:buNone/>
              <a:defRPr sz="1000" b="1">
                <a:solidFill>
                  <a:srgbClr val="FFFF0A"/>
                </a:solidFill>
                <a:latin typeface="Space Grotesk"/>
                <a:ea typeface="Space Grotesk"/>
                <a:cs typeface="Space Grotesk"/>
              </a:defRPr>
            </a:pPr>
            <a:r>
              <a:rPr sz="1000" b="1">
                <a:solidFill>
                  <a:srgbClr val="FFFF0A"/>
                </a:solidFill>
                <a:latin typeface="Space Grotesk"/>
                <a:ea typeface="Space Grotesk"/>
                <a:cs typeface="Space Grotesk"/>
              </a:rPr>
              <a:t>3 FEET PLEASE</a:t>
            </a:r>
          </a:p>
        </p:txBody>
      </p:sp>
      <p:sp>
        <p:nvSpPr>
          <p:cNvPr id="4" name="Card central message">
            <a:extLst xmlns:a="http://schemas.openxmlformats.org/drawingml/2006/main">
              <a:ext uri="{FF2B5EF4-FFF2-40B4-BE49-F238E27FC236}">
                <a16:creationId xmlns:a16="http://schemas.microsoft.com/office/drawing/2014/main" id="{B4BB2CB3-20FE-4AC8-A878-D2C93552E8E8}"/>
              </a:ext>
            </a:extLst>
          </p:cNvPr>
          <p:cNvSpPr>
            <a:spLocks xmlns:a="http://schemas.openxmlformats.org/drawingml/2006/main" noGrp="1"/>
          </p:cNvSpPr>
          <p:nvPr/>
        </p:nvSpPr>
        <p:spPr>
          <a:xfrm xmlns:a="http://schemas.openxmlformats.org/drawingml/2006/main">
            <a:off x="171450" y="3076575"/>
            <a:ext cx="331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FFFFFF"/>
                </a:solidFill>
                <a:latin typeface="Space Grotesk"/>
                <a:ea typeface="Space Grotesk"/>
                <a:cs typeface="Space Grotesk"/>
              </a:defRPr>
            </a:defPPr>
            <a:lvl1pPr>
              <a:defRPr sz="2400" b="1">
                <a:solidFill>
                  <a:srgbClr val="FFFFFF"/>
                </a:solidFill>
                <a:latin typeface="Space Grotesk"/>
                <a:ea typeface="Space Grotesk"/>
                <a:cs typeface="Space Grotesk"/>
              </a:defRPr>
            </a:lvl1pPr>
            <a:lvl2pPr>
              <a:defRPr sz="2400" b="1">
                <a:solidFill>
                  <a:srgbClr val="FFFFFF"/>
                </a:solidFill>
                <a:latin typeface="Space Grotesk"/>
                <a:ea typeface="Space Grotesk"/>
                <a:cs typeface="Space Grotesk"/>
              </a:defRPr>
            </a:lvl2pPr>
            <a:lvl3pPr>
              <a:defRPr sz="2400" b="1">
                <a:solidFill>
                  <a:srgbClr val="FFFFFF"/>
                </a:solidFill>
                <a:latin typeface="Space Grotesk"/>
                <a:ea typeface="Space Grotesk"/>
                <a:cs typeface="Space Grotesk"/>
              </a:defRPr>
            </a:lvl3pPr>
            <a:lvl4pPr>
              <a:defRPr sz="2400" b="1">
                <a:solidFill>
                  <a:srgbClr val="FFFFFF"/>
                </a:solidFill>
                <a:latin typeface="Space Grotesk"/>
                <a:ea typeface="Space Grotesk"/>
                <a:cs typeface="Space Grotesk"/>
              </a:defRPr>
            </a:lvl4pPr>
            <a:lvl5pPr>
              <a:defRPr sz="2400" b="1">
                <a:solidFill>
                  <a:srgbClr val="FFFFFF"/>
                </a:solidFill>
                <a:latin typeface="Space Grotesk"/>
                <a:ea typeface="Space Grotesk"/>
                <a:cs typeface="Space Grotesk"/>
              </a:defRPr>
            </a:lvl5pPr>
            <a:lvl6pPr>
              <a:defRPr sz="2400" b="1">
                <a:solidFill>
                  <a:srgbClr val="FFFFFF"/>
                </a:solidFill>
                <a:latin typeface="Space Grotesk"/>
                <a:ea typeface="Space Grotesk"/>
                <a:cs typeface="Space Grotesk"/>
              </a:defRPr>
            </a:lvl6pPr>
            <a:lvl7pPr>
              <a:defRPr sz="2400" b="1">
                <a:solidFill>
                  <a:srgbClr val="FFFFFF"/>
                </a:solidFill>
                <a:latin typeface="Space Grotesk"/>
                <a:ea typeface="Space Grotesk"/>
                <a:cs typeface="Space Grotesk"/>
              </a:defRPr>
            </a:lvl7pPr>
            <a:lvl8pPr>
              <a:defRPr sz="2400" b="1">
                <a:solidFill>
                  <a:srgbClr val="FFFFFF"/>
                </a:solidFill>
                <a:latin typeface="Space Grotesk"/>
                <a:ea typeface="Space Grotesk"/>
                <a:cs typeface="Space Grotesk"/>
              </a:defRPr>
            </a:lvl8pPr>
            <a:lvl9pPr>
              <a:defRPr sz="2400" b="1">
                <a:solidFill>
                  <a:srgbClr val="FFFFFF"/>
                </a:solidFill>
                <a:latin typeface="Space Grotesk"/>
                <a:ea typeface="Space Grotesk"/>
                <a:cs typeface="Space Grotesk"/>
              </a:defRPr>
            </a:lvl9pPr>
          </a:lstStyle>
          <a:p xmlns:a="http://schemas.openxmlformats.org/drawingml/2006/main">
            <a:pPr>
              <a:lnSpc>
                <a:spcPct val="98000"/>
              </a:lnSpc>
              <a:buNone/>
              <a:defRPr sz="2400" b="1">
                <a:solidFill>
                  <a:srgbClr val="FFFFFF"/>
                </a:solidFill>
                <a:latin typeface="Space Grotesk"/>
                <a:ea typeface="Space Grotesk"/>
                <a:cs typeface="Space Grotesk"/>
              </a:defRPr>
            </a:pPr>
            <a:r>
              <a:rPr sz="2400" b="1">
                <a:solidFill>
                  <a:srgbClr val="FFFFFF"/>
                </a:solidFill>
                <a:latin typeface="Space Grotesk"/>
                <a:ea typeface="Space Grotesk"/>
                <a:cs typeface="Space Grotesk"/>
              </a:rPr>
              <a:t>Little rides.</a:t>
            </a:r>
          </a:p>
          <a:p xmlns:a="http://schemas.openxmlformats.org/drawingml/2006/main">
            <a:pPr>
              <a:lnSpc>
                <a:spcPct val="98000"/>
              </a:lnSpc>
              <a:buNone/>
              <a:defRPr sz="2400" b="1">
                <a:solidFill>
                  <a:srgbClr val="FFFFFF"/>
                </a:solidFill>
                <a:latin typeface="Space Grotesk"/>
                <a:ea typeface="Space Grotesk"/>
                <a:cs typeface="Space Grotesk"/>
              </a:defRPr>
            </a:pPr>
            <a:r>
              <a:rPr sz="2400" b="1">
                <a:solidFill>
                  <a:srgbClr val="FFFFFF"/>
                </a:solidFill>
                <a:latin typeface="Space Grotesk"/>
                <a:ea typeface="Space Grotesk"/>
                <a:cs typeface="Space Grotesk"/>
              </a:rPr>
              <a:t>Big memories.</a:t>
            </a:r>
          </a:p>
        </p:txBody>
      </p:sp>
      <p:sp>
        <p:nvSpPr>
          <p:cNvPr id="5" name="Card invitation">
            <a:extLst xmlns:a="http://schemas.openxmlformats.org/drawingml/2006/main">
              <a:ext uri="{FF2B5EF4-FFF2-40B4-BE49-F238E27FC236}">
                <a16:creationId xmlns:a16="http://schemas.microsoft.com/office/drawing/2014/main" id="{9EB4D0F6-420E-4879-A7FC-C033B7705390}"/>
              </a:ext>
            </a:extLst>
          </p:cNvPr>
          <p:cNvSpPr>
            <a:spLocks xmlns:a="http://schemas.openxmlformats.org/drawingml/2006/main" noGrp="1"/>
          </p:cNvSpPr>
          <p:nvPr/>
        </p:nvSpPr>
        <p:spPr>
          <a:xfrm xmlns:a="http://schemas.openxmlformats.org/drawingml/2006/main">
            <a:off x="190500" y="3981450"/>
            <a:ext cx="327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FFFFFF"/>
                </a:solidFill>
                <a:latin typeface="Arial"/>
                <a:ea typeface="Arial"/>
                <a:cs typeface="Arial"/>
              </a:defRPr>
            </a:defPPr>
            <a:lvl1pPr>
              <a:defRPr sz="1050" b="0">
                <a:solidFill>
                  <a:srgbClr val="FFFFFF"/>
                </a:solidFill>
                <a:latin typeface="Arial"/>
                <a:ea typeface="Arial"/>
                <a:cs typeface="Arial"/>
              </a:defRPr>
            </a:lvl1pPr>
            <a:lvl2pPr>
              <a:defRPr sz="1050" b="0">
                <a:solidFill>
                  <a:srgbClr val="FFFFFF"/>
                </a:solidFill>
                <a:latin typeface="Arial"/>
                <a:ea typeface="Arial"/>
                <a:cs typeface="Arial"/>
              </a:defRPr>
            </a:lvl2pPr>
            <a:lvl3pPr>
              <a:defRPr sz="1050" b="0">
                <a:solidFill>
                  <a:srgbClr val="FFFFFF"/>
                </a:solidFill>
                <a:latin typeface="Arial"/>
                <a:ea typeface="Arial"/>
                <a:cs typeface="Arial"/>
              </a:defRPr>
            </a:lvl3pPr>
            <a:lvl4pPr>
              <a:defRPr sz="1050" b="0">
                <a:solidFill>
                  <a:srgbClr val="FFFFFF"/>
                </a:solidFill>
                <a:latin typeface="Arial"/>
                <a:ea typeface="Arial"/>
                <a:cs typeface="Arial"/>
              </a:defRPr>
            </a:lvl4pPr>
            <a:lvl5pPr>
              <a:defRPr sz="1050" b="0">
                <a:solidFill>
                  <a:srgbClr val="FFFFFF"/>
                </a:solidFill>
                <a:latin typeface="Arial"/>
                <a:ea typeface="Arial"/>
                <a:cs typeface="Arial"/>
              </a:defRPr>
            </a:lvl5pPr>
            <a:lvl6pPr>
              <a:defRPr sz="1050" b="0">
                <a:solidFill>
                  <a:srgbClr val="FFFFFF"/>
                </a:solidFill>
                <a:latin typeface="Arial"/>
                <a:ea typeface="Arial"/>
                <a:cs typeface="Arial"/>
              </a:defRPr>
            </a:lvl6pPr>
            <a:lvl7pPr>
              <a:defRPr sz="1050" b="0">
                <a:solidFill>
                  <a:srgbClr val="FFFFFF"/>
                </a:solidFill>
                <a:latin typeface="Arial"/>
                <a:ea typeface="Arial"/>
                <a:cs typeface="Arial"/>
              </a:defRPr>
            </a:lvl7pPr>
            <a:lvl8pPr>
              <a:defRPr sz="1050" b="0">
                <a:solidFill>
                  <a:srgbClr val="FFFFFF"/>
                </a:solidFill>
                <a:latin typeface="Arial"/>
                <a:ea typeface="Arial"/>
                <a:cs typeface="Arial"/>
              </a:defRPr>
            </a:lvl8pPr>
            <a:lvl9pPr>
              <a:defRPr sz="1050" b="0">
                <a:solidFill>
                  <a:srgbClr val="FFFFFF"/>
                </a:solidFill>
                <a:latin typeface="Arial"/>
                <a:ea typeface="Arial"/>
                <a:cs typeface="Arial"/>
              </a:defRPr>
            </a:lvl9pPr>
          </a:lstStyle>
          <a:p xmlns:a="http://schemas.openxmlformats.org/drawingml/2006/main">
            <a:pPr>
              <a:lnSpc>
                <a:spcPct val="98000"/>
              </a:lnSpc>
              <a:buNone/>
              <a:defRPr sz="1050" b="0">
                <a:solidFill>
                  <a:srgbClr val="FFFFFF"/>
                </a:solidFill>
                <a:latin typeface="Arial"/>
                <a:ea typeface="Arial"/>
                <a:cs typeface="Arial"/>
              </a:defRPr>
            </a:pPr>
            <a:r>
              <a:rPr sz="1050" b="0">
                <a:solidFill>
                  <a:srgbClr val="FFFFFF"/>
                </a:solidFill>
                <a:latin typeface="Arial"/>
                <a:ea typeface="Arial"/>
                <a:cs typeface="Arial"/>
              </a:rPr>
              <a:t>Practice starts, stops, turns, and looking back away from traffic. Get feedback from an instructor. Supervise children.</a:t>
            </a:r>
          </a:p>
        </p:txBody>
      </p:sp>
      <p:sp>
        <p:nvSpPr>
          <p:cNvPr id="6" name="Brand footer">
            <a:extLst xmlns:a="http://schemas.openxmlformats.org/drawingml/2006/main">
              <a:ext uri="{FF2B5EF4-FFF2-40B4-BE49-F238E27FC236}">
                <a16:creationId xmlns:a16="http://schemas.microsoft.com/office/drawing/2014/main" id="{0D362627-DB90-4425-B382-ADFB71648545}"/>
              </a:ext>
            </a:extLst>
          </p:cNvPr>
          <p:cNvSpPr>
            <a:spLocks xmlns:a="http://schemas.openxmlformats.org/drawingml/2006/main" noGrp="1"/>
          </p:cNvSpPr>
          <p:nvPr/>
        </p:nvSpPr>
        <p:spPr>
          <a:xfrm xmlns:a="http://schemas.openxmlformats.org/drawingml/2006/main">
            <a:off x="0" y="4762500"/>
            <a:ext cx="3657600" cy="7239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B603B864-87C0-4B82-AAF2-C674C23A2395}"/>
              </a:ext>
            </a:extLst>
          </p:cNvPr>
          <p:cNvPicPr>
            <a:picLocks xmlns:a="http://schemas.openxmlformats.org/drawingml/2006/main" noChangeAspect="1"/>
          </p:cNvPicPr>
          <p:nvPr/>
        </p:nvPicPr>
        <p:blipFill>
          <a:blip xmlns:r="http://schemas.openxmlformats.org/officeDocument/2006/relationships" xmlns:a="http://schemas.openxmlformats.org/drawingml/2006/main" r:embed="R1411376fab824fc0"/>
          <a:stretch xmlns:a="http://schemas.openxmlformats.org/drawingml/2006/main"/>
        </p:blipFill>
        <p:spPr>
          <a:xfrm xmlns:a="http://schemas.openxmlformats.org/drawingml/2006/main">
            <a:off x="171450" y="4981575"/>
            <a:ext cx="304800" cy="304800"/>
          </a:xfrm>
          <a:prstGeom xmlns:a="http://schemas.openxmlformats.org/drawingml/2006/main" prst="rect">
            <a:avLst/>
          </a:prstGeom>
        </p:spPr>
      </p:pic>
      <p:sp>
        <p:nvSpPr>
          <p:cNvPr id="8" name="Readable URL">
            <a:extLst xmlns:a="http://schemas.openxmlformats.org/drawingml/2006/main">
              <a:ext uri="{FF2B5EF4-FFF2-40B4-BE49-F238E27FC236}">
                <a16:creationId xmlns:a16="http://schemas.microsoft.com/office/drawing/2014/main" id="{1160244D-6FE5-48E6-9CCA-48DD254180A7}"/>
              </a:ext>
            </a:extLst>
          </p:cNvPr>
          <p:cNvSpPr>
            <a:spLocks xmlns:a="http://schemas.openxmlformats.org/drawingml/2006/main" noGrp="1"/>
          </p:cNvSpPr>
          <p:nvPr/>
        </p:nvSpPr>
        <p:spPr>
          <a:xfrm xmlns:a="http://schemas.openxmlformats.org/drawingml/2006/main">
            <a:off x="609600" y="48958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FFFF0A"/>
                </a:solidFill>
                <a:latin typeface="Space Grotesk"/>
                <a:ea typeface="Space Grotesk"/>
                <a:cs typeface="Space Grotesk"/>
              </a:defRPr>
            </a:defPPr>
            <a:lvl1pPr>
              <a:defRPr sz="1500" b="1">
                <a:solidFill>
                  <a:srgbClr val="FFFF0A"/>
                </a:solidFill>
                <a:latin typeface="Space Grotesk"/>
                <a:ea typeface="Space Grotesk"/>
                <a:cs typeface="Space Grotesk"/>
              </a:defRPr>
            </a:lvl1pPr>
            <a:lvl2pPr>
              <a:defRPr sz="1500" b="1">
                <a:solidFill>
                  <a:srgbClr val="FFFF0A"/>
                </a:solidFill>
                <a:latin typeface="Space Grotesk"/>
                <a:ea typeface="Space Grotesk"/>
                <a:cs typeface="Space Grotesk"/>
              </a:defRPr>
            </a:lvl2pPr>
            <a:lvl3pPr>
              <a:defRPr sz="1500" b="1">
                <a:solidFill>
                  <a:srgbClr val="FFFF0A"/>
                </a:solidFill>
                <a:latin typeface="Space Grotesk"/>
                <a:ea typeface="Space Grotesk"/>
                <a:cs typeface="Space Grotesk"/>
              </a:defRPr>
            </a:lvl3pPr>
            <a:lvl4pPr>
              <a:defRPr sz="1500" b="1">
                <a:solidFill>
                  <a:srgbClr val="FFFF0A"/>
                </a:solidFill>
                <a:latin typeface="Space Grotesk"/>
                <a:ea typeface="Space Grotesk"/>
                <a:cs typeface="Space Grotesk"/>
              </a:defRPr>
            </a:lvl4pPr>
            <a:lvl5pPr>
              <a:defRPr sz="1500" b="1">
                <a:solidFill>
                  <a:srgbClr val="FFFF0A"/>
                </a:solidFill>
                <a:latin typeface="Space Grotesk"/>
                <a:ea typeface="Space Grotesk"/>
                <a:cs typeface="Space Grotesk"/>
              </a:defRPr>
            </a:lvl5pPr>
            <a:lvl6pPr>
              <a:defRPr sz="1500" b="1">
                <a:solidFill>
                  <a:srgbClr val="FFFF0A"/>
                </a:solidFill>
                <a:latin typeface="Space Grotesk"/>
                <a:ea typeface="Space Grotesk"/>
                <a:cs typeface="Space Grotesk"/>
              </a:defRPr>
            </a:lvl6pPr>
            <a:lvl7pPr>
              <a:defRPr sz="1500" b="1">
                <a:solidFill>
                  <a:srgbClr val="FFFF0A"/>
                </a:solidFill>
                <a:latin typeface="Space Grotesk"/>
                <a:ea typeface="Space Grotesk"/>
                <a:cs typeface="Space Grotesk"/>
              </a:defRPr>
            </a:lvl7pPr>
            <a:lvl8pPr>
              <a:defRPr sz="1500" b="1">
                <a:solidFill>
                  <a:srgbClr val="FFFF0A"/>
                </a:solidFill>
                <a:latin typeface="Space Grotesk"/>
                <a:ea typeface="Space Grotesk"/>
                <a:cs typeface="Space Grotesk"/>
              </a:defRPr>
            </a:lvl8pPr>
            <a:lvl9pPr>
              <a:defRPr sz="1500" b="1">
                <a:solidFill>
                  <a:srgbClr val="FFFF0A"/>
                </a:solidFill>
                <a:latin typeface="Space Grotesk"/>
                <a:ea typeface="Space Grotesk"/>
                <a:cs typeface="Space Grotesk"/>
              </a:defRPr>
            </a:lvl9pPr>
          </a:lstStyle>
          <a:p xmlns:a="http://schemas.openxmlformats.org/drawingml/2006/main">
            <a:pPr>
              <a:lnSpc>
                <a:spcPct val="98000"/>
              </a:lnSpc>
              <a:buNone/>
              <a:defRPr sz="1500" b="1">
                <a:solidFill>
                  <a:srgbClr val="FFFF0A"/>
                </a:solidFill>
                <a:latin typeface="Space Grotesk"/>
                <a:ea typeface="Space Grotesk"/>
                <a:cs typeface="Space Grotesk"/>
              </a:defRPr>
            </a:pPr>
            <a:r>
              <a:rPr sz="1500" b="1">
                <a:solidFill>
                  <a:srgbClr val="FFFF0A"/>
                </a:solidFill>
                <a:latin typeface="Space Grotesk"/>
                <a:ea typeface="Space Grotesk"/>
                <a:cs typeface="Space Grotesk"/>
              </a:rPr>
              <a:t>3fp.org</a:t>
            </a:r>
          </a:p>
        </p:txBody>
      </p:sp>
      <p:sp>
        <p:nvSpPr>
          <p:cNvPr id="9" name="Community invitation">
            <a:extLst xmlns:a="http://schemas.openxmlformats.org/drawingml/2006/main">
              <a:ext uri="{FF2B5EF4-FFF2-40B4-BE49-F238E27FC236}">
                <a16:creationId xmlns:a16="http://schemas.microsoft.com/office/drawing/2014/main" id="{A341ECEE-7077-4798-A0DA-3DF4F93CB8FB}"/>
              </a:ext>
            </a:extLst>
          </p:cNvPr>
          <p:cNvSpPr>
            <a:spLocks xmlns:a="http://schemas.openxmlformats.org/drawingml/2006/main" noGrp="1"/>
          </p:cNvSpPr>
          <p:nvPr/>
        </p:nvSpPr>
        <p:spPr>
          <a:xfrm xmlns:a="http://schemas.openxmlformats.org/drawingml/2006/main">
            <a:off x="609600" y="5172075"/>
            <a:ext cx="2143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00" b="1">
                <a:solidFill>
                  <a:srgbClr val="FFFFFF"/>
                </a:solidFill>
                <a:latin typeface="Arial"/>
                <a:ea typeface="Arial"/>
                <a:cs typeface="Arial"/>
              </a:defRPr>
            </a:defPPr>
            <a:lvl1pPr>
              <a:defRPr sz="1000" b="1">
                <a:solidFill>
                  <a:srgbClr val="FFFFFF"/>
                </a:solidFill>
                <a:latin typeface="Arial"/>
                <a:ea typeface="Arial"/>
                <a:cs typeface="Arial"/>
              </a:defRPr>
            </a:lvl1pPr>
            <a:lvl2pPr>
              <a:defRPr sz="1000" b="1">
                <a:solidFill>
                  <a:srgbClr val="FFFFFF"/>
                </a:solidFill>
                <a:latin typeface="Arial"/>
                <a:ea typeface="Arial"/>
                <a:cs typeface="Arial"/>
              </a:defRPr>
            </a:lvl2pPr>
            <a:lvl3pPr>
              <a:defRPr sz="1000" b="1">
                <a:solidFill>
                  <a:srgbClr val="FFFFFF"/>
                </a:solidFill>
                <a:latin typeface="Arial"/>
                <a:ea typeface="Arial"/>
                <a:cs typeface="Arial"/>
              </a:defRPr>
            </a:lvl3pPr>
            <a:lvl4pPr>
              <a:defRPr sz="1000" b="1">
                <a:solidFill>
                  <a:srgbClr val="FFFFFF"/>
                </a:solidFill>
                <a:latin typeface="Arial"/>
                <a:ea typeface="Arial"/>
                <a:cs typeface="Arial"/>
              </a:defRPr>
            </a:lvl4pPr>
            <a:lvl5pPr>
              <a:defRPr sz="1000" b="1">
                <a:solidFill>
                  <a:srgbClr val="FFFFFF"/>
                </a:solidFill>
                <a:latin typeface="Arial"/>
                <a:ea typeface="Arial"/>
                <a:cs typeface="Arial"/>
              </a:defRPr>
            </a:lvl5pPr>
            <a:lvl6pPr>
              <a:defRPr sz="1000" b="1">
                <a:solidFill>
                  <a:srgbClr val="FFFFFF"/>
                </a:solidFill>
                <a:latin typeface="Arial"/>
                <a:ea typeface="Arial"/>
                <a:cs typeface="Arial"/>
              </a:defRPr>
            </a:lvl6pPr>
            <a:lvl7pPr>
              <a:defRPr sz="1000" b="1">
                <a:solidFill>
                  <a:srgbClr val="FFFFFF"/>
                </a:solidFill>
                <a:latin typeface="Arial"/>
                <a:ea typeface="Arial"/>
                <a:cs typeface="Arial"/>
              </a:defRPr>
            </a:lvl7pPr>
            <a:lvl8pPr>
              <a:defRPr sz="1000" b="1">
                <a:solidFill>
                  <a:srgbClr val="FFFFFF"/>
                </a:solidFill>
                <a:latin typeface="Arial"/>
                <a:ea typeface="Arial"/>
                <a:cs typeface="Arial"/>
              </a:defRPr>
            </a:lvl8pPr>
            <a:lvl9pPr>
              <a:defRPr sz="1000" b="1">
                <a:solidFill>
                  <a:srgbClr val="FFFFFF"/>
                </a:solidFill>
                <a:latin typeface="Arial"/>
                <a:ea typeface="Arial"/>
                <a:cs typeface="Arial"/>
              </a:defRPr>
            </a:lvl9pPr>
          </a:lstStyle>
          <a:p xmlns:a="http://schemas.openxmlformats.org/drawingml/2006/main">
            <a:pPr>
              <a:lnSpc>
                <a:spcPct val="98000"/>
              </a:lnSpc>
              <a:buNone/>
              <a:defRPr sz="1000" b="1">
                <a:solidFill>
                  <a:srgbClr val="FFFFFF"/>
                </a:solidFill>
                <a:latin typeface="Arial"/>
                <a:ea typeface="Arial"/>
                <a:cs typeface="Arial"/>
              </a:defRPr>
            </a:pPr>
            <a:r>
              <a:rPr sz="1000" b="1">
                <a:solidFill>
                  <a:srgbClr val="FFFFFF"/>
                </a:solidFill>
                <a:latin typeface="Arial"/>
                <a:ea typeface="Arial"/>
                <a:cs typeface="Arial"/>
              </a:rPr>
              <a:t>Find groups and rides.</a:t>
            </a:r>
          </a:p>
        </p:txBody>
      </p:sp>
      <p:sp>
        <p:nvSpPr>
          <p:cNvPr id="10" name="QR quiet zone">
            <a:extLst xmlns:a="http://schemas.openxmlformats.org/drawingml/2006/main">
              <a:ext uri="{FF2B5EF4-FFF2-40B4-BE49-F238E27FC236}">
                <a16:creationId xmlns:a16="http://schemas.microsoft.com/office/drawing/2014/main" id="{F3E52E93-4DAC-473D-84D1-7AF01EF803B9}"/>
              </a:ext>
            </a:extLst>
          </p:cNvPr>
          <p:cNvSpPr>
            <a:spLocks xmlns:a="http://schemas.openxmlformats.org/drawingml/2006/main" noGrp="1"/>
          </p:cNvSpPr>
          <p:nvPr/>
        </p:nvSpPr>
        <p:spPr>
          <a:xfrm xmlns:a="http://schemas.openxmlformats.org/drawingml/2006/main">
            <a:off x="2962275" y="4848225"/>
            <a:ext cx="590550" cy="59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1" name="">
            <a:extLst xmlns:a="http://schemas.openxmlformats.org/drawingml/2006/main">
              <a:ext uri="{FF2B5EF4-FFF2-40B4-BE49-F238E27FC236}">
                <a16:creationId xmlns:a16="http://schemas.microsoft.com/office/drawing/2014/main" id="{ACFD54E3-E0A4-4712-AAD6-C4107963EB46}"/>
              </a:ext>
            </a:extLst>
          </p:cNvPr>
          <p:cNvPicPr>
            <a:picLocks xmlns:a="http://schemas.openxmlformats.org/drawingml/2006/main" noChangeAspect="1"/>
          </p:cNvPicPr>
          <p:nvPr/>
        </p:nvPicPr>
        <p:blipFill>
          <a:blip xmlns:r="http://schemas.openxmlformats.org/officeDocument/2006/relationships" xmlns:a="http://schemas.openxmlformats.org/drawingml/2006/main" r:embed="Rc9abfaf6e4e94563"/>
          <a:stretch xmlns:a="http://schemas.openxmlformats.org/drawingml/2006/main"/>
        </p:blipFill>
        <p:spPr>
          <a:xfrm xmlns:a="http://schemas.openxmlformats.org/drawingml/2006/main">
            <a:off x="3009900" y="4895850"/>
            <a:ext cx="495300" cy="495300"/>
          </a:xfrm>
          <a:prstGeom xmlns:a="http://schemas.openxmlformats.org/drawingml/2006/main" prst="rect">
            <a:avLst/>
          </a:prstGeom>
        </p:spPr>
      </p:pic>
    </p:spTree>
    <p:extLst>
      <p:ext uri="{BB962C8B-B14F-4D97-AF65-F5344CB8AC3E}">
        <p14:creationId xmlns:p14="http://schemas.microsoft.com/office/powerpoint/2010/main" val="199867276"/>
      </p:ext>
    </p:extLst>
  </p:cSld>
</p:sld>
</file>

<file path=ppt/slides/slide2.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sp>
        <p:nvSpPr>
          <p:cNvPr id="16" name="Card reverse title ground">
            <a:extLst xmlns:a="http://schemas.openxmlformats.org/drawingml/2006/main">
              <a:ext uri="{FF2B5EF4-FFF2-40B4-BE49-F238E27FC236}">
                <a16:creationId xmlns:a16="http://schemas.microsoft.com/office/drawing/2014/main" id="{778EE82D-3B9B-469D-913C-0CF46F23D053}"/>
              </a:ext>
            </a:extLst>
          </p:cNvPr>
          <p:cNvSpPr>
            <a:spLocks xmlns:a="http://schemas.openxmlformats.org/drawingml/2006/main" noGrp="1"/>
          </p:cNvSpPr>
          <p:nvPr/>
        </p:nvSpPr>
        <p:spPr>
          <a:xfrm xmlns:a="http://schemas.openxmlformats.org/drawingml/2006/main">
            <a:off x="0" y="0"/>
            <a:ext cx="3657600" cy="1133475"/>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2" name="Campaign name">
            <a:extLst xmlns:a="http://schemas.openxmlformats.org/drawingml/2006/main">
              <a:ext uri="{FF2B5EF4-FFF2-40B4-BE49-F238E27FC236}">
                <a16:creationId xmlns:a16="http://schemas.microsoft.com/office/drawing/2014/main" id="{716877CA-1776-40E5-B025-10628915A0F6}"/>
              </a:ext>
            </a:extLst>
          </p:cNvPr>
          <p:cNvSpPr>
            <a:spLocks xmlns:a="http://schemas.openxmlformats.org/drawingml/2006/main" noGrp="1"/>
          </p:cNvSpPr>
          <p:nvPr/>
        </p:nvSpPr>
        <p:spPr>
          <a:xfrm xmlns:a="http://schemas.openxmlformats.org/drawingml/2006/main">
            <a:off x="190500" y="180975"/>
            <a:ext cx="3276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00" b="1">
                <a:solidFill>
                  <a:srgbClr val="FFFF0A"/>
                </a:solidFill>
                <a:latin typeface="Space Grotesk"/>
                <a:ea typeface="Space Grotesk"/>
                <a:cs typeface="Space Grotesk"/>
              </a:defRPr>
            </a:defPPr>
            <a:lvl1pPr>
              <a:defRPr sz="1000" b="1">
                <a:solidFill>
                  <a:srgbClr val="FFFF0A"/>
                </a:solidFill>
                <a:latin typeface="Space Grotesk"/>
                <a:ea typeface="Space Grotesk"/>
                <a:cs typeface="Space Grotesk"/>
              </a:defRPr>
            </a:lvl1pPr>
            <a:lvl2pPr>
              <a:defRPr sz="1000" b="1">
                <a:solidFill>
                  <a:srgbClr val="FFFF0A"/>
                </a:solidFill>
                <a:latin typeface="Space Grotesk"/>
                <a:ea typeface="Space Grotesk"/>
                <a:cs typeface="Space Grotesk"/>
              </a:defRPr>
            </a:lvl2pPr>
            <a:lvl3pPr>
              <a:defRPr sz="1000" b="1">
                <a:solidFill>
                  <a:srgbClr val="FFFF0A"/>
                </a:solidFill>
                <a:latin typeface="Space Grotesk"/>
                <a:ea typeface="Space Grotesk"/>
                <a:cs typeface="Space Grotesk"/>
              </a:defRPr>
            </a:lvl3pPr>
            <a:lvl4pPr>
              <a:defRPr sz="1000" b="1">
                <a:solidFill>
                  <a:srgbClr val="FFFF0A"/>
                </a:solidFill>
                <a:latin typeface="Space Grotesk"/>
                <a:ea typeface="Space Grotesk"/>
                <a:cs typeface="Space Grotesk"/>
              </a:defRPr>
            </a:lvl4pPr>
            <a:lvl5pPr>
              <a:defRPr sz="1000" b="1">
                <a:solidFill>
                  <a:srgbClr val="FFFF0A"/>
                </a:solidFill>
                <a:latin typeface="Space Grotesk"/>
                <a:ea typeface="Space Grotesk"/>
                <a:cs typeface="Space Grotesk"/>
              </a:defRPr>
            </a:lvl5pPr>
            <a:lvl6pPr>
              <a:defRPr sz="1000" b="1">
                <a:solidFill>
                  <a:srgbClr val="FFFF0A"/>
                </a:solidFill>
                <a:latin typeface="Space Grotesk"/>
                <a:ea typeface="Space Grotesk"/>
                <a:cs typeface="Space Grotesk"/>
              </a:defRPr>
            </a:lvl6pPr>
            <a:lvl7pPr>
              <a:defRPr sz="1000" b="1">
                <a:solidFill>
                  <a:srgbClr val="FFFF0A"/>
                </a:solidFill>
                <a:latin typeface="Space Grotesk"/>
                <a:ea typeface="Space Grotesk"/>
                <a:cs typeface="Space Grotesk"/>
              </a:defRPr>
            </a:lvl7pPr>
            <a:lvl8pPr>
              <a:defRPr sz="1000" b="1">
                <a:solidFill>
                  <a:srgbClr val="FFFF0A"/>
                </a:solidFill>
                <a:latin typeface="Space Grotesk"/>
                <a:ea typeface="Space Grotesk"/>
                <a:cs typeface="Space Grotesk"/>
              </a:defRPr>
            </a:lvl8pPr>
            <a:lvl9pPr>
              <a:defRPr sz="1000" b="1">
                <a:solidFill>
                  <a:srgbClr val="FFFF0A"/>
                </a:solidFill>
                <a:latin typeface="Space Grotesk"/>
                <a:ea typeface="Space Grotesk"/>
                <a:cs typeface="Space Grotesk"/>
              </a:defRPr>
            </a:lvl9pPr>
          </a:lstStyle>
          <a:p xmlns:a="http://schemas.openxmlformats.org/drawingml/2006/main">
            <a:pPr>
              <a:lnSpc>
                <a:spcPct val="98000"/>
              </a:lnSpc>
              <a:buNone/>
              <a:defRPr sz="1000" b="1">
                <a:solidFill>
                  <a:srgbClr val="FFFF0A"/>
                </a:solidFill>
                <a:latin typeface="Space Grotesk"/>
                <a:ea typeface="Space Grotesk"/>
                <a:cs typeface="Space Grotesk"/>
              </a:defRPr>
            </a:pPr>
            <a:r>
              <a:rPr sz="1000" b="1">
                <a:solidFill>
                  <a:srgbClr val="FFFF0A"/>
                </a:solidFill>
                <a:latin typeface="Space Grotesk"/>
                <a:ea typeface="Space Grotesk"/>
                <a:cs typeface="Space Grotesk"/>
              </a:rPr>
              <a:t>PRACTICE BEFORE TRAFFIC</a:t>
            </a:r>
          </a:p>
        </p:txBody>
      </p:sp>
      <p:sp>
        <p:nvSpPr>
          <p:cNvPr id="3" name="Card reverse headline">
            <a:extLst xmlns:a="http://schemas.openxmlformats.org/drawingml/2006/main">
              <a:ext uri="{FF2B5EF4-FFF2-40B4-BE49-F238E27FC236}">
                <a16:creationId xmlns:a16="http://schemas.microsoft.com/office/drawing/2014/main" id="{97A0790E-1009-4609-A532-FD88E3F54B46}"/>
              </a:ext>
            </a:extLst>
          </p:cNvPr>
          <p:cNvSpPr>
            <a:spLocks xmlns:a="http://schemas.openxmlformats.org/drawingml/2006/main" noGrp="1"/>
          </p:cNvSpPr>
          <p:nvPr/>
        </p:nvSpPr>
        <p:spPr>
          <a:xfrm xmlns:a="http://schemas.openxmlformats.org/drawingml/2006/main">
            <a:off x="171450" y="495300"/>
            <a:ext cx="331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00" b="1">
                <a:solidFill>
                  <a:srgbClr val="FFFFFF"/>
                </a:solidFill>
                <a:latin typeface="Space Grotesk"/>
                <a:ea typeface="Space Grotesk"/>
                <a:cs typeface="Space Grotesk"/>
              </a:defRPr>
            </a:defPPr>
            <a:lvl1pPr>
              <a:defRPr sz="1900" b="1">
                <a:solidFill>
                  <a:srgbClr val="FFFFFF"/>
                </a:solidFill>
                <a:latin typeface="Space Grotesk"/>
                <a:ea typeface="Space Grotesk"/>
                <a:cs typeface="Space Grotesk"/>
              </a:defRPr>
            </a:lvl1pPr>
            <a:lvl2pPr>
              <a:defRPr sz="1900" b="1">
                <a:solidFill>
                  <a:srgbClr val="FFFFFF"/>
                </a:solidFill>
                <a:latin typeface="Space Grotesk"/>
                <a:ea typeface="Space Grotesk"/>
                <a:cs typeface="Space Grotesk"/>
              </a:defRPr>
            </a:lvl2pPr>
            <a:lvl3pPr>
              <a:defRPr sz="1900" b="1">
                <a:solidFill>
                  <a:srgbClr val="FFFFFF"/>
                </a:solidFill>
                <a:latin typeface="Space Grotesk"/>
                <a:ea typeface="Space Grotesk"/>
                <a:cs typeface="Space Grotesk"/>
              </a:defRPr>
            </a:lvl3pPr>
            <a:lvl4pPr>
              <a:defRPr sz="1900" b="1">
                <a:solidFill>
                  <a:srgbClr val="FFFFFF"/>
                </a:solidFill>
                <a:latin typeface="Space Grotesk"/>
                <a:ea typeface="Space Grotesk"/>
                <a:cs typeface="Space Grotesk"/>
              </a:defRPr>
            </a:lvl4pPr>
            <a:lvl5pPr>
              <a:defRPr sz="1900" b="1">
                <a:solidFill>
                  <a:srgbClr val="FFFFFF"/>
                </a:solidFill>
                <a:latin typeface="Space Grotesk"/>
                <a:ea typeface="Space Grotesk"/>
                <a:cs typeface="Space Grotesk"/>
              </a:defRPr>
            </a:lvl5pPr>
            <a:lvl6pPr>
              <a:defRPr sz="1900" b="1">
                <a:solidFill>
                  <a:srgbClr val="FFFFFF"/>
                </a:solidFill>
                <a:latin typeface="Space Grotesk"/>
                <a:ea typeface="Space Grotesk"/>
                <a:cs typeface="Space Grotesk"/>
              </a:defRPr>
            </a:lvl6pPr>
            <a:lvl7pPr>
              <a:defRPr sz="1900" b="1">
                <a:solidFill>
                  <a:srgbClr val="FFFFFF"/>
                </a:solidFill>
                <a:latin typeface="Space Grotesk"/>
                <a:ea typeface="Space Grotesk"/>
                <a:cs typeface="Space Grotesk"/>
              </a:defRPr>
            </a:lvl7pPr>
            <a:lvl8pPr>
              <a:defRPr sz="1900" b="1">
                <a:solidFill>
                  <a:srgbClr val="FFFFFF"/>
                </a:solidFill>
                <a:latin typeface="Space Grotesk"/>
                <a:ea typeface="Space Grotesk"/>
                <a:cs typeface="Space Grotesk"/>
              </a:defRPr>
            </a:lvl8pPr>
            <a:lvl9pPr>
              <a:defRPr sz="1900" b="1">
                <a:solidFill>
                  <a:srgbClr val="FFFFFF"/>
                </a:solidFill>
                <a:latin typeface="Space Grotesk"/>
                <a:ea typeface="Space Grotesk"/>
                <a:cs typeface="Space Grotesk"/>
              </a:defRPr>
            </a:lvl9pPr>
          </a:lstStyle>
          <a:p xmlns:a="http://schemas.openxmlformats.org/drawingml/2006/main">
            <a:pPr>
              <a:lnSpc>
                <a:spcPct val="98000"/>
              </a:lnSpc>
              <a:buNone/>
              <a:defRPr sz="1900" b="1">
                <a:solidFill>
                  <a:srgbClr val="FFFFFF"/>
                </a:solidFill>
                <a:latin typeface="Space Grotesk"/>
                <a:ea typeface="Space Grotesk"/>
                <a:cs typeface="Space Grotesk"/>
              </a:defRPr>
            </a:pPr>
            <a:r>
              <a:rPr sz="1900" b="1">
                <a:solidFill>
                  <a:srgbClr val="FFFFFF"/>
                </a:solidFill>
                <a:latin typeface="Space Grotesk"/>
                <a:ea typeface="Space Grotesk"/>
                <a:cs typeface="Space Grotesk"/>
              </a:rPr>
              <a:t>Little rides. Big memories.</a:t>
            </a:r>
          </a:p>
        </p:txBody>
      </p:sp>
      <p:sp>
        <p:nvSpPr>
          <p:cNvPr id="4" name="Action heading 0">
            <a:extLst xmlns:a="http://schemas.openxmlformats.org/drawingml/2006/main">
              <a:ext uri="{FF2B5EF4-FFF2-40B4-BE49-F238E27FC236}">
                <a16:creationId xmlns:a16="http://schemas.microsoft.com/office/drawing/2014/main" id="{D14283C8-418A-446C-8046-79524B386226}"/>
              </a:ext>
            </a:extLst>
          </p:cNvPr>
          <p:cNvSpPr>
            <a:spLocks xmlns:a="http://schemas.openxmlformats.org/drawingml/2006/main" noGrp="1"/>
          </p:cNvSpPr>
          <p:nvPr/>
        </p:nvSpPr>
        <p:spPr>
          <a:xfrm xmlns:a="http://schemas.openxmlformats.org/drawingml/2006/main">
            <a:off x="200025" y="1352550"/>
            <a:ext cx="325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7926CB"/>
                </a:solidFill>
                <a:latin typeface="Space Grotesk"/>
                <a:ea typeface="Space Grotesk"/>
                <a:cs typeface="Space Grotesk"/>
              </a:defRPr>
            </a:defPPr>
            <a:lvl1pPr>
              <a:defRPr sz="1200" b="1">
                <a:solidFill>
                  <a:srgbClr val="7926CB"/>
                </a:solidFill>
                <a:latin typeface="Space Grotesk"/>
                <a:ea typeface="Space Grotesk"/>
                <a:cs typeface="Space Grotesk"/>
              </a:defRPr>
            </a:lvl1pPr>
            <a:lvl2pPr>
              <a:defRPr sz="1200" b="1">
                <a:solidFill>
                  <a:srgbClr val="7926CB"/>
                </a:solidFill>
                <a:latin typeface="Space Grotesk"/>
                <a:ea typeface="Space Grotesk"/>
                <a:cs typeface="Space Grotesk"/>
              </a:defRPr>
            </a:lvl2pPr>
            <a:lvl3pPr>
              <a:defRPr sz="1200" b="1">
                <a:solidFill>
                  <a:srgbClr val="7926CB"/>
                </a:solidFill>
                <a:latin typeface="Space Grotesk"/>
                <a:ea typeface="Space Grotesk"/>
                <a:cs typeface="Space Grotesk"/>
              </a:defRPr>
            </a:lvl3pPr>
            <a:lvl4pPr>
              <a:defRPr sz="1200" b="1">
                <a:solidFill>
                  <a:srgbClr val="7926CB"/>
                </a:solidFill>
                <a:latin typeface="Space Grotesk"/>
                <a:ea typeface="Space Grotesk"/>
                <a:cs typeface="Space Grotesk"/>
              </a:defRPr>
            </a:lvl4pPr>
            <a:lvl5pPr>
              <a:defRPr sz="1200" b="1">
                <a:solidFill>
                  <a:srgbClr val="7926CB"/>
                </a:solidFill>
                <a:latin typeface="Space Grotesk"/>
                <a:ea typeface="Space Grotesk"/>
                <a:cs typeface="Space Grotesk"/>
              </a:defRPr>
            </a:lvl5pPr>
            <a:lvl6pPr>
              <a:defRPr sz="1200" b="1">
                <a:solidFill>
                  <a:srgbClr val="7926CB"/>
                </a:solidFill>
                <a:latin typeface="Space Grotesk"/>
                <a:ea typeface="Space Grotesk"/>
                <a:cs typeface="Space Grotesk"/>
              </a:defRPr>
            </a:lvl6pPr>
            <a:lvl7pPr>
              <a:defRPr sz="1200" b="1">
                <a:solidFill>
                  <a:srgbClr val="7926CB"/>
                </a:solidFill>
                <a:latin typeface="Space Grotesk"/>
                <a:ea typeface="Space Grotesk"/>
                <a:cs typeface="Space Grotesk"/>
              </a:defRPr>
            </a:lvl7pPr>
            <a:lvl8pPr>
              <a:defRPr sz="1200" b="1">
                <a:solidFill>
                  <a:srgbClr val="7926CB"/>
                </a:solidFill>
                <a:latin typeface="Space Grotesk"/>
                <a:ea typeface="Space Grotesk"/>
                <a:cs typeface="Space Grotesk"/>
              </a:defRPr>
            </a:lvl8pPr>
            <a:lvl9pPr>
              <a:defRPr sz="1200" b="1">
                <a:solidFill>
                  <a:srgbClr val="7926CB"/>
                </a:solidFill>
                <a:latin typeface="Space Grotesk"/>
                <a:ea typeface="Space Grotesk"/>
                <a:cs typeface="Space Grotesk"/>
              </a:defRPr>
            </a:lvl9pPr>
          </a:lstStyle>
          <a:p xmlns:a="http://schemas.openxmlformats.org/drawingml/2006/main">
            <a:pPr>
              <a:lnSpc>
                <a:spcPct val="98000"/>
              </a:lnSpc>
              <a:buNone/>
              <a:defRPr sz="1200" b="1">
                <a:solidFill>
                  <a:srgbClr val="7926CB"/>
                </a:solidFill>
                <a:latin typeface="Space Grotesk"/>
                <a:ea typeface="Space Grotesk"/>
                <a:cs typeface="Space Grotesk"/>
              </a:defRPr>
            </a:pPr>
            <a:r>
              <a:rPr sz="1200" b="1">
                <a:solidFill>
                  <a:srgbClr val="7926CB"/>
                </a:solidFill>
                <a:latin typeface="Space Grotesk"/>
                <a:ea typeface="Space Grotesk"/>
                <a:cs typeface="Space Grotesk"/>
              </a:rPr>
              <a:t>Practice in a closed area</a:t>
            </a:r>
          </a:p>
        </p:txBody>
      </p:sp>
      <p:sp>
        <p:nvSpPr>
          <p:cNvPr id="5" name="Action guidance 0">
            <a:extLst xmlns:a="http://schemas.openxmlformats.org/drawingml/2006/main">
              <a:ext uri="{FF2B5EF4-FFF2-40B4-BE49-F238E27FC236}">
                <a16:creationId xmlns:a16="http://schemas.microsoft.com/office/drawing/2014/main" id="{1B5511F7-80D5-4F1E-966B-521DDDCAF67E}"/>
              </a:ext>
            </a:extLst>
          </p:cNvPr>
          <p:cNvSpPr>
            <a:spLocks xmlns:a="http://schemas.openxmlformats.org/drawingml/2006/main" noGrp="1"/>
          </p:cNvSpPr>
          <p:nvPr/>
        </p:nvSpPr>
        <p:spPr>
          <a:xfrm xmlns:a="http://schemas.openxmlformats.org/drawingml/2006/main">
            <a:off x="200025" y="1638300"/>
            <a:ext cx="3257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70" b="0">
                <a:solidFill>
                  <a:srgbClr val="23143A"/>
                </a:solidFill>
                <a:latin typeface="Arial"/>
                <a:ea typeface="Arial"/>
                <a:cs typeface="Arial"/>
              </a:defRPr>
            </a:defPPr>
            <a:lvl1pPr>
              <a:defRPr sz="1070" b="0">
                <a:solidFill>
                  <a:srgbClr val="23143A"/>
                </a:solidFill>
                <a:latin typeface="Arial"/>
                <a:ea typeface="Arial"/>
                <a:cs typeface="Arial"/>
              </a:defRPr>
            </a:lvl1pPr>
            <a:lvl2pPr>
              <a:defRPr sz="1070" b="0">
                <a:solidFill>
                  <a:srgbClr val="23143A"/>
                </a:solidFill>
                <a:latin typeface="Arial"/>
                <a:ea typeface="Arial"/>
                <a:cs typeface="Arial"/>
              </a:defRPr>
            </a:lvl2pPr>
            <a:lvl3pPr>
              <a:defRPr sz="1070" b="0">
                <a:solidFill>
                  <a:srgbClr val="23143A"/>
                </a:solidFill>
                <a:latin typeface="Arial"/>
                <a:ea typeface="Arial"/>
                <a:cs typeface="Arial"/>
              </a:defRPr>
            </a:lvl3pPr>
            <a:lvl4pPr>
              <a:defRPr sz="1070" b="0">
                <a:solidFill>
                  <a:srgbClr val="23143A"/>
                </a:solidFill>
                <a:latin typeface="Arial"/>
                <a:ea typeface="Arial"/>
                <a:cs typeface="Arial"/>
              </a:defRPr>
            </a:lvl4pPr>
            <a:lvl5pPr>
              <a:defRPr sz="1070" b="0">
                <a:solidFill>
                  <a:srgbClr val="23143A"/>
                </a:solidFill>
                <a:latin typeface="Arial"/>
                <a:ea typeface="Arial"/>
                <a:cs typeface="Arial"/>
              </a:defRPr>
            </a:lvl5pPr>
            <a:lvl6pPr>
              <a:defRPr sz="1070" b="0">
                <a:solidFill>
                  <a:srgbClr val="23143A"/>
                </a:solidFill>
                <a:latin typeface="Arial"/>
                <a:ea typeface="Arial"/>
                <a:cs typeface="Arial"/>
              </a:defRPr>
            </a:lvl6pPr>
            <a:lvl7pPr>
              <a:defRPr sz="1070" b="0">
                <a:solidFill>
                  <a:srgbClr val="23143A"/>
                </a:solidFill>
                <a:latin typeface="Arial"/>
                <a:ea typeface="Arial"/>
                <a:cs typeface="Arial"/>
              </a:defRPr>
            </a:lvl7pPr>
            <a:lvl8pPr>
              <a:defRPr sz="1070" b="0">
                <a:solidFill>
                  <a:srgbClr val="23143A"/>
                </a:solidFill>
                <a:latin typeface="Arial"/>
                <a:ea typeface="Arial"/>
                <a:cs typeface="Arial"/>
              </a:defRPr>
            </a:lvl8pPr>
            <a:lvl9pPr>
              <a:defRPr sz="1070" b="0">
                <a:solidFill>
                  <a:srgbClr val="23143A"/>
                </a:solidFill>
                <a:latin typeface="Arial"/>
                <a:ea typeface="Arial"/>
                <a:cs typeface="Arial"/>
              </a:defRPr>
            </a:lvl9pPr>
          </a:lstStyle>
          <a:p xmlns:a="http://schemas.openxmlformats.org/drawingml/2006/main">
            <a:pPr>
              <a:lnSpc>
                <a:spcPct val="98000"/>
              </a:lnSpc>
              <a:buNone/>
              <a:defRPr sz="1070" b="0">
                <a:solidFill>
                  <a:srgbClr val="23143A"/>
                </a:solidFill>
                <a:latin typeface="Arial"/>
                <a:ea typeface="Arial"/>
                <a:cs typeface="Arial"/>
              </a:defRPr>
            </a:pPr>
            <a:r>
              <a:rPr sz="1070" b="0">
                <a:solidFill>
                  <a:srgbClr val="23143A"/>
                </a:solidFill>
                <a:latin typeface="Arial"/>
                <a:ea typeface="Arial"/>
                <a:cs typeface="Arial"/>
              </a:rPr>
              <a:t>With a qualified instructor, practice starts, stops, turns, and looking back in a closed, traffic-free area.</a:t>
            </a:r>
          </a:p>
        </p:txBody>
      </p:sp>
      <p:sp>
        <p:nvSpPr>
          <p:cNvPr id="6" name="Action heading 1">
            <a:extLst xmlns:a="http://schemas.openxmlformats.org/drawingml/2006/main">
              <a:ext uri="{FF2B5EF4-FFF2-40B4-BE49-F238E27FC236}">
                <a16:creationId xmlns:a16="http://schemas.microsoft.com/office/drawing/2014/main" id="{835FD46B-98AC-4045-B63F-ED18B4ACF52A}"/>
              </a:ext>
            </a:extLst>
          </p:cNvPr>
          <p:cNvSpPr>
            <a:spLocks xmlns:a="http://schemas.openxmlformats.org/drawingml/2006/main" noGrp="1"/>
          </p:cNvSpPr>
          <p:nvPr/>
        </p:nvSpPr>
        <p:spPr>
          <a:xfrm xmlns:a="http://schemas.openxmlformats.org/drawingml/2006/main">
            <a:off x="200025" y="2381250"/>
            <a:ext cx="325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7926CB"/>
                </a:solidFill>
                <a:latin typeface="Space Grotesk"/>
                <a:ea typeface="Space Grotesk"/>
                <a:cs typeface="Space Grotesk"/>
              </a:defRPr>
            </a:defPPr>
            <a:lvl1pPr>
              <a:defRPr sz="1200" b="1">
                <a:solidFill>
                  <a:srgbClr val="7926CB"/>
                </a:solidFill>
                <a:latin typeface="Space Grotesk"/>
                <a:ea typeface="Space Grotesk"/>
                <a:cs typeface="Space Grotesk"/>
              </a:defRPr>
            </a:lvl1pPr>
            <a:lvl2pPr>
              <a:defRPr sz="1200" b="1">
                <a:solidFill>
                  <a:srgbClr val="7926CB"/>
                </a:solidFill>
                <a:latin typeface="Space Grotesk"/>
                <a:ea typeface="Space Grotesk"/>
                <a:cs typeface="Space Grotesk"/>
              </a:defRPr>
            </a:lvl2pPr>
            <a:lvl3pPr>
              <a:defRPr sz="1200" b="1">
                <a:solidFill>
                  <a:srgbClr val="7926CB"/>
                </a:solidFill>
                <a:latin typeface="Space Grotesk"/>
                <a:ea typeface="Space Grotesk"/>
                <a:cs typeface="Space Grotesk"/>
              </a:defRPr>
            </a:lvl3pPr>
            <a:lvl4pPr>
              <a:defRPr sz="1200" b="1">
                <a:solidFill>
                  <a:srgbClr val="7926CB"/>
                </a:solidFill>
                <a:latin typeface="Space Grotesk"/>
                <a:ea typeface="Space Grotesk"/>
                <a:cs typeface="Space Grotesk"/>
              </a:defRPr>
            </a:lvl4pPr>
            <a:lvl5pPr>
              <a:defRPr sz="1200" b="1">
                <a:solidFill>
                  <a:srgbClr val="7926CB"/>
                </a:solidFill>
                <a:latin typeface="Space Grotesk"/>
                <a:ea typeface="Space Grotesk"/>
                <a:cs typeface="Space Grotesk"/>
              </a:defRPr>
            </a:lvl5pPr>
            <a:lvl6pPr>
              <a:defRPr sz="1200" b="1">
                <a:solidFill>
                  <a:srgbClr val="7926CB"/>
                </a:solidFill>
                <a:latin typeface="Space Grotesk"/>
                <a:ea typeface="Space Grotesk"/>
                <a:cs typeface="Space Grotesk"/>
              </a:defRPr>
            </a:lvl6pPr>
            <a:lvl7pPr>
              <a:defRPr sz="1200" b="1">
                <a:solidFill>
                  <a:srgbClr val="7926CB"/>
                </a:solidFill>
                <a:latin typeface="Space Grotesk"/>
                <a:ea typeface="Space Grotesk"/>
                <a:cs typeface="Space Grotesk"/>
              </a:defRPr>
            </a:lvl7pPr>
            <a:lvl8pPr>
              <a:defRPr sz="1200" b="1">
                <a:solidFill>
                  <a:srgbClr val="7926CB"/>
                </a:solidFill>
                <a:latin typeface="Space Grotesk"/>
                <a:ea typeface="Space Grotesk"/>
                <a:cs typeface="Space Grotesk"/>
              </a:defRPr>
            </a:lvl8pPr>
            <a:lvl9pPr>
              <a:defRPr sz="1200" b="1">
                <a:solidFill>
                  <a:srgbClr val="7926CB"/>
                </a:solidFill>
                <a:latin typeface="Space Grotesk"/>
                <a:ea typeface="Space Grotesk"/>
                <a:cs typeface="Space Grotesk"/>
              </a:defRPr>
            </a:lvl9pPr>
          </a:lstStyle>
          <a:p xmlns:a="http://schemas.openxmlformats.org/drawingml/2006/main">
            <a:pPr>
              <a:lnSpc>
                <a:spcPct val="98000"/>
              </a:lnSpc>
              <a:buNone/>
              <a:defRPr sz="1200" b="1">
                <a:solidFill>
                  <a:srgbClr val="7926CB"/>
                </a:solidFill>
                <a:latin typeface="Space Grotesk"/>
                <a:ea typeface="Space Grotesk"/>
                <a:cs typeface="Space Grotesk"/>
              </a:defRPr>
            </a:pPr>
            <a:r>
              <a:rPr sz="1200" b="1">
                <a:solidFill>
                  <a:srgbClr val="7926CB"/>
                </a:solidFill>
                <a:latin typeface="Space Grotesk"/>
                <a:ea typeface="Space Grotesk"/>
                <a:cs typeface="Space Grotesk"/>
              </a:rPr>
              <a:t>Stay close</a:t>
            </a:r>
          </a:p>
        </p:txBody>
      </p:sp>
      <p:sp>
        <p:nvSpPr>
          <p:cNvPr id="7" name="Action guidance 1">
            <a:extLst xmlns:a="http://schemas.openxmlformats.org/drawingml/2006/main">
              <a:ext uri="{FF2B5EF4-FFF2-40B4-BE49-F238E27FC236}">
                <a16:creationId xmlns:a16="http://schemas.microsoft.com/office/drawing/2014/main" id="{4FFDED58-81E0-4EBC-9FEC-857C12662510}"/>
              </a:ext>
            </a:extLst>
          </p:cNvPr>
          <p:cNvSpPr>
            <a:spLocks xmlns:a="http://schemas.openxmlformats.org/drawingml/2006/main" noGrp="1"/>
          </p:cNvSpPr>
          <p:nvPr/>
        </p:nvSpPr>
        <p:spPr>
          <a:xfrm xmlns:a="http://schemas.openxmlformats.org/drawingml/2006/main">
            <a:off x="200025" y="2667000"/>
            <a:ext cx="3257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70" b="0">
                <a:solidFill>
                  <a:srgbClr val="23143A"/>
                </a:solidFill>
                <a:latin typeface="Arial"/>
                <a:ea typeface="Arial"/>
                <a:cs typeface="Arial"/>
              </a:defRPr>
            </a:defPPr>
            <a:lvl1pPr>
              <a:defRPr sz="1070" b="0">
                <a:solidFill>
                  <a:srgbClr val="23143A"/>
                </a:solidFill>
                <a:latin typeface="Arial"/>
                <a:ea typeface="Arial"/>
                <a:cs typeface="Arial"/>
              </a:defRPr>
            </a:lvl1pPr>
            <a:lvl2pPr>
              <a:defRPr sz="1070" b="0">
                <a:solidFill>
                  <a:srgbClr val="23143A"/>
                </a:solidFill>
                <a:latin typeface="Arial"/>
                <a:ea typeface="Arial"/>
                <a:cs typeface="Arial"/>
              </a:defRPr>
            </a:lvl2pPr>
            <a:lvl3pPr>
              <a:defRPr sz="1070" b="0">
                <a:solidFill>
                  <a:srgbClr val="23143A"/>
                </a:solidFill>
                <a:latin typeface="Arial"/>
                <a:ea typeface="Arial"/>
                <a:cs typeface="Arial"/>
              </a:defRPr>
            </a:lvl3pPr>
            <a:lvl4pPr>
              <a:defRPr sz="1070" b="0">
                <a:solidFill>
                  <a:srgbClr val="23143A"/>
                </a:solidFill>
                <a:latin typeface="Arial"/>
                <a:ea typeface="Arial"/>
                <a:cs typeface="Arial"/>
              </a:defRPr>
            </a:lvl4pPr>
            <a:lvl5pPr>
              <a:defRPr sz="1070" b="0">
                <a:solidFill>
                  <a:srgbClr val="23143A"/>
                </a:solidFill>
                <a:latin typeface="Arial"/>
                <a:ea typeface="Arial"/>
                <a:cs typeface="Arial"/>
              </a:defRPr>
            </a:lvl5pPr>
            <a:lvl6pPr>
              <a:defRPr sz="1070" b="0">
                <a:solidFill>
                  <a:srgbClr val="23143A"/>
                </a:solidFill>
                <a:latin typeface="Arial"/>
                <a:ea typeface="Arial"/>
                <a:cs typeface="Arial"/>
              </a:defRPr>
            </a:lvl6pPr>
            <a:lvl7pPr>
              <a:defRPr sz="1070" b="0">
                <a:solidFill>
                  <a:srgbClr val="23143A"/>
                </a:solidFill>
                <a:latin typeface="Arial"/>
                <a:ea typeface="Arial"/>
                <a:cs typeface="Arial"/>
              </a:defRPr>
            </a:lvl7pPr>
            <a:lvl8pPr>
              <a:defRPr sz="1070" b="0">
                <a:solidFill>
                  <a:srgbClr val="23143A"/>
                </a:solidFill>
                <a:latin typeface="Arial"/>
                <a:ea typeface="Arial"/>
                <a:cs typeface="Arial"/>
              </a:defRPr>
            </a:lvl8pPr>
            <a:lvl9pPr>
              <a:defRPr sz="1070" b="0">
                <a:solidFill>
                  <a:srgbClr val="23143A"/>
                </a:solidFill>
                <a:latin typeface="Arial"/>
                <a:ea typeface="Arial"/>
                <a:cs typeface="Arial"/>
              </a:defRPr>
            </a:lvl9pPr>
          </a:lstStyle>
          <a:p xmlns:a="http://schemas.openxmlformats.org/drawingml/2006/main">
            <a:pPr>
              <a:lnSpc>
                <a:spcPct val="98000"/>
              </a:lnSpc>
              <a:buNone/>
              <a:defRPr sz="1070" b="0">
                <a:solidFill>
                  <a:srgbClr val="23143A"/>
                </a:solidFill>
                <a:latin typeface="Arial"/>
                <a:ea typeface="Arial"/>
                <a:cs typeface="Arial"/>
              </a:defRPr>
            </a:pPr>
            <a:r>
              <a:rPr sz="1070" b="0">
                <a:solidFill>
                  <a:srgbClr val="23143A"/>
                </a:solidFill>
                <a:latin typeface="Arial"/>
                <a:ea typeface="Arial"/>
                <a:cs typeface="Arial"/>
              </a:rPr>
              <a:t>Supervise children. Ask a local cycling group about instruction and practice.</a:t>
            </a:r>
          </a:p>
        </p:txBody>
      </p:sp>
      <p:sp>
        <p:nvSpPr>
          <p:cNvPr id="8" name="Action heading 2">
            <a:extLst xmlns:a="http://schemas.openxmlformats.org/drawingml/2006/main">
              <a:ext uri="{FF2B5EF4-FFF2-40B4-BE49-F238E27FC236}">
                <a16:creationId xmlns:a16="http://schemas.microsoft.com/office/drawing/2014/main" id="{89958DEE-6C81-40A0-B30F-D4C8B1C05EC8}"/>
              </a:ext>
            </a:extLst>
          </p:cNvPr>
          <p:cNvSpPr>
            <a:spLocks xmlns:a="http://schemas.openxmlformats.org/drawingml/2006/main" noGrp="1"/>
          </p:cNvSpPr>
          <p:nvPr/>
        </p:nvSpPr>
        <p:spPr>
          <a:xfrm xmlns:a="http://schemas.openxmlformats.org/drawingml/2006/main">
            <a:off x="200025" y="3409950"/>
            <a:ext cx="325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7926CB"/>
                </a:solidFill>
                <a:latin typeface="Space Grotesk"/>
                <a:ea typeface="Space Grotesk"/>
                <a:cs typeface="Space Grotesk"/>
              </a:defRPr>
            </a:defPPr>
            <a:lvl1pPr>
              <a:defRPr sz="1200" b="1">
                <a:solidFill>
                  <a:srgbClr val="7926CB"/>
                </a:solidFill>
                <a:latin typeface="Space Grotesk"/>
                <a:ea typeface="Space Grotesk"/>
                <a:cs typeface="Space Grotesk"/>
              </a:defRPr>
            </a:lvl1pPr>
            <a:lvl2pPr>
              <a:defRPr sz="1200" b="1">
                <a:solidFill>
                  <a:srgbClr val="7926CB"/>
                </a:solidFill>
                <a:latin typeface="Space Grotesk"/>
                <a:ea typeface="Space Grotesk"/>
                <a:cs typeface="Space Grotesk"/>
              </a:defRPr>
            </a:lvl2pPr>
            <a:lvl3pPr>
              <a:defRPr sz="1200" b="1">
                <a:solidFill>
                  <a:srgbClr val="7926CB"/>
                </a:solidFill>
                <a:latin typeface="Space Grotesk"/>
                <a:ea typeface="Space Grotesk"/>
                <a:cs typeface="Space Grotesk"/>
              </a:defRPr>
            </a:lvl3pPr>
            <a:lvl4pPr>
              <a:defRPr sz="1200" b="1">
                <a:solidFill>
                  <a:srgbClr val="7926CB"/>
                </a:solidFill>
                <a:latin typeface="Space Grotesk"/>
                <a:ea typeface="Space Grotesk"/>
                <a:cs typeface="Space Grotesk"/>
              </a:defRPr>
            </a:lvl4pPr>
            <a:lvl5pPr>
              <a:defRPr sz="1200" b="1">
                <a:solidFill>
                  <a:srgbClr val="7926CB"/>
                </a:solidFill>
                <a:latin typeface="Space Grotesk"/>
                <a:ea typeface="Space Grotesk"/>
                <a:cs typeface="Space Grotesk"/>
              </a:defRPr>
            </a:lvl5pPr>
            <a:lvl6pPr>
              <a:defRPr sz="1200" b="1">
                <a:solidFill>
                  <a:srgbClr val="7926CB"/>
                </a:solidFill>
                <a:latin typeface="Space Grotesk"/>
                <a:ea typeface="Space Grotesk"/>
                <a:cs typeface="Space Grotesk"/>
              </a:defRPr>
            </a:lvl6pPr>
            <a:lvl7pPr>
              <a:defRPr sz="1200" b="1">
                <a:solidFill>
                  <a:srgbClr val="7926CB"/>
                </a:solidFill>
                <a:latin typeface="Space Grotesk"/>
                <a:ea typeface="Space Grotesk"/>
                <a:cs typeface="Space Grotesk"/>
              </a:defRPr>
            </a:lvl7pPr>
            <a:lvl8pPr>
              <a:defRPr sz="1200" b="1">
                <a:solidFill>
                  <a:srgbClr val="7926CB"/>
                </a:solidFill>
                <a:latin typeface="Space Grotesk"/>
                <a:ea typeface="Space Grotesk"/>
                <a:cs typeface="Space Grotesk"/>
              </a:defRPr>
            </a:lvl8pPr>
            <a:lvl9pPr>
              <a:defRPr sz="1200" b="1">
                <a:solidFill>
                  <a:srgbClr val="7926CB"/>
                </a:solidFill>
                <a:latin typeface="Space Grotesk"/>
                <a:ea typeface="Space Grotesk"/>
                <a:cs typeface="Space Grotesk"/>
              </a:defRPr>
            </a:lvl9pPr>
          </a:lstStyle>
          <a:p xmlns:a="http://schemas.openxmlformats.org/drawingml/2006/main">
            <a:pPr>
              <a:lnSpc>
                <a:spcPct val="98000"/>
              </a:lnSpc>
              <a:buNone/>
              <a:defRPr sz="1200" b="1">
                <a:solidFill>
                  <a:srgbClr val="7926CB"/>
                </a:solidFill>
                <a:latin typeface="Space Grotesk"/>
                <a:ea typeface="Space Grotesk"/>
                <a:cs typeface="Space Grotesk"/>
              </a:defRPr>
            </a:pPr>
            <a:r>
              <a:rPr sz="1200" b="1">
                <a:solidFill>
                  <a:srgbClr val="7926CB"/>
                </a:solidFill>
                <a:latin typeface="Space Grotesk"/>
                <a:ea typeface="Space Grotesk"/>
                <a:cs typeface="Space Grotesk"/>
              </a:rPr>
              <a:t>Try ABC Quick Check</a:t>
            </a:r>
          </a:p>
        </p:txBody>
      </p:sp>
      <p:sp>
        <p:nvSpPr>
          <p:cNvPr id="9" name="Action guidance 2">
            <a:extLst xmlns:a="http://schemas.openxmlformats.org/drawingml/2006/main">
              <a:ext uri="{FF2B5EF4-FFF2-40B4-BE49-F238E27FC236}">
                <a16:creationId xmlns:a16="http://schemas.microsoft.com/office/drawing/2014/main" id="{D4B976F5-D6B9-4D23-B227-9A8390BF2873}"/>
              </a:ext>
            </a:extLst>
          </p:cNvPr>
          <p:cNvSpPr>
            <a:spLocks xmlns:a="http://schemas.openxmlformats.org/drawingml/2006/main" noGrp="1"/>
          </p:cNvSpPr>
          <p:nvPr/>
        </p:nvSpPr>
        <p:spPr>
          <a:xfrm xmlns:a="http://schemas.openxmlformats.org/drawingml/2006/main">
            <a:off x="200025" y="3695700"/>
            <a:ext cx="3257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70" b="0">
                <a:solidFill>
                  <a:srgbClr val="23143A"/>
                </a:solidFill>
                <a:latin typeface="Arial"/>
                <a:ea typeface="Arial"/>
                <a:cs typeface="Arial"/>
              </a:defRPr>
            </a:defPPr>
            <a:lvl1pPr>
              <a:defRPr sz="1070" b="0">
                <a:solidFill>
                  <a:srgbClr val="23143A"/>
                </a:solidFill>
                <a:latin typeface="Arial"/>
                <a:ea typeface="Arial"/>
                <a:cs typeface="Arial"/>
              </a:defRPr>
            </a:lvl1pPr>
            <a:lvl2pPr>
              <a:defRPr sz="1070" b="0">
                <a:solidFill>
                  <a:srgbClr val="23143A"/>
                </a:solidFill>
                <a:latin typeface="Arial"/>
                <a:ea typeface="Arial"/>
                <a:cs typeface="Arial"/>
              </a:defRPr>
            </a:lvl2pPr>
            <a:lvl3pPr>
              <a:defRPr sz="1070" b="0">
                <a:solidFill>
                  <a:srgbClr val="23143A"/>
                </a:solidFill>
                <a:latin typeface="Arial"/>
                <a:ea typeface="Arial"/>
                <a:cs typeface="Arial"/>
              </a:defRPr>
            </a:lvl3pPr>
            <a:lvl4pPr>
              <a:defRPr sz="1070" b="0">
                <a:solidFill>
                  <a:srgbClr val="23143A"/>
                </a:solidFill>
                <a:latin typeface="Arial"/>
                <a:ea typeface="Arial"/>
                <a:cs typeface="Arial"/>
              </a:defRPr>
            </a:lvl4pPr>
            <a:lvl5pPr>
              <a:defRPr sz="1070" b="0">
                <a:solidFill>
                  <a:srgbClr val="23143A"/>
                </a:solidFill>
                <a:latin typeface="Arial"/>
                <a:ea typeface="Arial"/>
                <a:cs typeface="Arial"/>
              </a:defRPr>
            </a:lvl5pPr>
            <a:lvl6pPr>
              <a:defRPr sz="1070" b="0">
                <a:solidFill>
                  <a:srgbClr val="23143A"/>
                </a:solidFill>
                <a:latin typeface="Arial"/>
                <a:ea typeface="Arial"/>
                <a:cs typeface="Arial"/>
              </a:defRPr>
            </a:lvl6pPr>
            <a:lvl7pPr>
              <a:defRPr sz="1070" b="0">
                <a:solidFill>
                  <a:srgbClr val="23143A"/>
                </a:solidFill>
                <a:latin typeface="Arial"/>
                <a:ea typeface="Arial"/>
                <a:cs typeface="Arial"/>
              </a:defRPr>
            </a:lvl7pPr>
            <a:lvl8pPr>
              <a:defRPr sz="1070" b="0">
                <a:solidFill>
                  <a:srgbClr val="23143A"/>
                </a:solidFill>
                <a:latin typeface="Arial"/>
                <a:ea typeface="Arial"/>
                <a:cs typeface="Arial"/>
              </a:defRPr>
            </a:lvl8pPr>
            <a:lvl9pPr>
              <a:defRPr sz="1070" b="0">
                <a:solidFill>
                  <a:srgbClr val="23143A"/>
                </a:solidFill>
                <a:latin typeface="Arial"/>
                <a:ea typeface="Arial"/>
                <a:cs typeface="Arial"/>
              </a:defRPr>
            </a:lvl9pPr>
          </a:lstStyle>
          <a:p xmlns:a="http://schemas.openxmlformats.org/drawingml/2006/main">
            <a:pPr>
              <a:lnSpc>
                <a:spcPct val="98000"/>
              </a:lnSpc>
              <a:buNone/>
              <a:defRPr sz="1070" b="0">
                <a:solidFill>
                  <a:srgbClr val="23143A"/>
                </a:solidFill>
                <a:latin typeface="Arial"/>
                <a:ea typeface="Arial"/>
                <a:cs typeface="Arial"/>
              </a:defRPr>
            </a:pPr>
            <a:r>
              <a:rPr sz="1070" b="0">
                <a:solidFill>
                  <a:srgbClr val="23143A"/>
                </a:solidFill>
                <a:latin typeface="Arial"/>
                <a:ea typeface="Arial"/>
                <a:cs typeface="Arial"/>
              </a:rPr>
              <a:t>Check air, brakes, chain/cranks, and quick releases. Finish with a short check ride.</a:t>
            </a:r>
          </a:p>
        </p:txBody>
      </p:sp>
      <p:sp>
        <p:nvSpPr>
          <p:cNvPr id="10" name="Brand footer">
            <a:extLst xmlns:a="http://schemas.openxmlformats.org/drawingml/2006/main">
              <a:ext uri="{FF2B5EF4-FFF2-40B4-BE49-F238E27FC236}">
                <a16:creationId xmlns:a16="http://schemas.microsoft.com/office/drawing/2014/main" id="{DDE88128-2F9D-4C6C-B43D-8E2C7C18E4BA}"/>
              </a:ext>
            </a:extLst>
          </p:cNvPr>
          <p:cNvSpPr>
            <a:spLocks xmlns:a="http://schemas.openxmlformats.org/drawingml/2006/main" noGrp="1"/>
          </p:cNvSpPr>
          <p:nvPr/>
        </p:nvSpPr>
        <p:spPr>
          <a:xfrm xmlns:a="http://schemas.openxmlformats.org/drawingml/2006/main">
            <a:off x="0" y="4762500"/>
            <a:ext cx="3657600" cy="7239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11" name="">
            <a:extLst xmlns:a="http://schemas.openxmlformats.org/drawingml/2006/main">
              <a:ext uri="{FF2B5EF4-FFF2-40B4-BE49-F238E27FC236}">
                <a16:creationId xmlns:a16="http://schemas.microsoft.com/office/drawing/2014/main" id="{FCED01B0-8FBA-4797-A623-A87317610407}"/>
              </a:ext>
            </a:extLst>
          </p:cNvPr>
          <p:cNvPicPr>
            <a:picLocks xmlns:a="http://schemas.openxmlformats.org/drawingml/2006/main" noChangeAspect="1"/>
          </p:cNvPicPr>
          <p:nvPr/>
        </p:nvPicPr>
        <p:blipFill>
          <a:blip xmlns:r="http://schemas.openxmlformats.org/officeDocument/2006/relationships" xmlns:a="http://schemas.openxmlformats.org/drawingml/2006/main" r:embed="R5ab2e6a8001f4b31"/>
          <a:stretch xmlns:a="http://schemas.openxmlformats.org/drawingml/2006/main"/>
        </p:blipFill>
        <p:spPr>
          <a:xfrm xmlns:a="http://schemas.openxmlformats.org/drawingml/2006/main">
            <a:off x="171450" y="4981575"/>
            <a:ext cx="304800" cy="304800"/>
          </a:xfrm>
          <a:prstGeom xmlns:a="http://schemas.openxmlformats.org/drawingml/2006/main" prst="rect">
            <a:avLst/>
          </a:prstGeom>
        </p:spPr>
      </p:pic>
      <p:sp>
        <p:nvSpPr>
          <p:cNvPr id="12" name="Readable URL">
            <a:extLst xmlns:a="http://schemas.openxmlformats.org/drawingml/2006/main">
              <a:ext uri="{FF2B5EF4-FFF2-40B4-BE49-F238E27FC236}">
                <a16:creationId xmlns:a16="http://schemas.microsoft.com/office/drawing/2014/main" id="{012D306E-F1BD-4774-AF89-24F9F24EA9F9}"/>
              </a:ext>
            </a:extLst>
          </p:cNvPr>
          <p:cNvSpPr>
            <a:spLocks xmlns:a="http://schemas.openxmlformats.org/drawingml/2006/main" noGrp="1"/>
          </p:cNvSpPr>
          <p:nvPr/>
        </p:nvSpPr>
        <p:spPr>
          <a:xfrm xmlns:a="http://schemas.openxmlformats.org/drawingml/2006/main">
            <a:off x="609600" y="48958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FFFF0A"/>
                </a:solidFill>
                <a:latin typeface="Space Grotesk"/>
                <a:ea typeface="Space Grotesk"/>
                <a:cs typeface="Space Grotesk"/>
              </a:defRPr>
            </a:defPPr>
            <a:lvl1pPr>
              <a:defRPr sz="1500" b="1">
                <a:solidFill>
                  <a:srgbClr val="FFFF0A"/>
                </a:solidFill>
                <a:latin typeface="Space Grotesk"/>
                <a:ea typeface="Space Grotesk"/>
                <a:cs typeface="Space Grotesk"/>
              </a:defRPr>
            </a:lvl1pPr>
            <a:lvl2pPr>
              <a:defRPr sz="1500" b="1">
                <a:solidFill>
                  <a:srgbClr val="FFFF0A"/>
                </a:solidFill>
                <a:latin typeface="Space Grotesk"/>
                <a:ea typeface="Space Grotesk"/>
                <a:cs typeface="Space Grotesk"/>
              </a:defRPr>
            </a:lvl2pPr>
            <a:lvl3pPr>
              <a:defRPr sz="1500" b="1">
                <a:solidFill>
                  <a:srgbClr val="FFFF0A"/>
                </a:solidFill>
                <a:latin typeface="Space Grotesk"/>
                <a:ea typeface="Space Grotesk"/>
                <a:cs typeface="Space Grotesk"/>
              </a:defRPr>
            </a:lvl3pPr>
            <a:lvl4pPr>
              <a:defRPr sz="1500" b="1">
                <a:solidFill>
                  <a:srgbClr val="FFFF0A"/>
                </a:solidFill>
                <a:latin typeface="Space Grotesk"/>
                <a:ea typeface="Space Grotesk"/>
                <a:cs typeface="Space Grotesk"/>
              </a:defRPr>
            </a:lvl4pPr>
            <a:lvl5pPr>
              <a:defRPr sz="1500" b="1">
                <a:solidFill>
                  <a:srgbClr val="FFFF0A"/>
                </a:solidFill>
                <a:latin typeface="Space Grotesk"/>
                <a:ea typeface="Space Grotesk"/>
                <a:cs typeface="Space Grotesk"/>
              </a:defRPr>
            </a:lvl5pPr>
            <a:lvl6pPr>
              <a:defRPr sz="1500" b="1">
                <a:solidFill>
                  <a:srgbClr val="FFFF0A"/>
                </a:solidFill>
                <a:latin typeface="Space Grotesk"/>
                <a:ea typeface="Space Grotesk"/>
                <a:cs typeface="Space Grotesk"/>
              </a:defRPr>
            </a:lvl6pPr>
            <a:lvl7pPr>
              <a:defRPr sz="1500" b="1">
                <a:solidFill>
                  <a:srgbClr val="FFFF0A"/>
                </a:solidFill>
                <a:latin typeface="Space Grotesk"/>
                <a:ea typeface="Space Grotesk"/>
                <a:cs typeface="Space Grotesk"/>
              </a:defRPr>
            </a:lvl7pPr>
            <a:lvl8pPr>
              <a:defRPr sz="1500" b="1">
                <a:solidFill>
                  <a:srgbClr val="FFFF0A"/>
                </a:solidFill>
                <a:latin typeface="Space Grotesk"/>
                <a:ea typeface="Space Grotesk"/>
                <a:cs typeface="Space Grotesk"/>
              </a:defRPr>
            </a:lvl8pPr>
            <a:lvl9pPr>
              <a:defRPr sz="1500" b="1">
                <a:solidFill>
                  <a:srgbClr val="FFFF0A"/>
                </a:solidFill>
                <a:latin typeface="Space Grotesk"/>
                <a:ea typeface="Space Grotesk"/>
                <a:cs typeface="Space Grotesk"/>
              </a:defRPr>
            </a:lvl9pPr>
          </a:lstStyle>
          <a:p xmlns:a="http://schemas.openxmlformats.org/drawingml/2006/main">
            <a:pPr>
              <a:lnSpc>
                <a:spcPct val="98000"/>
              </a:lnSpc>
              <a:buNone/>
              <a:defRPr sz="1500" b="1">
                <a:solidFill>
                  <a:srgbClr val="FFFF0A"/>
                </a:solidFill>
                <a:latin typeface="Space Grotesk"/>
                <a:ea typeface="Space Grotesk"/>
                <a:cs typeface="Space Grotesk"/>
              </a:defRPr>
            </a:pPr>
            <a:r>
              <a:rPr sz="1500" b="1">
                <a:solidFill>
                  <a:srgbClr val="FFFF0A"/>
                </a:solidFill>
                <a:latin typeface="Space Grotesk"/>
                <a:ea typeface="Space Grotesk"/>
                <a:cs typeface="Space Grotesk"/>
              </a:rPr>
              <a:t>3fp.org</a:t>
            </a:r>
          </a:p>
        </p:txBody>
      </p:sp>
      <p:sp>
        <p:nvSpPr>
          <p:cNvPr id="13" name="Community invitation">
            <a:extLst xmlns:a="http://schemas.openxmlformats.org/drawingml/2006/main">
              <a:ext uri="{FF2B5EF4-FFF2-40B4-BE49-F238E27FC236}">
                <a16:creationId xmlns:a16="http://schemas.microsoft.com/office/drawing/2014/main" id="{E934192B-D613-46C0-BC52-B8E5F4DE57CF}"/>
              </a:ext>
            </a:extLst>
          </p:cNvPr>
          <p:cNvSpPr>
            <a:spLocks xmlns:a="http://schemas.openxmlformats.org/drawingml/2006/main" noGrp="1"/>
          </p:cNvSpPr>
          <p:nvPr/>
        </p:nvSpPr>
        <p:spPr>
          <a:xfrm xmlns:a="http://schemas.openxmlformats.org/drawingml/2006/main">
            <a:off x="609600" y="5172075"/>
            <a:ext cx="2143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00" b="1">
                <a:solidFill>
                  <a:srgbClr val="FFFFFF"/>
                </a:solidFill>
                <a:latin typeface="Arial"/>
                <a:ea typeface="Arial"/>
                <a:cs typeface="Arial"/>
              </a:defRPr>
            </a:defPPr>
            <a:lvl1pPr>
              <a:defRPr sz="1000" b="1">
                <a:solidFill>
                  <a:srgbClr val="FFFFFF"/>
                </a:solidFill>
                <a:latin typeface="Arial"/>
                <a:ea typeface="Arial"/>
                <a:cs typeface="Arial"/>
              </a:defRPr>
            </a:lvl1pPr>
            <a:lvl2pPr>
              <a:defRPr sz="1000" b="1">
                <a:solidFill>
                  <a:srgbClr val="FFFFFF"/>
                </a:solidFill>
                <a:latin typeface="Arial"/>
                <a:ea typeface="Arial"/>
                <a:cs typeface="Arial"/>
              </a:defRPr>
            </a:lvl2pPr>
            <a:lvl3pPr>
              <a:defRPr sz="1000" b="1">
                <a:solidFill>
                  <a:srgbClr val="FFFFFF"/>
                </a:solidFill>
                <a:latin typeface="Arial"/>
                <a:ea typeface="Arial"/>
                <a:cs typeface="Arial"/>
              </a:defRPr>
            </a:lvl3pPr>
            <a:lvl4pPr>
              <a:defRPr sz="1000" b="1">
                <a:solidFill>
                  <a:srgbClr val="FFFFFF"/>
                </a:solidFill>
                <a:latin typeface="Arial"/>
                <a:ea typeface="Arial"/>
                <a:cs typeface="Arial"/>
              </a:defRPr>
            </a:lvl4pPr>
            <a:lvl5pPr>
              <a:defRPr sz="1000" b="1">
                <a:solidFill>
                  <a:srgbClr val="FFFFFF"/>
                </a:solidFill>
                <a:latin typeface="Arial"/>
                <a:ea typeface="Arial"/>
                <a:cs typeface="Arial"/>
              </a:defRPr>
            </a:lvl5pPr>
            <a:lvl6pPr>
              <a:defRPr sz="1000" b="1">
                <a:solidFill>
                  <a:srgbClr val="FFFFFF"/>
                </a:solidFill>
                <a:latin typeface="Arial"/>
                <a:ea typeface="Arial"/>
                <a:cs typeface="Arial"/>
              </a:defRPr>
            </a:lvl6pPr>
            <a:lvl7pPr>
              <a:defRPr sz="1000" b="1">
                <a:solidFill>
                  <a:srgbClr val="FFFFFF"/>
                </a:solidFill>
                <a:latin typeface="Arial"/>
                <a:ea typeface="Arial"/>
                <a:cs typeface="Arial"/>
              </a:defRPr>
            </a:lvl7pPr>
            <a:lvl8pPr>
              <a:defRPr sz="1000" b="1">
                <a:solidFill>
                  <a:srgbClr val="FFFFFF"/>
                </a:solidFill>
                <a:latin typeface="Arial"/>
                <a:ea typeface="Arial"/>
                <a:cs typeface="Arial"/>
              </a:defRPr>
            </a:lvl8pPr>
            <a:lvl9pPr>
              <a:defRPr sz="1000" b="1">
                <a:solidFill>
                  <a:srgbClr val="FFFFFF"/>
                </a:solidFill>
                <a:latin typeface="Arial"/>
                <a:ea typeface="Arial"/>
                <a:cs typeface="Arial"/>
              </a:defRPr>
            </a:lvl9pPr>
          </a:lstStyle>
          <a:p xmlns:a="http://schemas.openxmlformats.org/drawingml/2006/main">
            <a:pPr>
              <a:lnSpc>
                <a:spcPct val="98000"/>
              </a:lnSpc>
              <a:buNone/>
              <a:defRPr sz="1000" b="1">
                <a:solidFill>
                  <a:srgbClr val="FFFFFF"/>
                </a:solidFill>
                <a:latin typeface="Arial"/>
                <a:ea typeface="Arial"/>
                <a:cs typeface="Arial"/>
              </a:defRPr>
            </a:pPr>
            <a:r>
              <a:rPr sz="1000" b="1">
                <a:solidFill>
                  <a:srgbClr val="FFFFFF"/>
                </a:solidFill>
                <a:latin typeface="Arial"/>
                <a:ea typeface="Arial"/>
                <a:cs typeface="Arial"/>
              </a:rPr>
              <a:t>Find groups and rides.</a:t>
            </a:r>
          </a:p>
        </p:txBody>
      </p:sp>
      <p:sp>
        <p:nvSpPr>
          <p:cNvPr id="14" name="QR quiet zone">
            <a:extLst xmlns:a="http://schemas.openxmlformats.org/drawingml/2006/main">
              <a:ext uri="{FF2B5EF4-FFF2-40B4-BE49-F238E27FC236}">
                <a16:creationId xmlns:a16="http://schemas.microsoft.com/office/drawing/2014/main" id="{BF1F8B97-C759-44EB-9D22-D2A9228B0B38}"/>
              </a:ext>
            </a:extLst>
          </p:cNvPr>
          <p:cNvSpPr>
            <a:spLocks xmlns:a="http://schemas.openxmlformats.org/drawingml/2006/main" noGrp="1"/>
          </p:cNvSpPr>
          <p:nvPr/>
        </p:nvSpPr>
        <p:spPr>
          <a:xfrm xmlns:a="http://schemas.openxmlformats.org/drawingml/2006/main">
            <a:off x="2962275" y="4848225"/>
            <a:ext cx="590550" cy="5905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5" name="">
            <a:extLst xmlns:a="http://schemas.openxmlformats.org/drawingml/2006/main">
              <a:ext uri="{FF2B5EF4-FFF2-40B4-BE49-F238E27FC236}">
                <a16:creationId xmlns:a16="http://schemas.microsoft.com/office/drawing/2014/main" id="{1F6E155B-DF31-481C-AF61-807D474FA2BF}"/>
              </a:ext>
            </a:extLst>
          </p:cNvPr>
          <p:cNvPicPr>
            <a:picLocks xmlns:a="http://schemas.openxmlformats.org/drawingml/2006/main" noChangeAspect="1"/>
          </p:cNvPicPr>
          <p:nvPr/>
        </p:nvPicPr>
        <p:blipFill>
          <a:blip xmlns:r="http://schemas.openxmlformats.org/officeDocument/2006/relationships" xmlns:a="http://schemas.openxmlformats.org/drawingml/2006/main" r:embed="R8239330dfe6e41ea"/>
          <a:stretch xmlns:a="http://schemas.openxmlformats.org/drawingml/2006/main"/>
        </p:blipFill>
        <p:spPr>
          <a:xfrm xmlns:a="http://schemas.openxmlformats.org/drawingml/2006/main">
            <a:off x="3009900" y="4895850"/>
            <a:ext cx="495300" cy="495300"/>
          </a:xfrm>
          <a:prstGeom xmlns:a="http://schemas.openxmlformats.org/drawingml/2006/main" prst="rect">
            <a:avLst/>
          </a:prstGeom>
        </p:spPr>
      </p:pic>
    </p:spTree>
    <p:extLst>
      <p:ext uri="{BB962C8B-B14F-4D97-AF65-F5344CB8AC3E}">
        <p14:creationId xmlns:p14="http://schemas.microsoft.com/office/powerpoint/2010/main" val="7078060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2026-10-29T13:48:33.5790000Z</dcterms:created>
  <dcterms:modified xsi:type="dcterms:W3CDTF">2026-10-29T13:48:33.5790000Z</dcterms:modified>
</coreProperties>
</file>