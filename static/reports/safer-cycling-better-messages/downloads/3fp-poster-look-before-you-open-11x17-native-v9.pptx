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4408c088d6497a" /><Relationship Type="http://schemas.openxmlformats.org/officeDocument/2006/relationships/extended-properties" Target="/docProps/app.xml" Id="R1d85492c15ea416b" /><Relationship Type="http://schemas.openxmlformats.org/officeDocument/2006/relationships/officeDocument" Target="/ppt/presentation.xml" Id="R5a6cf9eada11466b" /></Relationships>
</file>

<file path=ppt/presentation.xml><?xml version="1.0" encoding="utf-8"?>
<p:presentation xmlns:p="http://schemas.openxmlformats.org/presentationml/2006/main">
  <p:sldMasterIdLst>
    <p:sldMasterId xmlns:r="http://schemas.openxmlformats.org/officeDocument/2006/relationships" id="2147483648" r:id="Reb56d39de7224959"/>
  </p:sldMasterIdLst>
  <p:notesMasterIdLst>
    <p:notesMasterId xmlns:r="http://schemas.openxmlformats.org/officeDocument/2006/relationships" r:id="Rd4da7dc4e04049fb"/>
  </p:notesMasterIdLst>
  <p:sldIdLst>
    <p:sldId xmlns:r="http://schemas.openxmlformats.org/officeDocument/2006/relationships" id="256" r:id="Rd6f5cdd142054672"/>
  </p:sldIdLst>
  <p:sldSz cx="10058400" cy="15544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4fc890fb034a04" /><Relationship Type="http://schemas.openxmlformats.org/officeDocument/2006/relationships/slideMaster" Target="/ppt/slideMasters/slideMaster1.xml" Id="Reb56d39de7224959" /><Relationship Type="http://schemas.openxmlformats.org/officeDocument/2006/relationships/notesMaster" Target="/ppt/notesMasters/notesMaster1.xml" Id="Rd4da7dc4e04049fb" /><Relationship Type="http://schemas.openxmlformats.org/officeDocument/2006/relationships/presProps" Target="/ppt/presProps.xml" Id="R4f06a20454204f7f" /><Relationship Type="http://schemas.openxmlformats.org/officeDocument/2006/relationships/tableStyles" Target="/ppt/tableStyles.xml" Id="R24faa9b5b7e844a0" /><Relationship Type="http://schemas.openxmlformats.org/officeDocument/2006/relationships/slide" Target="/ppt/slides/slide1.xml" Id="Rd6f5cdd1420546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842920c37a4f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3bdd3eb9884aea" /><Relationship Type="http://schemas.openxmlformats.org/officeDocument/2006/relationships/notesMaster" Target="/ppt/notesMasters/notesMaster1.xml" Id="Rafdf5266fb1f42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Poster: Look Before You Open. This exact creative is an untested campaign hypothesis using specific guideline-based actions, not a demonstrated crash-reduction intervention. Campaign artwork is an original generated illustration. QR code opens the 3 Feet Please homepage.</a:t>
            </a:r>
          </a:p>
          <a:p xmlns:a="http://schemas.openxmlformats.org/drawingml/2006/main">
            <a:r>
              <a:t>VERSION REVIEW: v8 local edition; reviewed 2026-10-22. Exact 3FP message/artwork remains untested.</a:t>
            </a:r>
          </a:p>
          <a:p xmlns:a="http://schemas.openxmlformats.org/drawingml/2006/main">
            <a:r>
              <a:t>Emotional copy: “A teacher’s riding home. Look before you open.” is a creative proposal informed by audience and behavior guidance. The exact print copy is untested and has not demonstrated crash reduction or crash prevention.</a:t>
            </a:r>
          </a:p>
          <a:p xmlns:a="http://schemas.openxmlformats.org/drawingml/2006/main">
            <a:r>
              <a:t>Evidence and endpoint: the exact poster is untested; NHTSA provides practice guidance, while adjacent passing and door/turn studies do not test this artwork or establish a poster effect. Door-check endpoint: pretest whether drivers and passengers understand to check beside/behind and open only when clear; knowledge does not prove real-world checking or prevented dooring.</a:t>
            </a:r>
          </a:p>
          <a:p xmlns:a="http://schemas.openxmlformats.org/drawingml/2006/main">
            <a:r>
              <a:t>Practitioner delivery: place where the intended driver audience can pause to read. Use the local passing law and an accurate jurisdiction-specific discussion; do not expose people to hazardous traffic for evaluation.</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NHTSA Cycling Skills Clinic Guide: https://www.nhtsa.gov/document/cycling-skills-clinic-guide</a:t>
            </a:r>
          </a:p>
          <a:p xmlns:a="http://schemas.openxmlformats.org/drawingml/2006/main">
            <a:r>
              <a:t>NHTSA Bicycle Safety: https://www.nhtsa.gov/road-safety/bicycle-safety</a:t>
            </a:r>
          </a:p>
          <a:p xmlns:a="http://schemas.openxmlformats.org/drawingml/2006/main">
            <a:r>
              <a:t>QR code destination: https://3fp.org</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0b8a2d24104b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d983b89a1fd45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e2cda6d1cd49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3987f7c46840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dfeedcd0314b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01de3e42c240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2F9466-8BC8-481F-8100-76905DC89A12}"/>
              </a:ext>
            </a:extLst>
          </p:cNvPr>
          <p:cNvSpPr>
            <a:spLocks xmlns:a="http://schemas.openxmlformats.org/drawingml/2006/main" noGrp="1"/>
          </p:cNvSpPr>
          <p:nvPr>
            <p:ph type="title" idx="0"/>
          </p:nvPr>
        </p:nvSpPr>
        <p:spPr>
          <a:xfrm xmlns:a="http://schemas.openxmlformats.org/drawingml/2006/main">
            <a:off x="1005840" y="5872480"/>
            <a:ext cx="8046720" cy="2245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60" b="1">
                <a:solidFill>
                  <a:schemeClr val="tx1"/>
                </a:solidFill>
                <a:latin typeface="+mj-lt"/>
                <a:ea typeface="+mj-lt"/>
                <a:cs typeface="+mj-lt"/>
              </a:defRPr>
            </a:defPPr>
            <a:lvl1pPr marL="0" indent="0" algn="ctr">
              <a:lnSpc>
                <a:spcPct val="110000"/>
              </a:lnSpc>
              <a:spcBef>
                <a:spcPts val="0"/>
              </a:spcBef>
              <a:spcAft>
                <a:spcPts val="0"/>
              </a:spcAft>
              <a:buNone/>
              <a:defRPr sz="3960" b="1">
                <a:solidFill>
                  <a:schemeClr val="tx1"/>
                </a:solidFill>
                <a:latin typeface="+mj-lt"/>
                <a:ea typeface="+mj-lt"/>
                <a:cs typeface="+mj-lt"/>
              </a:defRPr>
            </a:lvl1pPr>
            <a:lvl2pPr marL="0" indent="0" algn="ctr">
              <a:lnSpc>
                <a:spcPct val="110000"/>
              </a:lnSpc>
              <a:spcBef>
                <a:spcPts val="0"/>
              </a:spcBef>
              <a:spcAft>
                <a:spcPts val="0"/>
              </a:spcAft>
              <a:buNone/>
              <a:defRPr sz="3960" b="1">
                <a:solidFill>
                  <a:schemeClr val="tx1"/>
                </a:solidFill>
                <a:latin typeface="+mj-lt"/>
                <a:ea typeface="+mj-lt"/>
                <a:cs typeface="+mj-lt"/>
              </a:defRPr>
            </a:lvl2pPr>
            <a:lvl3pPr marL="0" indent="0" algn="ctr">
              <a:lnSpc>
                <a:spcPct val="110000"/>
              </a:lnSpc>
              <a:spcBef>
                <a:spcPts val="0"/>
              </a:spcBef>
              <a:spcAft>
                <a:spcPts val="0"/>
              </a:spcAft>
              <a:buNone/>
              <a:defRPr sz="3960" b="1">
                <a:solidFill>
                  <a:schemeClr val="tx1"/>
                </a:solidFill>
                <a:latin typeface="+mj-lt"/>
                <a:ea typeface="+mj-lt"/>
                <a:cs typeface="+mj-lt"/>
              </a:defRPr>
            </a:lvl3pPr>
            <a:lvl4pPr marL="0" indent="0" algn="ctr">
              <a:lnSpc>
                <a:spcPct val="110000"/>
              </a:lnSpc>
              <a:spcBef>
                <a:spcPts val="0"/>
              </a:spcBef>
              <a:spcAft>
                <a:spcPts val="0"/>
              </a:spcAft>
              <a:buNone/>
              <a:defRPr sz="3960" b="1">
                <a:solidFill>
                  <a:schemeClr val="tx1"/>
                </a:solidFill>
                <a:latin typeface="+mj-lt"/>
                <a:ea typeface="+mj-lt"/>
                <a:cs typeface="+mj-lt"/>
              </a:defRPr>
            </a:lvl4pPr>
            <a:lvl5pPr marL="0" indent="0" algn="ctr">
              <a:lnSpc>
                <a:spcPct val="110000"/>
              </a:lnSpc>
              <a:spcBef>
                <a:spcPts val="0"/>
              </a:spcBef>
              <a:spcAft>
                <a:spcPts val="0"/>
              </a:spcAft>
              <a:buNone/>
              <a:defRPr sz="3960" b="1">
                <a:solidFill>
                  <a:schemeClr val="tx1"/>
                </a:solidFill>
                <a:latin typeface="+mj-lt"/>
                <a:ea typeface="+mj-lt"/>
                <a:cs typeface="+mj-lt"/>
              </a:defRPr>
            </a:lvl5pPr>
            <a:lvl6pPr marL="0" indent="0" algn="ctr">
              <a:lnSpc>
                <a:spcPct val="110000"/>
              </a:lnSpc>
              <a:spcBef>
                <a:spcPts val="0"/>
              </a:spcBef>
              <a:spcAft>
                <a:spcPts val="0"/>
              </a:spcAft>
              <a:buNone/>
              <a:defRPr sz="3960" b="1">
                <a:solidFill>
                  <a:schemeClr val="tx1"/>
                </a:solidFill>
                <a:latin typeface="+mj-lt"/>
                <a:ea typeface="+mj-lt"/>
                <a:cs typeface="+mj-lt"/>
              </a:defRPr>
            </a:lvl6pPr>
            <a:lvl7pPr marL="0" indent="0" algn="ctr">
              <a:lnSpc>
                <a:spcPct val="110000"/>
              </a:lnSpc>
              <a:spcBef>
                <a:spcPts val="0"/>
              </a:spcBef>
              <a:spcAft>
                <a:spcPts val="0"/>
              </a:spcAft>
              <a:buNone/>
              <a:defRPr sz="3960" b="1">
                <a:solidFill>
                  <a:schemeClr val="tx1"/>
                </a:solidFill>
                <a:latin typeface="+mj-lt"/>
                <a:ea typeface="+mj-lt"/>
                <a:cs typeface="+mj-lt"/>
              </a:defRPr>
            </a:lvl7pPr>
            <a:lvl8pPr marL="0" indent="0" algn="ctr">
              <a:lnSpc>
                <a:spcPct val="110000"/>
              </a:lnSpc>
              <a:spcBef>
                <a:spcPts val="0"/>
              </a:spcBef>
              <a:spcAft>
                <a:spcPts val="0"/>
              </a:spcAft>
              <a:buNone/>
              <a:defRPr sz="3960" b="1">
                <a:solidFill>
                  <a:schemeClr val="tx1"/>
                </a:solidFill>
                <a:latin typeface="+mj-lt"/>
                <a:ea typeface="+mj-lt"/>
                <a:cs typeface="+mj-lt"/>
              </a:defRPr>
            </a:lvl8pPr>
            <a:lvl9pPr marL="0" indent="0" algn="ctr">
              <a:lnSpc>
                <a:spcPct val="110000"/>
              </a:lnSpc>
              <a:spcBef>
                <a:spcPts val="0"/>
              </a:spcBef>
              <a:spcAft>
                <a:spcPts val="0"/>
              </a:spcAft>
              <a:buNone/>
              <a:defRPr sz="39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69FCE0-D07E-4100-874A-D51D3E22B06D}"/>
              </a:ext>
            </a:extLst>
          </p:cNvPr>
          <p:cNvSpPr>
            <a:spLocks xmlns:a="http://schemas.openxmlformats.org/drawingml/2006/main" noGrp="1"/>
          </p:cNvSpPr>
          <p:nvPr>
            <p:ph type="subTitle" idx="1"/>
          </p:nvPr>
        </p:nvSpPr>
        <p:spPr>
          <a:xfrm xmlns:a="http://schemas.openxmlformats.org/drawingml/2006/main">
            <a:off x="1508760" y="8549640"/>
            <a:ext cx="7040880" cy="172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733" b="0">
                <a:solidFill>
                  <a:schemeClr val="tx1"/>
                </a:solidFill>
                <a:latin typeface="+mn-lt"/>
                <a:ea typeface="+mn-lt"/>
                <a:cs typeface="+mn-lt"/>
              </a:defRPr>
            </a:defPPr>
            <a:lvl1pPr marL="0" indent="0" algn="ctr">
              <a:lnSpc>
                <a:spcPct val="110000"/>
              </a:lnSpc>
              <a:spcBef>
                <a:spcPts val="0"/>
              </a:spcBef>
              <a:spcAft>
                <a:spcPts val="0"/>
              </a:spcAft>
              <a:buNone/>
              <a:defRPr sz="1733" b="0">
                <a:solidFill>
                  <a:schemeClr val="tx1"/>
                </a:solidFill>
                <a:latin typeface="+mn-lt"/>
                <a:ea typeface="+mn-lt"/>
                <a:cs typeface="+mn-lt"/>
              </a:defRPr>
            </a:lvl1pPr>
            <a:lvl2pPr marL="0" indent="0" algn="ctr">
              <a:lnSpc>
                <a:spcPct val="110000"/>
              </a:lnSpc>
              <a:spcBef>
                <a:spcPts val="0"/>
              </a:spcBef>
              <a:spcAft>
                <a:spcPts val="0"/>
              </a:spcAft>
              <a:buNone/>
              <a:defRPr sz="1733" b="0">
                <a:solidFill>
                  <a:schemeClr val="tx1"/>
                </a:solidFill>
                <a:latin typeface="+mn-lt"/>
                <a:ea typeface="+mn-lt"/>
                <a:cs typeface="+mn-lt"/>
              </a:defRPr>
            </a:lvl2pPr>
            <a:lvl3pPr marL="0" indent="0" algn="ctr">
              <a:lnSpc>
                <a:spcPct val="110000"/>
              </a:lnSpc>
              <a:spcBef>
                <a:spcPts val="0"/>
              </a:spcBef>
              <a:spcAft>
                <a:spcPts val="0"/>
              </a:spcAft>
              <a:buNone/>
              <a:defRPr sz="1733" b="0">
                <a:solidFill>
                  <a:schemeClr val="tx1"/>
                </a:solidFill>
                <a:latin typeface="+mn-lt"/>
                <a:ea typeface="+mn-lt"/>
                <a:cs typeface="+mn-lt"/>
              </a:defRPr>
            </a:lvl3pPr>
            <a:lvl4pPr marL="0" indent="0" algn="ctr">
              <a:lnSpc>
                <a:spcPct val="110000"/>
              </a:lnSpc>
              <a:spcBef>
                <a:spcPts val="0"/>
              </a:spcBef>
              <a:spcAft>
                <a:spcPts val="0"/>
              </a:spcAft>
              <a:buNone/>
              <a:defRPr sz="1733" b="0">
                <a:solidFill>
                  <a:schemeClr val="tx1"/>
                </a:solidFill>
                <a:latin typeface="+mn-lt"/>
                <a:ea typeface="+mn-lt"/>
                <a:cs typeface="+mn-lt"/>
              </a:defRPr>
            </a:lvl4pPr>
            <a:lvl5pPr marL="0" indent="0" algn="ctr">
              <a:lnSpc>
                <a:spcPct val="110000"/>
              </a:lnSpc>
              <a:spcBef>
                <a:spcPts val="0"/>
              </a:spcBef>
              <a:spcAft>
                <a:spcPts val="0"/>
              </a:spcAft>
              <a:buNone/>
              <a:defRPr sz="1733" b="0">
                <a:solidFill>
                  <a:schemeClr val="tx1"/>
                </a:solidFill>
                <a:latin typeface="+mn-lt"/>
                <a:ea typeface="+mn-lt"/>
                <a:cs typeface="+mn-lt"/>
              </a:defRPr>
            </a:lvl5pPr>
            <a:lvl6pPr marL="0" indent="0" algn="ctr">
              <a:lnSpc>
                <a:spcPct val="110000"/>
              </a:lnSpc>
              <a:spcBef>
                <a:spcPts val="0"/>
              </a:spcBef>
              <a:spcAft>
                <a:spcPts val="0"/>
              </a:spcAft>
              <a:buNone/>
              <a:defRPr sz="1733" b="0">
                <a:solidFill>
                  <a:schemeClr val="tx1"/>
                </a:solidFill>
                <a:latin typeface="+mn-lt"/>
                <a:ea typeface="+mn-lt"/>
                <a:cs typeface="+mn-lt"/>
              </a:defRPr>
            </a:lvl6pPr>
            <a:lvl7pPr marL="0" indent="0" algn="ctr">
              <a:lnSpc>
                <a:spcPct val="110000"/>
              </a:lnSpc>
              <a:spcBef>
                <a:spcPts val="0"/>
              </a:spcBef>
              <a:spcAft>
                <a:spcPts val="0"/>
              </a:spcAft>
              <a:buNone/>
              <a:defRPr sz="1733" b="0">
                <a:solidFill>
                  <a:schemeClr val="tx1"/>
                </a:solidFill>
                <a:latin typeface="+mn-lt"/>
                <a:ea typeface="+mn-lt"/>
                <a:cs typeface="+mn-lt"/>
              </a:defRPr>
            </a:lvl7pPr>
            <a:lvl8pPr marL="0" indent="0" algn="ctr">
              <a:lnSpc>
                <a:spcPct val="110000"/>
              </a:lnSpc>
              <a:spcBef>
                <a:spcPts val="0"/>
              </a:spcBef>
              <a:spcAft>
                <a:spcPts val="0"/>
              </a:spcAft>
              <a:buNone/>
              <a:defRPr sz="1733" b="0">
                <a:solidFill>
                  <a:schemeClr val="tx1"/>
                </a:solidFill>
                <a:latin typeface="+mn-lt"/>
                <a:ea typeface="+mn-lt"/>
                <a:cs typeface="+mn-lt"/>
              </a:defRPr>
            </a:lvl8pPr>
            <a:lvl9pPr marL="0" indent="0" algn="ctr">
              <a:lnSpc>
                <a:spcPct val="110000"/>
              </a:lnSpc>
              <a:spcBef>
                <a:spcPts val="0"/>
              </a:spcBef>
              <a:spcAft>
                <a:spcPts val="0"/>
              </a:spcAft>
              <a:buNone/>
              <a:defRPr sz="1733"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637FEB-46E1-4D96-91FC-9BDD25A75C54}"/>
              </a:ext>
            </a:extLst>
          </p:cNvPr>
          <p:cNvSpPr>
            <a:spLocks xmlns:a="http://schemas.openxmlformats.org/drawingml/2006/main" noGrp="1"/>
          </p:cNvSpPr>
          <p:nvPr>
            <p:ph type="title" idx="0"/>
          </p:nvPr>
        </p:nvSpPr>
        <p:spPr>
          <a:xfrm xmlns:a="http://schemas.openxmlformats.org/drawingml/2006/main">
            <a:off x="1005840" y="6477000"/>
            <a:ext cx="8046720" cy="259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465" b="1">
                <a:solidFill>
                  <a:schemeClr val="tx1"/>
                </a:solidFill>
                <a:latin typeface="+mj-lt"/>
                <a:ea typeface="+mj-lt"/>
                <a:cs typeface="+mj-lt"/>
              </a:defRPr>
            </a:defPPr>
            <a:lvl1pPr marL="0" indent="0" algn="ctr">
              <a:lnSpc>
                <a:spcPct val="110000"/>
              </a:lnSpc>
              <a:spcBef>
                <a:spcPts val="0"/>
              </a:spcBef>
              <a:spcAft>
                <a:spcPts val="0"/>
              </a:spcAft>
              <a:buNone/>
              <a:defRPr sz="3465" b="1">
                <a:solidFill>
                  <a:schemeClr val="tx1"/>
                </a:solidFill>
                <a:latin typeface="+mj-lt"/>
                <a:ea typeface="+mj-lt"/>
                <a:cs typeface="+mj-lt"/>
              </a:defRPr>
            </a:lvl1pPr>
            <a:lvl2pPr marL="0" indent="0" algn="ctr">
              <a:lnSpc>
                <a:spcPct val="110000"/>
              </a:lnSpc>
              <a:spcBef>
                <a:spcPts val="0"/>
              </a:spcBef>
              <a:spcAft>
                <a:spcPts val="0"/>
              </a:spcAft>
              <a:buNone/>
              <a:defRPr sz="3465" b="1">
                <a:solidFill>
                  <a:schemeClr val="tx1"/>
                </a:solidFill>
                <a:latin typeface="+mj-lt"/>
                <a:ea typeface="+mj-lt"/>
                <a:cs typeface="+mj-lt"/>
              </a:defRPr>
            </a:lvl2pPr>
            <a:lvl3pPr marL="0" indent="0" algn="ctr">
              <a:lnSpc>
                <a:spcPct val="110000"/>
              </a:lnSpc>
              <a:spcBef>
                <a:spcPts val="0"/>
              </a:spcBef>
              <a:spcAft>
                <a:spcPts val="0"/>
              </a:spcAft>
              <a:buNone/>
              <a:defRPr sz="3465" b="1">
                <a:solidFill>
                  <a:schemeClr val="tx1"/>
                </a:solidFill>
                <a:latin typeface="+mj-lt"/>
                <a:ea typeface="+mj-lt"/>
                <a:cs typeface="+mj-lt"/>
              </a:defRPr>
            </a:lvl3pPr>
            <a:lvl4pPr marL="0" indent="0" algn="ctr">
              <a:lnSpc>
                <a:spcPct val="110000"/>
              </a:lnSpc>
              <a:spcBef>
                <a:spcPts val="0"/>
              </a:spcBef>
              <a:spcAft>
                <a:spcPts val="0"/>
              </a:spcAft>
              <a:buNone/>
              <a:defRPr sz="3465" b="1">
                <a:solidFill>
                  <a:schemeClr val="tx1"/>
                </a:solidFill>
                <a:latin typeface="+mj-lt"/>
                <a:ea typeface="+mj-lt"/>
                <a:cs typeface="+mj-lt"/>
              </a:defRPr>
            </a:lvl4pPr>
            <a:lvl5pPr marL="0" indent="0" algn="ctr">
              <a:lnSpc>
                <a:spcPct val="110000"/>
              </a:lnSpc>
              <a:spcBef>
                <a:spcPts val="0"/>
              </a:spcBef>
              <a:spcAft>
                <a:spcPts val="0"/>
              </a:spcAft>
              <a:buNone/>
              <a:defRPr sz="3465" b="1">
                <a:solidFill>
                  <a:schemeClr val="tx1"/>
                </a:solidFill>
                <a:latin typeface="+mj-lt"/>
                <a:ea typeface="+mj-lt"/>
                <a:cs typeface="+mj-lt"/>
              </a:defRPr>
            </a:lvl5pPr>
            <a:lvl6pPr marL="0" indent="0" algn="ctr">
              <a:lnSpc>
                <a:spcPct val="110000"/>
              </a:lnSpc>
              <a:spcBef>
                <a:spcPts val="0"/>
              </a:spcBef>
              <a:spcAft>
                <a:spcPts val="0"/>
              </a:spcAft>
              <a:buNone/>
              <a:defRPr sz="3465" b="1">
                <a:solidFill>
                  <a:schemeClr val="tx1"/>
                </a:solidFill>
                <a:latin typeface="+mj-lt"/>
                <a:ea typeface="+mj-lt"/>
                <a:cs typeface="+mj-lt"/>
              </a:defRPr>
            </a:lvl6pPr>
            <a:lvl7pPr marL="0" indent="0" algn="ctr">
              <a:lnSpc>
                <a:spcPct val="110000"/>
              </a:lnSpc>
              <a:spcBef>
                <a:spcPts val="0"/>
              </a:spcBef>
              <a:spcAft>
                <a:spcPts val="0"/>
              </a:spcAft>
              <a:buNone/>
              <a:defRPr sz="3465" b="1">
                <a:solidFill>
                  <a:schemeClr val="tx1"/>
                </a:solidFill>
                <a:latin typeface="+mj-lt"/>
                <a:ea typeface="+mj-lt"/>
                <a:cs typeface="+mj-lt"/>
              </a:defRPr>
            </a:lvl7pPr>
            <a:lvl8pPr marL="0" indent="0" algn="ctr">
              <a:lnSpc>
                <a:spcPct val="110000"/>
              </a:lnSpc>
              <a:spcBef>
                <a:spcPts val="0"/>
              </a:spcBef>
              <a:spcAft>
                <a:spcPts val="0"/>
              </a:spcAft>
              <a:buNone/>
              <a:defRPr sz="3465" b="1">
                <a:solidFill>
                  <a:schemeClr val="tx1"/>
                </a:solidFill>
                <a:latin typeface="+mj-lt"/>
                <a:ea typeface="+mj-lt"/>
                <a:cs typeface="+mj-lt"/>
              </a:defRPr>
            </a:lvl8pPr>
            <a:lvl9pPr marL="0" indent="0" algn="ctr">
              <a:lnSpc>
                <a:spcPct val="110000"/>
              </a:lnSpc>
              <a:spcBef>
                <a:spcPts val="0"/>
              </a:spcBef>
              <a:spcAft>
                <a:spcPts val="0"/>
              </a:spcAft>
              <a:buNone/>
              <a:defRPr sz="346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E9974C-25F2-484D-8ABB-8741FD1F0850}"/>
              </a:ext>
            </a:extLst>
          </p:cNvPr>
          <p:cNvSpPr>
            <a:spLocks xmlns:a="http://schemas.openxmlformats.org/drawingml/2006/main" noGrp="1"/>
          </p:cNvSpPr>
          <p:nvPr>
            <p:ph type="title" idx="0"/>
          </p:nvPr>
        </p:nvSpPr>
        <p:spPr>
          <a:xfrm xmlns:a="http://schemas.openxmlformats.org/drawingml/2006/main">
            <a:off x="565785" y="1209040"/>
            <a:ext cx="8926830" cy="1899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712438A-EB7F-4101-AC36-6292751074DC}"/>
              </a:ext>
            </a:extLst>
          </p:cNvPr>
          <p:cNvSpPr>
            <a:spLocks xmlns:a="http://schemas.openxmlformats.org/drawingml/2006/main" noGrp="1"/>
          </p:cNvSpPr>
          <p:nvPr>
            <p:ph type="body" idx="1"/>
          </p:nvPr>
        </p:nvSpPr>
        <p:spPr>
          <a:xfrm xmlns:a="http://schemas.openxmlformats.org/drawingml/2006/main">
            <a:off x="565785" y="4318000"/>
            <a:ext cx="892683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6" b="0">
                <a:solidFill>
                  <a:schemeClr val="tx1"/>
                </a:solidFill>
                <a:latin typeface="+mn-lt"/>
                <a:ea typeface="+mn-lt"/>
                <a:cs typeface="+mn-lt"/>
              </a:defRPr>
            </a:defPPr>
            <a:lvl1pPr marL="188595" indent="-188595" algn="l">
              <a:lnSpc>
                <a:spcPct val="110000"/>
              </a:lnSpc>
              <a:spcBef>
                <a:spcPts val="0"/>
              </a:spcBef>
              <a:spcAft>
                <a:spcPts val="990"/>
              </a:spcAft>
              <a:buChar char="•"/>
              <a:defRPr sz="1856" b="0">
                <a:solidFill>
                  <a:schemeClr val="tx1"/>
                </a:solidFill>
                <a:latin typeface="+mn-lt"/>
                <a:ea typeface="+mn-lt"/>
                <a:cs typeface="+mn-lt"/>
              </a:defRPr>
            </a:lvl1pPr>
            <a:lvl2pPr marL="440055" indent="-188595" algn="l">
              <a:lnSpc>
                <a:spcPct val="110000"/>
              </a:lnSpc>
              <a:spcBef>
                <a:spcPts val="0"/>
              </a:spcBef>
              <a:spcAft>
                <a:spcPts val="990"/>
              </a:spcAft>
              <a:buChar char="•"/>
              <a:defRPr sz="1856" b="0">
                <a:solidFill>
                  <a:schemeClr val="tx1"/>
                </a:solidFill>
                <a:latin typeface="+mn-lt"/>
                <a:ea typeface="+mn-lt"/>
                <a:cs typeface="+mn-lt"/>
              </a:defRPr>
            </a:lvl2pPr>
            <a:lvl3pPr marL="691515" indent="-188595" algn="l">
              <a:lnSpc>
                <a:spcPct val="110000"/>
              </a:lnSpc>
              <a:spcBef>
                <a:spcPts val="0"/>
              </a:spcBef>
              <a:spcAft>
                <a:spcPts val="990"/>
              </a:spcAft>
              <a:buChar char="•"/>
              <a:defRPr sz="1856" b="0">
                <a:solidFill>
                  <a:schemeClr val="tx1"/>
                </a:solidFill>
                <a:latin typeface="+mn-lt"/>
                <a:ea typeface="+mn-lt"/>
                <a:cs typeface="+mn-lt"/>
              </a:defRPr>
            </a:lvl3pPr>
            <a:lvl4pPr marL="942975" indent="-188595" algn="l">
              <a:lnSpc>
                <a:spcPct val="110000"/>
              </a:lnSpc>
              <a:spcBef>
                <a:spcPts val="0"/>
              </a:spcBef>
              <a:spcAft>
                <a:spcPts val="990"/>
              </a:spcAft>
              <a:buChar char="•"/>
              <a:defRPr sz="1856" b="0">
                <a:solidFill>
                  <a:schemeClr val="tx1"/>
                </a:solidFill>
                <a:latin typeface="+mn-lt"/>
                <a:ea typeface="+mn-lt"/>
                <a:cs typeface="+mn-lt"/>
              </a:defRPr>
            </a:lvl4pPr>
            <a:lvl5pPr marL="1194435" indent="-188595" algn="l">
              <a:lnSpc>
                <a:spcPct val="110000"/>
              </a:lnSpc>
              <a:spcBef>
                <a:spcPts val="0"/>
              </a:spcBef>
              <a:spcAft>
                <a:spcPts val="990"/>
              </a:spcAft>
              <a:buChar char="•"/>
              <a:defRPr sz="1856" b="0">
                <a:solidFill>
                  <a:schemeClr val="tx1"/>
                </a:solidFill>
                <a:latin typeface="+mn-lt"/>
                <a:ea typeface="+mn-lt"/>
                <a:cs typeface="+mn-lt"/>
              </a:defRPr>
            </a:lvl5pPr>
            <a:lvl6pPr marL="1445895" indent="-188595" algn="l">
              <a:lnSpc>
                <a:spcPct val="110000"/>
              </a:lnSpc>
              <a:spcBef>
                <a:spcPts val="0"/>
              </a:spcBef>
              <a:spcAft>
                <a:spcPts val="990"/>
              </a:spcAft>
              <a:buChar char="•"/>
              <a:defRPr sz="1856" b="0">
                <a:solidFill>
                  <a:schemeClr val="tx1"/>
                </a:solidFill>
                <a:latin typeface="+mn-lt"/>
                <a:ea typeface="+mn-lt"/>
                <a:cs typeface="+mn-lt"/>
              </a:defRPr>
            </a:lvl6pPr>
            <a:lvl7pPr marL="1697355" indent="-188595" algn="l">
              <a:lnSpc>
                <a:spcPct val="110000"/>
              </a:lnSpc>
              <a:spcBef>
                <a:spcPts val="0"/>
              </a:spcBef>
              <a:spcAft>
                <a:spcPts val="990"/>
              </a:spcAft>
              <a:buChar char="•"/>
              <a:defRPr sz="1856" b="0">
                <a:solidFill>
                  <a:schemeClr val="tx1"/>
                </a:solidFill>
                <a:latin typeface="+mn-lt"/>
                <a:ea typeface="+mn-lt"/>
                <a:cs typeface="+mn-lt"/>
              </a:defRPr>
            </a:lvl7pPr>
            <a:lvl8pPr marL="1948815" indent="-188595" algn="l">
              <a:lnSpc>
                <a:spcPct val="110000"/>
              </a:lnSpc>
              <a:spcBef>
                <a:spcPts val="0"/>
              </a:spcBef>
              <a:spcAft>
                <a:spcPts val="990"/>
              </a:spcAft>
              <a:buChar char="•"/>
              <a:defRPr sz="1856" b="0">
                <a:solidFill>
                  <a:schemeClr val="tx1"/>
                </a:solidFill>
                <a:latin typeface="+mn-lt"/>
                <a:ea typeface="+mn-lt"/>
                <a:cs typeface="+mn-lt"/>
              </a:defRPr>
            </a:lvl8pPr>
            <a:lvl9pPr marL="2200275" indent="-188595" algn="l">
              <a:lnSpc>
                <a:spcPct val="110000"/>
              </a:lnSpc>
              <a:spcBef>
                <a:spcPts val="0"/>
              </a:spcBef>
              <a:spcAft>
                <a:spcPts val="990"/>
              </a:spcAft>
              <a:buChar char="•"/>
              <a:defRPr sz="1856"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1CC11C6-2F05-457B-BE7F-1EAB49747044}"/>
              </a:ext>
            </a:extLst>
          </p:cNvPr>
          <p:cNvSpPr>
            <a:spLocks xmlns:a="http://schemas.openxmlformats.org/drawingml/2006/main" noGrp="1"/>
          </p:cNvSpPr>
          <p:nvPr>
            <p:ph type="title" idx="0"/>
          </p:nvPr>
        </p:nvSpPr>
        <p:spPr>
          <a:xfrm xmlns:a="http://schemas.openxmlformats.org/drawingml/2006/main">
            <a:off x="565785" y="1209040"/>
            <a:ext cx="8926830" cy="1899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916095-AD9D-47F2-BFD2-E7645D4E4EFD}"/>
              </a:ext>
            </a:extLst>
          </p:cNvPr>
          <p:cNvSpPr>
            <a:spLocks xmlns:a="http://schemas.openxmlformats.org/drawingml/2006/main" noGrp="1"/>
          </p:cNvSpPr>
          <p:nvPr>
            <p:ph type="body" idx="1"/>
          </p:nvPr>
        </p:nvSpPr>
        <p:spPr>
          <a:xfrm xmlns:a="http://schemas.openxmlformats.org/drawingml/2006/main">
            <a:off x="565785" y="4318000"/>
            <a:ext cx="414909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33" b="0">
                <a:solidFill>
                  <a:schemeClr val="tx1"/>
                </a:solidFill>
                <a:latin typeface="+mn-lt"/>
                <a:ea typeface="+mn-lt"/>
                <a:cs typeface="+mn-lt"/>
              </a:defRPr>
            </a:defPPr>
            <a:lvl1pPr marL="188595" indent="-188595" algn="l">
              <a:lnSpc>
                <a:spcPct val="110000"/>
              </a:lnSpc>
              <a:spcBef>
                <a:spcPts val="0"/>
              </a:spcBef>
              <a:spcAft>
                <a:spcPts val="990"/>
              </a:spcAft>
              <a:buChar char="•"/>
              <a:defRPr sz="1733" b="0">
                <a:solidFill>
                  <a:schemeClr val="tx1"/>
                </a:solidFill>
                <a:latin typeface="+mn-lt"/>
                <a:ea typeface="+mn-lt"/>
                <a:cs typeface="+mn-lt"/>
              </a:defRPr>
            </a:lvl1pPr>
            <a:lvl2pPr marL="440055" indent="-188595" algn="l">
              <a:lnSpc>
                <a:spcPct val="110000"/>
              </a:lnSpc>
              <a:spcBef>
                <a:spcPts val="0"/>
              </a:spcBef>
              <a:spcAft>
                <a:spcPts val="990"/>
              </a:spcAft>
              <a:buChar char="•"/>
              <a:defRPr sz="1733" b="0">
                <a:solidFill>
                  <a:schemeClr val="tx1"/>
                </a:solidFill>
                <a:latin typeface="+mn-lt"/>
                <a:ea typeface="+mn-lt"/>
                <a:cs typeface="+mn-lt"/>
              </a:defRPr>
            </a:lvl2pPr>
            <a:lvl3pPr marL="691515" indent="-188595" algn="l">
              <a:lnSpc>
                <a:spcPct val="110000"/>
              </a:lnSpc>
              <a:spcBef>
                <a:spcPts val="0"/>
              </a:spcBef>
              <a:spcAft>
                <a:spcPts val="990"/>
              </a:spcAft>
              <a:buChar char="•"/>
              <a:defRPr sz="1733" b="0">
                <a:solidFill>
                  <a:schemeClr val="tx1"/>
                </a:solidFill>
                <a:latin typeface="+mn-lt"/>
                <a:ea typeface="+mn-lt"/>
                <a:cs typeface="+mn-lt"/>
              </a:defRPr>
            </a:lvl3pPr>
            <a:lvl4pPr marL="942975" indent="-188595" algn="l">
              <a:lnSpc>
                <a:spcPct val="110000"/>
              </a:lnSpc>
              <a:spcBef>
                <a:spcPts val="0"/>
              </a:spcBef>
              <a:spcAft>
                <a:spcPts val="990"/>
              </a:spcAft>
              <a:buChar char="•"/>
              <a:defRPr sz="1733" b="0">
                <a:solidFill>
                  <a:schemeClr val="tx1"/>
                </a:solidFill>
                <a:latin typeface="+mn-lt"/>
                <a:ea typeface="+mn-lt"/>
                <a:cs typeface="+mn-lt"/>
              </a:defRPr>
            </a:lvl4pPr>
            <a:lvl5pPr marL="1194435" indent="-188595" algn="l">
              <a:lnSpc>
                <a:spcPct val="110000"/>
              </a:lnSpc>
              <a:spcBef>
                <a:spcPts val="0"/>
              </a:spcBef>
              <a:spcAft>
                <a:spcPts val="990"/>
              </a:spcAft>
              <a:buChar char="•"/>
              <a:defRPr sz="1733" b="0">
                <a:solidFill>
                  <a:schemeClr val="tx1"/>
                </a:solidFill>
                <a:latin typeface="+mn-lt"/>
                <a:ea typeface="+mn-lt"/>
                <a:cs typeface="+mn-lt"/>
              </a:defRPr>
            </a:lvl5pPr>
            <a:lvl6pPr marL="1445895" indent="-188595" algn="l">
              <a:lnSpc>
                <a:spcPct val="110000"/>
              </a:lnSpc>
              <a:spcBef>
                <a:spcPts val="0"/>
              </a:spcBef>
              <a:spcAft>
                <a:spcPts val="990"/>
              </a:spcAft>
              <a:buChar char="•"/>
              <a:defRPr sz="1733" b="0">
                <a:solidFill>
                  <a:schemeClr val="tx1"/>
                </a:solidFill>
                <a:latin typeface="+mn-lt"/>
                <a:ea typeface="+mn-lt"/>
                <a:cs typeface="+mn-lt"/>
              </a:defRPr>
            </a:lvl6pPr>
            <a:lvl7pPr marL="1697355" indent="-188595" algn="l">
              <a:lnSpc>
                <a:spcPct val="110000"/>
              </a:lnSpc>
              <a:spcBef>
                <a:spcPts val="0"/>
              </a:spcBef>
              <a:spcAft>
                <a:spcPts val="990"/>
              </a:spcAft>
              <a:buChar char="•"/>
              <a:defRPr sz="1733" b="0">
                <a:solidFill>
                  <a:schemeClr val="tx1"/>
                </a:solidFill>
                <a:latin typeface="+mn-lt"/>
                <a:ea typeface="+mn-lt"/>
                <a:cs typeface="+mn-lt"/>
              </a:defRPr>
            </a:lvl7pPr>
            <a:lvl8pPr marL="1948815" indent="-188595" algn="l">
              <a:lnSpc>
                <a:spcPct val="110000"/>
              </a:lnSpc>
              <a:spcBef>
                <a:spcPts val="0"/>
              </a:spcBef>
              <a:spcAft>
                <a:spcPts val="990"/>
              </a:spcAft>
              <a:buChar char="•"/>
              <a:defRPr sz="1733" b="0">
                <a:solidFill>
                  <a:schemeClr val="tx1"/>
                </a:solidFill>
                <a:latin typeface="+mn-lt"/>
                <a:ea typeface="+mn-lt"/>
                <a:cs typeface="+mn-lt"/>
              </a:defRPr>
            </a:lvl8pPr>
            <a:lvl9pPr marL="2200275" indent="-188595" algn="l">
              <a:lnSpc>
                <a:spcPct val="110000"/>
              </a:lnSpc>
              <a:spcBef>
                <a:spcPts val="0"/>
              </a:spcBef>
              <a:spcAft>
                <a:spcPts val="990"/>
              </a:spcAft>
              <a:buChar char="•"/>
              <a:defRPr sz="1733"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2771B2A-B59F-416A-9CFB-D0A651090160}"/>
              </a:ext>
            </a:extLst>
          </p:cNvPr>
          <p:cNvSpPr>
            <a:spLocks xmlns:a="http://schemas.openxmlformats.org/drawingml/2006/main" noGrp="1"/>
          </p:cNvSpPr>
          <p:nvPr>
            <p:ph type="body" idx="2"/>
          </p:nvPr>
        </p:nvSpPr>
        <p:spPr>
          <a:xfrm xmlns:a="http://schemas.openxmlformats.org/drawingml/2006/main">
            <a:off x="5343525" y="4318000"/>
            <a:ext cx="414909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33" b="0">
                <a:solidFill>
                  <a:schemeClr val="tx1"/>
                </a:solidFill>
                <a:latin typeface="+mn-lt"/>
                <a:ea typeface="+mn-lt"/>
                <a:cs typeface="+mn-lt"/>
              </a:defRPr>
            </a:defPPr>
            <a:lvl1pPr marL="188595" indent="-188595" algn="l">
              <a:lnSpc>
                <a:spcPct val="110000"/>
              </a:lnSpc>
              <a:spcBef>
                <a:spcPts val="0"/>
              </a:spcBef>
              <a:spcAft>
                <a:spcPts val="990"/>
              </a:spcAft>
              <a:buChar char="•"/>
              <a:defRPr sz="1733" b="0">
                <a:solidFill>
                  <a:schemeClr val="tx1"/>
                </a:solidFill>
                <a:latin typeface="+mn-lt"/>
                <a:ea typeface="+mn-lt"/>
                <a:cs typeface="+mn-lt"/>
              </a:defRPr>
            </a:lvl1pPr>
            <a:lvl2pPr marL="440055" indent="-188595" algn="l">
              <a:lnSpc>
                <a:spcPct val="110000"/>
              </a:lnSpc>
              <a:spcBef>
                <a:spcPts val="0"/>
              </a:spcBef>
              <a:spcAft>
                <a:spcPts val="990"/>
              </a:spcAft>
              <a:buChar char="•"/>
              <a:defRPr sz="1733" b="0">
                <a:solidFill>
                  <a:schemeClr val="tx1"/>
                </a:solidFill>
                <a:latin typeface="+mn-lt"/>
                <a:ea typeface="+mn-lt"/>
                <a:cs typeface="+mn-lt"/>
              </a:defRPr>
            </a:lvl2pPr>
            <a:lvl3pPr marL="691515" indent="-188595" algn="l">
              <a:lnSpc>
                <a:spcPct val="110000"/>
              </a:lnSpc>
              <a:spcBef>
                <a:spcPts val="0"/>
              </a:spcBef>
              <a:spcAft>
                <a:spcPts val="990"/>
              </a:spcAft>
              <a:buChar char="•"/>
              <a:defRPr sz="1733" b="0">
                <a:solidFill>
                  <a:schemeClr val="tx1"/>
                </a:solidFill>
                <a:latin typeface="+mn-lt"/>
                <a:ea typeface="+mn-lt"/>
                <a:cs typeface="+mn-lt"/>
              </a:defRPr>
            </a:lvl3pPr>
            <a:lvl4pPr marL="942975" indent="-188595" algn="l">
              <a:lnSpc>
                <a:spcPct val="110000"/>
              </a:lnSpc>
              <a:spcBef>
                <a:spcPts val="0"/>
              </a:spcBef>
              <a:spcAft>
                <a:spcPts val="990"/>
              </a:spcAft>
              <a:buChar char="•"/>
              <a:defRPr sz="1733" b="0">
                <a:solidFill>
                  <a:schemeClr val="tx1"/>
                </a:solidFill>
                <a:latin typeface="+mn-lt"/>
                <a:ea typeface="+mn-lt"/>
                <a:cs typeface="+mn-lt"/>
              </a:defRPr>
            </a:lvl4pPr>
            <a:lvl5pPr marL="1194435" indent="-188595" algn="l">
              <a:lnSpc>
                <a:spcPct val="110000"/>
              </a:lnSpc>
              <a:spcBef>
                <a:spcPts val="0"/>
              </a:spcBef>
              <a:spcAft>
                <a:spcPts val="990"/>
              </a:spcAft>
              <a:buChar char="•"/>
              <a:defRPr sz="1733" b="0">
                <a:solidFill>
                  <a:schemeClr val="tx1"/>
                </a:solidFill>
                <a:latin typeface="+mn-lt"/>
                <a:ea typeface="+mn-lt"/>
                <a:cs typeface="+mn-lt"/>
              </a:defRPr>
            </a:lvl5pPr>
            <a:lvl6pPr marL="1445895" indent="-188595" algn="l">
              <a:lnSpc>
                <a:spcPct val="110000"/>
              </a:lnSpc>
              <a:spcBef>
                <a:spcPts val="0"/>
              </a:spcBef>
              <a:spcAft>
                <a:spcPts val="990"/>
              </a:spcAft>
              <a:buChar char="•"/>
              <a:defRPr sz="1733" b="0">
                <a:solidFill>
                  <a:schemeClr val="tx1"/>
                </a:solidFill>
                <a:latin typeface="+mn-lt"/>
                <a:ea typeface="+mn-lt"/>
                <a:cs typeface="+mn-lt"/>
              </a:defRPr>
            </a:lvl6pPr>
            <a:lvl7pPr marL="1697355" indent="-188595" algn="l">
              <a:lnSpc>
                <a:spcPct val="110000"/>
              </a:lnSpc>
              <a:spcBef>
                <a:spcPts val="0"/>
              </a:spcBef>
              <a:spcAft>
                <a:spcPts val="990"/>
              </a:spcAft>
              <a:buChar char="•"/>
              <a:defRPr sz="1733" b="0">
                <a:solidFill>
                  <a:schemeClr val="tx1"/>
                </a:solidFill>
                <a:latin typeface="+mn-lt"/>
                <a:ea typeface="+mn-lt"/>
                <a:cs typeface="+mn-lt"/>
              </a:defRPr>
            </a:lvl7pPr>
            <a:lvl8pPr marL="1948815" indent="-188595" algn="l">
              <a:lnSpc>
                <a:spcPct val="110000"/>
              </a:lnSpc>
              <a:spcBef>
                <a:spcPts val="0"/>
              </a:spcBef>
              <a:spcAft>
                <a:spcPts val="990"/>
              </a:spcAft>
              <a:buChar char="•"/>
              <a:defRPr sz="1733" b="0">
                <a:solidFill>
                  <a:schemeClr val="tx1"/>
                </a:solidFill>
                <a:latin typeface="+mn-lt"/>
                <a:ea typeface="+mn-lt"/>
                <a:cs typeface="+mn-lt"/>
              </a:defRPr>
            </a:lvl8pPr>
            <a:lvl9pPr marL="2200275" indent="-188595" algn="l">
              <a:lnSpc>
                <a:spcPct val="110000"/>
              </a:lnSpc>
              <a:spcBef>
                <a:spcPts val="0"/>
              </a:spcBef>
              <a:spcAft>
                <a:spcPts val="990"/>
              </a:spcAft>
              <a:buChar char="•"/>
              <a:defRPr sz="1733"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EF5B81-92A5-42D8-B0C3-4DD1027DF76E}"/>
              </a:ext>
            </a:extLst>
          </p:cNvPr>
          <p:cNvSpPr>
            <a:spLocks xmlns:a="http://schemas.openxmlformats.org/drawingml/2006/main" noGrp="1"/>
          </p:cNvSpPr>
          <p:nvPr>
            <p:ph type="title" idx="0"/>
          </p:nvPr>
        </p:nvSpPr>
        <p:spPr>
          <a:xfrm xmlns:a="http://schemas.openxmlformats.org/drawingml/2006/main">
            <a:off x="565785" y="1209040"/>
            <a:ext cx="8926830" cy="1899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3A5C1F-4F97-4A63-9BD7-1DB025B26F90}"/>
              </a:ext>
            </a:extLst>
          </p:cNvPr>
          <p:cNvSpPr>
            <a:spLocks xmlns:a="http://schemas.openxmlformats.org/drawingml/2006/main" noGrp="1"/>
          </p:cNvSpPr>
          <p:nvPr>
            <p:ph type="body" idx="1"/>
          </p:nvPr>
        </p:nvSpPr>
        <p:spPr>
          <a:xfrm xmlns:a="http://schemas.openxmlformats.org/drawingml/2006/main">
            <a:off x="565785" y="4318000"/>
            <a:ext cx="414909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6" b="0">
                <a:solidFill>
                  <a:schemeClr val="tx1"/>
                </a:solidFill>
                <a:latin typeface="+mn-lt"/>
                <a:ea typeface="+mn-lt"/>
                <a:cs typeface="+mn-lt"/>
              </a:defRPr>
            </a:defPPr>
            <a:lvl1pPr marL="188595" indent="-188595" algn="l">
              <a:lnSpc>
                <a:spcPct val="110000"/>
              </a:lnSpc>
              <a:spcBef>
                <a:spcPts val="0"/>
              </a:spcBef>
              <a:spcAft>
                <a:spcPts val="990"/>
              </a:spcAft>
              <a:buChar char="•"/>
              <a:defRPr sz="1856" b="0">
                <a:solidFill>
                  <a:schemeClr val="tx1"/>
                </a:solidFill>
                <a:latin typeface="+mn-lt"/>
                <a:ea typeface="+mn-lt"/>
                <a:cs typeface="+mn-lt"/>
              </a:defRPr>
            </a:lvl1pPr>
            <a:lvl2pPr marL="440055" indent="-188595" algn="l">
              <a:lnSpc>
                <a:spcPct val="110000"/>
              </a:lnSpc>
              <a:spcBef>
                <a:spcPts val="0"/>
              </a:spcBef>
              <a:spcAft>
                <a:spcPts val="990"/>
              </a:spcAft>
              <a:buChar char="•"/>
              <a:defRPr sz="1856" b="0">
                <a:solidFill>
                  <a:schemeClr val="tx1"/>
                </a:solidFill>
                <a:latin typeface="+mn-lt"/>
                <a:ea typeface="+mn-lt"/>
                <a:cs typeface="+mn-lt"/>
              </a:defRPr>
            </a:lvl2pPr>
            <a:lvl3pPr marL="691515" indent="-188595" algn="l">
              <a:lnSpc>
                <a:spcPct val="110000"/>
              </a:lnSpc>
              <a:spcBef>
                <a:spcPts val="0"/>
              </a:spcBef>
              <a:spcAft>
                <a:spcPts val="990"/>
              </a:spcAft>
              <a:buChar char="•"/>
              <a:defRPr sz="1856" b="0">
                <a:solidFill>
                  <a:schemeClr val="tx1"/>
                </a:solidFill>
                <a:latin typeface="+mn-lt"/>
                <a:ea typeface="+mn-lt"/>
                <a:cs typeface="+mn-lt"/>
              </a:defRPr>
            </a:lvl3pPr>
            <a:lvl4pPr marL="942975" indent="-188595" algn="l">
              <a:lnSpc>
                <a:spcPct val="110000"/>
              </a:lnSpc>
              <a:spcBef>
                <a:spcPts val="0"/>
              </a:spcBef>
              <a:spcAft>
                <a:spcPts val="990"/>
              </a:spcAft>
              <a:buChar char="•"/>
              <a:defRPr sz="1856" b="0">
                <a:solidFill>
                  <a:schemeClr val="tx1"/>
                </a:solidFill>
                <a:latin typeface="+mn-lt"/>
                <a:ea typeface="+mn-lt"/>
                <a:cs typeface="+mn-lt"/>
              </a:defRPr>
            </a:lvl4pPr>
            <a:lvl5pPr marL="1194435" indent="-188595" algn="l">
              <a:lnSpc>
                <a:spcPct val="110000"/>
              </a:lnSpc>
              <a:spcBef>
                <a:spcPts val="0"/>
              </a:spcBef>
              <a:spcAft>
                <a:spcPts val="990"/>
              </a:spcAft>
              <a:buChar char="•"/>
              <a:defRPr sz="1856" b="0">
                <a:solidFill>
                  <a:schemeClr val="tx1"/>
                </a:solidFill>
                <a:latin typeface="+mn-lt"/>
                <a:ea typeface="+mn-lt"/>
                <a:cs typeface="+mn-lt"/>
              </a:defRPr>
            </a:lvl5pPr>
            <a:lvl6pPr marL="1445895" indent="-188595" algn="l">
              <a:lnSpc>
                <a:spcPct val="110000"/>
              </a:lnSpc>
              <a:spcBef>
                <a:spcPts val="0"/>
              </a:spcBef>
              <a:spcAft>
                <a:spcPts val="990"/>
              </a:spcAft>
              <a:buChar char="•"/>
              <a:defRPr sz="1856" b="0">
                <a:solidFill>
                  <a:schemeClr val="tx1"/>
                </a:solidFill>
                <a:latin typeface="+mn-lt"/>
                <a:ea typeface="+mn-lt"/>
                <a:cs typeface="+mn-lt"/>
              </a:defRPr>
            </a:lvl6pPr>
            <a:lvl7pPr marL="1697355" indent="-188595" algn="l">
              <a:lnSpc>
                <a:spcPct val="110000"/>
              </a:lnSpc>
              <a:spcBef>
                <a:spcPts val="0"/>
              </a:spcBef>
              <a:spcAft>
                <a:spcPts val="990"/>
              </a:spcAft>
              <a:buChar char="•"/>
              <a:defRPr sz="1856" b="0">
                <a:solidFill>
                  <a:schemeClr val="tx1"/>
                </a:solidFill>
                <a:latin typeface="+mn-lt"/>
                <a:ea typeface="+mn-lt"/>
                <a:cs typeface="+mn-lt"/>
              </a:defRPr>
            </a:lvl7pPr>
            <a:lvl8pPr marL="1948815" indent="-188595" algn="l">
              <a:lnSpc>
                <a:spcPct val="110000"/>
              </a:lnSpc>
              <a:spcBef>
                <a:spcPts val="0"/>
              </a:spcBef>
              <a:spcAft>
                <a:spcPts val="990"/>
              </a:spcAft>
              <a:buChar char="•"/>
              <a:defRPr sz="1856" b="0">
                <a:solidFill>
                  <a:schemeClr val="tx1"/>
                </a:solidFill>
                <a:latin typeface="+mn-lt"/>
                <a:ea typeface="+mn-lt"/>
                <a:cs typeface="+mn-lt"/>
              </a:defRPr>
            </a:lvl8pPr>
            <a:lvl9pPr marL="2200275" indent="-188595" algn="l">
              <a:lnSpc>
                <a:spcPct val="110000"/>
              </a:lnSpc>
              <a:spcBef>
                <a:spcPts val="0"/>
              </a:spcBef>
              <a:spcAft>
                <a:spcPts val="990"/>
              </a:spcAft>
              <a:buChar char="•"/>
              <a:defRPr sz="1856"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c37290c2364db5" /><Relationship Type="http://schemas.openxmlformats.org/officeDocument/2006/relationships/slideLayout" Target="/ppt/slideLayouts/slideLayout1.xml" Id="Re8aa1a7170f24cc4" /><Relationship Type="http://schemas.openxmlformats.org/officeDocument/2006/relationships/slideLayout" Target="/ppt/slideLayouts/slideLayout2.xml" Id="Rb50a133637e44a37" /><Relationship Type="http://schemas.openxmlformats.org/officeDocument/2006/relationships/slideLayout" Target="/ppt/slideLayouts/slideLayout3.xml" Id="Ra914827b36af4a94" /><Relationship Type="http://schemas.openxmlformats.org/officeDocument/2006/relationships/slideLayout" Target="/ppt/slideLayouts/slideLayout4.xml" Id="R1616a8f7561d4805" /><Relationship Type="http://schemas.openxmlformats.org/officeDocument/2006/relationships/slideLayout" Target="/ppt/slideLayouts/slideLayout5.xml" Id="Re73abcced12741a9" /><Relationship Type="http://schemas.openxmlformats.org/officeDocument/2006/relationships/slideLayout" Target="/ppt/slideLayouts/slideLayout6.xml" Id="R2ba2d9c6119c4a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aa1a7170f24cc4"/>
    <p:sldLayoutId xmlns:r="http://schemas.openxmlformats.org/officeDocument/2006/relationships" id="2147483650" r:id="Rb50a133637e44a37"/>
    <p:sldLayoutId xmlns:r="http://schemas.openxmlformats.org/officeDocument/2006/relationships" id="2147483651" r:id="Ra914827b36af4a94"/>
    <p:sldLayoutId xmlns:r="http://schemas.openxmlformats.org/officeDocument/2006/relationships" id="2147483652" r:id="R1616a8f7561d4805"/>
    <p:sldLayoutId xmlns:r="http://schemas.openxmlformats.org/officeDocument/2006/relationships" id="2147483653" r:id="Re73abcced12741a9"/>
    <p:sldLayoutId xmlns:r="http://schemas.openxmlformats.org/officeDocument/2006/relationships" id="2147483654" r:id="R2ba2d9c6119c4a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87cd6dfb53468a" /><Relationship Type="http://schemas.openxmlformats.org/officeDocument/2006/relationships/image" Target="/ppt/media/image.png" Id="R0fe0c8090d404c35" /><Relationship Type="http://schemas.openxmlformats.org/officeDocument/2006/relationships/image" Target="/ppt/media/image2.png" Id="R3b7aa709316945d8" /><Relationship Type="http://schemas.openxmlformats.org/officeDocument/2006/relationships/image" Target="/ppt/media/image3.png" Id="R6905aca01ac64ad0" /><Relationship Type="http://schemas.openxmlformats.org/officeDocument/2006/relationships/notesSlide" Target="/ppt/notesSlides/notesSlide1.xml" Id="R0d5afbe1212b435e" /></Relationships>
</file>

<file path=ppt/slides/slide1.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623CC82-0C1F-4639-98F8-096117C9A992}"/>
              </a:ext>
            </a:extLst>
          </p:cNvPr>
          <p:cNvPicPr>
            <a:picLocks xmlns:a="http://schemas.openxmlformats.org/drawingml/2006/main" noChangeAspect="1"/>
          </p:cNvPicPr>
          <p:nvPr/>
        </p:nvPicPr>
        <p:blipFill>
          <a:blip xmlns:r="http://schemas.openxmlformats.org/officeDocument/2006/relationships" xmlns:a="http://schemas.openxmlformats.org/drawingml/2006/main" r:embed="R0fe0c8090d404c35"/>
          <a:srcRect xmlns:a="http://schemas.openxmlformats.org/drawingml/2006/main" l="1471" t="0" r="1471" b="0"/>
          <a:stretch xmlns:a="http://schemas.openxmlformats.org/drawingml/2006/main">
            <a:fillRect l="0" t="0" r="0" b="0"/>
          </a:stretch>
        </p:blipFill>
        <p:spPr>
          <a:xfrm xmlns:a="http://schemas.openxmlformats.org/drawingml/2006/main">
            <a:off x="0" y="0"/>
            <a:ext cx="10058400" cy="15544800"/>
          </a:xfrm>
          <a:prstGeom xmlns:a="http://schemas.openxmlformats.org/drawingml/2006/main" prst="rect">
            <a:avLst/>
          </a:prstGeom>
        </p:spPr>
      </p:pic>
      <p:sp>
        <p:nvSpPr>
          <p:cNvPr id="2" name="Look Before You Open cream headline ground">
            <a:extLst xmlns:a="http://schemas.openxmlformats.org/drawingml/2006/main">
              <a:ext uri="{FF2B5EF4-FFF2-40B4-BE49-F238E27FC236}">
                <a16:creationId xmlns:a16="http://schemas.microsoft.com/office/drawing/2014/main" id="{F13B7188-5FD1-4B64-B151-135362486A81}"/>
              </a:ext>
            </a:extLst>
          </p:cNvPr>
          <p:cNvSpPr>
            <a:spLocks xmlns:a="http://schemas.openxmlformats.org/drawingml/2006/main" noGrp="1"/>
          </p:cNvSpPr>
          <p:nvPr/>
        </p:nvSpPr>
        <p:spPr>
          <a:xfrm xmlns:a="http://schemas.openxmlformats.org/drawingml/2006/main">
            <a:off x="0" y="0"/>
            <a:ext cx="10058400" cy="4663440"/>
          </a:xfrm>
          <a:prstGeom xmlns:a="http://schemas.openxmlformats.org/drawingml/2006/main" prst="rect">
            <a:avLst/>
          </a:prstGeom>
          <a:solidFill xmlns:a="http://schemas.openxmlformats.org/drawingml/2006/main">
            <a:srgbClr val="FFF3DF">
              <a:alpha val="94000"/>
            </a:srgbClr>
          </a:solidFill>
          <a:ln xmlns:a="http://schemas.openxmlformats.org/drawingml/2006/main" w="0">
            <a:noFill/>
            <a:prstDash val="solid"/>
          </a:ln>
        </p:spPr>
      </p:sp>
      <p:sp>
        <p:nvSpPr>
          <p:cNvPr id="3" name="Look Before You Open headline accent">
            <a:extLst xmlns:a="http://schemas.openxmlformats.org/drawingml/2006/main">
              <a:ext uri="{FF2B5EF4-FFF2-40B4-BE49-F238E27FC236}">
                <a16:creationId xmlns:a16="http://schemas.microsoft.com/office/drawing/2014/main" id="{B61F0806-F06F-4773-86AC-4ADEFF91B73B}"/>
              </a:ext>
            </a:extLst>
          </p:cNvPr>
          <p:cNvSpPr>
            <a:spLocks xmlns:a="http://schemas.openxmlformats.org/drawingml/2006/main" noGrp="1"/>
          </p:cNvSpPr>
          <p:nvPr/>
        </p:nvSpPr>
        <p:spPr>
          <a:xfrm xmlns:a="http://schemas.openxmlformats.org/drawingml/2006/main">
            <a:off x="663854" y="326441"/>
            <a:ext cx="754380" cy="93269"/>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4" name="Look Before You Open editable headline">
            <a:extLst xmlns:a="http://schemas.openxmlformats.org/drawingml/2006/main">
              <a:ext uri="{FF2B5EF4-FFF2-40B4-BE49-F238E27FC236}">
                <a16:creationId xmlns:a16="http://schemas.microsoft.com/office/drawing/2014/main" id="{7866013C-3041-49D1-873E-2B7E6E8811A0}"/>
              </a:ext>
            </a:extLst>
          </p:cNvPr>
          <p:cNvSpPr>
            <a:spLocks xmlns:a="http://schemas.openxmlformats.org/drawingml/2006/main" noGrp="1"/>
          </p:cNvSpPr>
          <p:nvPr/>
        </p:nvSpPr>
        <p:spPr>
          <a:xfrm xmlns:a="http://schemas.openxmlformats.org/drawingml/2006/main">
            <a:off x="663854" y="575158"/>
            <a:ext cx="8730691" cy="21762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00" b="1">
                <a:solidFill>
                  <a:srgbClr val="7926CB"/>
                </a:solidFill>
                <a:latin typeface="Space Grotesk"/>
                <a:ea typeface="Space Grotesk"/>
                <a:cs typeface="Space Grotesk"/>
              </a:defRPr>
            </a:defPPr>
            <a:lvl1pPr algn="l">
              <a:defRPr sz="5200" b="1">
                <a:solidFill>
                  <a:srgbClr val="7926CB"/>
                </a:solidFill>
                <a:latin typeface="Space Grotesk"/>
                <a:ea typeface="Space Grotesk"/>
                <a:cs typeface="Space Grotesk"/>
              </a:defRPr>
            </a:lvl1pPr>
            <a:lvl2pPr algn="l">
              <a:defRPr sz="5200" b="1">
                <a:solidFill>
                  <a:srgbClr val="7926CB"/>
                </a:solidFill>
                <a:latin typeface="Space Grotesk"/>
                <a:ea typeface="Space Grotesk"/>
                <a:cs typeface="Space Grotesk"/>
              </a:defRPr>
            </a:lvl2pPr>
            <a:lvl3pPr algn="l">
              <a:defRPr sz="5200" b="1">
                <a:solidFill>
                  <a:srgbClr val="7926CB"/>
                </a:solidFill>
                <a:latin typeface="Space Grotesk"/>
                <a:ea typeface="Space Grotesk"/>
                <a:cs typeface="Space Grotesk"/>
              </a:defRPr>
            </a:lvl3pPr>
            <a:lvl4pPr algn="l">
              <a:defRPr sz="5200" b="1">
                <a:solidFill>
                  <a:srgbClr val="7926CB"/>
                </a:solidFill>
                <a:latin typeface="Space Grotesk"/>
                <a:ea typeface="Space Grotesk"/>
                <a:cs typeface="Space Grotesk"/>
              </a:defRPr>
            </a:lvl4pPr>
            <a:lvl5pPr algn="l">
              <a:defRPr sz="5200" b="1">
                <a:solidFill>
                  <a:srgbClr val="7926CB"/>
                </a:solidFill>
                <a:latin typeface="Space Grotesk"/>
                <a:ea typeface="Space Grotesk"/>
                <a:cs typeface="Space Grotesk"/>
              </a:defRPr>
            </a:lvl5pPr>
            <a:lvl6pPr algn="l">
              <a:defRPr sz="5200" b="1">
                <a:solidFill>
                  <a:srgbClr val="7926CB"/>
                </a:solidFill>
                <a:latin typeface="Space Grotesk"/>
                <a:ea typeface="Space Grotesk"/>
                <a:cs typeface="Space Grotesk"/>
              </a:defRPr>
            </a:lvl6pPr>
            <a:lvl7pPr algn="l">
              <a:defRPr sz="5200" b="1">
                <a:solidFill>
                  <a:srgbClr val="7926CB"/>
                </a:solidFill>
                <a:latin typeface="Space Grotesk"/>
                <a:ea typeface="Space Grotesk"/>
                <a:cs typeface="Space Grotesk"/>
              </a:defRPr>
            </a:lvl7pPr>
            <a:lvl8pPr algn="l">
              <a:defRPr sz="5200" b="1">
                <a:solidFill>
                  <a:srgbClr val="7926CB"/>
                </a:solidFill>
                <a:latin typeface="Space Grotesk"/>
                <a:ea typeface="Space Grotesk"/>
                <a:cs typeface="Space Grotesk"/>
              </a:defRPr>
            </a:lvl8pPr>
            <a:lvl9pPr algn="l">
              <a:defRPr sz="5200" b="1">
                <a:solidFill>
                  <a:srgbClr val="7926CB"/>
                </a:solidFill>
                <a:latin typeface="Space Grotesk"/>
                <a:ea typeface="Space Grotesk"/>
                <a:cs typeface="Space Grotesk"/>
              </a:defRPr>
            </a:lvl9pPr>
          </a:lstStyle>
          <a:p xmlns:a="http://schemas.openxmlformats.org/drawingml/2006/main">
            <a:pPr algn="l">
              <a:lnSpc>
                <a:spcPct val="95000"/>
              </a:lnSpc>
              <a:buNone/>
              <a:defRPr sz="5200" b="1">
                <a:solidFill>
                  <a:srgbClr val="7926CB"/>
                </a:solidFill>
                <a:latin typeface="Space Grotesk"/>
                <a:ea typeface="Space Grotesk"/>
                <a:cs typeface="Space Grotesk"/>
              </a:defRPr>
            </a:pPr>
            <a:r>
              <a:rPr sz="5200" b="1">
                <a:solidFill>
                  <a:srgbClr val="7926CB"/>
                </a:solidFill>
                <a:latin typeface="Space Grotesk"/>
                <a:ea typeface="Space Grotesk"/>
                <a:cs typeface="Space Grotesk"/>
              </a:rPr>
              <a:t>LOOK BEFORE</a:t>
            </a:r>
          </a:p>
          <a:p xmlns:a="http://schemas.openxmlformats.org/drawingml/2006/main">
            <a:pPr algn="l">
              <a:lnSpc>
                <a:spcPct val="95000"/>
              </a:lnSpc>
              <a:buNone/>
              <a:defRPr sz="5200" b="1">
                <a:solidFill>
                  <a:srgbClr val="7926CB"/>
                </a:solidFill>
                <a:latin typeface="Space Grotesk"/>
                <a:ea typeface="Space Grotesk"/>
                <a:cs typeface="Space Grotesk"/>
              </a:defRPr>
            </a:pPr>
            <a:r>
              <a:rPr sz="5200" b="1">
                <a:solidFill>
                  <a:srgbClr val="7926CB"/>
                </a:solidFill>
                <a:latin typeface="Space Grotesk"/>
                <a:ea typeface="Space Grotesk"/>
                <a:cs typeface="Space Grotesk"/>
              </a:rPr>
              <a:t>YOU OPEN.</a:t>
            </a:r>
          </a:p>
        </p:txBody>
      </p:sp>
      <p:sp>
        <p:nvSpPr>
          <p:cNvPr id="5" name="Look Before You Open editable action">
            <a:extLst xmlns:a="http://schemas.openxmlformats.org/drawingml/2006/main">
              <a:ext uri="{FF2B5EF4-FFF2-40B4-BE49-F238E27FC236}">
                <a16:creationId xmlns:a16="http://schemas.microsoft.com/office/drawing/2014/main" id="{27CA7567-7E52-4335-9ADE-FEA271F4F9C3}"/>
              </a:ext>
            </a:extLst>
          </p:cNvPr>
          <p:cNvSpPr>
            <a:spLocks xmlns:a="http://schemas.openxmlformats.org/drawingml/2006/main" noGrp="1"/>
          </p:cNvSpPr>
          <p:nvPr/>
        </p:nvSpPr>
        <p:spPr>
          <a:xfrm xmlns:a="http://schemas.openxmlformats.org/drawingml/2006/main">
            <a:off x="673379" y="2953512"/>
            <a:ext cx="8711641" cy="13990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a:solidFill>
                  <a:srgbClr val="23143A"/>
                </a:solidFill>
                <a:latin typeface="Arial"/>
                <a:ea typeface="Arial"/>
                <a:cs typeface="Arial"/>
              </a:defRPr>
            </a:defPPr>
            <a:lvl1pPr algn="l">
              <a:defRPr sz="2300" b="1">
                <a:solidFill>
                  <a:srgbClr val="23143A"/>
                </a:solidFill>
                <a:latin typeface="Arial"/>
                <a:ea typeface="Arial"/>
                <a:cs typeface="Arial"/>
              </a:defRPr>
            </a:lvl1pPr>
            <a:lvl2pPr algn="l">
              <a:defRPr sz="2300" b="1">
                <a:solidFill>
                  <a:srgbClr val="23143A"/>
                </a:solidFill>
                <a:latin typeface="Arial"/>
                <a:ea typeface="Arial"/>
                <a:cs typeface="Arial"/>
              </a:defRPr>
            </a:lvl2pPr>
            <a:lvl3pPr algn="l">
              <a:defRPr sz="2300" b="1">
                <a:solidFill>
                  <a:srgbClr val="23143A"/>
                </a:solidFill>
                <a:latin typeface="Arial"/>
                <a:ea typeface="Arial"/>
                <a:cs typeface="Arial"/>
              </a:defRPr>
            </a:lvl3pPr>
            <a:lvl4pPr algn="l">
              <a:defRPr sz="2300" b="1">
                <a:solidFill>
                  <a:srgbClr val="23143A"/>
                </a:solidFill>
                <a:latin typeface="Arial"/>
                <a:ea typeface="Arial"/>
                <a:cs typeface="Arial"/>
              </a:defRPr>
            </a:lvl4pPr>
            <a:lvl5pPr algn="l">
              <a:defRPr sz="2300" b="1">
                <a:solidFill>
                  <a:srgbClr val="23143A"/>
                </a:solidFill>
                <a:latin typeface="Arial"/>
                <a:ea typeface="Arial"/>
                <a:cs typeface="Arial"/>
              </a:defRPr>
            </a:lvl5pPr>
            <a:lvl6pPr algn="l">
              <a:defRPr sz="2300" b="1">
                <a:solidFill>
                  <a:srgbClr val="23143A"/>
                </a:solidFill>
                <a:latin typeface="Arial"/>
                <a:ea typeface="Arial"/>
                <a:cs typeface="Arial"/>
              </a:defRPr>
            </a:lvl6pPr>
            <a:lvl7pPr algn="l">
              <a:defRPr sz="2300" b="1">
                <a:solidFill>
                  <a:srgbClr val="23143A"/>
                </a:solidFill>
                <a:latin typeface="Arial"/>
                <a:ea typeface="Arial"/>
                <a:cs typeface="Arial"/>
              </a:defRPr>
            </a:lvl7pPr>
            <a:lvl8pPr algn="l">
              <a:defRPr sz="2300" b="1">
                <a:solidFill>
                  <a:srgbClr val="23143A"/>
                </a:solidFill>
                <a:latin typeface="Arial"/>
                <a:ea typeface="Arial"/>
                <a:cs typeface="Arial"/>
              </a:defRPr>
            </a:lvl8pPr>
            <a:lvl9pPr algn="l">
              <a:defRPr sz="2300" b="1">
                <a:solidFill>
                  <a:srgbClr val="23143A"/>
                </a:solidFill>
                <a:latin typeface="Arial"/>
                <a:ea typeface="Arial"/>
                <a:cs typeface="Arial"/>
              </a:defRPr>
            </a:lvl9pPr>
          </a:lstStyle>
          <a:p xmlns:a="http://schemas.openxmlformats.org/drawingml/2006/main">
            <a:pPr algn="l">
              <a:lnSpc>
                <a:spcPct val="100000"/>
              </a:lnSpc>
              <a:buNone/>
              <a:defRPr sz="2300" b="1">
                <a:solidFill>
                  <a:srgbClr val="23143A"/>
                </a:solidFill>
                <a:latin typeface="Arial"/>
                <a:ea typeface="Arial"/>
                <a:cs typeface="Arial"/>
              </a:defRPr>
            </a:pPr>
            <a:r>
              <a:rPr sz="2300" b="1">
                <a:solidFill>
                  <a:srgbClr val="23143A"/>
                </a:solidFill>
                <a:latin typeface="Arial"/>
                <a:ea typeface="Arial"/>
                <a:cs typeface="Arial"/>
              </a:rPr>
              <a:t>Check mirrors and look over your shoulder for riders. Wait and open only when clear.</a:t>
            </a:r>
          </a:p>
        </p:txBody>
      </p:sp>
      <p:sp>
        <p:nvSpPr>
          <p:cNvPr id="6" name="Look Before You Open footer ground">
            <a:extLst xmlns:a="http://schemas.openxmlformats.org/drawingml/2006/main">
              <a:ext uri="{FF2B5EF4-FFF2-40B4-BE49-F238E27FC236}">
                <a16:creationId xmlns:a16="http://schemas.microsoft.com/office/drawing/2014/main" id="{FC6520C9-C03C-4283-A6BF-2AFE8639E7DF}"/>
              </a:ext>
            </a:extLst>
          </p:cNvPr>
          <p:cNvSpPr>
            <a:spLocks xmlns:a="http://schemas.openxmlformats.org/drawingml/2006/main" noGrp="1"/>
          </p:cNvSpPr>
          <p:nvPr/>
        </p:nvSpPr>
        <p:spPr>
          <a:xfrm xmlns:a="http://schemas.openxmlformats.org/drawingml/2006/main">
            <a:off x="0" y="14297025"/>
            <a:ext cx="10058400" cy="1247775"/>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7" name="">
            <a:extLst xmlns:a="http://schemas.openxmlformats.org/drawingml/2006/main">
              <a:ext uri="{FF2B5EF4-FFF2-40B4-BE49-F238E27FC236}">
                <a16:creationId xmlns:a16="http://schemas.microsoft.com/office/drawing/2014/main" id="{ECED8259-6CDC-420C-BB76-B92C7D54E37B}"/>
              </a:ext>
            </a:extLst>
          </p:cNvPr>
          <p:cNvPicPr>
            <a:picLocks xmlns:a="http://schemas.openxmlformats.org/drawingml/2006/main" noChangeAspect="1"/>
          </p:cNvPicPr>
          <p:nvPr/>
        </p:nvPicPr>
        <p:blipFill>
          <a:blip xmlns:r="http://schemas.openxmlformats.org/officeDocument/2006/relationships" xmlns:a="http://schemas.openxmlformats.org/drawingml/2006/main" r:embed="R3b7aa709316945d8"/>
          <a:stretch xmlns:a="http://schemas.openxmlformats.org/drawingml/2006/main"/>
        </p:blipFill>
        <p:spPr>
          <a:xfrm xmlns:a="http://schemas.openxmlformats.org/drawingml/2006/main">
            <a:off x="663854" y="14534102"/>
            <a:ext cx="773621" cy="773621"/>
          </a:xfrm>
          <a:prstGeom xmlns:a="http://schemas.openxmlformats.org/drawingml/2006/main" prst="rect">
            <a:avLst/>
          </a:prstGeom>
        </p:spPr>
      </p:pic>
      <p:sp>
        <p:nvSpPr>
          <p:cNvPr id="8" name="QR code white quiet zone">
            <a:extLst xmlns:a="http://schemas.openxmlformats.org/drawingml/2006/main">
              <a:ext uri="{FF2B5EF4-FFF2-40B4-BE49-F238E27FC236}">
                <a16:creationId xmlns:a16="http://schemas.microsoft.com/office/drawing/2014/main" id="{D8C14645-09EE-4C76-B9DB-14A5CFA98BA2}"/>
              </a:ext>
            </a:extLst>
          </p:cNvPr>
          <p:cNvSpPr>
            <a:spLocks xmlns:a="http://schemas.openxmlformats.org/drawingml/2006/main" noGrp="1"/>
          </p:cNvSpPr>
          <p:nvPr/>
        </p:nvSpPr>
        <p:spPr>
          <a:xfrm xmlns:a="http://schemas.openxmlformats.org/drawingml/2006/main">
            <a:off x="8582825" y="14467427"/>
            <a:ext cx="849821" cy="849821"/>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84E4E00A-CCE4-490A-B409-4004DFD2F6D4}"/>
              </a:ext>
            </a:extLst>
          </p:cNvPr>
          <p:cNvPicPr>
            <a:picLocks xmlns:a="http://schemas.openxmlformats.org/drawingml/2006/main" noChangeAspect="1"/>
          </p:cNvPicPr>
          <p:nvPr/>
        </p:nvPicPr>
        <p:blipFill>
          <a:blip xmlns:r="http://schemas.openxmlformats.org/officeDocument/2006/relationships" xmlns:a="http://schemas.openxmlformats.org/drawingml/2006/main" r:embed="R6905aca01ac64ad0"/>
          <a:stretch xmlns:a="http://schemas.openxmlformats.org/drawingml/2006/main"/>
        </p:blipFill>
        <p:spPr>
          <a:xfrm xmlns:a="http://schemas.openxmlformats.org/drawingml/2006/main">
            <a:off x="8620925" y="14505527"/>
            <a:ext cx="773621" cy="773621"/>
          </a:xfrm>
          <a:prstGeom xmlns:a="http://schemas.openxmlformats.org/drawingml/2006/main" prst="rect">
            <a:avLst/>
          </a:prstGeom>
        </p:spPr>
      </p:pic>
      <p:sp>
        <p:nvSpPr>
          <p:cNvPr id="10" name="Look Before You Open footer brand">
            <a:extLst xmlns:a="http://schemas.openxmlformats.org/drawingml/2006/main">
              <a:ext uri="{FF2B5EF4-FFF2-40B4-BE49-F238E27FC236}">
                <a16:creationId xmlns:a16="http://schemas.microsoft.com/office/drawing/2014/main" id="{92514366-BD48-40AB-A8C8-600232B81DC6}"/>
              </a:ext>
            </a:extLst>
          </p:cNvPr>
          <p:cNvSpPr>
            <a:spLocks xmlns:a="http://schemas.openxmlformats.org/drawingml/2006/main" noGrp="1"/>
          </p:cNvSpPr>
          <p:nvPr/>
        </p:nvSpPr>
        <p:spPr>
          <a:xfrm xmlns:a="http://schemas.openxmlformats.org/drawingml/2006/main">
            <a:off x="1608925" y="14471714"/>
            <a:ext cx="6764350" cy="2745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1">
                <a:solidFill>
                  <a:srgbClr val="FFFF0A"/>
                </a:solidFill>
                <a:latin typeface="Space Grotesk"/>
                <a:ea typeface="Space Grotesk"/>
                <a:cs typeface="Space Grotesk"/>
              </a:defRPr>
            </a:defPPr>
            <a:lvl1pPr algn="l">
              <a:defRPr sz="1100" b="1">
                <a:solidFill>
                  <a:srgbClr val="FFFF0A"/>
                </a:solidFill>
                <a:latin typeface="Space Grotesk"/>
                <a:ea typeface="Space Grotesk"/>
                <a:cs typeface="Space Grotesk"/>
              </a:defRPr>
            </a:lvl1pPr>
            <a:lvl2pPr algn="l">
              <a:defRPr sz="1100" b="1">
                <a:solidFill>
                  <a:srgbClr val="FFFF0A"/>
                </a:solidFill>
                <a:latin typeface="Space Grotesk"/>
                <a:ea typeface="Space Grotesk"/>
                <a:cs typeface="Space Grotesk"/>
              </a:defRPr>
            </a:lvl2pPr>
            <a:lvl3pPr algn="l">
              <a:defRPr sz="1100" b="1">
                <a:solidFill>
                  <a:srgbClr val="FFFF0A"/>
                </a:solidFill>
                <a:latin typeface="Space Grotesk"/>
                <a:ea typeface="Space Grotesk"/>
                <a:cs typeface="Space Grotesk"/>
              </a:defRPr>
            </a:lvl3pPr>
            <a:lvl4pPr algn="l">
              <a:defRPr sz="1100" b="1">
                <a:solidFill>
                  <a:srgbClr val="FFFF0A"/>
                </a:solidFill>
                <a:latin typeface="Space Grotesk"/>
                <a:ea typeface="Space Grotesk"/>
                <a:cs typeface="Space Grotesk"/>
              </a:defRPr>
            </a:lvl4pPr>
            <a:lvl5pPr algn="l">
              <a:defRPr sz="1100" b="1">
                <a:solidFill>
                  <a:srgbClr val="FFFF0A"/>
                </a:solidFill>
                <a:latin typeface="Space Grotesk"/>
                <a:ea typeface="Space Grotesk"/>
                <a:cs typeface="Space Grotesk"/>
              </a:defRPr>
            </a:lvl5pPr>
            <a:lvl6pPr algn="l">
              <a:defRPr sz="1100" b="1">
                <a:solidFill>
                  <a:srgbClr val="FFFF0A"/>
                </a:solidFill>
                <a:latin typeface="Space Grotesk"/>
                <a:ea typeface="Space Grotesk"/>
                <a:cs typeface="Space Grotesk"/>
              </a:defRPr>
            </a:lvl6pPr>
            <a:lvl7pPr algn="l">
              <a:defRPr sz="1100" b="1">
                <a:solidFill>
                  <a:srgbClr val="FFFF0A"/>
                </a:solidFill>
                <a:latin typeface="Space Grotesk"/>
                <a:ea typeface="Space Grotesk"/>
                <a:cs typeface="Space Grotesk"/>
              </a:defRPr>
            </a:lvl7pPr>
            <a:lvl8pPr algn="l">
              <a:defRPr sz="1100" b="1">
                <a:solidFill>
                  <a:srgbClr val="FFFF0A"/>
                </a:solidFill>
                <a:latin typeface="Space Grotesk"/>
                <a:ea typeface="Space Grotesk"/>
                <a:cs typeface="Space Grotesk"/>
              </a:defRPr>
            </a:lvl8pPr>
            <a:lvl9pPr algn="l">
              <a:defRPr sz="1100" b="1">
                <a:solidFill>
                  <a:srgbClr val="FFFF0A"/>
                </a:solidFill>
                <a:latin typeface="Space Grotesk"/>
                <a:ea typeface="Space Grotesk"/>
                <a:cs typeface="Space Grotesk"/>
              </a:defRPr>
            </a:lvl9pPr>
          </a:lstStyle>
          <a:p xmlns:a="http://schemas.openxmlformats.org/drawingml/2006/main">
            <a:pPr algn="l">
              <a:lnSpc>
                <a:spcPct val="100000"/>
              </a:lnSpc>
              <a:buNone/>
              <a:defRPr sz="1100" b="1">
                <a:solidFill>
                  <a:srgbClr val="FFFF0A"/>
                </a:solidFill>
                <a:latin typeface="Space Grotesk"/>
                <a:ea typeface="Space Grotesk"/>
                <a:cs typeface="Space Grotesk"/>
              </a:defRPr>
            </a:pPr>
            <a:r>
              <a:rPr sz="1100" b="1">
                <a:solidFill>
                  <a:srgbClr val="FFFF0A"/>
                </a:solidFill>
                <a:latin typeface="Space Grotesk"/>
                <a:ea typeface="Space Grotesk"/>
                <a:cs typeface="Space Grotesk"/>
              </a:rPr>
              <a:t>3 FEET PLEASE</a:t>
            </a:r>
          </a:p>
        </p:txBody>
      </p:sp>
      <p:sp>
        <p:nvSpPr>
          <p:cNvPr id="11" name="Look Before You Open footer campaign line">
            <a:extLst xmlns:a="http://schemas.openxmlformats.org/drawingml/2006/main">
              <a:ext uri="{FF2B5EF4-FFF2-40B4-BE49-F238E27FC236}">
                <a16:creationId xmlns:a16="http://schemas.microsoft.com/office/drawing/2014/main" id="{732691DE-6970-4422-B19C-CE8176B539C1}"/>
              </a:ext>
            </a:extLst>
          </p:cNvPr>
          <p:cNvSpPr>
            <a:spLocks xmlns:a="http://schemas.openxmlformats.org/drawingml/2006/main" noGrp="1"/>
          </p:cNvSpPr>
          <p:nvPr/>
        </p:nvSpPr>
        <p:spPr>
          <a:xfrm xmlns:a="http://schemas.openxmlformats.org/drawingml/2006/main">
            <a:off x="1608925" y="14783657"/>
            <a:ext cx="6764350" cy="286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1">
                <a:solidFill>
                  <a:srgbClr val="FFFFFF"/>
                </a:solidFill>
                <a:latin typeface="Arial"/>
                <a:ea typeface="Arial"/>
                <a:cs typeface="Arial"/>
              </a:defRPr>
            </a:defPPr>
            <a:lvl1pPr algn="l">
              <a:defRPr sz="1000" b="1">
                <a:solidFill>
                  <a:srgbClr val="FFFFFF"/>
                </a:solidFill>
                <a:latin typeface="Arial"/>
                <a:ea typeface="Arial"/>
                <a:cs typeface="Arial"/>
              </a:defRPr>
            </a:lvl1pPr>
            <a:lvl2pPr algn="l">
              <a:defRPr sz="1000" b="1">
                <a:solidFill>
                  <a:srgbClr val="FFFFFF"/>
                </a:solidFill>
                <a:latin typeface="Arial"/>
                <a:ea typeface="Arial"/>
                <a:cs typeface="Arial"/>
              </a:defRPr>
            </a:lvl2pPr>
            <a:lvl3pPr algn="l">
              <a:defRPr sz="1000" b="1">
                <a:solidFill>
                  <a:srgbClr val="FFFFFF"/>
                </a:solidFill>
                <a:latin typeface="Arial"/>
                <a:ea typeface="Arial"/>
                <a:cs typeface="Arial"/>
              </a:defRPr>
            </a:lvl3pPr>
            <a:lvl4pPr algn="l">
              <a:defRPr sz="1000" b="1">
                <a:solidFill>
                  <a:srgbClr val="FFFFFF"/>
                </a:solidFill>
                <a:latin typeface="Arial"/>
                <a:ea typeface="Arial"/>
                <a:cs typeface="Arial"/>
              </a:defRPr>
            </a:lvl4pPr>
            <a:lvl5pPr algn="l">
              <a:defRPr sz="1000" b="1">
                <a:solidFill>
                  <a:srgbClr val="FFFFFF"/>
                </a:solidFill>
                <a:latin typeface="Arial"/>
                <a:ea typeface="Arial"/>
                <a:cs typeface="Arial"/>
              </a:defRPr>
            </a:lvl5pPr>
            <a:lvl6pPr algn="l">
              <a:defRPr sz="1000" b="1">
                <a:solidFill>
                  <a:srgbClr val="FFFFFF"/>
                </a:solidFill>
                <a:latin typeface="Arial"/>
                <a:ea typeface="Arial"/>
                <a:cs typeface="Arial"/>
              </a:defRPr>
            </a:lvl6pPr>
            <a:lvl7pPr algn="l">
              <a:defRPr sz="1000" b="1">
                <a:solidFill>
                  <a:srgbClr val="FFFFFF"/>
                </a:solidFill>
                <a:latin typeface="Arial"/>
                <a:ea typeface="Arial"/>
                <a:cs typeface="Arial"/>
              </a:defRPr>
            </a:lvl7pPr>
            <a:lvl8pPr algn="l">
              <a:defRPr sz="1000" b="1">
                <a:solidFill>
                  <a:srgbClr val="FFFFFF"/>
                </a:solidFill>
                <a:latin typeface="Arial"/>
                <a:ea typeface="Arial"/>
                <a:cs typeface="Arial"/>
              </a:defRPr>
            </a:lvl8pPr>
            <a:lvl9pPr algn="l">
              <a:defRPr sz="1000" b="1">
                <a:solidFill>
                  <a:srgbClr val="FFFFFF"/>
                </a:solidFill>
                <a:latin typeface="Arial"/>
                <a:ea typeface="Arial"/>
                <a:cs typeface="Arial"/>
              </a:defRPr>
            </a:lvl9pPr>
          </a:lstStyle>
          <a:p xmlns:a="http://schemas.openxmlformats.org/drawingml/2006/main">
            <a:pPr algn="l">
              <a:lnSpc>
                <a:spcPct val="100000"/>
              </a:lnSpc>
              <a:buNone/>
              <a:defRPr sz="1000" b="1">
                <a:solidFill>
                  <a:srgbClr val="FFFFFF"/>
                </a:solidFill>
                <a:latin typeface="Arial"/>
                <a:ea typeface="Arial"/>
                <a:cs typeface="Arial"/>
              </a:defRPr>
            </a:pPr>
            <a:r>
              <a:rPr sz="1000" b="1">
                <a:solidFill>
                  <a:srgbClr val="FFFFFF"/>
                </a:solidFill>
                <a:latin typeface="Arial"/>
                <a:ea typeface="Arial"/>
                <a:cs typeface="Arial"/>
              </a:rPr>
              <a:t>People on bikes deserve space.</a:t>
            </a:r>
          </a:p>
        </p:txBody>
      </p:sp>
      <p:sp>
        <p:nvSpPr>
          <p:cNvPr id="12" name="Look Before You Open footer website">
            <a:extLst xmlns:a="http://schemas.openxmlformats.org/drawingml/2006/main">
              <a:ext uri="{FF2B5EF4-FFF2-40B4-BE49-F238E27FC236}">
                <a16:creationId xmlns:a16="http://schemas.microsoft.com/office/drawing/2014/main" id="{8CB1C54C-896F-4089-B68D-46A930DFE46C}"/>
              </a:ext>
            </a:extLst>
          </p:cNvPr>
          <p:cNvSpPr>
            <a:spLocks xmlns:a="http://schemas.openxmlformats.org/drawingml/2006/main" noGrp="1"/>
          </p:cNvSpPr>
          <p:nvPr/>
        </p:nvSpPr>
        <p:spPr>
          <a:xfrm xmlns:a="http://schemas.openxmlformats.org/drawingml/2006/main">
            <a:off x="1608925" y="15108079"/>
            <a:ext cx="6764350" cy="286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1">
                <a:solidFill>
                  <a:srgbClr val="FFFFFF"/>
                </a:solidFill>
                <a:latin typeface="Arial"/>
                <a:ea typeface="Arial"/>
                <a:cs typeface="Arial"/>
              </a:defRPr>
            </a:defPPr>
            <a:lvl1pPr algn="l">
              <a:defRPr sz="1000" b="1">
                <a:solidFill>
                  <a:srgbClr val="FFFFFF"/>
                </a:solidFill>
                <a:latin typeface="Arial"/>
                <a:ea typeface="Arial"/>
                <a:cs typeface="Arial"/>
              </a:defRPr>
            </a:lvl1pPr>
            <a:lvl2pPr algn="l">
              <a:defRPr sz="1000" b="1">
                <a:solidFill>
                  <a:srgbClr val="FFFFFF"/>
                </a:solidFill>
                <a:latin typeface="Arial"/>
                <a:ea typeface="Arial"/>
                <a:cs typeface="Arial"/>
              </a:defRPr>
            </a:lvl2pPr>
            <a:lvl3pPr algn="l">
              <a:defRPr sz="1000" b="1">
                <a:solidFill>
                  <a:srgbClr val="FFFFFF"/>
                </a:solidFill>
                <a:latin typeface="Arial"/>
                <a:ea typeface="Arial"/>
                <a:cs typeface="Arial"/>
              </a:defRPr>
            </a:lvl3pPr>
            <a:lvl4pPr algn="l">
              <a:defRPr sz="1000" b="1">
                <a:solidFill>
                  <a:srgbClr val="FFFFFF"/>
                </a:solidFill>
                <a:latin typeface="Arial"/>
                <a:ea typeface="Arial"/>
                <a:cs typeface="Arial"/>
              </a:defRPr>
            </a:lvl4pPr>
            <a:lvl5pPr algn="l">
              <a:defRPr sz="1000" b="1">
                <a:solidFill>
                  <a:srgbClr val="FFFFFF"/>
                </a:solidFill>
                <a:latin typeface="Arial"/>
                <a:ea typeface="Arial"/>
                <a:cs typeface="Arial"/>
              </a:defRPr>
            </a:lvl5pPr>
            <a:lvl6pPr algn="l">
              <a:defRPr sz="1000" b="1">
                <a:solidFill>
                  <a:srgbClr val="FFFFFF"/>
                </a:solidFill>
                <a:latin typeface="Arial"/>
                <a:ea typeface="Arial"/>
                <a:cs typeface="Arial"/>
              </a:defRPr>
            </a:lvl6pPr>
            <a:lvl7pPr algn="l">
              <a:defRPr sz="1000" b="1">
                <a:solidFill>
                  <a:srgbClr val="FFFFFF"/>
                </a:solidFill>
                <a:latin typeface="Arial"/>
                <a:ea typeface="Arial"/>
                <a:cs typeface="Arial"/>
              </a:defRPr>
            </a:lvl7pPr>
            <a:lvl8pPr algn="l">
              <a:defRPr sz="1000" b="1">
                <a:solidFill>
                  <a:srgbClr val="FFFFFF"/>
                </a:solidFill>
                <a:latin typeface="Arial"/>
                <a:ea typeface="Arial"/>
                <a:cs typeface="Arial"/>
              </a:defRPr>
            </a:lvl8pPr>
            <a:lvl9pPr algn="l">
              <a:defRPr sz="1000" b="1">
                <a:solidFill>
                  <a:srgbClr val="FFFFFF"/>
                </a:solidFill>
                <a:latin typeface="Arial"/>
                <a:ea typeface="Arial"/>
                <a:cs typeface="Arial"/>
              </a:defRPr>
            </a:lvl9pPr>
          </a:lstStyle>
          <a:p xmlns:a="http://schemas.openxmlformats.org/drawingml/2006/main">
            <a:pPr algn="l">
              <a:lnSpc>
                <a:spcPct val="100000"/>
              </a:lnSpc>
              <a:buNone/>
              <a:defRPr sz="1000" b="1">
                <a:solidFill>
                  <a:srgbClr val="FFFFFF"/>
                </a:solidFill>
                <a:latin typeface="Arial"/>
                <a:ea typeface="Arial"/>
                <a:cs typeface="Arial"/>
              </a:defRPr>
            </a:pPr>
            <a:r>
              <a:rPr sz="1000" b="1">
                <a:solidFill>
                  <a:srgbClr val="FFFFFF"/>
                </a:solidFill>
                <a:latin typeface="Arial"/>
                <a:ea typeface="Arial"/>
                <a:cs typeface="Arial"/>
              </a:rPr>
              <a:t>Find groups and rides at 3fp.org.</a:t>
            </a:r>
          </a:p>
        </p:txBody>
      </p:sp>
    </p:spTree>
    <p:extLst>
      <p:ext uri="{BB962C8B-B14F-4D97-AF65-F5344CB8AC3E}">
        <p14:creationId xmlns:p14="http://schemas.microsoft.com/office/powerpoint/2010/main" val="18381773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2026-10-29T13:45:02.5800000Z</dcterms:created>
  <dcterms:modified xsi:type="dcterms:W3CDTF">2026-10-29T13:45:02.5800000Z</dcterms:modified>
</coreProperties>
</file>