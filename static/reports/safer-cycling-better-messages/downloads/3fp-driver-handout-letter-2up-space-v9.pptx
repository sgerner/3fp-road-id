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709cbf39cb4a78" /><Relationship Type="http://schemas.openxmlformats.org/officeDocument/2006/relationships/extended-properties" Target="/docProps/app.xml" Id="R90d308b60f3049df" /><Relationship Type="http://schemas.openxmlformats.org/officeDocument/2006/relationships/officeDocument" Target="/ppt/presentation.xml" Id="R28a22752d2ad4f59" /></Relationships>
</file>

<file path=ppt/presentation.xml><?xml version="1.0" encoding="utf-8"?>
<p:presentation xmlns:p="http://schemas.openxmlformats.org/presentationml/2006/main">
  <p:sldMasterIdLst>
    <p:sldMasterId xmlns:r="http://schemas.openxmlformats.org/officeDocument/2006/relationships" id="2147483648" r:id="R0c0a06af001842e6"/>
  </p:sldMasterIdLst>
  <p:notesMasterIdLst>
    <p:notesMasterId xmlns:r="http://schemas.openxmlformats.org/officeDocument/2006/relationships" r:id="Rca711a0981574c43"/>
  </p:notesMasterIdLst>
  <p:sldIdLst>
    <p:sldId xmlns:r="http://schemas.openxmlformats.org/officeDocument/2006/relationships" id="256" r:id="Ra4d9767b982645d5"/>
    <p:sldId xmlns:r="http://schemas.openxmlformats.org/officeDocument/2006/relationships" id="257" r:id="R93215ddcb0634d52"/>
  </p:sldIdLst>
  <p:sldSz cx="10058400" cy="7772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edfb23d1b64f97" /><Relationship Type="http://schemas.openxmlformats.org/officeDocument/2006/relationships/slideMaster" Target="/ppt/slideMasters/slideMaster1.xml" Id="R0c0a06af001842e6" /><Relationship Type="http://schemas.openxmlformats.org/officeDocument/2006/relationships/notesMaster" Target="/ppt/notesMasters/notesMaster1.xml" Id="Rca711a0981574c43" /><Relationship Type="http://schemas.openxmlformats.org/officeDocument/2006/relationships/presProps" Target="/ppt/presProps.xml" Id="R63eb5e32a6cb45a7" /><Relationship Type="http://schemas.openxmlformats.org/officeDocument/2006/relationships/tableStyles" Target="/ppt/tableStyles.xml" Id="R10439c27c8bc4e27" /><Relationship Type="http://schemas.openxmlformats.org/officeDocument/2006/relationships/slide" Target="/ppt/slides/slide1.xml" Id="Ra4d9767b982645d5" /><Relationship Type="http://schemas.openxmlformats.org/officeDocument/2006/relationships/slide" Target="/ppt/slides/slide2.xml" Id="R93215ddcb0634d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df4506341e43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95332323c04b11" /><Relationship Type="http://schemas.openxmlformats.org/officeDocument/2006/relationships/notesMaster" Target="/ppt/notesMasters/notesMaster1.xml" Id="Rf91e3037a5734a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413d83b6764a6e" /><Relationship Type="http://schemas.openxmlformats.org/officeDocument/2006/relationships/notesMaster" Target="/ppt/notesMasters/notesMaster1.xml" Id="R7fba56a1a51e42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 S.P.A.C.E. means Slow down, Pass with room, Anticipate movement, Check before turning or opening a door, and End distractions. Follow local passing requirements and leave enough room for safety. NHTSA describes passing laws that differ by jurisdiction, so this guide gives no universal distance.</a:t>
            </a:r>
          </a:p>
          <a:p xmlns:a="http://schemas.openxmlformats.org/drawingml/2006/main">
            <a:r>
              <a:t>VERSION REVIEW: v8 local edition; reviewed 2026-10-22. Exact material and artwork remain untested.</a:t>
            </a:r>
          </a:p>
          <a:p xmlns:a="http://schemas.openxmlformats.org/drawingml/2006/main">
            <a:r>
              <a:t>Emotional copy: “A mother’s riding home. Give her room.” is a creative proposal informed by audience and behavior guidance. The exact print copy is untested and has not demonstrated crash reduction or crash prevention.</a:t>
            </a:r>
          </a:p>
          <a:p xmlns:a="http://schemas.openxmlformats.org/drawingml/2006/main">
            <a:r>
              <a:t>Evidence and endpoint: the exact driver handout is untested. Measure understanding of the wait/pass action first; a driving-behavior claim requires an appropriate safe observation design, baseline, and comparison. Do not transfer a broader road-safety campaign average to this handout.</a:t>
            </a:r>
          </a:p>
          <a:p xmlns:a="http://schemas.openxmlformats.org/drawingml/2006/main">
            <a:r>
              <a:t>Practitioner delivery: place where drivers can pause to read; confirm local passing rules and pair the prompt with a clear, feasible driver action.</a:t>
            </a:r>
          </a:p>
          <a:p xmlns:a="http://schemas.openxmlformats.org/drawingml/2006/main">
            <a:r>
              <a:t>Relationship roles in campaign copy and generated artwork are illustrative, not biographies or testimonials.</a:t>
            </a:r>
          </a:p>
          <a:p xmlns:a="http://schemas.openxmlformats.org/drawingml/2006/main">
            <a:r>
              <a:t>CAST and NASEM evaluation practice: pretest the message with its intended audience; plan evaluation before delivery; separate process/reach, comprehension, behavior, and safety outcomes; use a suitable comparison when making an effect claim. Attendance, scans, recall, or practice alone do not establish road behavior or crash outcomes.</a:t>
            </a:r>
          </a:p>
          <a:p xmlns:a="http://schemas.openxmlformats.org/drawingml/2006/main">
            <a:r>
              <a:t>Safety source references:</a:t>
            </a:r>
          </a:p>
          <a:p xmlns:a="http://schemas.openxmlformats.org/drawingml/2006/main">
            <a:r>
              <a:t>NHTSA, Bicycle Safety: https://www.nhtsa.gov/road-safety/bicycle-safety</a:t>
            </a:r>
          </a:p>
          <a:p xmlns:a="http://schemas.openxmlformats.org/drawingml/2006/main">
            <a:r>
              <a:t>NHTSA, Motorist Passing Bicyclist Laws: https://www.nhtsa.gov/book/countermeasures-that-work/bicycle-safety/countermeasures/legislation-and-licensing/motorist</a:t>
            </a:r>
          </a:p>
          <a:p xmlns:a="http://schemas.openxmlformats.org/drawingml/2006/main">
            <a:r>
              <a:t>NHTSA, Cycling Skills Clinic Guide: https://www.nhtsa.gov/document/cycling-skills-clinic-guide</a:t>
            </a:r>
          </a:p>
          <a:p xmlns:a="http://schemas.openxmlformats.org/drawingml/2006/main">
            <a:r>
              <a:t>MedlinePlus, Spinal Injury - First Aid: https://medlineplus.gov/ency/article/000029.htm</a:t>
            </a:r>
          </a:p>
          <a:p xmlns:a="http://schemas.openxmlformats.org/drawingml/2006/main">
            <a:r>
              <a:t>MedlinePlus, Head Injury - First Aid: https://medlineplus.gov/ency/article/000028.htm</a:t>
            </a:r>
          </a:p>
          <a:p xmlns:a="http://schemas.openxmlformats.org/drawingml/2006/main">
            <a:r>
              <a:t>CDC, Signs and Symptoms of Concussion: https://www.cdc.gov/heads-up/signs-symptoms/index.html</a:t>
            </a:r>
          </a:p>
          <a:p xmlns:a="http://schemas.openxmlformats.org/drawingml/2006/main">
            <a:r>
              <a:t>QR code destination: https://3fp.org</a:t>
            </a:r>
          </a:p>
          <a:p xmlns:a="http://schemas.openxmlformats.org/drawingml/2006/main">
            <a:r>
              <a:t>3FP public research review: output/public-safety-review/REPORT.md (current report link).</a:t>
            </a:r>
          </a:p>
          <a:p xmlns:a="http://schemas.openxmlformats.org/drawingml/2006/main">
            <a:r>
              <a:t>CAST road-safety campaign planning manual (2009): https://www.vias.be/storage/main/cast-wp3-deliverable-3.2b.pdf (planning, pretesting, and evaluation guidance; not message-effect evidence).</a:t>
            </a:r>
          </a:p>
          <a:p xmlns:a="http://schemas.openxmlformats.org/drawingml/2006/main">
            <a:r>
              <a:t>National Academies of Sciences, Engineering, and Medicine (2025), Evaluating Traffic Safety Campaigns: A Guide: https://www.nationalacademies.org/publications/29154.</a:t>
            </a:r>
          </a:p>
          <a:p xmlns:a="http://schemas.openxmlformats.org/drawingml/2006/main">
            <a:r>
              <a:t>Phillips, Ulleberg &amp; Vaa (2011), Meta-analysis of the effect of road safety campaigns on accidents: https://doi.org/10.1016/j.aap.2011.01.002. Its mixed-campaign average is not a forecast for a 3FP print piece.</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 Three short driving situations cover passing, dooring, and turning. People biking have a right to use the road where bicycling is allowed and may move away from the curb to avoid a door, debris, or unsafe pavement. Leave room and wait for a safe pass.</a:t>
            </a:r>
          </a:p>
          <a:p xmlns:a="http://schemas.openxmlformats.org/drawingml/2006/main">
            <a:r>
              <a:t>VERSION REVIEW: v8 local edition; reviewed 2026-10-22. Exact material and artwork remain untested.</a:t>
            </a:r>
          </a:p>
          <a:p xmlns:a="http://schemas.openxmlformats.org/drawingml/2006/main">
            <a:r>
              <a:t>Emotional copy: “A mother’s riding home. Give her room. I need room for the road ahead.” is a creative proposal informed by audience and behavior guidance. The exact print copy is untested and has not demonstrated crash reduction or crash prevention.</a:t>
            </a:r>
          </a:p>
          <a:p xmlns:a="http://schemas.openxmlformats.org/drawingml/2006/main">
            <a:r>
              <a:t>Evidence and endpoint: the exact driver handout is untested. Measure understanding of the wait/pass action first; a driving-behavior claim requires an appropriate safe observation design, baseline, and comparison. Do not transfer a broader road-safety campaign average to this handout.</a:t>
            </a:r>
          </a:p>
          <a:p xmlns:a="http://schemas.openxmlformats.org/drawingml/2006/main">
            <a:r>
              <a:t>Practitioner delivery: place where drivers can pause to read; confirm local passing rules and pair the prompt with a clear, feasible driver action.</a:t>
            </a:r>
          </a:p>
          <a:p xmlns:a="http://schemas.openxmlformats.org/drawingml/2006/main">
            <a:r>
              <a:t>Relationship roles in campaign copy and generated artwork are illustrative, not biographies or testimonials.</a:t>
            </a:r>
          </a:p>
          <a:p xmlns:a="http://schemas.openxmlformats.org/drawingml/2006/main">
            <a:r>
              <a:t>CAST and NASEM evaluation practice: pretest the message with its intended audience; plan evaluation before delivery; separate process/reach, comprehension, behavior, and safety outcomes; use a suitable comparison when making an effect claim. Attendance, scans, recall, or practice alone do not establish road behavior or crash outcomes.</a:t>
            </a:r>
          </a:p>
          <a:p xmlns:a="http://schemas.openxmlformats.org/drawingml/2006/main">
            <a:r>
              <a:t>Safety source references:</a:t>
            </a:r>
          </a:p>
          <a:p xmlns:a="http://schemas.openxmlformats.org/drawingml/2006/main">
            <a:r>
              <a:t>NHTSA, Bicycle Safety: https://www.nhtsa.gov/road-safety/bicycle-safety</a:t>
            </a:r>
          </a:p>
          <a:p xmlns:a="http://schemas.openxmlformats.org/drawingml/2006/main">
            <a:r>
              <a:t>NHTSA, Motorist Passing Bicyclist Laws: https://www.nhtsa.gov/book/countermeasures-that-work/bicycle-safety/countermeasures/legislation-and-licensing/motorist</a:t>
            </a:r>
          </a:p>
          <a:p xmlns:a="http://schemas.openxmlformats.org/drawingml/2006/main">
            <a:r>
              <a:t>NHTSA, Cycling Skills Clinic Guide: https://www.nhtsa.gov/document/cycling-skills-clinic-guide</a:t>
            </a:r>
          </a:p>
          <a:p xmlns:a="http://schemas.openxmlformats.org/drawingml/2006/main">
            <a:r>
              <a:t>MedlinePlus, Spinal Injury - First Aid: https://medlineplus.gov/ency/article/000029.htm</a:t>
            </a:r>
          </a:p>
          <a:p xmlns:a="http://schemas.openxmlformats.org/drawingml/2006/main">
            <a:r>
              <a:t>MedlinePlus, Head Injury - First Aid: https://medlineplus.gov/ency/article/000028.htm</a:t>
            </a:r>
          </a:p>
          <a:p xmlns:a="http://schemas.openxmlformats.org/drawingml/2006/main">
            <a:r>
              <a:t>CDC, Signs and Symptoms of Concussion: https://www.cdc.gov/heads-up/signs-symptoms/index.html</a:t>
            </a:r>
          </a:p>
          <a:p xmlns:a="http://schemas.openxmlformats.org/drawingml/2006/main">
            <a:r>
              <a:t>QR code destination: https://3fp.org</a:t>
            </a:r>
          </a:p>
          <a:p xmlns:a="http://schemas.openxmlformats.org/drawingml/2006/main">
            <a:r>
              <a:t>3FP public research review: output/public-safety-review/REPORT.md (current report link).</a:t>
            </a:r>
          </a:p>
          <a:p xmlns:a="http://schemas.openxmlformats.org/drawingml/2006/main">
            <a:r>
              <a:t>CAST road-safety campaign planning manual (2009): https://www.vias.be/storage/main/cast-wp3-deliverable-3.2b.pdf (planning, pretesting, and evaluation guidance; not message-effect evidence).</a:t>
            </a:r>
          </a:p>
          <a:p xmlns:a="http://schemas.openxmlformats.org/drawingml/2006/main">
            <a:r>
              <a:t>National Academies of Sciences, Engineering, and Medicine (2025), Evaluating Traffic Safety Campaigns: A Guide: https://www.nationalacademies.org/publications/29154.</a:t>
            </a:r>
          </a:p>
          <a:p xmlns:a="http://schemas.openxmlformats.org/drawingml/2006/main">
            <a:r>
              <a:t>Phillips, Ulleberg &amp; Vaa (2011), Meta-analysis of the effect of road safety campaigns on accidents: https://doi.org/10.1016/j.aap.2011.01.002. Its mixed-campaign average is not a forecast for a 3FP print piece.</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1e5a8a43fa46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0eb79836304a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65d0ec401f48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933d144de54a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4383e482ae44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1197c093b947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22759B-6A6B-46C7-B283-A3BEEC8B8E33}"/>
              </a:ext>
            </a:extLst>
          </p:cNvPr>
          <p:cNvSpPr>
            <a:spLocks xmlns:a="http://schemas.openxmlformats.org/drawingml/2006/main" noGrp="1"/>
          </p:cNvSpPr>
          <p:nvPr>
            <p:ph type="title" idx="0"/>
          </p:nvPr>
        </p:nvSpPr>
        <p:spPr>
          <a:xfrm xmlns:a="http://schemas.openxmlformats.org/drawingml/2006/main">
            <a:off x="1005840" y="2936240"/>
            <a:ext cx="8046720" cy="11226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60" b="1">
                <a:solidFill>
                  <a:schemeClr val="tx1"/>
                </a:solidFill>
                <a:latin typeface="+mj-lt"/>
                <a:ea typeface="+mj-lt"/>
                <a:cs typeface="+mj-lt"/>
              </a:defRPr>
            </a:defPPr>
            <a:lvl1pPr marL="0" indent="0" algn="ctr">
              <a:lnSpc>
                <a:spcPct val="110000"/>
              </a:lnSpc>
              <a:spcBef>
                <a:spcPts val="0"/>
              </a:spcBef>
              <a:spcAft>
                <a:spcPts val="0"/>
              </a:spcAft>
              <a:buNone/>
              <a:defRPr sz="3960" b="1">
                <a:solidFill>
                  <a:schemeClr val="tx1"/>
                </a:solidFill>
                <a:latin typeface="+mj-lt"/>
                <a:ea typeface="+mj-lt"/>
                <a:cs typeface="+mj-lt"/>
              </a:defRPr>
            </a:lvl1pPr>
            <a:lvl2pPr marL="0" indent="0" algn="ctr">
              <a:lnSpc>
                <a:spcPct val="110000"/>
              </a:lnSpc>
              <a:spcBef>
                <a:spcPts val="0"/>
              </a:spcBef>
              <a:spcAft>
                <a:spcPts val="0"/>
              </a:spcAft>
              <a:buNone/>
              <a:defRPr sz="3960" b="1">
                <a:solidFill>
                  <a:schemeClr val="tx1"/>
                </a:solidFill>
                <a:latin typeface="+mj-lt"/>
                <a:ea typeface="+mj-lt"/>
                <a:cs typeface="+mj-lt"/>
              </a:defRPr>
            </a:lvl2pPr>
            <a:lvl3pPr marL="0" indent="0" algn="ctr">
              <a:lnSpc>
                <a:spcPct val="110000"/>
              </a:lnSpc>
              <a:spcBef>
                <a:spcPts val="0"/>
              </a:spcBef>
              <a:spcAft>
                <a:spcPts val="0"/>
              </a:spcAft>
              <a:buNone/>
              <a:defRPr sz="3960" b="1">
                <a:solidFill>
                  <a:schemeClr val="tx1"/>
                </a:solidFill>
                <a:latin typeface="+mj-lt"/>
                <a:ea typeface="+mj-lt"/>
                <a:cs typeface="+mj-lt"/>
              </a:defRPr>
            </a:lvl3pPr>
            <a:lvl4pPr marL="0" indent="0" algn="ctr">
              <a:lnSpc>
                <a:spcPct val="110000"/>
              </a:lnSpc>
              <a:spcBef>
                <a:spcPts val="0"/>
              </a:spcBef>
              <a:spcAft>
                <a:spcPts val="0"/>
              </a:spcAft>
              <a:buNone/>
              <a:defRPr sz="3960" b="1">
                <a:solidFill>
                  <a:schemeClr val="tx1"/>
                </a:solidFill>
                <a:latin typeface="+mj-lt"/>
                <a:ea typeface="+mj-lt"/>
                <a:cs typeface="+mj-lt"/>
              </a:defRPr>
            </a:lvl4pPr>
            <a:lvl5pPr marL="0" indent="0" algn="ctr">
              <a:lnSpc>
                <a:spcPct val="110000"/>
              </a:lnSpc>
              <a:spcBef>
                <a:spcPts val="0"/>
              </a:spcBef>
              <a:spcAft>
                <a:spcPts val="0"/>
              </a:spcAft>
              <a:buNone/>
              <a:defRPr sz="3960" b="1">
                <a:solidFill>
                  <a:schemeClr val="tx1"/>
                </a:solidFill>
                <a:latin typeface="+mj-lt"/>
                <a:ea typeface="+mj-lt"/>
                <a:cs typeface="+mj-lt"/>
              </a:defRPr>
            </a:lvl5pPr>
            <a:lvl6pPr marL="0" indent="0" algn="ctr">
              <a:lnSpc>
                <a:spcPct val="110000"/>
              </a:lnSpc>
              <a:spcBef>
                <a:spcPts val="0"/>
              </a:spcBef>
              <a:spcAft>
                <a:spcPts val="0"/>
              </a:spcAft>
              <a:buNone/>
              <a:defRPr sz="3960" b="1">
                <a:solidFill>
                  <a:schemeClr val="tx1"/>
                </a:solidFill>
                <a:latin typeface="+mj-lt"/>
                <a:ea typeface="+mj-lt"/>
                <a:cs typeface="+mj-lt"/>
              </a:defRPr>
            </a:lvl6pPr>
            <a:lvl7pPr marL="0" indent="0" algn="ctr">
              <a:lnSpc>
                <a:spcPct val="110000"/>
              </a:lnSpc>
              <a:spcBef>
                <a:spcPts val="0"/>
              </a:spcBef>
              <a:spcAft>
                <a:spcPts val="0"/>
              </a:spcAft>
              <a:buNone/>
              <a:defRPr sz="3960" b="1">
                <a:solidFill>
                  <a:schemeClr val="tx1"/>
                </a:solidFill>
                <a:latin typeface="+mj-lt"/>
                <a:ea typeface="+mj-lt"/>
                <a:cs typeface="+mj-lt"/>
              </a:defRPr>
            </a:lvl7pPr>
            <a:lvl8pPr marL="0" indent="0" algn="ctr">
              <a:lnSpc>
                <a:spcPct val="110000"/>
              </a:lnSpc>
              <a:spcBef>
                <a:spcPts val="0"/>
              </a:spcBef>
              <a:spcAft>
                <a:spcPts val="0"/>
              </a:spcAft>
              <a:buNone/>
              <a:defRPr sz="3960" b="1">
                <a:solidFill>
                  <a:schemeClr val="tx1"/>
                </a:solidFill>
                <a:latin typeface="+mj-lt"/>
                <a:ea typeface="+mj-lt"/>
                <a:cs typeface="+mj-lt"/>
              </a:defRPr>
            </a:lvl8pPr>
            <a:lvl9pPr marL="0" indent="0" algn="ctr">
              <a:lnSpc>
                <a:spcPct val="110000"/>
              </a:lnSpc>
              <a:spcBef>
                <a:spcPts val="0"/>
              </a:spcBef>
              <a:spcAft>
                <a:spcPts val="0"/>
              </a:spcAft>
              <a:buNone/>
              <a:defRPr sz="39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8C82B9-5C0D-499E-B94F-FB89B54709F9}"/>
              </a:ext>
            </a:extLst>
          </p:cNvPr>
          <p:cNvSpPr>
            <a:spLocks xmlns:a="http://schemas.openxmlformats.org/drawingml/2006/main" noGrp="1"/>
          </p:cNvSpPr>
          <p:nvPr>
            <p:ph type="subTitle" idx="1"/>
          </p:nvPr>
        </p:nvSpPr>
        <p:spPr>
          <a:xfrm xmlns:a="http://schemas.openxmlformats.org/drawingml/2006/main">
            <a:off x="1508760" y="4274820"/>
            <a:ext cx="7040880" cy="86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33" b="0">
                <a:solidFill>
                  <a:schemeClr val="tx1"/>
                </a:solidFill>
                <a:latin typeface="+mn-lt"/>
                <a:ea typeface="+mn-lt"/>
                <a:cs typeface="+mn-lt"/>
              </a:defRPr>
            </a:defPPr>
            <a:lvl1pPr marL="0" indent="0" algn="ctr">
              <a:lnSpc>
                <a:spcPct val="110000"/>
              </a:lnSpc>
              <a:spcBef>
                <a:spcPts val="0"/>
              </a:spcBef>
              <a:spcAft>
                <a:spcPts val="0"/>
              </a:spcAft>
              <a:buNone/>
              <a:defRPr sz="1733" b="0">
                <a:solidFill>
                  <a:schemeClr val="tx1"/>
                </a:solidFill>
                <a:latin typeface="+mn-lt"/>
                <a:ea typeface="+mn-lt"/>
                <a:cs typeface="+mn-lt"/>
              </a:defRPr>
            </a:lvl1pPr>
            <a:lvl2pPr marL="0" indent="0" algn="ctr">
              <a:lnSpc>
                <a:spcPct val="110000"/>
              </a:lnSpc>
              <a:spcBef>
                <a:spcPts val="0"/>
              </a:spcBef>
              <a:spcAft>
                <a:spcPts val="0"/>
              </a:spcAft>
              <a:buNone/>
              <a:defRPr sz="1733" b="0">
                <a:solidFill>
                  <a:schemeClr val="tx1"/>
                </a:solidFill>
                <a:latin typeface="+mn-lt"/>
                <a:ea typeface="+mn-lt"/>
                <a:cs typeface="+mn-lt"/>
              </a:defRPr>
            </a:lvl2pPr>
            <a:lvl3pPr marL="0" indent="0" algn="ctr">
              <a:lnSpc>
                <a:spcPct val="110000"/>
              </a:lnSpc>
              <a:spcBef>
                <a:spcPts val="0"/>
              </a:spcBef>
              <a:spcAft>
                <a:spcPts val="0"/>
              </a:spcAft>
              <a:buNone/>
              <a:defRPr sz="1733" b="0">
                <a:solidFill>
                  <a:schemeClr val="tx1"/>
                </a:solidFill>
                <a:latin typeface="+mn-lt"/>
                <a:ea typeface="+mn-lt"/>
                <a:cs typeface="+mn-lt"/>
              </a:defRPr>
            </a:lvl3pPr>
            <a:lvl4pPr marL="0" indent="0" algn="ctr">
              <a:lnSpc>
                <a:spcPct val="110000"/>
              </a:lnSpc>
              <a:spcBef>
                <a:spcPts val="0"/>
              </a:spcBef>
              <a:spcAft>
                <a:spcPts val="0"/>
              </a:spcAft>
              <a:buNone/>
              <a:defRPr sz="1733" b="0">
                <a:solidFill>
                  <a:schemeClr val="tx1"/>
                </a:solidFill>
                <a:latin typeface="+mn-lt"/>
                <a:ea typeface="+mn-lt"/>
                <a:cs typeface="+mn-lt"/>
              </a:defRPr>
            </a:lvl4pPr>
            <a:lvl5pPr marL="0" indent="0" algn="ctr">
              <a:lnSpc>
                <a:spcPct val="110000"/>
              </a:lnSpc>
              <a:spcBef>
                <a:spcPts val="0"/>
              </a:spcBef>
              <a:spcAft>
                <a:spcPts val="0"/>
              </a:spcAft>
              <a:buNone/>
              <a:defRPr sz="1733" b="0">
                <a:solidFill>
                  <a:schemeClr val="tx1"/>
                </a:solidFill>
                <a:latin typeface="+mn-lt"/>
                <a:ea typeface="+mn-lt"/>
                <a:cs typeface="+mn-lt"/>
              </a:defRPr>
            </a:lvl5pPr>
            <a:lvl6pPr marL="0" indent="0" algn="ctr">
              <a:lnSpc>
                <a:spcPct val="110000"/>
              </a:lnSpc>
              <a:spcBef>
                <a:spcPts val="0"/>
              </a:spcBef>
              <a:spcAft>
                <a:spcPts val="0"/>
              </a:spcAft>
              <a:buNone/>
              <a:defRPr sz="1733" b="0">
                <a:solidFill>
                  <a:schemeClr val="tx1"/>
                </a:solidFill>
                <a:latin typeface="+mn-lt"/>
                <a:ea typeface="+mn-lt"/>
                <a:cs typeface="+mn-lt"/>
              </a:defRPr>
            </a:lvl6pPr>
            <a:lvl7pPr marL="0" indent="0" algn="ctr">
              <a:lnSpc>
                <a:spcPct val="110000"/>
              </a:lnSpc>
              <a:spcBef>
                <a:spcPts val="0"/>
              </a:spcBef>
              <a:spcAft>
                <a:spcPts val="0"/>
              </a:spcAft>
              <a:buNone/>
              <a:defRPr sz="1733" b="0">
                <a:solidFill>
                  <a:schemeClr val="tx1"/>
                </a:solidFill>
                <a:latin typeface="+mn-lt"/>
                <a:ea typeface="+mn-lt"/>
                <a:cs typeface="+mn-lt"/>
              </a:defRPr>
            </a:lvl7pPr>
            <a:lvl8pPr marL="0" indent="0" algn="ctr">
              <a:lnSpc>
                <a:spcPct val="110000"/>
              </a:lnSpc>
              <a:spcBef>
                <a:spcPts val="0"/>
              </a:spcBef>
              <a:spcAft>
                <a:spcPts val="0"/>
              </a:spcAft>
              <a:buNone/>
              <a:defRPr sz="1733" b="0">
                <a:solidFill>
                  <a:schemeClr val="tx1"/>
                </a:solidFill>
                <a:latin typeface="+mn-lt"/>
                <a:ea typeface="+mn-lt"/>
                <a:cs typeface="+mn-lt"/>
              </a:defRPr>
            </a:lvl8pPr>
            <a:lvl9pPr marL="0" indent="0" algn="ctr">
              <a:lnSpc>
                <a:spcPct val="110000"/>
              </a:lnSpc>
              <a:spcBef>
                <a:spcPts val="0"/>
              </a:spcBef>
              <a:spcAft>
                <a:spcPts val="0"/>
              </a:spcAft>
              <a:buNone/>
              <a:defRPr sz="173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7C7356-C75E-4EC2-9803-0325CB8B0D94}"/>
              </a:ext>
            </a:extLst>
          </p:cNvPr>
          <p:cNvSpPr>
            <a:spLocks xmlns:a="http://schemas.openxmlformats.org/drawingml/2006/main" noGrp="1"/>
          </p:cNvSpPr>
          <p:nvPr>
            <p:ph type="title" idx="0"/>
          </p:nvPr>
        </p:nvSpPr>
        <p:spPr>
          <a:xfrm xmlns:a="http://schemas.openxmlformats.org/drawingml/2006/main">
            <a:off x="1005840" y="3238500"/>
            <a:ext cx="8046720" cy="1295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465" b="1">
                <a:solidFill>
                  <a:schemeClr val="tx1"/>
                </a:solidFill>
                <a:latin typeface="+mj-lt"/>
                <a:ea typeface="+mj-lt"/>
                <a:cs typeface="+mj-lt"/>
              </a:defRPr>
            </a:defPPr>
            <a:lvl1pPr marL="0" indent="0" algn="ctr">
              <a:lnSpc>
                <a:spcPct val="110000"/>
              </a:lnSpc>
              <a:spcBef>
                <a:spcPts val="0"/>
              </a:spcBef>
              <a:spcAft>
                <a:spcPts val="0"/>
              </a:spcAft>
              <a:buNone/>
              <a:defRPr sz="3465" b="1">
                <a:solidFill>
                  <a:schemeClr val="tx1"/>
                </a:solidFill>
                <a:latin typeface="+mj-lt"/>
                <a:ea typeface="+mj-lt"/>
                <a:cs typeface="+mj-lt"/>
              </a:defRPr>
            </a:lvl1pPr>
            <a:lvl2pPr marL="0" indent="0" algn="ctr">
              <a:lnSpc>
                <a:spcPct val="110000"/>
              </a:lnSpc>
              <a:spcBef>
                <a:spcPts val="0"/>
              </a:spcBef>
              <a:spcAft>
                <a:spcPts val="0"/>
              </a:spcAft>
              <a:buNone/>
              <a:defRPr sz="3465" b="1">
                <a:solidFill>
                  <a:schemeClr val="tx1"/>
                </a:solidFill>
                <a:latin typeface="+mj-lt"/>
                <a:ea typeface="+mj-lt"/>
                <a:cs typeface="+mj-lt"/>
              </a:defRPr>
            </a:lvl2pPr>
            <a:lvl3pPr marL="0" indent="0" algn="ctr">
              <a:lnSpc>
                <a:spcPct val="110000"/>
              </a:lnSpc>
              <a:spcBef>
                <a:spcPts val="0"/>
              </a:spcBef>
              <a:spcAft>
                <a:spcPts val="0"/>
              </a:spcAft>
              <a:buNone/>
              <a:defRPr sz="3465" b="1">
                <a:solidFill>
                  <a:schemeClr val="tx1"/>
                </a:solidFill>
                <a:latin typeface="+mj-lt"/>
                <a:ea typeface="+mj-lt"/>
                <a:cs typeface="+mj-lt"/>
              </a:defRPr>
            </a:lvl3pPr>
            <a:lvl4pPr marL="0" indent="0" algn="ctr">
              <a:lnSpc>
                <a:spcPct val="110000"/>
              </a:lnSpc>
              <a:spcBef>
                <a:spcPts val="0"/>
              </a:spcBef>
              <a:spcAft>
                <a:spcPts val="0"/>
              </a:spcAft>
              <a:buNone/>
              <a:defRPr sz="3465" b="1">
                <a:solidFill>
                  <a:schemeClr val="tx1"/>
                </a:solidFill>
                <a:latin typeface="+mj-lt"/>
                <a:ea typeface="+mj-lt"/>
                <a:cs typeface="+mj-lt"/>
              </a:defRPr>
            </a:lvl4pPr>
            <a:lvl5pPr marL="0" indent="0" algn="ctr">
              <a:lnSpc>
                <a:spcPct val="110000"/>
              </a:lnSpc>
              <a:spcBef>
                <a:spcPts val="0"/>
              </a:spcBef>
              <a:spcAft>
                <a:spcPts val="0"/>
              </a:spcAft>
              <a:buNone/>
              <a:defRPr sz="3465" b="1">
                <a:solidFill>
                  <a:schemeClr val="tx1"/>
                </a:solidFill>
                <a:latin typeface="+mj-lt"/>
                <a:ea typeface="+mj-lt"/>
                <a:cs typeface="+mj-lt"/>
              </a:defRPr>
            </a:lvl5pPr>
            <a:lvl6pPr marL="0" indent="0" algn="ctr">
              <a:lnSpc>
                <a:spcPct val="110000"/>
              </a:lnSpc>
              <a:spcBef>
                <a:spcPts val="0"/>
              </a:spcBef>
              <a:spcAft>
                <a:spcPts val="0"/>
              </a:spcAft>
              <a:buNone/>
              <a:defRPr sz="3465" b="1">
                <a:solidFill>
                  <a:schemeClr val="tx1"/>
                </a:solidFill>
                <a:latin typeface="+mj-lt"/>
                <a:ea typeface="+mj-lt"/>
                <a:cs typeface="+mj-lt"/>
              </a:defRPr>
            </a:lvl6pPr>
            <a:lvl7pPr marL="0" indent="0" algn="ctr">
              <a:lnSpc>
                <a:spcPct val="110000"/>
              </a:lnSpc>
              <a:spcBef>
                <a:spcPts val="0"/>
              </a:spcBef>
              <a:spcAft>
                <a:spcPts val="0"/>
              </a:spcAft>
              <a:buNone/>
              <a:defRPr sz="3465" b="1">
                <a:solidFill>
                  <a:schemeClr val="tx1"/>
                </a:solidFill>
                <a:latin typeface="+mj-lt"/>
                <a:ea typeface="+mj-lt"/>
                <a:cs typeface="+mj-lt"/>
              </a:defRPr>
            </a:lvl7pPr>
            <a:lvl8pPr marL="0" indent="0" algn="ctr">
              <a:lnSpc>
                <a:spcPct val="110000"/>
              </a:lnSpc>
              <a:spcBef>
                <a:spcPts val="0"/>
              </a:spcBef>
              <a:spcAft>
                <a:spcPts val="0"/>
              </a:spcAft>
              <a:buNone/>
              <a:defRPr sz="3465" b="1">
                <a:solidFill>
                  <a:schemeClr val="tx1"/>
                </a:solidFill>
                <a:latin typeface="+mj-lt"/>
                <a:ea typeface="+mj-lt"/>
                <a:cs typeface="+mj-lt"/>
              </a:defRPr>
            </a:lvl8pPr>
            <a:lvl9pPr marL="0" indent="0" algn="ctr">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B28C59-75A9-4AB5-85F3-16CBBEE4DC92}"/>
              </a:ext>
            </a:extLst>
          </p:cNvPr>
          <p:cNvSpPr>
            <a:spLocks xmlns:a="http://schemas.openxmlformats.org/drawingml/2006/main" noGrp="1"/>
          </p:cNvSpPr>
          <p:nvPr>
            <p:ph type="title" idx="0"/>
          </p:nvPr>
        </p:nvSpPr>
        <p:spPr>
          <a:xfrm xmlns:a="http://schemas.openxmlformats.org/drawingml/2006/main">
            <a:off x="565785" y="604520"/>
            <a:ext cx="8926830" cy="949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4D4945-19E7-4419-99E7-E4B86E5CB9FA}"/>
              </a:ext>
            </a:extLst>
          </p:cNvPr>
          <p:cNvSpPr>
            <a:spLocks xmlns:a="http://schemas.openxmlformats.org/drawingml/2006/main" noGrp="1"/>
          </p:cNvSpPr>
          <p:nvPr>
            <p:ph type="body" idx="1"/>
          </p:nvPr>
        </p:nvSpPr>
        <p:spPr>
          <a:xfrm xmlns:a="http://schemas.openxmlformats.org/drawingml/2006/main">
            <a:off x="565785" y="2159000"/>
            <a:ext cx="8926830" cy="4836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D15339-F378-46DF-95AD-FDB398C58B73}"/>
              </a:ext>
            </a:extLst>
          </p:cNvPr>
          <p:cNvSpPr>
            <a:spLocks xmlns:a="http://schemas.openxmlformats.org/drawingml/2006/main" noGrp="1"/>
          </p:cNvSpPr>
          <p:nvPr>
            <p:ph type="title" idx="0"/>
          </p:nvPr>
        </p:nvSpPr>
        <p:spPr>
          <a:xfrm xmlns:a="http://schemas.openxmlformats.org/drawingml/2006/main">
            <a:off x="565785" y="604520"/>
            <a:ext cx="8926830" cy="949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FEAF98-04B0-4A2D-8C21-D2ECAEC4ABA6}"/>
              </a:ext>
            </a:extLst>
          </p:cNvPr>
          <p:cNvSpPr>
            <a:spLocks xmlns:a="http://schemas.openxmlformats.org/drawingml/2006/main" noGrp="1"/>
          </p:cNvSpPr>
          <p:nvPr>
            <p:ph type="body" idx="1"/>
          </p:nvPr>
        </p:nvSpPr>
        <p:spPr>
          <a:xfrm xmlns:a="http://schemas.openxmlformats.org/drawingml/2006/main">
            <a:off x="565785" y="2159000"/>
            <a:ext cx="4149090" cy="4836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FC808A-C049-47F8-9601-E29B8D643CE3}"/>
              </a:ext>
            </a:extLst>
          </p:cNvPr>
          <p:cNvSpPr>
            <a:spLocks xmlns:a="http://schemas.openxmlformats.org/drawingml/2006/main" noGrp="1"/>
          </p:cNvSpPr>
          <p:nvPr>
            <p:ph type="body" idx="2"/>
          </p:nvPr>
        </p:nvSpPr>
        <p:spPr>
          <a:xfrm xmlns:a="http://schemas.openxmlformats.org/drawingml/2006/main">
            <a:off x="5343525" y="2159000"/>
            <a:ext cx="4149090" cy="4836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226316-2828-46EE-B14C-33D4D32D1D80}"/>
              </a:ext>
            </a:extLst>
          </p:cNvPr>
          <p:cNvSpPr>
            <a:spLocks xmlns:a="http://schemas.openxmlformats.org/drawingml/2006/main" noGrp="1"/>
          </p:cNvSpPr>
          <p:nvPr>
            <p:ph type="title" idx="0"/>
          </p:nvPr>
        </p:nvSpPr>
        <p:spPr>
          <a:xfrm xmlns:a="http://schemas.openxmlformats.org/drawingml/2006/main">
            <a:off x="565785" y="604520"/>
            <a:ext cx="8926830" cy="949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953C39-6A38-4EF5-9D0D-5796B8F16962}"/>
              </a:ext>
            </a:extLst>
          </p:cNvPr>
          <p:cNvSpPr>
            <a:spLocks xmlns:a="http://schemas.openxmlformats.org/drawingml/2006/main" noGrp="1"/>
          </p:cNvSpPr>
          <p:nvPr>
            <p:ph type="body" idx="1"/>
          </p:nvPr>
        </p:nvSpPr>
        <p:spPr>
          <a:xfrm xmlns:a="http://schemas.openxmlformats.org/drawingml/2006/main">
            <a:off x="565785" y="2159000"/>
            <a:ext cx="4149090" cy="4836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3eb7f0bffa4f27" /><Relationship Type="http://schemas.openxmlformats.org/officeDocument/2006/relationships/slideLayout" Target="/ppt/slideLayouts/slideLayout1.xml" Id="Ra9409fc17ae64c04" /><Relationship Type="http://schemas.openxmlformats.org/officeDocument/2006/relationships/slideLayout" Target="/ppt/slideLayouts/slideLayout2.xml" Id="Ra1389a58759f452e" /><Relationship Type="http://schemas.openxmlformats.org/officeDocument/2006/relationships/slideLayout" Target="/ppt/slideLayouts/slideLayout3.xml" Id="R375ec39d0f324eea" /><Relationship Type="http://schemas.openxmlformats.org/officeDocument/2006/relationships/slideLayout" Target="/ppt/slideLayouts/slideLayout4.xml" Id="Rf8d2a84149b845be" /><Relationship Type="http://schemas.openxmlformats.org/officeDocument/2006/relationships/slideLayout" Target="/ppt/slideLayouts/slideLayout5.xml" Id="Rcc61239bb1444571" /><Relationship Type="http://schemas.openxmlformats.org/officeDocument/2006/relationships/slideLayout" Target="/ppt/slideLayouts/slideLayout6.xml" Id="R641897b2b66542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409fc17ae64c04"/>
    <p:sldLayoutId xmlns:r="http://schemas.openxmlformats.org/officeDocument/2006/relationships" id="2147483650" r:id="Ra1389a58759f452e"/>
    <p:sldLayoutId xmlns:r="http://schemas.openxmlformats.org/officeDocument/2006/relationships" id="2147483651" r:id="R375ec39d0f324eea"/>
    <p:sldLayoutId xmlns:r="http://schemas.openxmlformats.org/officeDocument/2006/relationships" id="2147483652" r:id="Rf8d2a84149b845be"/>
    <p:sldLayoutId xmlns:r="http://schemas.openxmlformats.org/officeDocument/2006/relationships" id="2147483653" r:id="Rcc61239bb1444571"/>
    <p:sldLayoutId xmlns:r="http://schemas.openxmlformats.org/officeDocument/2006/relationships" id="2147483654" r:id="R641897b2b66542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943ebdae71047ff" /><Relationship Type="http://schemas.openxmlformats.org/officeDocument/2006/relationships/image" Target="/ppt/media/image.png" Id="R31f0b6662cae4fb5" /><Relationship Type="http://schemas.openxmlformats.org/officeDocument/2006/relationships/image" Target="/ppt/media/image2.png" Id="R7badbe0f4c2b426b" /><Relationship Type="http://schemas.openxmlformats.org/officeDocument/2006/relationships/image" Target="/ppt/media/image3.png" Id="R4ab6785c45704a73" /><Relationship Type="http://schemas.openxmlformats.org/officeDocument/2006/relationships/image" Target="/ppt/media/image4.png" Id="Ra5fd4be7cd484055" /><Relationship Type="http://schemas.openxmlformats.org/officeDocument/2006/relationships/notesSlide" Target="/ppt/notesSlides/notesSlide1.xml" Id="Re75ef5dc4b8046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f77a3d13c8b4347" /><Relationship Type="http://schemas.openxmlformats.org/officeDocument/2006/relationships/image" Target="/ppt/media/image5.png" Id="Ra06b64d9c98b4fea" /><Relationship Type="http://schemas.openxmlformats.org/officeDocument/2006/relationships/image" Target="/ppt/media/image6.png" Id="R6edc761fead74050" /><Relationship Type="http://schemas.openxmlformats.org/officeDocument/2006/relationships/image" Target="/ppt/media/image7.png" Id="R380aa9b99bb1421a" /><Relationship Type="http://schemas.openxmlformats.org/officeDocument/2006/relationships/image" Target="/ppt/media/image8.png" Id="Rebe9f1dd7ccb43ba" /><Relationship Type="http://schemas.openxmlformats.org/officeDocument/2006/relationships/image" Target="/ppt/media/image9.png" Id="R3435a1dee5e348ae" /><Relationship Type="http://schemas.openxmlformats.org/officeDocument/2006/relationships/image" Target="/ppt/media/image10.png" Id="R7b9751d5bdca403c" /><Relationship Type="http://schemas.openxmlformats.org/officeDocument/2006/relationships/notesSlide" Target="/ppt/notesSlides/notesSlide2.xml" Id="Rc38faeb310fa412a"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sp>
        <p:nvSpPr>
          <p:cNvPr id="75" name="Driver front header panel left half front">
            <a:extLst xmlns:a="http://schemas.openxmlformats.org/drawingml/2006/main">
              <a:ext uri="{FF2B5EF4-FFF2-40B4-BE49-F238E27FC236}">
                <a16:creationId xmlns:a16="http://schemas.microsoft.com/office/drawing/2014/main" id="{A8766151-3FF8-42DD-8FE2-75CA62847576}"/>
              </a:ext>
            </a:extLst>
          </p:cNvPr>
          <p:cNvSpPr>
            <a:spLocks xmlns:a="http://schemas.openxmlformats.org/drawingml/2006/main" noGrp="1"/>
          </p:cNvSpPr>
          <p:nvPr/>
        </p:nvSpPr>
        <p:spPr>
          <a:xfrm xmlns:a="http://schemas.openxmlformats.org/drawingml/2006/main">
            <a:off x="0" y="0"/>
            <a:ext cx="5029200" cy="1285875"/>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2" name="Driver front kicker accent left half front">
            <a:extLst xmlns:a="http://schemas.openxmlformats.org/drawingml/2006/main">
              <a:ext uri="{FF2B5EF4-FFF2-40B4-BE49-F238E27FC236}">
                <a16:creationId xmlns:a16="http://schemas.microsoft.com/office/drawing/2014/main" id="{ED45FAC5-0B99-4D95-B33E-248C2199252A}"/>
              </a:ext>
            </a:extLst>
          </p:cNvPr>
          <p:cNvSpPr>
            <a:spLocks xmlns:a="http://schemas.openxmlformats.org/drawingml/2006/main" noGrp="1"/>
          </p:cNvSpPr>
          <p:nvPr/>
        </p:nvSpPr>
        <p:spPr>
          <a:xfrm xmlns:a="http://schemas.openxmlformats.org/drawingml/2006/main">
            <a:off x="238125" y="161925"/>
            <a:ext cx="32385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3" name="Driver guide kicker left half front">
            <a:extLst xmlns:a="http://schemas.openxmlformats.org/drawingml/2006/main">
              <a:ext uri="{FF2B5EF4-FFF2-40B4-BE49-F238E27FC236}">
                <a16:creationId xmlns:a16="http://schemas.microsoft.com/office/drawing/2014/main" id="{122B26E3-2D63-4B43-ABA5-EA1D5078D9A3}"/>
              </a:ext>
            </a:extLst>
          </p:cNvPr>
          <p:cNvSpPr>
            <a:spLocks xmlns:a="http://schemas.openxmlformats.org/drawingml/2006/main" noGrp="1"/>
          </p:cNvSpPr>
          <p:nvPr/>
        </p:nvSpPr>
        <p:spPr>
          <a:xfrm xmlns:a="http://schemas.openxmlformats.org/drawingml/2006/main">
            <a:off x="238125" y="257175"/>
            <a:ext cx="434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1">
                <a:solidFill>
                  <a:srgbClr val="FFFF0A"/>
                </a:solidFill>
                <a:latin typeface="Space Grotesk"/>
                <a:ea typeface="Space Grotesk"/>
                <a:cs typeface="Space Grotesk"/>
              </a:defRPr>
            </a:defPPr>
            <a:lvl1pPr algn="l">
              <a:defRPr sz="1013" b="1">
                <a:solidFill>
                  <a:srgbClr val="FFFF0A"/>
                </a:solidFill>
                <a:latin typeface="Space Grotesk"/>
                <a:ea typeface="Space Grotesk"/>
                <a:cs typeface="Space Grotesk"/>
              </a:defRPr>
            </a:lvl1pPr>
            <a:lvl2pPr algn="l">
              <a:defRPr sz="1013" b="1">
                <a:solidFill>
                  <a:srgbClr val="FFFF0A"/>
                </a:solidFill>
                <a:latin typeface="Space Grotesk"/>
                <a:ea typeface="Space Grotesk"/>
                <a:cs typeface="Space Grotesk"/>
              </a:defRPr>
            </a:lvl2pPr>
            <a:lvl3pPr algn="l">
              <a:defRPr sz="1013" b="1">
                <a:solidFill>
                  <a:srgbClr val="FFFF0A"/>
                </a:solidFill>
                <a:latin typeface="Space Grotesk"/>
                <a:ea typeface="Space Grotesk"/>
                <a:cs typeface="Space Grotesk"/>
              </a:defRPr>
            </a:lvl3pPr>
            <a:lvl4pPr algn="l">
              <a:defRPr sz="1013" b="1">
                <a:solidFill>
                  <a:srgbClr val="FFFF0A"/>
                </a:solidFill>
                <a:latin typeface="Space Grotesk"/>
                <a:ea typeface="Space Grotesk"/>
                <a:cs typeface="Space Grotesk"/>
              </a:defRPr>
            </a:lvl4pPr>
            <a:lvl5pPr algn="l">
              <a:defRPr sz="1013" b="1">
                <a:solidFill>
                  <a:srgbClr val="FFFF0A"/>
                </a:solidFill>
                <a:latin typeface="Space Grotesk"/>
                <a:ea typeface="Space Grotesk"/>
                <a:cs typeface="Space Grotesk"/>
              </a:defRPr>
            </a:lvl5pPr>
            <a:lvl6pPr algn="l">
              <a:defRPr sz="1013" b="1">
                <a:solidFill>
                  <a:srgbClr val="FFFF0A"/>
                </a:solidFill>
                <a:latin typeface="Space Grotesk"/>
                <a:ea typeface="Space Grotesk"/>
                <a:cs typeface="Space Grotesk"/>
              </a:defRPr>
            </a:lvl6pPr>
            <a:lvl7pPr algn="l">
              <a:defRPr sz="1013" b="1">
                <a:solidFill>
                  <a:srgbClr val="FFFF0A"/>
                </a:solidFill>
                <a:latin typeface="Space Grotesk"/>
                <a:ea typeface="Space Grotesk"/>
                <a:cs typeface="Space Grotesk"/>
              </a:defRPr>
            </a:lvl7pPr>
            <a:lvl8pPr algn="l">
              <a:defRPr sz="1013" b="1">
                <a:solidFill>
                  <a:srgbClr val="FFFF0A"/>
                </a:solidFill>
                <a:latin typeface="Space Grotesk"/>
                <a:ea typeface="Space Grotesk"/>
                <a:cs typeface="Space Grotesk"/>
              </a:defRPr>
            </a:lvl8pPr>
            <a:lvl9pPr algn="l">
              <a:defRPr sz="1013" b="1">
                <a:solidFill>
                  <a:srgbClr val="FFFF0A"/>
                </a:solidFill>
                <a:latin typeface="Space Grotesk"/>
                <a:ea typeface="Space Grotesk"/>
                <a:cs typeface="Space Grotesk"/>
              </a:defRPr>
            </a:lvl9pPr>
          </a:lstStyle>
          <a:p xmlns:a="http://schemas.openxmlformats.org/drawingml/2006/main">
            <a:pPr algn="l">
              <a:lnSpc>
                <a:spcPct val="100000"/>
              </a:lnSpc>
              <a:buNone/>
              <a:defRPr sz="1013" b="1">
                <a:solidFill>
                  <a:srgbClr val="FFFF0A"/>
                </a:solidFill>
                <a:latin typeface="Space Grotesk"/>
                <a:ea typeface="Space Grotesk"/>
                <a:cs typeface="Space Grotesk"/>
              </a:defRPr>
            </a:pPr>
            <a:r>
              <a:rPr sz="1013" b="1">
                <a:solidFill>
                  <a:srgbClr val="FFFF0A"/>
                </a:solidFill>
                <a:latin typeface="Space Grotesk"/>
                <a:ea typeface="Space Grotesk"/>
                <a:cs typeface="Space Grotesk"/>
              </a:rPr>
              <a:t>DRIVER GUIDE</a:t>
            </a:r>
          </a:p>
        </p:txBody>
      </p:sp>
      <p:sp>
        <p:nvSpPr>
          <p:cNvPr id="4" name="Driver front headline left half front">
            <a:extLst xmlns:a="http://schemas.openxmlformats.org/drawingml/2006/main">
              <a:ext uri="{FF2B5EF4-FFF2-40B4-BE49-F238E27FC236}">
                <a16:creationId xmlns:a16="http://schemas.microsoft.com/office/drawing/2014/main" id="{94209C8B-3F06-41EB-8BAC-3D526C234C3D}"/>
              </a:ext>
            </a:extLst>
          </p:cNvPr>
          <p:cNvSpPr>
            <a:spLocks xmlns:a="http://schemas.openxmlformats.org/drawingml/2006/main" noGrp="1"/>
          </p:cNvSpPr>
          <p:nvPr/>
        </p:nvSpPr>
        <p:spPr>
          <a:xfrm xmlns:a="http://schemas.openxmlformats.org/drawingml/2006/main">
            <a:off x="238125" y="457200"/>
            <a:ext cx="4572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FFFFFF"/>
                </a:solidFill>
                <a:latin typeface="Space Grotesk"/>
                <a:ea typeface="Space Grotesk"/>
                <a:cs typeface="Space Grotesk"/>
              </a:defRPr>
            </a:defPPr>
            <a:lvl1pPr algn="l">
              <a:defRPr sz="2775" b="1">
                <a:solidFill>
                  <a:srgbClr val="FFFFFF"/>
                </a:solidFill>
                <a:latin typeface="Space Grotesk"/>
                <a:ea typeface="Space Grotesk"/>
                <a:cs typeface="Space Grotesk"/>
              </a:defRPr>
            </a:lvl1pPr>
            <a:lvl2pPr algn="l">
              <a:defRPr sz="2775" b="1">
                <a:solidFill>
                  <a:srgbClr val="FFFFFF"/>
                </a:solidFill>
                <a:latin typeface="Space Grotesk"/>
                <a:ea typeface="Space Grotesk"/>
                <a:cs typeface="Space Grotesk"/>
              </a:defRPr>
            </a:lvl2pPr>
            <a:lvl3pPr algn="l">
              <a:defRPr sz="2775" b="1">
                <a:solidFill>
                  <a:srgbClr val="FFFFFF"/>
                </a:solidFill>
                <a:latin typeface="Space Grotesk"/>
                <a:ea typeface="Space Grotesk"/>
                <a:cs typeface="Space Grotesk"/>
              </a:defRPr>
            </a:lvl3pPr>
            <a:lvl4pPr algn="l">
              <a:defRPr sz="2775" b="1">
                <a:solidFill>
                  <a:srgbClr val="FFFFFF"/>
                </a:solidFill>
                <a:latin typeface="Space Grotesk"/>
                <a:ea typeface="Space Grotesk"/>
                <a:cs typeface="Space Grotesk"/>
              </a:defRPr>
            </a:lvl4pPr>
            <a:lvl5pPr algn="l">
              <a:defRPr sz="2775" b="1">
                <a:solidFill>
                  <a:srgbClr val="FFFFFF"/>
                </a:solidFill>
                <a:latin typeface="Space Grotesk"/>
                <a:ea typeface="Space Grotesk"/>
                <a:cs typeface="Space Grotesk"/>
              </a:defRPr>
            </a:lvl5pPr>
            <a:lvl6pPr algn="l">
              <a:defRPr sz="2775" b="1">
                <a:solidFill>
                  <a:srgbClr val="FFFFFF"/>
                </a:solidFill>
                <a:latin typeface="Space Grotesk"/>
                <a:ea typeface="Space Grotesk"/>
                <a:cs typeface="Space Grotesk"/>
              </a:defRPr>
            </a:lvl6pPr>
            <a:lvl7pPr algn="l">
              <a:defRPr sz="2775" b="1">
                <a:solidFill>
                  <a:srgbClr val="FFFFFF"/>
                </a:solidFill>
                <a:latin typeface="Space Grotesk"/>
                <a:ea typeface="Space Grotesk"/>
                <a:cs typeface="Space Grotesk"/>
              </a:defRPr>
            </a:lvl7pPr>
            <a:lvl8pPr algn="l">
              <a:defRPr sz="2775" b="1">
                <a:solidFill>
                  <a:srgbClr val="FFFFFF"/>
                </a:solidFill>
                <a:latin typeface="Space Grotesk"/>
                <a:ea typeface="Space Grotesk"/>
                <a:cs typeface="Space Grotesk"/>
              </a:defRPr>
            </a:lvl8pPr>
            <a:lvl9pPr algn="l">
              <a:defRPr sz="2775" b="1">
                <a:solidFill>
                  <a:srgbClr val="FFFFFF"/>
                </a:solidFill>
                <a:latin typeface="Space Grotesk"/>
                <a:ea typeface="Space Grotesk"/>
                <a:cs typeface="Space Grotesk"/>
              </a:defRPr>
            </a:lvl9pPr>
          </a:lstStyle>
          <a:p xmlns:a="http://schemas.openxmlformats.org/drawingml/2006/main">
            <a:pPr algn="l">
              <a:lnSpc>
                <a:spcPct val="90000"/>
              </a:lnSpc>
              <a:buNone/>
              <a:defRPr sz="2775" b="1">
                <a:solidFill>
                  <a:srgbClr val="FFFFFF"/>
                </a:solidFill>
                <a:latin typeface="Space Grotesk"/>
                <a:ea typeface="Space Grotesk"/>
                <a:cs typeface="Space Grotesk"/>
              </a:defRPr>
            </a:pPr>
            <a:r>
              <a:rPr sz="2775" b="1">
                <a:solidFill>
                  <a:srgbClr val="FFFFFF"/>
                </a:solidFill>
                <a:latin typeface="Space Grotesk"/>
                <a:ea typeface="Space Grotesk"/>
                <a:cs typeface="Space Grotesk"/>
              </a:rPr>
              <a:t>NO ROOM TO PASS?</a:t>
            </a:r>
          </a:p>
          <a:p xmlns:a="http://schemas.openxmlformats.org/drawingml/2006/main">
            <a:pPr algn="l">
              <a:lnSpc>
                <a:spcPct val="90000"/>
              </a:lnSpc>
              <a:buNone/>
              <a:defRPr sz="2775" b="1">
                <a:solidFill>
                  <a:srgbClr val="FFFFFF"/>
                </a:solidFill>
                <a:latin typeface="Space Grotesk"/>
                <a:ea typeface="Space Grotesk"/>
                <a:cs typeface="Space Grotesk"/>
              </a:defRPr>
            </a:pPr>
            <a:r>
              <a:rPr sz="2775" b="1">
                <a:solidFill>
                  <a:srgbClr val="FFFFFF"/>
                </a:solidFill>
                <a:latin typeface="Space Grotesk"/>
                <a:ea typeface="Space Grotesk"/>
                <a:cs typeface="Space Grotesk"/>
              </a:rPr>
              <a:t>SLOW DOWN AND WAIT.</a:t>
            </a:r>
          </a:p>
        </p:txBody>
      </p:sp>
      <p:pic>
        <p:nvPicPr>
          <p:cNvPr id="5" name="">
            <a:extLst xmlns:a="http://schemas.openxmlformats.org/drawingml/2006/main">
              <a:ext uri="{FF2B5EF4-FFF2-40B4-BE49-F238E27FC236}">
                <a16:creationId xmlns:a16="http://schemas.microsoft.com/office/drawing/2014/main" id="{4421F15E-F1D9-4BAC-86D8-135E1255BE37}"/>
              </a:ext>
            </a:extLst>
          </p:cNvPr>
          <p:cNvPicPr>
            <a:picLocks xmlns:a="http://schemas.openxmlformats.org/drawingml/2006/main" noChangeAspect="1"/>
          </p:cNvPicPr>
          <p:nvPr/>
        </p:nvPicPr>
        <p:blipFill>
          <a:blip xmlns:r="http://schemas.openxmlformats.org/officeDocument/2006/relationships" xmlns:a="http://schemas.openxmlformats.org/drawingml/2006/main" r:embed="R31f0b6662cae4fb5"/>
          <a:srcRect xmlns:a="http://schemas.openxmlformats.org/drawingml/2006/main" l="0" t="27415" r="0" b="27415"/>
          <a:stretch xmlns:a="http://schemas.openxmlformats.org/drawingml/2006/main">
            <a:fillRect l="0" t="0" r="0" b="0"/>
          </a:stretch>
        </p:blipFill>
        <p:spPr>
          <a:xfrm xmlns:a="http://schemas.openxmlformats.org/drawingml/2006/main">
            <a:off x="0" y="1285875"/>
            <a:ext cx="5029200" cy="1514475"/>
          </a:xfrm>
          <a:prstGeom xmlns:a="http://schemas.openxmlformats.org/drawingml/2006/main" prst="rect">
            <a:avLst/>
          </a:prstGeom>
        </p:spPr>
      </p:pic>
      <p:sp>
        <p:nvSpPr>
          <p:cNvPr id="6" name="Driver front image edge left half front">
            <a:extLst xmlns:a="http://schemas.openxmlformats.org/drawingml/2006/main">
              <a:ext uri="{FF2B5EF4-FFF2-40B4-BE49-F238E27FC236}">
                <a16:creationId xmlns:a16="http://schemas.microsoft.com/office/drawing/2014/main" id="{AEF21233-1DB2-4BBD-BA2A-D36D0401A821}"/>
              </a:ext>
            </a:extLst>
          </p:cNvPr>
          <p:cNvSpPr>
            <a:spLocks xmlns:a="http://schemas.openxmlformats.org/drawingml/2006/main" noGrp="1"/>
          </p:cNvSpPr>
          <p:nvPr/>
        </p:nvSpPr>
        <p:spPr>
          <a:xfrm xmlns:a="http://schemas.openxmlformats.org/drawingml/2006/main">
            <a:off x="0" y="2762250"/>
            <a:ext cx="502920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7" name="Driver S.P.A.C.E. panel left half front">
            <a:extLst xmlns:a="http://schemas.openxmlformats.org/drawingml/2006/main">
              <a:ext uri="{FF2B5EF4-FFF2-40B4-BE49-F238E27FC236}">
                <a16:creationId xmlns:a16="http://schemas.microsoft.com/office/drawing/2014/main" id="{8C31EE3C-5B35-4687-A008-0219ED327AE1}"/>
              </a:ext>
            </a:extLst>
          </p:cNvPr>
          <p:cNvSpPr>
            <a:spLocks xmlns:a="http://schemas.openxmlformats.org/drawingml/2006/main" noGrp="1"/>
          </p:cNvSpPr>
          <p:nvPr/>
        </p:nvSpPr>
        <p:spPr>
          <a:xfrm xmlns:a="http://schemas.openxmlformats.org/drawingml/2006/main">
            <a:off x="0" y="2800350"/>
            <a:ext cx="5029200" cy="375285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8" name="Driver marker S left half front">
            <a:extLst xmlns:a="http://schemas.openxmlformats.org/drawingml/2006/main">
              <a:ext uri="{FF2B5EF4-FFF2-40B4-BE49-F238E27FC236}">
                <a16:creationId xmlns:a16="http://schemas.microsoft.com/office/drawing/2014/main" id="{B160C249-7C89-4F1B-8A00-CF80C08B7F8A}"/>
              </a:ext>
            </a:extLst>
          </p:cNvPr>
          <p:cNvSpPr>
            <a:spLocks xmlns:a="http://schemas.openxmlformats.org/drawingml/2006/main" noGrp="1"/>
          </p:cNvSpPr>
          <p:nvPr/>
        </p:nvSpPr>
        <p:spPr>
          <a:xfrm xmlns:a="http://schemas.openxmlformats.org/drawingml/2006/main">
            <a:off x="228600" y="29146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9" name="Driver marker letter S left half front">
            <a:extLst xmlns:a="http://schemas.openxmlformats.org/drawingml/2006/main">
              <a:ext uri="{FF2B5EF4-FFF2-40B4-BE49-F238E27FC236}">
                <a16:creationId xmlns:a16="http://schemas.microsoft.com/office/drawing/2014/main" id="{BA260932-DF06-4B19-87ED-D1BBAF4E5052}"/>
              </a:ext>
            </a:extLst>
          </p:cNvPr>
          <p:cNvSpPr>
            <a:spLocks xmlns:a="http://schemas.openxmlformats.org/drawingml/2006/main" noGrp="1"/>
          </p:cNvSpPr>
          <p:nvPr/>
        </p:nvSpPr>
        <p:spPr>
          <a:xfrm xmlns:a="http://schemas.openxmlformats.org/drawingml/2006/main">
            <a:off x="228600" y="29813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S</a:t>
            </a:r>
          </a:p>
        </p:txBody>
      </p:sp>
      <p:sp>
        <p:nvSpPr>
          <p:cNvPr id="10" name="Driver step title S left half front">
            <a:extLst xmlns:a="http://schemas.openxmlformats.org/drawingml/2006/main">
              <a:ext uri="{FF2B5EF4-FFF2-40B4-BE49-F238E27FC236}">
                <a16:creationId xmlns:a16="http://schemas.microsoft.com/office/drawing/2014/main" id="{CF89270D-B181-47FC-88DD-E7D38E91E1FF}"/>
              </a:ext>
            </a:extLst>
          </p:cNvPr>
          <p:cNvSpPr>
            <a:spLocks xmlns:a="http://schemas.openxmlformats.org/drawingml/2006/main" noGrp="1"/>
          </p:cNvSpPr>
          <p:nvPr/>
        </p:nvSpPr>
        <p:spPr>
          <a:xfrm xmlns:a="http://schemas.openxmlformats.org/drawingml/2006/main">
            <a:off x="800100" y="28765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SLOW DOWN</a:t>
            </a:r>
          </a:p>
        </p:txBody>
      </p:sp>
      <p:sp>
        <p:nvSpPr>
          <p:cNvPr id="11" name="Driver step copy S left half front">
            <a:extLst xmlns:a="http://schemas.openxmlformats.org/drawingml/2006/main">
              <a:ext uri="{FF2B5EF4-FFF2-40B4-BE49-F238E27FC236}">
                <a16:creationId xmlns:a16="http://schemas.microsoft.com/office/drawing/2014/main" id="{91EC230D-7284-4DC0-B3E6-4776DFEBF688}"/>
              </a:ext>
            </a:extLst>
          </p:cNvPr>
          <p:cNvSpPr>
            <a:spLocks xmlns:a="http://schemas.openxmlformats.org/drawingml/2006/main" noGrp="1"/>
          </p:cNvSpPr>
          <p:nvPr/>
        </p:nvSpPr>
        <p:spPr>
          <a:xfrm xmlns:a="http://schemas.openxmlformats.org/drawingml/2006/main">
            <a:off x="800100" y="30670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Slow near intersections, driveways, schools, and parked cars.</a:t>
            </a:r>
          </a:p>
        </p:txBody>
      </p:sp>
      <p:sp>
        <p:nvSpPr>
          <p:cNvPr id="12" name="Driver row separator S left half front">
            <a:extLst xmlns:a="http://schemas.openxmlformats.org/drawingml/2006/main">
              <a:ext uri="{FF2B5EF4-FFF2-40B4-BE49-F238E27FC236}">
                <a16:creationId xmlns:a16="http://schemas.microsoft.com/office/drawing/2014/main" id="{E12A46F8-E42F-4041-8C60-D52B960F5008}"/>
              </a:ext>
            </a:extLst>
          </p:cNvPr>
          <p:cNvSpPr>
            <a:spLocks xmlns:a="http://schemas.openxmlformats.org/drawingml/2006/main" noGrp="1"/>
          </p:cNvSpPr>
          <p:nvPr/>
        </p:nvSpPr>
        <p:spPr>
          <a:xfrm xmlns:a="http://schemas.openxmlformats.org/drawingml/2006/main">
            <a:off x="800100" y="3571875"/>
            <a:ext cx="39433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13" name="Driver marker P left half front">
            <a:extLst xmlns:a="http://schemas.openxmlformats.org/drawingml/2006/main">
              <a:ext uri="{FF2B5EF4-FFF2-40B4-BE49-F238E27FC236}">
                <a16:creationId xmlns:a16="http://schemas.microsoft.com/office/drawing/2014/main" id="{B52DB7B7-F51F-40A0-B5FD-4229DABAF806}"/>
              </a:ext>
            </a:extLst>
          </p:cNvPr>
          <p:cNvSpPr>
            <a:spLocks xmlns:a="http://schemas.openxmlformats.org/drawingml/2006/main" noGrp="1"/>
          </p:cNvSpPr>
          <p:nvPr/>
        </p:nvSpPr>
        <p:spPr>
          <a:xfrm xmlns:a="http://schemas.openxmlformats.org/drawingml/2006/main">
            <a:off x="228600" y="36385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14" name="Driver marker letter P left half front">
            <a:extLst xmlns:a="http://schemas.openxmlformats.org/drawingml/2006/main">
              <a:ext uri="{FF2B5EF4-FFF2-40B4-BE49-F238E27FC236}">
                <a16:creationId xmlns:a16="http://schemas.microsoft.com/office/drawing/2014/main" id="{C880970E-5269-4F97-AF55-0F460485B1FA}"/>
              </a:ext>
            </a:extLst>
          </p:cNvPr>
          <p:cNvSpPr>
            <a:spLocks xmlns:a="http://schemas.openxmlformats.org/drawingml/2006/main" noGrp="1"/>
          </p:cNvSpPr>
          <p:nvPr/>
        </p:nvSpPr>
        <p:spPr>
          <a:xfrm xmlns:a="http://schemas.openxmlformats.org/drawingml/2006/main">
            <a:off x="228600" y="37052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P</a:t>
            </a:r>
          </a:p>
        </p:txBody>
      </p:sp>
      <p:sp>
        <p:nvSpPr>
          <p:cNvPr id="15" name="Driver step title P left half front">
            <a:extLst xmlns:a="http://schemas.openxmlformats.org/drawingml/2006/main">
              <a:ext uri="{FF2B5EF4-FFF2-40B4-BE49-F238E27FC236}">
                <a16:creationId xmlns:a16="http://schemas.microsoft.com/office/drawing/2014/main" id="{16F1B8F7-788E-4939-9520-BDF853AA0034}"/>
              </a:ext>
            </a:extLst>
          </p:cNvPr>
          <p:cNvSpPr>
            <a:spLocks xmlns:a="http://schemas.openxmlformats.org/drawingml/2006/main" noGrp="1"/>
          </p:cNvSpPr>
          <p:nvPr/>
        </p:nvSpPr>
        <p:spPr>
          <a:xfrm xmlns:a="http://schemas.openxmlformats.org/drawingml/2006/main">
            <a:off x="800100" y="36004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PASS WITH ROOM</a:t>
            </a:r>
          </a:p>
        </p:txBody>
      </p:sp>
      <p:sp>
        <p:nvSpPr>
          <p:cNvPr id="16" name="Driver step copy P left half front">
            <a:extLst xmlns:a="http://schemas.openxmlformats.org/drawingml/2006/main">
              <a:ext uri="{FF2B5EF4-FFF2-40B4-BE49-F238E27FC236}">
                <a16:creationId xmlns:a16="http://schemas.microsoft.com/office/drawing/2014/main" id="{C50D19DE-9274-4A69-A7B8-9BD857085D81}"/>
              </a:ext>
            </a:extLst>
          </p:cNvPr>
          <p:cNvSpPr>
            <a:spLocks xmlns:a="http://schemas.openxmlformats.org/drawingml/2006/main" noGrp="1"/>
          </p:cNvSpPr>
          <p:nvPr/>
        </p:nvSpPr>
        <p:spPr>
          <a:xfrm xmlns:a="http://schemas.openxmlformats.org/drawingml/2006/main">
            <a:off x="800100" y="37909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No safe room to pass? Slow down and wait behind. Pass when clear and lawful.</a:t>
            </a:r>
          </a:p>
        </p:txBody>
      </p:sp>
      <p:sp>
        <p:nvSpPr>
          <p:cNvPr id="17" name="Driver row separator P left half front">
            <a:extLst xmlns:a="http://schemas.openxmlformats.org/drawingml/2006/main">
              <a:ext uri="{FF2B5EF4-FFF2-40B4-BE49-F238E27FC236}">
                <a16:creationId xmlns:a16="http://schemas.microsoft.com/office/drawing/2014/main" id="{B79D5F79-55FB-485B-8360-7D1E56E33C31}"/>
              </a:ext>
            </a:extLst>
          </p:cNvPr>
          <p:cNvSpPr>
            <a:spLocks xmlns:a="http://schemas.openxmlformats.org/drawingml/2006/main" noGrp="1"/>
          </p:cNvSpPr>
          <p:nvPr/>
        </p:nvSpPr>
        <p:spPr>
          <a:xfrm xmlns:a="http://schemas.openxmlformats.org/drawingml/2006/main">
            <a:off x="800100" y="4295775"/>
            <a:ext cx="39433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18" name="Driver marker A left half front">
            <a:extLst xmlns:a="http://schemas.openxmlformats.org/drawingml/2006/main">
              <a:ext uri="{FF2B5EF4-FFF2-40B4-BE49-F238E27FC236}">
                <a16:creationId xmlns:a16="http://schemas.microsoft.com/office/drawing/2014/main" id="{304A76AE-4BEC-484A-8AC9-E5E094422A44}"/>
              </a:ext>
            </a:extLst>
          </p:cNvPr>
          <p:cNvSpPr>
            <a:spLocks xmlns:a="http://schemas.openxmlformats.org/drawingml/2006/main" noGrp="1"/>
          </p:cNvSpPr>
          <p:nvPr/>
        </p:nvSpPr>
        <p:spPr>
          <a:xfrm xmlns:a="http://schemas.openxmlformats.org/drawingml/2006/main">
            <a:off x="228600" y="43624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19" name="Driver marker letter A left half front">
            <a:extLst xmlns:a="http://schemas.openxmlformats.org/drawingml/2006/main">
              <a:ext uri="{FF2B5EF4-FFF2-40B4-BE49-F238E27FC236}">
                <a16:creationId xmlns:a16="http://schemas.microsoft.com/office/drawing/2014/main" id="{7B5C92A1-73DB-4ECA-B3BD-493791D44FA4}"/>
              </a:ext>
            </a:extLst>
          </p:cNvPr>
          <p:cNvSpPr>
            <a:spLocks xmlns:a="http://schemas.openxmlformats.org/drawingml/2006/main" noGrp="1"/>
          </p:cNvSpPr>
          <p:nvPr/>
        </p:nvSpPr>
        <p:spPr>
          <a:xfrm xmlns:a="http://schemas.openxmlformats.org/drawingml/2006/main">
            <a:off x="228600" y="44291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A</a:t>
            </a:r>
          </a:p>
        </p:txBody>
      </p:sp>
      <p:sp>
        <p:nvSpPr>
          <p:cNvPr id="20" name="Driver step title A left half front">
            <a:extLst xmlns:a="http://schemas.openxmlformats.org/drawingml/2006/main">
              <a:ext uri="{FF2B5EF4-FFF2-40B4-BE49-F238E27FC236}">
                <a16:creationId xmlns:a16="http://schemas.microsoft.com/office/drawing/2014/main" id="{8BD483C8-735D-44B0-937A-3DE986191DFC}"/>
              </a:ext>
            </a:extLst>
          </p:cNvPr>
          <p:cNvSpPr>
            <a:spLocks xmlns:a="http://schemas.openxmlformats.org/drawingml/2006/main" noGrp="1"/>
          </p:cNvSpPr>
          <p:nvPr/>
        </p:nvSpPr>
        <p:spPr>
          <a:xfrm xmlns:a="http://schemas.openxmlformats.org/drawingml/2006/main">
            <a:off x="800100" y="43243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ANTICIPATE MOVEMENT</a:t>
            </a:r>
          </a:p>
        </p:txBody>
      </p:sp>
      <p:sp>
        <p:nvSpPr>
          <p:cNvPr id="21" name="Driver step copy A left half front">
            <a:extLst xmlns:a="http://schemas.openxmlformats.org/drawingml/2006/main">
              <a:ext uri="{FF2B5EF4-FFF2-40B4-BE49-F238E27FC236}">
                <a16:creationId xmlns:a16="http://schemas.microsoft.com/office/drawing/2014/main" id="{B31D20C0-6CE8-4389-BC9E-98531E327CAF}"/>
              </a:ext>
            </a:extLst>
          </p:cNvPr>
          <p:cNvSpPr>
            <a:spLocks xmlns:a="http://schemas.openxmlformats.org/drawingml/2006/main" noGrp="1"/>
          </p:cNvSpPr>
          <p:nvPr/>
        </p:nvSpPr>
        <p:spPr>
          <a:xfrm xmlns:a="http://schemas.openxmlformats.org/drawingml/2006/main">
            <a:off x="800100" y="45148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Scan ahead and beside you for people biking.</a:t>
            </a:r>
          </a:p>
        </p:txBody>
      </p:sp>
      <p:sp>
        <p:nvSpPr>
          <p:cNvPr id="22" name="Driver row separator A left half front">
            <a:extLst xmlns:a="http://schemas.openxmlformats.org/drawingml/2006/main">
              <a:ext uri="{FF2B5EF4-FFF2-40B4-BE49-F238E27FC236}">
                <a16:creationId xmlns:a16="http://schemas.microsoft.com/office/drawing/2014/main" id="{46CEBC62-5AD6-42A5-A8B9-A18177DE1FED}"/>
              </a:ext>
            </a:extLst>
          </p:cNvPr>
          <p:cNvSpPr>
            <a:spLocks xmlns:a="http://schemas.openxmlformats.org/drawingml/2006/main" noGrp="1"/>
          </p:cNvSpPr>
          <p:nvPr/>
        </p:nvSpPr>
        <p:spPr>
          <a:xfrm xmlns:a="http://schemas.openxmlformats.org/drawingml/2006/main">
            <a:off x="800100" y="5019675"/>
            <a:ext cx="39433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23" name="Driver marker C left half front">
            <a:extLst xmlns:a="http://schemas.openxmlformats.org/drawingml/2006/main">
              <a:ext uri="{FF2B5EF4-FFF2-40B4-BE49-F238E27FC236}">
                <a16:creationId xmlns:a16="http://schemas.microsoft.com/office/drawing/2014/main" id="{D42C62EE-23F1-446D-84B6-D932CB83BB84}"/>
              </a:ext>
            </a:extLst>
          </p:cNvPr>
          <p:cNvSpPr>
            <a:spLocks xmlns:a="http://schemas.openxmlformats.org/drawingml/2006/main" noGrp="1"/>
          </p:cNvSpPr>
          <p:nvPr/>
        </p:nvSpPr>
        <p:spPr>
          <a:xfrm xmlns:a="http://schemas.openxmlformats.org/drawingml/2006/main">
            <a:off x="228600" y="50863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24" name="Driver marker letter C left half front">
            <a:extLst xmlns:a="http://schemas.openxmlformats.org/drawingml/2006/main">
              <a:ext uri="{FF2B5EF4-FFF2-40B4-BE49-F238E27FC236}">
                <a16:creationId xmlns:a16="http://schemas.microsoft.com/office/drawing/2014/main" id="{B8081B92-F03A-4FEB-AD3A-AE1046CCEA50}"/>
              </a:ext>
            </a:extLst>
          </p:cNvPr>
          <p:cNvSpPr>
            <a:spLocks xmlns:a="http://schemas.openxmlformats.org/drawingml/2006/main" noGrp="1"/>
          </p:cNvSpPr>
          <p:nvPr/>
        </p:nvSpPr>
        <p:spPr>
          <a:xfrm xmlns:a="http://schemas.openxmlformats.org/drawingml/2006/main">
            <a:off x="228600" y="51530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C</a:t>
            </a:r>
          </a:p>
        </p:txBody>
      </p:sp>
      <p:sp>
        <p:nvSpPr>
          <p:cNvPr id="25" name="Driver step title C left half front">
            <a:extLst xmlns:a="http://schemas.openxmlformats.org/drawingml/2006/main">
              <a:ext uri="{FF2B5EF4-FFF2-40B4-BE49-F238E27FC236}">
                <a16:creationId xmlns:a16="http://schemas.microsoft.com/office/drawing/2014/main" id="{C63D5C78-FC3C-4F12-A4EF-87F434A0BE61}"/>
              </a:ext>
            </a:extLst>
          </p:cNvPr>
          <p:cNvSpPr>
            <a:spLocks xmlns:a="http://schemas.openxmlformats.org/drawingml/2006/main" noGrp="1"/>
          </p:cNvSpPr>
          <p:nvPr/>
        </p:nvSpPr>
        <p:spPr>
          <a:xfrm xmlns:a="http://schemas.openxmlformats.org/drawingml/2006/main">
            <a:off x="800100" y="50482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CHECK BEFORE TURNING OR OPENING A DOOR</a:t>
            </a:r>
          </a:p>
        </p:txBody>
      </p:sp>
      <p:sp>
        <p:nvSpPr>
          <p:cNvPr id="26" name="Driver step copy C left half front">
            <a:extLst xmlns:a="http://schemas.openxmlformats.org/drawingml/2006/main">
              <a:ext uri="{FF2B5EF4-FFF2-40B4-BE49-F238E27FC236}">
                <a16:creationId xmlns:a16="http://schemas.microsoft.com/office/drawing/2014/main" id="{71461D7C-E43A-4236-ACBA-F745E922369E}"/>
              </a:ext>
            </a:extLst>
          </p:cNvPr>
          <p:cNvSpPr>
            <a:spLocks xmlns:a="http://schemas.openxmlformats.org/drawingml/2006/main" noGrp="1"/>
          </p:cNvSpPr>
          <p:nvPr/>
        </p:nvSpPr>
        <p:spPr>
          <a:xfrm xmlns:a="http://schemas.openxmlformats.org/drawingml/2006/main">
            <a:off x="800100" y="52387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Before a turn, check ahead, beside and behind. Before opening, check mirrors and over your shoulder.</a:t>
            </a:r>
          </a:p>
        </p:txBody>
      </p:sp>
      <p:sp>
        <p:nvSpPr>
          <p:cNvPr id="27" name="Driver row separator C left half front">
            <a:extLst xmlns:a="http://schemas.openxmlformats.org/drawingml/2006/main">
              <a:ext uri="{FF2B5EF4-FFF2-40B4-BE49-F238E27FC236}">
                <a16:creationId xmlns:a16="http://schemas.microsoft.com/office/drawing/2014/main" id="{A0C9F53B-A484-4734-AAF5-A07FE30DC24F}"/>
              </a:ext>
            </a:extLst>
          </p:cNvPr>
          <p:cNvSpPr>
            <a:spLocks xmlns:a="http://schemas.openxmlformats.org/drawingml/2006/main" noGrp="1"/>
          </p:cNvSpPr>
          <p:nvPr/>
        </p:nvSpPr>
        <p:spPr>
          <a:xfrm xmlns:a="http://schemas.openxmlformats.org/drawingml/2006/main">
            <a:off x="800100" y="5743575"/>
            <a:ext cx="39433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28" name="Driver marker E left half front">
            <a:extLst xmlns:a="http://schemas.openxmlformats.org/drawingml/2006/main">
              <a:ext uri="{FF2B5EF4-FFF2-40B4-BE49-F238E27FC236}">
                <a16:creationId xmlns:a16="http://schemas.microsoft.com/office/drawing/2014/main" id="{2C10126F-A8FE-440F-9AF0-03D91CCA632B}"/>
              </a:ext>
            </a:extLst>
          </p:cNvPr>
          <p:cNvSpPr>
            <a:spLocks xmlns:a="http://schemas.openxmlformats.org/drawingml/2006/main" noGrp="1"/>
          </p:cNvSpPr>
          <p:nvPr/>
        </p:nvSpPr>
        <p:spPr>
          <a:xfrm xmlns:a="http://schemas.openxmlformats.org/drawingml/2006/main">
            <a:off x="228600" y="58102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29" name="Driver marker letter E left half front">
            <a:extLst xmlns:a="http://schemas.openxmlformats.org/drawingml/2006/main">
              <a:ext uri="{FF2B5EF4-FFF2-40B4-BE49-F238E27FC236}">
                <a16:creationId xmlns:a16="http://schemas.microsoft.com/office/drawing/2014/main" id="{5CEC8DD4-C7D4-40D8-AF8E-5D647FD69265}"/>
              </a:ext>
            </a:extLst>
          </p:cNvPr>
          <p:cNvSpPr>
            <a:spLocks xmlns:a="http://schemas.openxmlformats.org/drawingml/2006/main" noGrp="1"/>
          </p:cNvSpPr>
          <p:nvPr/>
        </p:nvSpPr>
        <p:spPr>
          <a:xfrm xmlns:a="http://schemas.openxmlformats.org/drawingml/2006/main">
            <a:off x="228600" y="58769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E</a:t>
            </a:r>
          </a:p>
        </p:txBody>
      </p:sp>
      <p:sp>
        <p:nvSpPr>
          <p:cNvPr id="30" name="Driver step title E left half front">
            <a:extLst xmlns:a="http://schemas.openxmlformats.org/drawingml/2006/main">
              <a:ext uri="{FF2B5EF4-FFF2-40B4-BE49-F238E27FC236}">
                <a16:creationId xmlns:a16="http://schemas.microsoft.com/office/drawing/2014/main" id="{6749FE71-FAC2-4B4F-BD5C-906F499251D6}"/>
              </a:ext>
            </a:extLst>
          </p:cNvPr>
          <p:cNvSpPr>
            <a:spLocks xmlns:a="http://schemas.openxmlformats.org/drawingml/2006/main" noGrp="1"/>
          </p:cNvSpPr>
          <p:nvPr/>
        </p:nvSpPr>
        <p:spPr>
          <a:xfrm xmlns:a="http://schemas.openxmlformats.org/drawingml/2006/main">
            <a:off x="800100" y="57721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END DISTRACTIONS</a:t>
            </a:r>
          </a:p>
        </p:txBody>
      </p:sp>
      <p:sp>
        <p:nvSpPr>
          <p:cNvPr id="31" name="Driver step copy E left half front">
            <a:extLst xmlns:a="http://schemas.openxmlformats.org/drawingml/2006/main">
              <a:ext uri="{FF2B5EF4-FFF2-40B4-BE49-F238E27FC236}">
                <a16:creationId xmlns:a16="http://schemas.microsoft.com/office/drawing/2014/main" id="{32884C37-ABDD-4C84-97C1-7A5F0ACA2DB9}"/>
              </a:ext>
            </a:extLst>
          </p:cNvPr>
          <p:cNvSpPr>
            <a:spLocks xmlns:a="http://schemas.openxmlformats.org/drawingml/2006/main" noGrp="1"/>
          </p:cNvSpPr>
          <p:nvPr/>
        </p:nvSpPr>
        <p:spPr>
          <a:xfrm xmlns:a="http://schemas.openxmlformats.org/drawingml/2006/main">
            <a:off x="800100" y="59626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Put your phone away while driving.</a:t>
            </a:r>
          </a:p>
        </p:txBody>
      </p:sp>
      <p:sp>
        <p:nvSpPr>
          <p:cNvPr id="32" name="Driver front footer left half front">
            <a:extLst xmlns:a="http://schemas.openxmlformats.org/drawingml/2006/main">
              <a:ext uri="{FF2B5EF4-FFF2-40B4-BE49-F238E27FC236}">
                <a16:creationId xmlns:a16="http://schemas.microsoft.com/office/drawing/2014/main" id="{011AE65A-B2F6-49D7-960B-C9687D89FD40}"/>
              </a:ext>
            </a:extLst>
          </p:cNvPr>
          <p:cNvSpPr>
            <a:spLocks xmlns:a="http://schemas.openxmlformats.org/drawingml/2006/main" noGrp="1"/>
          </p:cNvSpPr>
          <p:nvPr/>
        </p:nvSpPr>
        <p:spPr>
          <a:xfrm xmlns:a="http://schemas.openxmlformats.org/drawingml/2006/main">
            <a:off x="0" y="6553200"/>
            <a:ext cx="5029200" cy="12192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33" name="Logo ground left half front">
            <a:extLst xmlns:a="http://schemas.openxmlformats.org/drawingml/2006/main">
              <a:ext uri="{FF2B5EF4-FFF2-40B4-BE49-F238E27FC236}">
                <a16:creationId xmlns:a16="http://schemas.microsoft.com/office/drawing/2014/main" id="{0A999D74-F0A5-45A6-AA81-26DC7174F5B6}"/>
              </a:ext>
            </a:extLst>
          </p:cNvPr>
          <p:cNvSpPr>
            <a:spLocks xmlns:a="http://schemas.openxmlformats.org/drawingml/2006/main" noGrp="1"/>
          </p:cNvSpPr>
          <p:nvPr/>
        </p:nvSpPr>
        <p:spPr>
          <a:xfrm xmlns:a="http://schemas.openxmlformats.org/drawingml/2006/main">
            <a:off x="123825" y="6896100"/>
            <a:ext cx="5334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0">
            <a:noFill/>
            <a:prstDash val="solid"/>
          </a:ln>
        </p:spPr>
      </p:sp>
      <p:pic>
        <p:nvPicPr>
          <p:cNvPr id="34" name="">
            <a:extLst xmlns:a="http://schemas.openxmlformats.org/drawingml/2006/main">
              <a:ext uri="{FF2B5EF4-FFF2-40B4-BE49-F238E27FC236}">
                <a16:creationId xmlns:a16="http://schemas.microsoft.com/office/drawing/2014/main" id="{D74C278B-96FA-48F7-BE4F-9A3EDA6E5C85}"/>
              </a:ext>
            </a:extLst>
          </p:cNvPr>
          <p:cNvPicPr>
            <a:picLocks xmlns:a="http://schemas.openxmlformats.org/drawingml/2006/main" noChangeAspect="1"/>
          </p:cNvPicPr>
          <p:nvPr/>
        </p:nvPicPr>
        <p:blipFill>
          <a:blip xmlns:r="http://schemas.openxmlformats.org/officeDocument/2006/relationships" xmlns:a="http://schemas.openxmlformats.org/drawingml/2006/main" r:embed="R7badbe0f4c2b426b"/>
          <a:stretch xmlns:a="http://schemas.openxmlformats.org/drawingml/2006/main"/>
        </p:blipFill>
        <p:spPr>
          <a:xfrm xmlns:a="http://schemas.openxmlformats.org/drawingml/2006/main">
            <a:off x="161925" y="6934200"/>
            <a:ext cx="457200" cy="457200"/>
          </a:xfrm>
          <a:prstGeom xmlns:a="http://schemas.openxmlformats.org/drawingml/2006/main" prst="rect">
            <a:avLst/>
          </a:prstGeom>
        </p:spPr>
      </p:pic>
      <p:sp>
        <p:nvSpPr>
          <p:cNvPr id="35" name="Driver front URL left half front">
            <a:extLst xmlns:a="http://schemas.openxmlformats.org/drawingml/2006/main">
              <a:ext uri="{FF2B5EF4-FFF2-40B4-BE49-F238E27FC236}">
                <a16:creationId xmlns:a16="http://schemas.microsoft.com/office/drawing/2014/main" id="{BE831FE4-4A32-44F7-8EDB-B87A929439D1}"/>
              </a:ext>
            </a:extLst>
          </p:cNvPr>
          <p:cNvSpPr>
            <a:spLocks xmlns:a="http://schemas.openxmlformats.org/drawingml/2006/main" noGrp="1"/>
          </p:cNvSpPr>
          <p:nvPr/>
        </p:nvSpPr>
        <p:spPr>
          <a:xfrm xmlns:a="http://schemas.openxmlformats.org/drawingml/2006/main">
            <a:off x="762000" y="66675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7926CB"/>
                </a:solidFill>
                <a:latin typeface="Space Grotesk"/>
                <a:ea typeface="Space Grotesk"/>
                <a:cs typeface="Space Grotesk"/>
              </a:defRPr>
            </a:defPPr>
            <a:lvl1pPr algn="l">
              <a:defRPr sz="1425" b="1">
                <a:solidFill>
                  <a:srgbClr val="7926CB"/>
                </a:solidFill>
                <a:latin typeface="Space Grotesk"/>
                <a:ea typeface="Space Grotesk"/>
                <a:cs typeface="Space Grotesk"/>
              </a:defRPr>
            </a:lvl1pPr>
            <a:lvl2pPr algn="l">
              <a:defRPr sz="1425" b="1">
                <a:solidFill>
                  <a:srgbClr val="7926CB"/>
                </a:solidFill>
                <a:latin typeface="Space Grotesk"/>
                <a:ea typeface="Space Grotesk"/>
                <a:cs typeface="Space Grotesk"/>
              </a:defRPr>
            </a:lvl2pPr>
            <a:lvl3pPr algn="l">
              <a:defRPr sz="1425" b="1">
                <a:solidFill>
                  <a:srgbClr val="7926CB"/>
                </a:solidFill>
                <a:latin typeface="Space Grotesk"/>
                <a:ea typeface="Space Grotesk"/>
                <a:cs typeface="Space Grotesk"/>
              </a:defRPr>
            </a:lvl3pPr>
            <a:lvl4pPr algn="l">
              <a:defRPr sz="1425" b="1">
                <a:solidFill>
                  <a:srgbClr val="7926CB"/>
                </a:solidFill>
                <a:latin typeface="Space Grotesk"/>
                <a:ea typeface="Space Grotesk"/>
                <a:cs typeface="Space Grotesk"/>
              </a:defRPr>
            </a:lvl4pPr>
            <a:lvl5pPr algn="l">
              <a:defRPr sz="1425" b="1">
                <a:solidFill>
                  <a:srgbClr val="7926CB"/>
                </a:solidFill>
                <a:latin typeface="Space Grotesk"/>
                <a:ea typeface="Space Grotesk"/>
                <a:cs typeface="Space Grotesk"/>
              </a:defRPr>
            </a:lvl5pPr>
            <a:lvl6pPr algn="l">
              <a:defRPr sz="1425" b="1">
                <a:solidFill>
                  <a:srgbClr val="7926CB"/>
                </a:solidFill>
                <a:latin typeface="Space Grotesk"/>
                <a:ea typeface="Space Grotesk"/>
                <a:cs typeface="Space Grotesk"/>
              </a:defRPr>
            </a:lvl6pPr>
            <a:lvl7pPr algn="l">
              <a:defRPr sz="1425" b="1">
                <a:solidFill>
                  <a:srgbClr val="7926CB"/>
                </a:solidFill>
                <a:latin typeface="Space Grotesk"/>
                <a:ea typeface="Space Grotesk"/>
                <a:cs typeface="Space Grotesk"/>
              </a:defRPr>
            </a:lvl7pPr>
            <a:lvl8pPr algn="l">
              <a:defRPr sz="1425" b="1">
                <a:solidFill>
                  <a:srgbClr val="7926CB"/>
                </a:solidFill>
                <a:latin typeface="Space Grotesk"/>
                <a:ea typeface="Space Grotesk"/>
                <a:cs typeface="Space Grotesk"/>
              </a:defRPr>
            </a:lvl8pPr>
            <a:lvl9pPr algn="l">
              <a:defRPr sz="1425" b="1">
                <a:solidFill>
                  <a:srgbClr val="7926CB"/>
                </a:solidFill>
                <a:latin typeface="Space Grotesk"/>
                <a:ea typeface="Space Grotesk"/>
                <a:cs typeface="Space Grotesk"/>
              </a:defRPr>
            </a:lvl9pPr>
          </a:lstStyle>
          <a:p xmlns:a="http://schemas.openxmlformats.org/drawingml/2006/main">
            <a:pPr algn="l">
              <a:lnSpc>
                <a:spcPct val="100000"/>
              </a:lnSpc>
              <a:buNone/>
              <a:defRPr sz="1425" b="1">
                <a:solidFill>
                  <a:srgbClr val="7926CB"/>
                </a:solidFill>
                <a:latin typeface="Space Grotesk"/>
                <a:ea typeface="Space Grotesk"/>
                <a:cs typeface="Space Grotesk"/>
              </a:defRPr>
            </a:pPr>
            <a:r>
              <a:rPr sz="1425" b="1">
                <a:solidFill>
                  <a:srgbClr val="7926CB"/>
                </a:solidFill>
                <a:latin typeface="Space Grotesk"/>
                <a:ea typeface="Space Grotesk"/>
                <a:cs typeface="Space Grotesk"/>
              </a:rPr>
              <a:t>3fp.org</a:t>
            </a:r>
          </a:p>
        </p:txBody>
      </p:sp>
      <p:sp>
        <p:nvSpPr>
          <p:cNvPr id="36" name="Driver front CTA left half front">
            <a:extLst xmlns:a="http://schemas.openxmlformats.org/drawingml/2006/main">
              <a:ext uri="{FF2B5EF4-FFF2-40B4-BE49-F238E27FC236}">
                <a16:creationId xmlns:a16="http://schemas.microsoft.com/office/drawing/2014/main" id="{5A49138E-D273-42AA-960E-8E5CED15C55A}"/>
              </a:ext>
            </a:extLst>
          </p:cNvPr>
          <p:cNvSpPr>
            <a:spLocks xmlns:a="http://schemas.openxmlformats.org/drawingml/2006/main" noGrp="1"/>
          </p:cNvSpPr>
          <p:nvPr/>
        </p:nvSpPr>
        <p:spPr>
          <a:xfrm xmlns:a="http://schemas.openxmlformats.org/drawingml/2006/main">
            <a:off x="762000" y="69532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0" b="1">
                <a:solidFill>
                  <a:srgbClr val="201333"/>
                </a:solidFill>
                <a:latin typeface="Arial"/>
                <a:ea typeface="Arial"/>
                <a:cs typeface="Arial"/>
              </a:defRPr>
            </a:defPPr>
            <a:lvl1pPr algn="l">
              <a:defRPr sz="960" b="1">
                <a:solidFill>
                  <a:srgbClr val="201333"/>
                </a:solidFill>
                <a:latin typeface="Arial"/>
                <a:ea typeface="Arial"/>
                <a:cs typeface="Arial"/>
              </a:defRPr>
            </a:lvl1pPr>
            <a:lvl2pPr algn="l">
              <a:defRPr sz="960" b="1">
                <a:solidFill>
                  <a:srgbClr val="201333"/>
                </a:solidFill>
                <a:latin typeface="Arial"/>
                <a:ea typeface="Arial"/>
                <a:cs typeface="Arial"/>
              </a:defRPr>
            </a:lvl2pPr>
            <a:lvl3pPr algn="l">
              <a:defRPr sz="960" b="1">
                <a:solidFill>
                  <a:srgbClr val="201333"/>
                </a:solidFill>
                <a:latin typeface="Arial"/>
                <a:ea typeface="Arial"/>
                <a:cs typeface="Arial"/>
              </a:defRPr>
            </a:lvl3pPr>
            <a:lvl4pPr algn="l">
              <a:defRPr sz="960" b="1">
                <a:solidFill>
                  <a:srgbClr val="201333"/>
                </a:solidFill>
                <a:latin typeface="Arial"/>
                <a:ea typeface="Arial"/>
                <a:cs typeface="Arial"/>
              </a:defRPr>
            </a:lvl4pPr>
            <a:lvl5pPr algn="l">
              <a:defRPr sz="960" b="1">
                <a:solidFill>
                  <a:srgbClr val="201333"/>
                </a:solidFill>
                <a:latin typeface="Arial"/>
                <a:ea typeface="Arial"/>
                <a:cs typeface="Arial"/>
              </a:defRPr>
            </a:lvl5pPr>
            <a:lvl6pPr algn="l">
              <a:defRPr sz="960" b="1">
                <a:solidFill>
                  <a:srgbClr val="201333"/>
                </a:solidFill>
                <a:latin typeface="Arial"/>
                <a:ea typeface="Arial"/>
                <a:cs typeface="Arial"/>
              </a:defRPr>
            </a:lvl6pPr>
            <a:lvl7pPr algn="l">
              <a:defRPr sz="960" b="1">
                <a:solidFill>
                  <a:srgbClr val="201333"/>
                </a:solidFill>
                <a:latin typeface="Arial"/>
                <a:ea typeface="Arial"/>
                <a:cs typeface="Arial"/>
              </a:defRPr>
            </a:lvl7pPr>
            <a:lvl8pPr algn="l">
              <a:defRPr sz="960" b="1">
                <a:solidFill>
                  <a:srgbClr val="201333"/>
                </a:solidFill>
                <a:latin typeface="Arial"/>
                <a:ea typeface="Arial"/>
                <a:cs typeface="Arial"/>
              </a:defRPr>
            </a:lvl8pPr>
            <a:lvl9pPr algn="l">
              <a:defRPr sz="960" b="1">
                <a:solidFill>
                  <a:srgbClr val="201333"/>
                </a:solidFill>
                <a:latin typeface="Arial"/>
                <a:ea typeface="Arial"/>
                <a:cs typeface="Arial"/>
              </a:defRPr>
            </a:lvl9pPr>
          </a:lstStyle>
          <a:p xmlns:a="http://schemas.openxmlformats.org/drawingml/2006/main">
            <a:pPr algn="l">
              <a:lnSpc>
                <a:spcPct val="100000"/>
              </a:lnSpc>
              <a:buNone/>
              <a:defRPr sz="960" b="1">
                <a:solidFill>
                  <a:srgbClr val="201333"/>
                </a:solidFill>
                <a:latin typeface="Arial"/>
                <a:ea typeface="Arial"/>
                <a:cs typeface="Arial"/>
              </a:defRPr>
            </a:pPr>
            <a:r>
              <a:rPr sz="960" b="1">
                <a:solidFill>
                  <a:srgbClr val="201333"/>
                </a:solidFill>
                <a:latin typeface="Arial"/>
                <a:ea typeface="Arial"/>
                <a:cs typeface="Arial"/>
              </a:rPr>
              <a:t>Find groups and public rides.</a:t>
            </a:r>
          </a:p>
        </p:txBody>
      </p:sp>
      <p:sp>
        <p:nvSpPr>
          <p:cNvPr id="37" name="Driver passing note left half front">
            <a:extLst xmlns:a="http://schemas.openxmlformats.org/drawingml/2006/main">
              <a:ext uri="{FF2B5EF4-FFF2-40B4-BE49-F238E27FC236}">
                <a16:creationId xmlns:a16="http://schemas.microsoft.com/office/drawing/2014/main" id="{1B78AD5E-9BF2-4EDB-8FD3-CF21EA119F8C}"/>
              </a:ext>
            </a:extLst>
          </p:cNvPr>
          <p:cNvSpPr>
            <a:spLocks xmlns:a="http://schemas.openxmlformats.org/drawingml/2006/main" noGrp="1"/>
          </p:cNvSpPr>
          <p:nvPr/>
        </p:nvSpPr>
        <p:spPr>
          <a:xfrm xmlns:a="http://schemas.openxmlformats.org/drawingml/2006/main">
            <a:off x="762000" y="71913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201333"/>
                </a:solidFill>
                <a:latin typeface="Arial"/>
                <a:ea typeface="Arial"/>
                <a:cs typeface="Arial"/>
              </a:defRPr>
            </a:defPPr>
            <a:lvl1pPr algn="l">
              <a:defRPr sz="900" b="0">
                <a:solidFill>
                  <a:srgbClr val="201333"/>
                </a:solidFill>
                <a:latin typeface="Arial"/>
                <a:ea typeface="Arial"/>
                <a:cs typeface="Arial"/>
              </a:defRPr>
            </a:lvl1pPr>
            <a:lvl2pPr algn="l">
              <a:defRPr sz="900" b="0">
                <a:solidFill>
                  <a:srgbClr val="201333"/>
                </a:solidFill>
                <a:latin typeface="Arial"/>
                <a:ea typeface="Arial"/>
                <a:cs typeface="Arial"/>
              </a:defRPr>
            </a:lvl2pPr>
            <a:lvl3pPr algn="l">
              <a:defRPr sz="900" b="0">
                <a:solidFill>
                  <a:srgbClr val="201333"/>
                </a:solidFill>
                <a:latin typeface="Arial"/>
                <a:ea typeface="Arial"/>
                <a:cs typeface="Arial"/>
              </a:defRPr>
            </a:lvl3pPr>
            <a:lvl4pPr algn="l">
              <a:defRPr sz="900" b="0">
                <a:solidFill>
                  <a:srgbClr val="201333"/>
                </a:solidFill>
                <a:latin typeface="Arial"/>
                <a:ea typeface="Arial"/>
                <a:cs typeface="Arial"/>
              </a:defRPr>
            </a:lvl4pPr>
            <a:lvl5pPr algn="l">
              <a:defRPr sz="900" b="0">
                <a:solidFill>
                  <a:srgbClr val="201333"/>
                </a:solidFill>
                <a:latin typeface="Arial"/>
                <a:ea typeface="Arial"/>
                <a:cs typeface="Arial"/>
              </a:defRPr>
            </a:lvl5pPr>
            <a:lvl6pPr algn="l">
              <a:defRPr sz="900" b="0">
                <a:solidFill>
                  <a:srgbClr val="201333"/>
                </a:solidFill>
                <a:latin typeface="Arial"/>
                <a:ea typeface="Arial"/>
                <a:cs typeface="Arial"/>
              </a:defRPr>
            </a:lvl6pPr>
            <a:lvl7pPr algn="l">
              <a:defRPr sz="900" b="0">
                <a:solidFill>
                  <a:srgbClr val="201333"/>
                </a:solidFill>
                <a:latin typeface="Arial"/>
                <a:ea typeface="Arial"/>
                <a:cs typeface="Arial"/>
              </a:defRPr>
            </a:lvl7pPr>
            <a:lvl8pPr algn="l">
              <a:defRPr sz="900" b="0">
                <a:solidFill>
                  <a:srgbClr val="201333"/>
                </a:solidFill>
                <a:latin typeface="Arial"/>
                <a:ea typeface="Arial"/>
                <a:cs typeface="Arial"/>
              </a:defRPr>
            </a:lvl8pPr>
            <a:lvl9pPr algn="l">
              <a:defRPr sz="900" b="0">
                <a:solidFill>
                  <a:srgbClr val="201333"/>
                </a:solidFill>
                <a:latin typeface="Arial"/>
                <a:ea typeface="Arial"/>
                <a:cs typeface="Arial"/>
              </a:defRPr>
            </a:lvl9pPr>
          </a:lstStyle>
          <a:p xmlns:a="http://schemas.openxmlformats.org/drawingml/2006/main">
            <a:pPr algn="l">
              <a:lnSpc>
                <a:spcPct val="97000"/>
              </a:lnSpc>
              <a:buNone/>
              <a:defRPr sz="900" b="0">
                <a:solidFill>
                  <a:srgbClr val="201333"/>
                </a:solidFill>
                <a:latin typeface="Arial"/>
                <a:ea typeface="Arial"/>
                <a:cs typeface="Arial"/>
              </a:defRPr>
            </a:pPr>
            <a:r>
              <a:rPr sz="900" b="0">
                <a:solidFill>
                  <a:srgbClr val="201333"/>
                </a:solidFill>
                <a:latin typeface="Arial"/>
                <a:ea typeface="Arial"/>
                <a:cs typeface="Arial"/>
              </a:rPr>
              <a:t>Passing rules vary by location. Follow local law; allow generous clearance.</a:t>
            </a:r>
          </a:p>
        </p:txBody>
      </p:sp>
      <p:sp>
        <p:nvSpPr>
          <p:cNvPr id="38" name="Driver front header panel right half front">
            <a:extLst xmlns:a="http://schemas.openxmlformats.org/drawingml/2006/main">
              <a:ext uri="{FF2B5EF4-FFF2-40B4-BE49-F238E27FC236}">
                <a16:creationId xmlns:a16="http://schemas.microsoft.com/office/drawing/2014/main" id="{BE249BF3-C3EA-4D74-A4F2-0FD1638B3638}"/>
              </a:ext>
            </a:extLst>
          </p:cNvPr>
          <p:cNvSpPr>
            <a:spLocks xmlns:a="http://schemas.openxmlformats.org/drawingml/2006/main" noGrp="1"/>
          </p:cNvSpPr>
          <p:nvPr/>
        </p:nvSpPr>
        <p:spPr>
          <a:xfrm xmlns:a="http://schemas.openxmlformats.org/drawingml/2006/main">
            <a:off x="5029200" y="0"/>
            <a:ext cx="5029200" cy="1285875"/>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39" name="Driver front kicker accent right half front">
            <a:extLst xmlns:a="http://schemas.openxmlformats.org/drawingml/2006/main">
              <a:ext uri="{FF2B5EF4-FFF2-40B4-BE49-F238E27FC236}">
                <a16:creationId xmlns:a16="http://schemas.microsoft.com/office/drawing/2014/main" id="{A1025614-8445-4C87-989A-9DC415822F26}"/>
              </a:ext>
            </a:extLst>
          </p:cNvPr>
          <p:cNvSpPr>
            <a:spLocks xmlns:a="http://schemas.openxmlformats.org/drawingml/2006/main" noGrp="1"/>
          </p:cNvSpPr>
          <p:nvPr/>
        </p:nvSpPr>
        <p:spPr>
          <a:xfrm xmlns:a="http://schemas.openxmlformats.org/drawingml/2006/main">
            <a:off x="5267325" y="161925"/>
            <a:ext cx="32385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0" name="Driver guide kicker right half front">
            <a:extLst xmlns:a="http://schemas.openxmlformats.org/drawingml/2006/main">
              <a:ext uri="{FF2B5EF4-FFF2-40B4-BE49-F238E27FC236}">
                <a16:creationId xmlns:a16="http://schemas.microsoft.com/office/drawing/2014/main" id="{5F595AC2-7F39-435C-85DF-DCF3EF713841}"/>
              </a:ext>
            </a:extLst>
          </p:cNvPr>
          <p:cNvSpPr>
            <a:spLocks xmlns:a="http://schemas.openxmlformats.org/drawingml/2006/main" noGrp="1"/>
          </p:cNvSpPr>
          <p:nvPr/>
        </p:nvSpPr>
        <p:spPr>
          <a:xfrm xmlns:a="http://schemas.openxmlformats.org/drawingml/2006/main">
            <a:off x="5267325" y="257175"/>
            <a:ext cx="43434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1">
                <a:solidFill>
                  <a:srgbClr val="FFFF0A"/>
                </a:solidFill>
                <a:latin typeface="Space Grotesk"/>
                <a:ea typeface="Space Grotesk"/>
                <a:cs typeface="Space Grotesk"/>
              </a:defRPr>
            </a:defPPr>
            <a:lvl1pPr algn="l">
              <a:defRPr sz="1013" b="1">
                <a:solidFill>
                  <a:srgbClr val="FFFF0A"/>
                </a:solidFill>
                <a:latin typeface="Space Grotesk"/>
                <a:ea typeface="Space Grotesk"/>
                <a:cs typeface="Space Grotesk"/>
              </a:defRPr>
            </a:lvl1pPr>
            <a:lvl2pPr algn="l">
              <a:defRPr sz="1013" b="1">
                <a:solidFill>
                  <a:srgbClr val="FFFF0A"/>
                </a:solidFill>
                <a:latin typeface="Space Grotesk"/>
                <a:ea typeface="Space Grotesk"/>
                <a:cs typeface="Space Grotesk"/>
              </a:defRPr>
            </a:lvl2pPr>
            <a:lvl3pPr algn="l">
              <a:defRPr sz="1013" b="1">
                <a:solidFill>
                  <a:srgbClr val="FFFF0A"/>
                </a:solidFill>
                <a:latin typeface="Space Grotesk"/>
                <a:ea typeface="Space Grotesk"/>
                <a:cs typeface="Space Grotesk"/>
              </a:defRPr>
            </a:lvl3pPr>
            <a:lvl4pPr algn="l">
              <a:defRPr sz="1013" b="1">
                <a:solidFill>
                  <a:srgbClr val="FFFF0A"/>
                </a:solidFill>
                <a:latin typeface="Space Grotesk"/>
                <a:ea typeface="Space Grotesk"/>
                <a:cs typeface="Space Grotesk"/>
              </a:defRPr>
            </a:lvl4pPr>
            <a:lvl5pPr algn="l">
              <a:defRPr sz="1013" b="1">
                <a:solidFill>
                  <a:srgbClr val="FFFF0A"/>
                </a:solidFill>
                <a:latin typeface="Space Grotesk"/>
                <a:ea typeface="Space Grotesk"/>
                <a:cs typeface="Space Grotesk"/>
              </a:defRPr>
            </a:lvl5pPr>
            <a:lvl6pPr algn="l">
              <a:defRPr sz="1013" b="1">
                <a:solidFill>
                  <a:srgbClr val="FFFF0A"/>
                </a:solidFill>
                <a:latin typeface="Space Grotesk"/>
                <a:ea typeface="Space Grotesk"/>
                <a:cs typeface="Space Grotesk"/>
              </a:defRPr>
            </a:lvl6pPr>
            <a:lvl7pPr algn="l">
              <a:defRPr sz="1013" b="1">
                <a:solidFill>
                  <a:srgbClr val="FFFF0A"/>
                </a:solidFill>
                <a:latin typeface="Space Grotesk"/>
                <a:ea typeface="Space Grotesk"/>
                <a:cs typeface="Space Grotesk"/>
              </a:defRPr>
            </a:lvl7pPr>
            <a:lvl8pPr algn="l">
              <a:defRPr sz="1013" b="1">
                <a:solidFill>
                  <a:srgbClr val="FFFF0A"/>
                </a:solidFill>
                <a:latin typeface="Space Grotesk"/>
                <a:ea typeface="Space Grotesk"/>
                <a:cs typeface="Space Grotesk"/>
              </a:defRPr>
            </a:lvl8pPr>
            <a:lvl9pPr algn="l">
              <a:defRPr sz="1013" b="1">
                <a:solidFill>
                  <a:srgbClr val="FFFF0A"/>
                </a:solidFill>
                <a:latin typeface="Space Grotesk"/>
                <a:ea typeface="Space Grotesk"/>
                <a:cs typeface="Space Grotesk"/>
              </a:defRPr>
            </a:lvl9pPr>
          </a:lstStyle>
          <a:p xmlns:a="http://schemas.openxmlformats.org/drawingml/2006/main">
            <a:pPr algn="l">
              <a:lnSpc>
                <a:spcPct val="100000"/>
              </a:lnSpc>
              <a:buNone/>
              <a:defRPr sz="1013" b="1">
                <a:solidFill>
                  <a:srgbClr val="FFFF0A"/>
                </a:solidFill>
                <a:latin typeface="Space Grotesk"/>
                <a:ea typeface="Space Grotesk"/>
                <a:cs typeface="Space Grotesk"/>
              </a:defRPr>
            </a:pPr>
            <a:r>
              <a:rPr sz="1013" b="1">
                <a:solidFill>
                  <a:srgbClr val="FFFF0A"/>
                </a:solidFill>
                <a:latin typeface="Space Grotesk"/>
                <a:ea typeface="Space Grotesk"/>
                <a:cs typeface="Space Grotesk"/>
              </a:rPr>
              <a:t>DRIVER GUIDE</a:t>
            </a:r>
          </a:p>
        </p:txBody>
      </p:sp>
      <p:sp>
        <p:nvSpPr>
          <p:cNvPr id="41" name="Driver front headline right half front">
            <a:extLst xmlns:a="http://schemas.openxmlformats.org/drawingml/2006/main">
              <a:ext uri="{FF2B5EF4-FFF2-40B4-BE49-F238E27FC236}">
                <a16:creationId xmlns:a16="http://schemas.microsoft.com/office/drawing/2014/main" id="{9850B51A-028F-4EE2-B1CA-86E1A791B4EC}"/>
              </a:ext>
            </a:extLst>
          </p:cNvPr>
          <p:cNvSpPr>
            <a:spLocks xmlns:a="http://schemas.openxmlformats.org/drawingml/2006/main" noGrp="1"/>
          </p:cNvSpPr>
          <p:nvPr/>
        </p:nvSpPr>
        <p:spPr>
          <a:xfrm xmlns:a="http://schemas.openxmlformats.org/drawingml/2006/main">
            <a:off x="5267325" y="457200"/>
            <a:ext cx="4572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FFFFFF"/>
                </a:solidFill>
                <a:latin typeface="Space Grotesk"/>
                <a:ea typeface="Space Grotesk"/>
                <a:cs typeface="Space Grotesk"/>
              </a:defRPr>
            </a:defPPr>
            <a:lvl1pPr algn="l">
              <a:defRPr sz="2775" b="1">
                <a:solidFill>
                  <a:srgbClr val="FFFFFF"/>
                </a:solidFill>
                <a:latin typeface="Space Grotesk"/>
                <a:ea typeface="Space Grotesk"/>
                <a:cs typeface="Space Grotesk"/>
              </a:defRPr>
            </a:lvl1pPr>
            <a:lvl2pPr algn="l">
              <a:defRPr sz="2775" b="1">
                <a:solidFill>
                  <a:srgbClr val="FFFFFF"/>
                </a:solidFill>
                <a:latin typeface="Space Grotesk"/>
                <a:ea typeface="Space Grotesk"/>
                <a:cs typeface="Space Grotesk"/>
              </a:defRPr>
            </a:lvl2pPr>
            <a:lvl3pPr algn="l">
              <a:defRPr sz="2775" b="1">
                <a:solidFill>
                  <a:srgbClr val="FFFFFF"/>
                </a:solidFill>
                <a:latin typeface="Space Grotesk"/>
                <a:ea typeface="Space Grotesk"/>
                <a:cs typeface="Space Grotesk"/>
              </a:defRPr>
            </a:lvl3pPr>
            <a:lvl4pPr algn="l">
              <a:defRPr sz="2775" b="1">
                <a:solidFill>
                  <a:srgbClr val="FFFFFF"/>
                </a:solidFill>
                <a:latin typeface="Space Grotesk"/>
                <a:ea typeface="Space Grotesk"/>
                <a:cs typeface="Space Grotesk"/>
              </a:defRPr>
            </a:lvl4pPr>
            <a:lvl5pPr algn="l">
              <a:defRPr sz="2775" b="1">
                <a:solidFill>
                  <a:srgbClr val="FFFFFF"/>
                </a:solidFill>
                <a:latin typeface="Space Grotesk"/>
                <a:ea typeface="Space Grotesk"/>
                <a:cs typeface="Space Grotesk"/>
              </a:defRPr>
            </a:lvl5pPr>
            <a:lvl6pPr algn="l">
              <a:defRPr sz="2775" b="1">
                <a:solidFill>
                  <a:srgbClr val="FFFFFF"/>
                </a:solidFill>
                <a:latin typeface="Space Grotesk"/>
                <a:ea typeface="Space Grotesk"/>
                <a:cs typeface="Space Grotesk"/>
              </a:defRPr>
            </a:lvl6pPr>
            <a:lvl7pPr algn="l">
              <a:defRPr sz="2775" b="1">
                <a:solidFill>
                  <a:srgbClr val="FFFFFF"/>
                </a:solidFill>
                <a:latin typeface="Space Grotesk"/>
                <a:ea typeface="Space Grotesk"/>
                <a:cs typeface="Space Grotesk"/>
              </a:defRPr>
            </a:lvl7pPr>
            <a:lvl8pPr algn="l">
              <a:defRPr sz="2775" b="1">
                <a:solidFill>
                  <a:srgbClr val="FFFFFF"/>
                </a:solidFill>
                <a:latin typeface="Space Grotesk"/>
                <a:ea typeface="Space Grotesk"/>
                <a:cs typeface="Space Grotesk"/>
              </a:defRPr>
            </a:lvl8pPr>
            <a:lvl9pPr algn="l">
              <a:defRPr sz="2775" b="1">
                <a:solidFill>
                  <a:srgbClr val="FFFFFF"/>
                </a:solidFill>
                <a:latin typeface="Space Grotesk"/>
                <a:ea typeface="Space Grotesk"/>
                <a:cs typeface="Space Grotesk"/>
              </a:defRPr>
            </a:lvl9pPr>
          </a:lstStyle>
          <a:p xmlns:a="http://schemas.openxmlformats.org/drawingml/2006/main">
            <a:pPr algn="l">
              <a:lnSpc>
                <a:spcPct val="90000"/>
              </a:lnSpc>
              <a:buNone/>
              <a:defRPr sz="2775" b="1">
                <a:solidFill>
                  <a:srgbClr val="FFFFFF"/>
                </a:solidFill>
                <a:latin typeface="Space Grotesk"/>
                <a:ea typeface="Space Grotesk"/>
                <a:cs typeface="Space Grotesk"/>
              </a:defRPr>
            </a:pPr>
            <a:r>
              <a:rPr sz="2775" b="1">
                <a:solidFill>
                  <a:srgbClr val="FFFFFF"/>
                </a:solidFill>
                <a:latin typeface="Space Grotesk"/>
                <a:ea typeface="Space Grotesk"/>
                <a:cs typeface="Space Grotesk"/>
              </a:rPr>
              <a:t>NO ROOM TO PASS?</a:t>
            </a:r>
          </a:p>
          <a:p xmlns:a="http://schemas.openxmlformats.org/drawingml/2006/main">
            <a:pPr algn="l">
              <a:lnSpc>
                <a:spcPct val="90000"/>
              </a:lnSpc>
              <a:buNone/>
              <a:defRPr sz="2775" b="1">
                <a:solidFill>
                  <a:srgbClr val="FFFFFF"/>
                </a:solidFill>
                <a:latin typeface="Space Grotesk"/>
                <a:ea typeface="Space Grotesk"/>
                <a:cs typeface="Space Grotesk"/>
              </a:defRPr>
            </a:pPr>
            <a:r>
              <a:rPr sz="2775" b="1">
                <a:solidFill>
                  <a:srgbClr val="FFFFFF"/>
                </a:solidFill>
                <a:latin typeface="Space Grotesk"/>
                <a:ea typeface="Space Grotesk"/>
                <a:cs typeface="Space Grotesk"/>
              </a:rPr>
              <a:t>SLOW DOWN AND WAIT.</a:t>
            </a:r>
          </a:p>
        </p:txBody>
      </p:sp>
      <p:pic>
        <p:nvPicPr>
          <p:cNvPr id="42" name="">
            <a:extLst xmlns:a="http://schemas.openxmlformats.org/drawingml/2006/main">
              <a:ext uri="{FF2B5EF4-FFF2-40B4-BE49-F238E27FC236}">
                <a16:creationId xmlns:a16="http://schemas.microsoft.com/office/drawing/2014/main" id="{9F6533C1-E300-43C1-860B-B7FB44CCCDC3}"/>
              </a:ext>
            </a:extLst>
          </p:cNvPr>
          <p:cNvPicPr>
            <a:picLocks xmlns:a="http://schemas.openxmlformats.org/drawingml/2006/main" noChangeAspect="1"/>
          </p:cNvPicPr>
          <p:nvPr/>
        </p:nvPicPr>
        <p:blipFill>
          <a:blip xmlns:r="http://schemas.openxmlformats.org/officeDocument/2006/relationships" xmlns:a="http://schemas.openxmlformats.org/drawingml/2006/main" r:embed="R4ab6785c45704a73"/>
          <a:srcRect xmlns:a="http://schemas.openxmlformats.org/drawingml/2006/main" l="0" t="27415" r="0" b="27415"/>
          <a:stretch xmlns:a="http://schemas.openxmlformats.org/drawingml/2006/main">
            <a:fillRect l="0" t="0" r="0" b="0"/>
          </a:stretch>
        </p:blipFill>
        <p:spPr>
          <a:xfrm xmlns:a="http://schemas.openxmlformats.org/drawingml/2006/main">
            <a:off x="5029200" y="1285875"/>
            <a:ext cx="5029200" cy="1514475"/>
          </a:xfrm>
          <a:prstGeom xmlns:a="http://schemas.openxmlformats.org/drawingml/2006/main" prst="rect">
            <a:avLst/>
          </a:prstGeom>
        </p:spPr>
      </p:pic>
      <p:sp>
        <p:nvSpPr>
          <p:cNvPr id="43" name="Driver front image edge right half front">
            <a:extLst xmlns:a="http://schemas.openxmlformats.org/drawingml/2006/main">
              <a:ext uri="{FF2B5EF4-FFF2-40B4-BE49-F238E27FC236}">
                <a16:creationId xmlns:a16="http://schemas.microsoft.com/office/drawing/2014/main" id="{269F731B-1BFC-4A97-9EE5-2BBC03AFB626}"/>
              </a:ext>
            </a:extLst>
          </p:cNvPr>
          <p:cNvSpPr>
            <a:spLocks xmlns:a="http://schemas.openxmlformats.org/drawingml/2006/main" noGrp="1"/>
          </p:cNvSpPr>
          <p:nvPr/>
        </p:nvSpPr>
        <p:spPr>
          <a:xfrm xmlns:a="http://schemas.openxmlformats.org/drawingml/2006/main">
            <a:off x="5029200" y="2762250"/>
            <a:ext cx="502920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4" name="Driver S.P.A.C.E. panel right half front">
            <a:extLst xmlns:a="http://schemas.openxmlformats.org/drawingml/2006/main">
              <a:ext uri="{FF2B5EF4-FFF2-40B4-BE49-F238E27FC236}">
                <a16:creationId xmlns:a16="http://schemas.microsoft.com/office/drawing/2014/main" id="{1DF481F5-D1EA-4458-9693-B7C25818D322}"/>
              </a:ext>
            </a:extLst>
          </p:cNvPr>
          <p:cNvSpPr>
            <a:spLocks xmlns:a="http://schemas.openxmlformats.org/drawingml/2006/main" noGrp="1"/>
          </p:cNvSpPr>
          <p:nvPr/>
        </p:nvSpPr>
        <p:spPr>
          <a:xfrm xmlns:a="http://schemas.openxmlformats.org/drawingml/2006/main">
            <a:off x="5029200" y="2800350"/>
            <a:ext cx="5029200" cy="375285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45" name="Driver marker S right half front">
            <a:extLst xmlns:a="http://schemas.openxmlformats.org/drawingml/2006/main">
              <a:ext uri="{FF2B5EF4-FFF2-40B4-BE49-F238E27FC236}">
                <a16:creationId xmlns:a16="http://schemas.microsoft.com/office/drawing/2014/main" id="{FCD64BCC-AB54-488B-AAD6-39BC7B306913}"/>
              </a:ext>
            </a:extLst>
          </p:cNvPr>
          <p:cNvSpPr>
            <a:spLocks xmlns:a="http://schemas.openxmlformats.org/drawingml/2006/main" noGrp="1"/>
          </p:cNvSpPr>
          <p:nvPr/>
        </p:nvSpPr>
        <p:spPr>
          <a:xfrm xmlns:a="http://schemas.openxmlformats.org/drawingml/2006/main">
            <a:off x="5257800" y="29146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46" name="Driver marker letter S right half front">
            <a:extLst xmlns:a="http://schemas.openxmlformats.org/drawingml/2006/main">
              <a:ext uri="{FF2B5EF4-FFF2-40B4-BE49-F238E27FC236}">
                <a16:creationId xmlns:a16="http://schemas.microsoft.com/office/drawing/2014/main" id="{AA8E6B3B-B9A4-4105-808B-6AABA1990530}"/>
              </a:ext>
            </a:extLst>
          </p:cNvPr>
          <p:cNvSpPr>
            <a:spLocks xmlns:a="http://schemas.openxmlformats.org/drawingml/2006/main" noGrp="1"/>
          </p:cNvSpPr>
          <p:nvPr/>
        </p:nvSpPr>
        <p:spPr>
          <a:xfrm xmlns:a="http://schemas.openxmlformats.org/drawingml/2006/main">
            <a:off x="5257800" y="29813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S</a:t>
            </a:r>
          </a:p>
        </p:txBody>
      </p:sp>
      <p:sp>
        <p:nvSpPr>
          <p:cNvPr id="47" name="Driver step title S right half front">
            <a:extLst xmlns:a="http://schemas.openxmlformats.org/drawingml/2006/main">
              <a:ext uri="{FF2B5EF4-FFF2-40B4-BE49-F238E27FC236}">
                <a16:creationId xmlns:a16="http://schemas.microsoft.com/office/drawing/2014/main" id="{33CAB2B3-8443-443F-ADD6-213D654FA794}"/>
              </a:ext>
            </a:extLst>
          </p:cNvPr>
          <p:cNvSpPr>
            <a:spLocks xmlns:a="http://schemas.openxmlformats.org/drawingml/2006/main" noGrp="1"/>
          </p:cNvSpPr>
          <p:nvPr/>
        </p:nvSpPr>
        <p:spPr>
          <a:xfrm xmlns:a="http://schemas.openxmlformats.org/drawingml/2006/main">
            <a:off x="5829300" y="28765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SLOW DOWN</a:t>
            </a:r>
          </a:p>
        </p:txBody>
      </p:sp>
      <p:sp>
        <p:nvSpPr>
          <p:cNvPr id="48" name="Driver step copy S right half front">
            <a:extLst xmlns:a="http://schemas.openxmlformats.org/drawingml/2006/main">
              <a:ext uri="{FF2B5EF4-FFF2-40B4-BE49-F238E27FC236}">
                <a16:creationId xmlns:a16="http://schemas.microsoft.com/office/drawing/2014/main" id="{0DB9EFDD-4350-4F11-B91C-DCF7F860A390}"/>
              </a:ext>
            </a:extLst>
          </p:cNvPr>
          <p:cNvSpPr>
            <a:spLocks xmlns:a="http://schemas.openxmlformats.org/drawingml/2006/main" noGrp="1"/>
          </p:cNvSpPr>
          <p:nvPr/>
        </p:nvSpPr>
        <p:spPr>
          <a:xfrm xmlns:a="http://schemas.openxmlformats.org/drawingml/2006/main">
            <a:off x="5829300" y="30670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Slow near intersections, driveways, schools, and parked cars.</a:t>
            </a:r>
          </a:p>
        </p:txBody>
      </p:sp>
      <p:sp>
        <p:nvSpPr>
          <p:cNvPr id="49" name="Driver row separator S right half front">
            <a:extLst xmlns:a="http://schemas.openxmlformats.org/drawingml/2006/main">
              <a:ext uri="{FF2B5EF4-FFF2-40B4-BE49-F238E27FC236}">
                <a16:creationId xmlns:a16="http://schemas.microsoft.com/office/drawing/2014/main" id="{B97515B5-6978-4B23-AA2F-5CB886CA3D4E}"/>
              </a:ext>
            </a:extLst>
          </p:cNvPr>
          <p:cNvSpPr>
            <a:spLocks xmlns:a="http://schemas.openxmlformats.org/drawingml/2006/main" noGrp="1"/>
          </p:cNvSpPr>
          <p:nvPr/>
        </p:nvSpPr>
        <p:spPr>
          <a:xfrm xmlns:a="http://schemas.openxmlformats.org/drawingml/2006/main">
            <a:off x="5829300" y="3571875"/>
            <a:ext cx="39433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50" name="Driver marker P right half front">
            <a:extLst xmlns:a="http://schemas.openxmlformats.org/drawingml/2006/main">
              <a:ext uri="{FF2B5EF4-FFF2-40B4-BE49-F238E27FC236}">
                <a16:creationId xmlns:a16="http://schemas.microsoft.com/office/drawing/2014/main" id="{C365CC11-8421-4A63-90BC-0C9FD6CA282C}"/>
              </a:ext>
            </a:extLst>
          </p:cNvPr>
          <p:cNvSpPr>
            <a:spLocks xmlns:a="http://schemas.openxmlformats.org/drawingml/2006/main" noGrp="1"/>
          </p:cNvSpPr>
          <p:nvPr/>
        </p:nvSpPr>
        <p:spPr>
          <a:xfrm xmlns:a="http://schemas.openxmlformats.org/drawingml/2006/main">
            <a:off x="5257800" y="36385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51" name="Driver marker letter P right half front">
            <a:extLst xmlns:a="http://schemas.openxmlformats.org/drawingml/2006/main">
              <a:ext uri="{FF2B5EF4-FFF2-40B4-BE49-F238E27FC236}">
                <a16:creationId xmlns:a16="http://schemas.microsoft.com/office/drawing/2014/main" id="{4A73438F-0E33-4F3D-B248-8EEDE4A70EC2}"/>
              </a:ext>
            </a:extLst>
          </p:cNvPr>
          <p:cNvSpPr>
            <a:spLocks xmlns:a="http://schemas.openxmlformats.org/drawingml/2006/main" noGrp="1"/>
          </p:cNvSpPr>
          <p:nvPr/>
        </p:nvSpPr>
        <p:spPr>
          <a:xfrm xmlns:a="http://schemas.openxmlformats.org/drawingml/2006/main">
            <a:off x="5257800" y="37052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P</a:t>
            </a:r>
          </a:p>
        </p:txBody>
      </p:sp>
      <p:sp>
        <p:nvSpPr>
          <p:cNvPr id="52" name="Driver step title P right half front">
            <a:extLst xmlns:a="http://schemas.openxmlformats.org/drawingml/2006/main">
              <a:ext uri="{FF2B5EF4-FFF2-40B4-BE49-F238E27FC236}">
                <a16:creationId xmlns:a16="http://schemas.microsoft.com/office/drawing/2014/main" id="{21F2B5A3-6868-4865-8DA2-C3A02EB8F8AD}"/>
              </a:ext>
            </a:extLst>
          </p:cNvPr>
          <p:cNvSpPr>
            <a:spLocks xmlns:a="http://schemas.openxmlformats.org/drawingml/2006/main" noGrp="1"/>
          </p:cNvSpPr>
          <p:nvPr/>
        </p:nvSpPr>
        <p:spPr>
          <a:xfrm xmlns:a="http://schemas.openxmlformats.org/drawingml/2006/main">
            <a:off x="5829300" y="36004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PASS WITH ROOM</a:t>
            </a:r>
          </a:p>
        </p:txBody>
      </p:sp>
      <p:sp>
        <p:nvSpPr>
          <p:cNvPr id="53" name="Driver step copy P right half front">
            <a:extLst xmlns:a="http://schemas.openxmlformats.org/drawingml/2006/main">
              <a:ext uri="{FF2B5EF4-FFF2-40B4-BE49-F238E27FC236}">
                <a16:creationId xmlns:a16="http://schemas.microsoft.com/office/drawing/2014/main" id="{74605097-9462-47BA-A3BF-7EB04B8EE71A}"/>
              </a:ext>
            </a:extLst>
          </p:cNvPr>
          <p:cNvSpPr>
            <a:spLocks xmlns:a="http://schemas.openxmlformats.org/drawingml/2006/main" noGrp="1"/>
          </p:cNvSpPr>
          <p:nvPr/>
        </p:nvSpPr>
        <p:spPr>
          <a:xfrm xmlns:a="http://schemas.openxmlformats.org/drawingml/2006/main">
            <a:off x="5829300" y="37909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No safe room to pass? Slow down and wait behind. Pass when clear and lawful.</a:t>
            </a:r>
          </a:p>
        </p:txBody>
      </p:sp>
      <p:sp>
        <p:nvSpPr>
          <p:cNvPr id="54" name="Driver row separator P right half front">
            <a:extLst xmlns:a="http://schemas.openxmlformats.org/drawingml/2006/main">
              <a:ext uri="{FF2B5EF4-FFF2-40B4-BE49-F238E27FC236}">
                <a16:creationId xmlns:a16="http://schemas.microsoft.com/office/drawing/2014/main" id="{386A7FD1-8D75-440A-9A65-7E4C0D9063E4}"/>
              </a:ext>
            </a:extLst>
          </p:cNvPr>
          <p:cNvSpPr>
            <a:spLocks xmlns:a="http://schemas.openxmlformats.org/drawingml/2006/main" noGrp="1"/>
          </p:cNvSpPr>
          <p:nvPr/>
        </p:nvSpPr>
        <p:spPr>
          <a:xfrm xmlns:a="http://schemas.openxmlformats.org/drawingml/2006/main">
            <a:off x="5829300" y="4295775"/>
            <a:ext cx="39433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55" name="Driver marker A right half front">
            <a:extLst xmlns:a="http://schemas.openxmlformats.org/drawingml/2006/main">
              <a:ext uri="{FF2B5EF4-FFF2-40B4-BE49-F238E27FC236}">
                <a16:creationId xmlns:a16="http://schemas.microsoft.com/office/drawing/2014/main" id="{E8CA24F9-E564-4DE8-918D-11C452DA4D0C}"/>
              </a:ext>
            </a:extLst>
          </p:cNvPr>
          <p:cNvSpPr>
            <a:spLocks xmlns:a="http://schemas.openxmlformats.org/drawingml/2006/main" noGrp="1"/>
          </p:cNvSpPr>
          <p:nvPr/>
        </p:nvSpPr>
        <p:spPr>
          <a:xfrm xmlns:a="http://schemas.openxmlformats.org/drawingml/2006/main">
            <a:off x="5257800" y="43624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56" name="Driver marker letter A right half front">
            <a:extLst xmlns:a="http://schemas.openxmlformats.org/drawingml/2006/main">
              <a:ext uri="{FF2B5EF4-FFF2-40B4-BE49-F238E27FC236}">
                <a16:creationId xmlns:a16="http://schemas.microsoft.com/office/drawing/2014/main" id="{24CB0339-17CC-4463-A4A2-13DF4FAD1E52}"/>
              </a:ext>
            </a:extLst>
          </p:cNvPr>
          <p:cNvSpPr>
            <a:spLocks xmlns:a="http://schemas.openxmlformats.org/drawingml/2006/main" noGrp="1"/>
          </p:cNvSpPr>
          <p:nvPr/>
        </p:nvSpPr>
        <p:spPr>
          <a:xfrm xmlns:a="http://schemas.openxmlformats.org/drawingml/2006/main">
            <a:off x="5257800" y="44291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A</a:t>
            </a:r>
          </a:p>
        </p:txBody>
      </p:sp>
      <p:sp>
        <p:nvSpPr>
          <p:cNvPr id="57" name="Driver step title A right half front">
            <a:extLst xmlns:a="http://schemas.openxmlformats.org/drawingml/2006/main">
              <a:ext uri="{FF2B5EF4-FFF2-40B4-BE49-F238E27FC236}">
                <a16:creationId xmlns:a16="http://schemas.microsoft.com/office/drawing/2014/main" id="{9910F32C-A735-47C4-B726-00D3856B38D2}"/>
              </a:ext>
            </a:extLst>
          </p:cNvPr>
          <p:cNvSpPr>
            <a:spLocks xmlns:a="http://schemas.openxmlformats.org/drawingml/2006/main" noGrp="1"/>
          </p:cNvSpPr>
          <p:nvPr/>
        </p:nvSpPr>
        <p:spPr>
          <a:xfrm xmlns:a="http://schemas.openxmlformats.org/drawingml/2006/main">
            <a:off x="5829300" y="43243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ANTICIPATE MOVEMENT</a:t>
            </a:r>
          </a:p>
        </p:txBody>
      </p:sp>
      <p:sp>
        <p:nvSpPr>
          <p:cNvPr id="58" name="Driver step copy A right half front">
            <a:extLst xmlns:a="http://schemas.openxmlformats.org/drawingml/2006/main">
              <a:ext uri="{FF2B5EF4-FFF2-40B4-BE49-F238E27FC236}">
                <a16:creationId xmlns:a16="http://schemas.microsoft.com/office/drawing/2014/main" id="{FC5AF688-FBD8-485B-91AD-F1B28E988A44}"/>
              </a:ext>
            </a:extLst>
          </p:cNvPr>
          <p:cNvSpPr>
            <a:spLocks xmlns:a="http://schemas.openxmlformats.org/drawingml/2006/main" noGrp="1"/>
          </p:cNvSpPr>
          <p:nvPr/>
        </p:nvSpPr>
        <p:spPr>
          <a:xfrm xmlns:a="http://schemas.openxmlformats.org/drawingml/2006/main">
            <a:off x="5829300" y="45148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Scan ahead and beside you for people biking.</a:t>
            </a:r>
          </a:p>
        </p:txBody>
      </p:sp>
      <p:sp>
        <p:nvSpPr>
          <p:cNvPr id="59" name="Driver row separator A right half front">
            <a:extLst xmlns:a="http://schemas.openxmlformats.org/drawingml/2006/main">
              <a:ext uri="{FF2B5EF4-FFF2-40B4-BE49-F238E27FC236}">
                <a16:creationId xmlns:a16="http://schemas.microsoft.com/office/drawing/2014/main" id="{1D7E9C67-0594-46C3-9193-39D29530E240}"/>
              </a:ext>
            </a:extLst>
          </p:cNvPr>
          <p:cNvSpPr>
            <a:spLocks xmlns:a="http://schemas.openxmlformats.org/drawingml/2006/main" noGrp="1"/>
          </p:cNvSpPr>
          <p:nvPr/>
        </p:nvSpPr>
        <p:spPr>
          <a:xfrm xmlns:a="http://schemas.openxmlformats.org/drawingml/2006/main">
            <a:off x="5829300" y="5019675"/>
            <a:ext cx="39433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60" name="Driver marker C right half front">
            <a:extLst xmlns:a="http://schemas.openxmlformats.org/drawingml/2006/main">
              <a:ext uri="{FF2B5EF4-FFF2-40B4-BE49-F238E27FC236}">
                <a16:creationId xmlns:a16="http://schemas.microsoft.com/office/drawing/2014/main" id="{D93D9B5E-E1F4-409B-A948-87C96F3FA9AE}"/>
              </a:ext>
            </a:extLst>
          </p:cNvPr>
          <p:cNvSpPr>
            <a:spLocks xmlns:a="http://schemas.openxmlformats.org/drawingml/2006/main" noGrp="1"/>
          </p:cNvSpPr>
          <p:nvPr/>
        </p:nvSpPr>
        <p:spPr>
          <a:xfrm xmlns:a="http://schemas.openxmlformats.org/drawingml/2006/main">
            <a:off x="5257800" y="50863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61" name="Driver marker letter C right half front">
            <a:extLst xmlns:a="http://schemas.openxmlformats.org/drawingml/2006/main">
              <a:ext uri="{FF2B5EF4-FFF2-40B4-BE49-F238E27FC236}">
                <a16:creationId xmlns:a16="http://schemas.microsoft.com/office/drawing/2014/main" id="{54397780-7152-4896-A1D6-590C624F6BF7}"/>
              </a:ext>
            </a:extLst>
          </p:cNvPr>
          <p:cNvSpPr>
            <a:spLocks xmlns:a="http://schemas.openxmlformats.org/drawingml/2006/main" noGrp="1"/>
          </p:cNvSpPr>
          <p:nvPr/>
        </p:nvSpPr>
        <p:spPr>
          <a:xfrm xmlns:a="http://schemas.openxmlformats.org/drawingml/2006/main">
            <a:off x="5257800" y="51530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C</a:t>
            </a:r>
          </a:p>
        </p:txBody>
      </p:sp>
      <p:sp>
        <p:nvSpPr>
          <p:cNvPr id="62" name="Driver step title C right half front">
            <a:extLst xmlns:a="http://schemas.openxmlformats.org/drawingml/2006/main">
              <a:ext uri="{FF2B5EF4-FFF2-40B4-BE49-F238E27FC236}">
                <a16:creationId xmlns:a16="http://schemas.microsoft.com/office/drawing/2014/main" id="{D10A790A-2F21-407D-A42F-D10BAD433357}"/>
              </a:ext>
            </a:extLst>
          </p:cNvPr>
          <p:cNvSpPr>
            <a:spLocks xmlns:a="http://schemas.openxmlformats.org/drawingml/2006/main" noGrp="1"/>
          </p:cNvSpPr>
          <p:nvPr/>
        </p:nvSpPr>
        <p:spPr>
          <a:xfrm xmlns:a="http://schemas.openxmlformats.org/drawingml/2006/main">
            <a:off x="5829300" y="50482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CHECK BEFORE TURNING OR OPENING A DOOR</a:t>
            </a:r>
          </a:p>
        </p:txBody>
      </p:sp>
      <p:sp>
        <p:nvSpPr>
          <p:cNvPr id="63" name="Driver step copy C right half front">
            <a:extLst xmlns:a="http://schemas.openxmlformats.org/drawingml/2006/main">
              <a:ext uri="{FF2B5EF4-FFF2-40B4-BE49-F238E27FC236}">
                <a16:creationId xmlns:a16="http://schemas.microsoft.com/office/drawing/2014/main" id="{6DB109C4-7E39-4959-9BDD-BA3A6924ADA8}"/>
              </a:ext>
            </a:extLst>
          </p:cNvPr>
          <p:cNvSpPr>
            <a:spLocks xmlns:a="http://schemas.openxmlformats.org/drawingml/2006/main" noGrp="1"/>
          </p:cNvSpPr>
          <p:nvPr/>
        </p:nvSpPr>
        <p:spPr>
          <a:xfrm xmlns:a="http://schemas.openxmlformats.org/drawingml/2006/main">
            <a:off x="5829300" y="52387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Before a turn, check ahead, beside and behind. Before opening, check mirrors and over your shoulder.</a:t>
            </a:r>
          </a:p>
        </p:txBody>
      </p:sp>
      <p:sp>
        <p:nvSpPr>
          <p:cNvPr id="64" name="Driver row separator C right half front">
            <a:extLst xmlns:a="http://schemas.openxmlformats.org/drawingml/2006/main">
              <a:ext uri="{FF2B5EF4-FFF2-40B4-BE49-F238E27FC236}">
                <a16:creationId xmlns:a16="http://schemas.microsoft.com/office/drawing/2014/main" id="{D3EE296B-7125-489A-A7EE-287F57E2EC10}"/>
              </a:ext>
            </a:extLst>
          </p:cNvPr>
          <p:cNvSpPr>
            <a:spLocks xmlns:a="http://schemas.openxmlformats.org/drawingml/2006/main" noGrp="1"/>
          </p:cNvSpPr>
          <p:nvPr/>
        </p:nvSpPr>
        <p:spPr>
          <a:xfrm xmlns:a="http://schemas.openxmlformats.org/drawingml/2006/main">
            <a:off x="5829300" y="5743575"/>
            <a:ext cx="39433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65" name="Driver marker E right half front">
            <a:extLst xmlns:a="http://schemas.openxmlformats.org/drawingml/2006/main">
              <a:ext uri="{FF2B5EF4-FFF2-40B4-BE49-F238E27FC236}">
                <a16:creationId xmlns:a16="http://schemas.microsoft.com/office/drawing/2014/main" id="{26DF56DF-237E-41A5-BCF8-A04BF3180337}"/>
              </a:ext>
            </a:extLst>
          </p:cNvPr>
          <p:cNvSpPr>
            <a:spLocks xmlns:a="http://schemas.openxmlformats.org/drawingml/2006/main" noGrp="1"/>
          </p:cNvSpPr>
          <p:nvPr/>
        </p:nvSpPr>
        <p:spPr>
          <a:xfrm xmlns:a="http://schemas.openxmlformats.org/drawingml/2006/main">
            <a:off x="5257800" y="5810250"/>
            <a:ext cx="438150" cy="485775"/>
          </a:xfrm>
          <a:prstGeom xmlns:a="http://schemas.openxmlformats.org/drawingml/2006/main" prst="roundRect">
            <a:avLst>
              <a:gd name="adj" fmla="val 17391"/>
            </a:avLst>
          </a:prstGeom>
          <a:solidFill xmlns:a="http://schemas.openxmlformats.org/drawingml/2006/main">
            <a:srgbClr val="FF0180"/>
          </a:solidFill>
          <a:ln xmlns:a="http://schemas.openxmlformats.org/drawingml/2006/main" w="0">
            <a:noFill/>
            <a:prstDash val="solid"/>
          </a:ln>
        </p:spPr>
      </p:sp>
      <p:sp>
        <p:nvSpPr>
          <p:cNvPr id="66" name="Driver marker letter E right half front">
            <a:extLst xmlns:a="http://schemas.openxmlformats.org/drawingml/2006/main">
              <a:ext uri="{FF2B5EF4-FFF2-40B4-BE49-F238E27FC236}">
                <a16:creationId xmlns:a16="http://schemas.microsoft.com/office/drawing/2014/main" id="{C5552586-244D-4704-AF31-DB148B1CDBE0}"/>
              </a:ext>
            </a:extLst>
          </p:cNvPr>
          <p:cNvSpPr>
            <a:spLocks xmlns:a="http://schemas.openxmlformats.org/drawingml/2006/main" noGrp="1"/>
          </p:cNvSpPr>
          <p:nvPr/>
        </p:nvSpPr>
        <p:spPr>
          <a:xfrm xmlns:a="http://schemas.openxmlformats.org/drawingml/2006/main">
            <a:off x="5257800" y="5876925"/>
            <a:ext cx="438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FFFF0A"/>
                </a:solidFill>
                <a:latin typeface="Space Grotesk"/>
                <a:ea typeface="Space Grotesk"/>
                <a:cs typeface="Space Grotesk"/>
              </a:defRPr>
            </a:defPPr>
            <a:lvl1pPr algn="ctr">
              <a:defRPr sz="1800" b="1">
                <a:solidFill>
                  <a:srgbClr val="FFFF0A"/>
                </a:solidFill>
                <a:latin typeface="Space Grotesk"/>
                <a:ea typeface="Space Grotesk"/>
                <a:cs typeface="Space Grotesk"/>
              </a:defRPr>
            </a:lvl1pPr>
            <a:lvl2pPr algn="ctr">
              <a:defRPr sz="1800" b="1">
                <a:solidFill>
                  <a:srgbClr val="FFFF0A"/>
                </a:solidFill>
                <a:latin typeface="Space Grotesk"/>
                <a:ea typeface="Space Grotesk"/>
                <a:cs typeface="Space Grotesk"/>
              </a:defRPr>
            </a:lvl2pPr>
            <a:lvl3pPr algn="ctr">
              <a:defRPr sz="1800" b="1">
                <a:solidFill>
                  <a:srgbClr val="FFFF0A"/>
                </a:solidFill>
                <a:latin typeface="Space Grotesk"/>
                <a:ea typeface="Space Grotesk"/>
                <a:cs typeface="Space Grotesk"/>
              </a:defRPr>
            </a:lvl3pPr>
            <a:lvl4pPr algn="ctr">
              <a:defRPr sz="1800" b="1">
                <a:solidFill>
                  <a:srgbClr val="FFFF0A"/>
                </a:solidFill>
                <a:latin typeface="Space Grotesk"/>
                <a:ea typeface="Space Grotesk"/>
                <a:cs typeface="Space Grotesk"/>
              </a:defRPr>
            </a:lvl4pPr>
            <a:lvl5pPr algn="ctr">
              <a:defRPr sz="1800" b="1">
                <a:solidFill>
                  <a:srgbClr val="FFFF0A"/>
                </a:solidFill>
                <a:latin typeface="Space Grotesk"/>
                <a:ea typeface="Space Grotesk"/>
                <a:cs typeface="Space Grotesk"/>
              </a:defRPr>
            </a:lvl5pPr>
            <a:lvl6pPr algn="ctr">
              <a:defRPr sz="1800" b="1">
                <a:solidFill>
                  <a:srgbClr val="FFFF0A"/>
                </a:solidFill>
                <a:latin typeface="Space Grotesk"/>
                <a:ea typeface="Space Grotesk"/>
                <a:cs typeface="Space Grotesk"/>
              </a:defRPr>
            </a:lvl6pPr>
            <a:lvl7pPr algn="ctr">
              <a:defRPr sz="1800" b="1">
                <a:solidFill>
                  <a:srgbClr val="FFFF0A"/>
                </a:solidFill>
                <a:latin typeface="Space Grotesk"/>
                <a:ea typeface="Space Grotesk"/>
                <a:cs typeface="Space Grotesk"/>
              </a:defRPr>
            </a:lvl7pPr>
            <a:lvl8pPr algn="ctr">
              <a:defRPr sz="1800" b="1">
                <a:solidFill>
                  <a:srgbClr val="FFFF0A"/>
                </a:solidFill>
                <a:latin typeface="Space Grotesk"/>
                <a:ea typeface="Space Grotesk"/>
                <a:cs typeface="Space Grotesk"/>
              </a:defRPr>
            </a:lvl8pPr>
            <a:lvl9pPr algn="ctr">
              <a:defRPr sz="1800" b="1">
                <a:solidFill>
                  <a:srgbClr val="FFFF0A"/>
                </a:solidFill>
                <a:latin typeface="Space Grotesk"/>
                <a:ea typeface="Space Grotesk"/>
                <a:cs typeface="Space Grotesk"/>
              </a:defRPr>
            </a:lvl9pPr>
          </a:lstStyle>
          <a:p xmlns:a="http://schemas.openxmlformats.org/drawingml/2006/main">
            <a:pPr algn="ctr">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E</a:t>
            </a:r>
          </a:p>
        </p:txBody>
      </p:sp>
      <p:sp>
        <p:nvSpPr>
          <p:cNvPr id="67" name="Driver step title E right half front">
            <a:extLst xmlns:a="http://schemas.openxmlformats.org/drawingml/2006/main">
              <a:ext uri="{FF2B5EF4-FFF2-40B4-BE49-F238E27FC236}">
                <a16:creationId xmlns:a16="http://schemas.microsoft.com/office/drawing/2014/main" id="{9A034970-D330-4F45-8F1D-CD27C808ACD3}"/>
              </a:ext>
            </a:extLst>
          </p:cNvPr>
          <p:cNvSpPr>
            <a:spLocks xmlns:a="http://schemas.openxmlformats.org/drawingml/2006/main" noGrp="1"/>
          </p:cNvSpPr>
          <p:nvPr/>
        </p:nvSpPr>
        <p:spPr>
          <a:xfrm xmlns:a="http://schemas.openxmlformats.org/drawingml/2006/main">
            <a:off x="5829300" y="5772150"/>
            <a:ext cx="3943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1">
                <a:solidFill>
                  <a:srgbClr val="FFFF0A"/>
                </a:solidFill>
                <a:latin typeface="Space Grotesk"/>
                <a:ea typeface="Space Grotesk"/>
                <a:cs typeface="Space Grotesk"/>
              </a:defRPr>
            </a:defPPr>
            <a:lvl1pPr algn="l">
              <a:defRPr sz="1088" b="1">
                <a:solidFill>
                  <a:srgbClr val="FFFF0A"/>
                </a:solidFill>
                <a:latin typeface="Space Grotesk"/>
                <a:ea typeface="Space Grotesk"/>
                <a:cs typeface="Space Grotesk"/>
              </a:defRPr>
            </a:lvl1pPr>
            <a:lvl2pPr algn="l">
              <a:defRPr sz="1088" b="1">
                <a:solidFill>
                  <a:srgbClr val="FFFF0A"/>
                </a:solidFill>
                <a:latin typeface="Space Grotesk"/>
                <a:ea typeface="Space Grotesk"/>
                <a:cs typeface="Space Grotesk"/>
              </a:defRPr>
            </a:lvl2pPr>
            <a:lvl3pPr algn="l">
              <a:defRPr sz="1088" b="1">
                <a:solidFill>
                  <a:srgbClr val="FFFF0A"/>
                </a:solidFill>
                <a:latin typeface="Space Grotesk"/>
                <a:ea typeface="Space Grotesk"/>
                <a:cs typeface="Space Grotesk"/>
              </a:defRPr>
            </a:lvl3pPr>
            <a:lvl4pPr algn="l">
              <a:defRPr sz="1088" b="1">
                <a:solidFill>
                  <a:srgbClr val="FFFF0A"/>
                </a:solidFill>
                <a:latin typeface="Space Grotesk"/>
                <a:ea typeface="Space Grotesk"/>
                <a:cs typeface="Space Grotesk"/>
              </a:defRPr>
            </a:lvl4pPr>
            <a:lvl5pPr algn="l">
              <a:defRPr sz="1088" b="1">
                <a:solidFill>
                  <a:srgbClr val="FFFF0A"/>
                </a:solidFill>
                <a:latin typeface="Space Grotesk"/>
                <a:ea typeface="Space Grotesk"/>
                <a:cs typeface="Space Grotesk"/>
              </a:defRPr>
            </a:lvl5pPr>
            <a:lvl6pPr algn="l">
              <a:defRPr sz="1088" b="1">
                <a:solidFill>
                  <a:srgbClr val="FFFF0A"/>
                </a:solidFill>
                <a:latin typeface="Space Grotesk"/>
                <a:ea typeface="Space Grotesk"/>
                <a:cs typeface="Space Grotesk"/>
              </a:defRPr>
            </a:lvl6pPr>
            <a:lvl7pPr algn="l">
              <a:defRPr sz="1088" b="1">
                <a:solidFill>
                  <a:srgbClr val="FFFF0A"/>
                </a:solidFill>
                <a:latin typeface="Space Grotesk"/>
                <a:ea typeface="Space Grotesk"/>
                <a:cs typeface="Space Grotesk"/>
              </a:defRPr>
            </a:lvl7pPr>
            <a:lvl8pPr algn="l">
              <a:defRPr sz="1088" b="1">
                <a:solidFill>
                  <a:srgbClr val="FFFF0A"/>
                </a:solidFill>
                <a:latin typeface="Space Grotesk"/>
                <a:ea typeface="Space Grotesk"/>
                <a:cs typeface="Space Grotesk"/>
              </a:defRPr>
            </a:lvl8pPr>
            <a:lvl9pPr algn="l">
              <a:defRPr sz="1088" b="1">
                <a:solidFill>
                  <a:srgbClr val="FFFF0A"/>
                </a:solidFill>
                <a:latin typeface="Space Grotesk"/>
                <a:ea typeface="Space Grotesk"/>
                <a:cs typeface="Space Grotesk"/>
              </a:defRPr>
            </a:lvl9pPr>
          </a:lstStyle>
          <a:p xmlns:a="http://schemas.openxmlformats.org/drawingml/2006/main">
            <a:pPr algn="l">
              <a:lnSpc>
                <a:spcPct val="100000"/>
              </a:lnSpc>
              <a:buNone/>
              <a:defRPr sz="1088" b="1">
                <a:solidFill>
                  <a:srgbClr val="FFFF0A"/>
                </a:solidFill>
                <a:latin typeface="Space Grotesk"/>
                <a:ea typeface="Space Grotesk"/>
                <a:cs typeface="Space Grotesk"/>
              </a:defRPr>
            </a:pPr>
            <a:r>
              <a:rPr sz="1088" b="1">
                <a:solidFill>
                  <a:srgbClr val="FFFF0A"/>
                </a:solidFill>
                <a:latin typeface="Space Grotesk"/>
                <a:ea typeface="Space Grotesk"/>
                <a:cs typeface="Space Grotesk"/>
              </a:rPr>
              <a:t>END DISTRACTIONS</a:t>
            </a:r>
          </a:p>
        </p:txBody>
      </p:sp>
      <p:sp>
        <p:nvSpPr>
          <p:cNvPr id="68" name="Driver step copy E right half front">
            <a:extLst xmlns:a="http://schemas.openxmlformats.org/drawingml/2006/main">
              <a:ext uri="{FF2B5EF4-FFF2-40B4-BE49-F238E27FC236}">
                <a16:creationId xmlns:a16="http://schemas.microsoft.com/office/drawing/2014/main" id="{4224A15B-890B-4596-AF15-76EB8AED2767}"/>
              </a:ext>
            </a:extLst>
          </p:cNvPr>
          <p:cNvSpPr>
            <a:spLocks xmlns:a="http://schemas.openxmlformats.org/drawingml/2006/main" noGrp="1"/>
          </p:cNvSpPr>
          <p:nvPr/>
        </p:nvSpPr>
        <p:spPr>
          <a:xfrm xmlns:a="http://schemas.openxmlformats.org/drawingml/2006/main">
            <a:off x="5829300" y="5962650"/>
            <a:ext cx="3943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Put your phone away while driving.</a:t>
            </a:r>
          </a:p>
        </p:txBody>
      </p:sp>
      <p:sp>
        <p:nvSpPr>
          <p:cNvPr id="69" name="Driver front footer right half front">
            <a:extLst xmlns:a="http://schemas.openxmlformats.org/drawingml/2006/main">
              <a:ext uri="{FF2B5EF4-FFF2-40B4-BE49-F238E27FC236}">
                <a16:creationId xmlns:a16="http://schemas.microsoft.com/office/drawing/2014/main" id="{B2F8DF99-B3B8-4D3D-A6BD-FD34C92C75A1}"/>
              </a:ext>
            </a:extLst>
          </p:cNvPr>
          <p:cNvSpPr>
            <a:spLocks xmlns:a="http://schemas.openxmlformats.org/drawingml/2006/main" noGrp="1"/>
          </p:cNvSpPr>
          <p:nvPr/>
        </p:nvSpPr>
        <p:spPr>
          <a:xfrm xmlns:a="http://schemas.openxmlformats.org/drawingml/2006/main">
            <a:off x="5029200" y="6553200"/>
            <a:ext cx="5029200" cy="12192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70" name="Logo ground right half front">
            <a:extLst xmlns:a="http://schemas.openxmlformats.org/drawingml/2006/main">
              <a:ext uri="{FF2B5EF4-FFF2-40B4-BE49-F238E27FC236}">
                <a16:creationId xmlns:a16="http://schemas.microsoft.com/office/drawing/2014/main" id="{53FE3C2E-B159-4F55-8F72-DFCF76699BBB}"/>
              </a:ext>
            </a:extLst>
          </p:cNvPr>
          <p:cNvSpPr>
            <a:spLocks xmlns:a="http://schemas.openxmlformats.org/drawingml/2006/main" noGrp="1"/>
          </p:cNvSpPr>
          <p:nvPr/>
        </p:nvSpPr>
        <p:spPr>
          <a:xfrm xmlns:a="http://schemas.openxmlformats.org/drawingml/2006/main">
            <a:off x="5153025" y="6896100"/>
            <a:ext cx="5334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0">
            <a:noFill/>
            <a:prstDash val="solid"/>
          </a:ln>
        </p:spPr>
      </p:sp>
      <p:pic>
        <p:nvPicPr>
          <p:cNvPr id="71" name="">
            <a:extLst xmlns:a="http://schemas.openxmlformats.org/drawingml/2006/main">
              <a:ext uri="{FF2B5EF4-FFF2-40B4-BE49-F238E27FC236}">
                <a16:creationId xmlns:a16="http://schemas.microsoft.com/office/drawing/2014/main" id="{7914D7BE-B4A4-4902-B344-E4955BEF1578}"/>
              </a:ext>
            </a:extLst>
          </p:cNvPr>
          <p:cNvPicPr>
            <a:picLocks xmlns:a="http://schemas.openxmlformats.org/drawingml/2006/main" noChangeAspect="1"/>
          </p:cNvPicPr>
          <p:nvPr/>
        </p:nvPicPr>
        <p:blipFill>
          <a:blip xmlns:r="http://schemas.openxmlformats.org/officeDocument/2006/relationships" xmlns:a="http://schemas.openxmlformats.org/drawingml/2006/main" r:embed="Ra5fd4be7cd484055"/>
          <a:stretch xmlns:a="http://schemas.openxmlformats.org/drawingml/2006/main"/>
        </p:blipFill>
        <p:spPr>
          <a:xfrm xmlns:a="http://schemas.openxmlformats.org/drawingml/2006/main">
            <a:off x="5191125" y="6934200"/>
            <a:ext cx="457200" cy="457200"/>
          </a:xfrm>
          <a:prstGeom xmlns:a="http://schemas.openxmlformats.org/drawingml/2006/main" prst="rect">
            <a:avLst/>
          </a:prstGeom>
        </p:spPr>
      </p:pic>
      <p:sp>
        <p:nvSpPr>
          <p:cNvPr id="72" name="Driver front URL right half front">
            <a:extLst xmlns:a="http://schemas.openxmlformats.org/drawingml/2006/main">
              <a:ext uri="{FF2B5EF4-FFF2-40B4-BE49-F238E27FC236}">
                <a16:creationId xmlns:a16="http://schemas.microsoft.com/office/drawing/2014/main" id="{C5FB915B-ECBE-4730-9B60-33411FF50C3E}"/>
              </a:ext>
            </a:extLst>
          </p:cNvPr>
          <p:cNvSpPr>
            <a:spLocks xmlns:a="http://schemas.openxmlformats.org/drawingml/2006/main" noGrp="1"/>
          </p:cNvSpPr>
          <p:nvPr/>
        </p:nvSpPr>
        <p:spPr>
          <a:xfrm xmlns:a="http://schemas.openxmlformats.org/drawingml/2006/main">
            <a:off x="5791200" y="66675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7926CB"/>
                </a:solidFill>
                <a:latin typeface="Space Grotesk"/>
                <a:ea typeface="Space Grotesk"/>
                <a:cs typeface="Space Grotesk"/>
              </a:defRPr>
            </a:defPPr>
            <a:lvl1pPr algn="l">
              <a:defRPr sz="1425" b="1">
                <a:solidFill>
                  <a:srgbClr val="7926CB"/>
                </a:solidFill>
                <a:latin typeface="Space Grotesk"/>
                <a:ea typeface="Space Grotesk"/>
                <a:cs typeface="Space Grotesk"/>
              </a:defRPr>
            </a:lvl1pPr>
            <a:lvl2pPr algn="l">
              <a:defRPr sz="1425" b="1">
                <a:solidFill>
                  <a:srgbClr val="7926CB"/>
                </a:solidFill>
                <a:latin typeface="Space Grotesk"/>
                <a:ea typeface="Space Grotesk"/>
                <a:cs typeface="Space Grotesk"/>
              </a:defRPr>
            </a:lvl2pPr>
            <a:lvl3pPr algn="l">
              <a:defRPr sz="1425" b="1">
                <a:solidFill>
                  <a:srgbClr val="7926CB"/>
                </a:solidFill>
                <a:latin typeface="Space Grotesk"/>
                <a:ea typeface="Space Grotesk"/>
                <a:cs typeface="Space Grotesk"/>
              </a:defRPr>
            </a:lvl3pPr>
            <a:lvl4pPr algn="l">
              <a:defRPr sz="1425" b="1">
                <a:solidFill>
                  <a:srgbClr val="7926CB"/>
                </a:solidFill>
                <a:latin typeface="Space Grotesk"/>
                <a:ea typeface="Space Grotesk"/>
                <a:cs typeface="Space Grotesk"/>
              </a:defRPr>
            </a:lvl4pPr>
            <a:lvl5pPr algn="l">
              <a:defRPr sz="1425" b="1">
                <a:solidFill>
                  <a:srgbClr val="7926CB"/>
                </a:solidFill>
                <a:latin typeface="Space Grotesk"/>
                <a:ea typeface="Space Grotesk"/>
                <a:cs typeface="Space Grotesk"/>
              </a:defRPr>
            </a:lvl5pPr>
            <a:lvl6pPr algn="l">
              <a:defRPr sz="1425" b="1">
                <a:solidFill>
                  <a:srgbClr val="7926CB"/>
                </a:solidFill>
                <a:latin typeface="Space Grotesk"/>
                <a:ea typeface="Space Grotesk"/>
                <a:cs typeface="Space Grotesk"/>
              </a:defRPr>
            </a:lvl6pPr>
            <a:lvl7pPr algn="l">
              <a:defRPr sz="1425" b="1">
                <a:solidFill>
                  <a:srgbClr val="7926CB"/>
                </a:solidFill>
                <a:latin typeface="Space Grotesk"/>
                <a:ea typeface="Space Grotesk"/>
                <a:cs typeface="Space Grotesk"/>
              </a:defRPr>
            </a:lvl7pPr>
            <a:lvl8pPr algn="l">
              <a:defRPr sz="1425" b="1">
                <a:solidFill>
                  <a:srgbClr val="7926CB"/>
                </a:solidFill>
                <a:latin typeface="Space Grotesk"/>
                <a:ea typeface="Space Grotesk"/>
                <a:cs typeface="Space Grotesk"/>
              </a:defRPr>
            </a:lvl8pPr>
            <a:lvl9pPr algn="l">
              <a:defRPr sz="1425" b="1">
                <a:solidFill>
                  <a:srgbClr val="7926CB"/>
                </a:solidFill>
                <a:latin typeface="Space Grotesk"/>
                <a:ea typeface="Space Grotesk"/>
                <a:cs typeface="Space Grotesk"/>
              </a:defRPr>
            </a:lvl9pPr>
          </a:lstStyle>
          <a:p xmlns:a="http://schemas.openxmlformats.org/drawingml/2006/main">
            <a:pPr algn="l">
              <a:lnSpc>
                <a:spcPct val="100000"/>
              </a:lnSpc>
              <a:buNone/>
              <a:defRPr sz="1425" b="1">
                <a:solidFill>
                  <a:srgbClr val="7926CB"/>
                </a:solidFill>
                <a:latin typeface="Space Grotesk"/>
                <a:ea typeface="Space Grotesk"/>
                <a:cs typeface="Space Grotesk"/>
              </a:defRPr>
            </a:pPr>
            <a:r>
              <a:rPr sz="1425" b="1">
                <a:solidFill>
                  <a:srgbClr val="7926CB"/>
                </a:solidFill>
                <a:latin typeface="Space Grotesk"/>
                <a:ea typeface="Space Grotesk"/>
                <a:cs typeface="Space Grotesk"/>
              </a:rPr>
              <a:t>3fp.org</a:t>
            </a:r>
          </a:p>
        </p:txBody>
      </p:sp>
      <p:sp>
        <p:nvSpPr>
          <p:cNvPr id="73" name="Driver front CTA right half front">
            <a:extLst xmlns:a="http://schemas.openxmlformats.org/drawingml/2006/main">
              <a:ext uri="{FF2B5EF4-FFF2-40B4-BE49-F238E27FC236}">
                <a16:creationId xmlns:a16="http://schemas.microsoft.com/office/drawing/2014/main" id="{8087CDE9-7E3D-4038-93AB-E85D29D1D374}"/>
              </a:ext>
            </a:extLst>
          </p:cNvPr>
          <p:cNvSpPr>
            <a:spLocks xmlns:a="http://schemas.openxmlformats.org/drawingml/2006/main" noGrp="1"/>
          </p:cNvSpPr>
          <p:nvPr/>
        </p:nvSpPr>
        <p:spPr>
          <a:xfrm xmlns:a="http://schemas.openxmlformats.org/drawingml/2006/main">
            <a:off x="5791200" y="69532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0" b="1">
                <a:solidFill>
                  <a:srgbClr val="201333"/>
                </a:solidFill>
                <a:latin typeface="Arial"/>
                <a:ea typeface="Arial"/>
                <a:cs typeface="Arial"/>
              </a:defRPr>
            </a:defPPr>
            <a:lvl1pPr algn="l">
              <a:defRPr sz="960" b="1">
                <a:solidFill>
                  <a:srgbClr val="201333"/>
                </a:solidFill>
                <a:latin typeface="Arial"/>
                <a:ea typeface="Arial"/>
                <a:cs typeface="Arial"/>
              </a:defRPr>
            </a:lvl1pPr>
            <a:lvl2pPr algn="l">
              <a:defRPr sz="960" b="1">
                <a:solidFill>
                  <a:srgbClr val="201333"/>
                </a:solidFill>
                <a:latin typeface="Arial"/>
                <a:ea typeface="Arial"/>
                <a:cs typeface="Arial"/>
              </a:defRPr>
            </a:lvl2pPr>
            <a:lvl3pPr algn="l">
              <a:defRPr sz="960" b="1">
                <a:solidFill>
                  <a:srgbClr val="201333"/>
                </a:solidFill>
                <a:latin typeface="Arial"/>
                <a:ea typeface="Arial"/>
                <a:cs typeface="Arial"/>
              </a:defRPr>
            </a:lvl3pPr>
            <a:lvl4pPr algn="l">
              <a:defRPr sz="960" b="1">
                <a:solidFill>
                  <a:srgbClr val="201333"/>
                </a:solidFill>
                <a:latin typeface="Arial"/>
                <a:ea typeface="Arial"/>
                <a:cs typeface="Arial"/>
              </a:defRPr>
            </a:lvl4pPr>
            <a:lvl5pPr algn="l">
              <a:defRPr sz="960" b="1">
                <a:solidFill>
                  <a:srgbClr val="201333"/>
                </a:solidFill>
                <a:latin typeface="Arial"/>
                <a:ea typeface="Arial"/>
                <a:cs typeface="Arial"/>
              </a:defRPr>
            </a:lvl5pPr>
            <a:lvl6pPr algn="l">
              <a:defRPr sz="960" b="1">
                <a:solidFill>
                  <a:srgbClr val="201333"/>
                </a:solidFill>
                <a:latin typeface="Arial"/>
                <a:ea typeface="Arial"/>
                <a:cs typeface="Arial"/>
              </a:defRPr>
            </a:lvl6pPr>
            <a:lvl7pPr algn="l">
              <a:defRPr sz="960" b="1">
                <a:solidFill>
                  <a:srgbClr val="201333"/>
                </a:solidFill>
                <a:latin typeface="Arial"/>
                <a:ea typeface="Arial"/>
                <a:cs typeface="Arial"/>
              </a:defRPr>
            </a:lvl7pPr>
            <a:lvl8pPr algn="l">
              <a:defRPr sz="960" b="1">
                <a:solidFill>
                  <a:srgbClr val="201333"/>
                </a:solidFill>
                <a:latin typeface="Arial"/>
                <a:ea typeface="Arial"/>
                <a:cs typeface="Arial"/>
              </a:defRPr>
            </a:lvl8pPr>
            <a:lvl9pPr algn="l">
              <a:defRPr sz="960" b="1">
                <a:solidFill>
                  <a:srgbClr val="201333"/>
                </a:solidFill>
                <a:latin typeface="Arial"/>
                <a:ea typeface="Arial"/>
                <a:cs typeface="Arial"/>
              </a:defRPr>
            </a:lvl9pPr>
          </a:lstStyle>
          <a:p xmlns:a="http://schemas.openxmlformats.org/drawingml/2006/main">
            <a:pPr algn="l">
              <a:lnSpc>
                <a:spcPct val="100000"/>
              </a:lnSpc>
              <a:buNone/>
              <a:defRPr sz="960" b="1">
                <a:solidFill>
                  <a:srgbClr val="201333"/>
                </a:solidFill>
                <a:latin typeface="Arial"/>
                <a:ea typeface="Arial"/>
                <a:cs typeface="Arial"/>
              </a:defRPr>
            </a:pPr>
            <a:r>
              <a:rPr sz="960" b="1">
                <a:solidFill>
                  <a:srgbClr val="201333"/>
                </a:solidFill>
                <a:latin typeface="Arial"/>
                <a:ea typeface="Arial"/>
                <a:cs typeface="Arial"/>
              </a:rPr>
              <a:t>Find groups and public rides.</a:t>
            </a:r>
          </a:p>
        </p:txBody>
      </p:sp>
      <p:sp>
        <p:nvSpPr>
          <p:cNvPr id="74" name="Driver passing note right half front">
            <a:extLst xmlns:a="http://schemas.openxmlformats.org/drawingml/2006/main">
              <a:ext uri="{FF2B5EF4-FFF2-40B4-BE49-F238E27FC236}">
                <a16:creationId xmlns:a16="http://schemas.microsoft.com/office/drawing/2014/main" id="{35C7F7FE-9C48-4283-8E65-3F7027628FB0}"/>
              </a:ext>
            </a:extLst>
          </p:cNvPr>
          <p:cNvSpPr>
            <a:spLocks xmlns:a="http://schemas.openxmlformats.org/drawingml/2006/main" noGrp="1"/>
          </p:cNvSpPr>
          <p:nvPr/>
        </p:nvSpPr>
        <p:spPr>
          <a:xfrm xmlns:a="http://schemas.openxmlformats.org/drawingml/2006/main">
            <a:off x="5791200" y="71913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201333"/>
                </a:solidFill>
                <a:latin typeface="Arial"/>
                <a:ea typeface="Arial"/>
                <a:cs typeface="Arial"/>
              </a:defRPr>
            </a:defPPr>
            <a:lvl1pPr algn="l">
              <a:defRPr sz="900" b="0">
                <a:solidFill>
                  <a:srgbClr val="201333"/>
                </a:solidFill>
                <a:latin typeface="Arial"/>
                <a:ea typeface="Arial"/>
                <a:cs typeface="Arial"/>
              </a:defRPr>
            </a:lvl1pPr>
            <a:lvl2pPr algn="l">
              <a:defRPr sz="900" b="0">
                <a:solidFill>
                  <a:srgbClr val="201333"/>
                </a:solidFill>
                <a:latin typeface="Arial"/>
                <a:ea typeface="Arial"/>
                <a:cs typeface="Arial"/>
              </a:defRPr>
            </a:lvl2pPr>
            <a:lvl3pPr algn="l">
              <a:defRPr sz="900" b="0">
                <a:solidFill>
                  <a:srgbClr val="201333"/>
                </a:solidFill>
                <a:latin typeface="Arial"/>
                <a:ea typeface="Arial"/>
                <a:cs typeface="Arial"/>
              </a:defRPr>
            </a:lvl3pPr>
            <a:lvl4pPr algn="l">
              <a:defRPr sz="900" b="0">
                <a:solidFill>
                  <a:srgbClr val="201333"/>
                </a:solidFill>
                <a:latin typeface="Arial"/>
                <a:ea typeface="Arial"/>
                <a:cs typeface="Arial"/>
              </a:defRPr>
            </a:lvl4pPr>
            <a:lvl5pPr algn="l">
              <a:defRPr sz="900" b="0">
                <a:solidFill>
                  <a:srgbClr val="201333"/>
                </a:solidFill>
                <a:latin typeface="Arial"/>
                <a:ea typeface="Arial"/>
                <a:cs typeface="Arial"/>
              </a:defRPr>
            </a:lvl5pPr>
            <a:lvl6pPr algn="l">
              <a:defRPr sz="900" b="0">
                <a:solidFill>
                  <a:srgbClr val="201333"/>
                </a:solidFill>
                <a:latin typeface="Arial"/>
                <a:ea typeface="Arial"/>
                <a:cs typeface="Arial"/>
              </a:defRPr>
            </a:lvl6pPr>
            <a:lvl7pPr algn="l">
              <a:defRPr sz="900" b="0">
                <a:solidFill>
                  <a:srgbClr val="201333"/>
                </a:solidFill>
                <a:latin typeface="Arial"/>
                <a:ea typeface="Arial"/>
                <a:cs typeface="Arial"/>
              </a:defRPr>
            </a:lvl7pPr>
            <a:lvl8pPr algn="l">
              <a:defRPr sz="900" b="0">
                <a:solidFill>
                  <a:srgbClr val="201333"/>
                </a:solidFill>
                <a:latin typeface="Arial"/>
                <a:ea typeface="Arial"/>
                <a:cs typeface="Arial"/>
              </a:defRPr>
            </a:lvl8pPr>
            <a:lvl9pPr algn="l">
              <a:defRPr sz="900" b="0">
                <a:solidFill>
                  <a:srgbClr val="201333"/>
                </a:solidFill>
                <a:latin typeface="Arial"/>
                <a:ea typeface="Arial"/>
                <a:cs typeface="Arial"/>
              </a:defRPr>
            </a:lvl9pPr>
          </a:lstStyle>
          <a:p xmlns:a="http://schemas.openxmlformats.org/drawingml/2006/main">
            <a:pPr algn="l">
              <a:lnSpc>
                <a:spcPct val="97000"/>
              </a:lnSpc>
              <a:buNone/>
              <a:defRPr sz="900" b="0">
                <a:solidFill>
                  <a:srgbClr val="201333"/>
                </a:solidFill>
                <a:latin typeface="Arial"/>
                <a:ea typeface="Arial"/>
                <a:cs typeface="Arial"/>
              </a:defRPr>
            </a:pPr>
            <a:r>
              <a:rPr sz="900" b="0">
                <a:solidFill>
                  <a:srgbClr val="201333"/>
                </a:solidFill>
                <a:latin typeface="Arial"/>
                <a:ea typeface="Arial"/>
                <a:cs typeface="Arial"/>
              </a:rPr>
              <a:t>Passing rules vary by location. Follow local law; allow generous clearance.</a:t>
            </a:r>
          </a:p>
        </p:txBody>
      </p:sp>
    </p:spTree>
    <p:extLst>
      <p:ext uri="{BB962C8B-B14F-4D97-AF65-F5344CB8AC3E}">
        <p14:creationId xmlns:p14="http://schemas.microsoft.com/office/powerpoint/2010/main" val="114883831"/>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sp>
        <p:nvSpPr>
          <p:cNvPr id="57" name="Driver awareness header left half back">
            <a:extLst xmlns:a="http://schemas.openxmlformats.org/drawingml/2006/main">
              <a:ext uri="{FF2B5EF4-FFF2-40B4-BE49-F238E27FC236}">
                <a16:creationId xmlns:a16="http://schemas.microsoft.com/office/drawing/2014/main" id="{53561856-A651-4F38-AE71-05400C9EA29F}"/>
              </a:ext>
            </a:extLst>
          </p:cNvPr>
          <p:cNvSpPr>
            <a:spLocks xmlns:a="http://schemas.openxmlformats.org/drawingml/2006/main" noGrp="1"/>
          </p:cNvSpPr>
          <p:nvPr/>
        </p:nvSpPr>
        <p:spPr>
          <a:xfrm xmlns:a="http://schemas.openxmlformats.org/drawingml/2006/main">
            <a:off x="0" y="0"/>
            <a:ext cx="5029200" cy="11811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2" name="Driver awareness accent left half back">
            <a:extLst xmlns:a="http://schemas.openxmlformats.org/drawingml/2006/main">
              <a:ext uri="{FF2B5EF4-FFF2-40B4-BE49-F238E27FC236}">
                <a16:creationId xmlns:a16="http://schemas.microsoft.com/office/drawing/2014/main" id="{3B360493-4079-4991-A1CD-39CAEC983246}"/>
              </a:ext>
            </a:extLst>
          </p:cNvPr>
          <p:cNvSpPr>
            <a:spLocks xmlns:a="http://schemas.openxmlformats.org/drawingml/2006/main" noGrp="1"/>
          </p:cNvSpPr>
          <p:nvPr/>
        </p:nvSpPr>
        <p:spPr>
          <a:xfrm xmlns:a="http://schemas.openxmlformats.org/drawingml/2006/main">
            <a:off x="238125" y="152400"/>
            <a:ext cx="32385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3" name="Driver awareness kicker left half back">
            <a:extLst xmlns:a="http://schemas.openxmlformats.org/drawingml/2006/main">
              <a:ext uri="{FF2B5EF4-FFF2-40B4-BE49-F238E27FC236}">
                <a16:creationId xmlns:a16="http://schemas.microsoft.com/office/drawing/2014/main" id="{4AA92E7E-2B58-4F1D-B522-CD1AA8E5F07D}"/>
              </a:ext>
            </a:extLst>
          </p:cNvPr>
          <p:cNvSpPr>
            <a:spLocks xmlns:a="http://schemas.openxmlformats.org/drawingml/2006/main" noGrp="1"/>
          </p:cNvSpPr>
          <p:nvPr/>
        </p:nvSpPr>
        <p:spPr>
          <a:xfrm xmlns:a="http://schemas.openxmlformats.org/drawingml/2006/main">
            <a:off x="238125" y="257175"/>
            <a:ext cx="419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1">
                <a:solidFill>
                  <a:srgbClr val="FFFF0A"/>
                </a:solidFill>
                <a:latin typeface="Space Grotesk"/>
                <a:ea typeface="Space Grotesk"/>
                <a:cs typeface="Space Grotesk"/>
              </a:defRPr>
            </a:defPPr>
            <a:lvl1pPr algn="l">
              <a:defRPr sz="990" b="1">
                <a:solidFill>
                  <a:srgbClr val="FFFF0A"/>
                </a:solidFill>
                <a:latin typeface="Space Grotesk"/>
                <a:ea typeface="Space Grotesk"/>
                <a:cs typeface="Space Grotesk"/>
              </a:defRPr>
            </a:lvl1pPr>
            <a:lvl2pPr algn="l">
              <a:defRPr sz="990" b="1">
                <a:solidFill>
                  <a:srgbClr val="FFFF0A"/>
                </a:solidFill>
                <a:latin typeface="Space Grotesk"/>
                <a:ea typeface="Space Grotesk"/>
                <a:cs typeface="Space Grotesk"/>
              </a:defRPr>
            </a:lvl2pPr>
            <a:lvl3pPr algn="l">
              <a:defRPr sz="990" b="1">
                <a:solidFill>
                  <a:srgbClr val="FFFF0A"/>
                </a:solidFill>
                <a:latin typeface="Space Grotesk"/>
                <a:ea typeface="Space Grotesk"/>
                <a:cs typeface="Space Grotesk"/>
              </a:defRPr>
            </a:lvl3pPr>
            <a:lvl4pPr algn="l">
              <a:defRPr sz="990" b="1">
                <a:solidFill>
                  <a:srgbClr val="FFFF0A"/>
                </a:solidFill>
                <a:latin typeface="Space Grotesk"/>
                <a:ea typeface="Space Grotesk"/>
                <a:cs typeface="Space Grotesk"/>
              </a:defRPr>
            </a:lvl4pPr>
            <a:lvl5pPr algn="l">
              <a:defRPr sz="990" b="1">
                <a:solidFill>
                  <a:srgbClr val="FFFF0A"/>
                </a:solidFill>
                <a:latin typeface="Space Grotesk"/>
                <a:ea typeface="Space Grotesk"/>
                <a:cs typeface="Space Grotesk"/>
              </a:defRPr>
            </a:lvl5pPr>
            <a:lvl6pPr algn="l">
              <a:defRPr sz="990" b="1">
                <a:solidFill>
                  <a:srgbClr val="FFFF0A"/>
                </a:solidFill>
                <a:latin typeface="Space Grotesk"/>
                <a:ea typeface="Space Grotesk"/>
                <a:cs typeface="Space Grotesk"/>
              </a:defRPr>
            </a:lvl6pPr>
            <a:lvl7pPr algn="l">
              <a:defRPr sz="990" b="1">
                <a:solidFill>
                  <a:srgbClr val="FFFF0A"/>
                </a:solidFill>
                <a:latin typeface="Space Grotesk"/>
                <a:ea typeface="Space Grotesk"/>
                <a:cs typeface="Space Grotesk"/>
              </a:defRPr>
            </a:lvl7pPr>
            <a:lvl8pPr algn="l">
              <a:defRPr sz="990" b="1">
                <a:solidFill>
                  <a:srgbClr val="FFFF0A"/>
                </a:solidFill>
                <a:latin typeface="Space Grotesk"/>
                <a:ea typeface="Space Grotesk"/>
                <a:cs typeface="Space Grotesk"/>
              </a:defRPr>
            </a:lvl8pPr>
            <a:lvl9pPr algn="l">
              <a:defRPr sz="990" b="1">
                <a:solidFill>
                  <a:srgbClr val="FFFF0A"/>
                </a:solidFill>
                <a:latin typeface="Space Grotesk"/>
                <a:ea typeface="Space Grotesk"/>
                <a:cs typeface="Space Grotesk"/>
              </a:defRPr>
            </a:lvl9pPr>
          </a:lstStyle>
          <a:p xmlns:a="http://schemas.openxmlformats.org/drawingml/2006/main">
            <a:pPr algn="l">
              <a:lnSpc>
                <a:spcPct val="100000"/>
              </a:lnSpc>
              <a:buNone/>
              <a:defRPr sz="990" b="1">
                <a:solidFill>
                  <a:srgbClr val="FFFF0A"/>
                </a:solidFill>
                <a:latin typeface="Space Grotesk"/>
                <a:ea typeface="Space Grotesk"/>
                <a:cs typeface="Space Grotesk"/>
              </a:defRPr>
            </a:pPr>
            <a:r>
              <a:rPr sz="990" b="1">
                <a:solidFill>
                  <a:srgbClr val="FFFF0A"/>
                </a:solidFill>
                <a:latin typeface="Space Grotesk"/>
                <a:ea typeface="Space Grotesk"/>
                <a:cs typeface="Space Grotesk"/>
              </a:rPr>
              <a:t>DRIVER GUIDE</a:t>
            </a:r>
          </a:p>
        </p:txBody>
      </p:sp>
      <p:sp>
        <p:nvSpPr>
          <p:cNvPr id="4" name="Driver awareness headline left half back">
            <a:extLst xmlns:a="http://schemas.openxmlformats.org/drawingml/2006/main">
              <a:ext uri="{FF2B5EF4-FFF2-40B4-BE49-F238E27FC236}">
                <a16:creationId xmlns:a16="http://schemas.microsoft.com/office/drawing/2014/main" id="{269819A1-95DF-4D1F-95DC-65F7FCC80124}"/>
              </a:ext>
            </a:extLst>
          </p:cNvPr>
          <p:cNvSpPr>
            <a:spLocks xmlns:a="http://schemas.openxmlformats.org/drawingml/2006/main" noGrp="1"/>
          </p:cNvSpPr>
          <p:nvPr/>
        </p:nvSpPr>
        <p:spPr>
          <a:xfrm xmlns:a="http://schemas.openxmlformats.org/drawingml/2006/main">
            <a:off x="238125" y="466725"/>
            <a:ext cx="459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Space Grotesk"/>
                <a:ea typeface="Space Grotesk"/>
                <a:cs typeface="Space Grotesk"/>
              </a:defRPr>
            </a:defPPr>
            <a:lvl1pPr algn="l">
              <a:defRPr sz="1950" b="1">
                <a:solidFill>
                  <a:srgbClr val="FFFFFF"/>
                </a:solidFill>
                <a:latin typeface="Space Grotesk"/>
                <a:ea typeface="Space Grotesk"/>
                <a:cs typeface="Space Grotesk"/>
              </a:defRPr>
            </a:lvl1pPr>
            <a:lvl2pPr algn="l">
              <a:defRPr sz="1950" b="1">
                <a:solidFill>
                  <a:srgbClr val="FFFFFF"/>
                </a:solidFill>
                <a:latin typeface="Space Grotesk"/>
                <a:ea typeface="Space Grotesk"/>
                <a:cs typeface="Space Grotesk"/>
              </a:defRPr>
            </a:lvl2pPr>
            <a:lvl3pPr algn="l">
              <a:defRPr sz="1950" b="1">
                <a:solidFill>
                  <a:srgbClr val="FFFFFF"/>
                </a:solidFill>
                <a:latin typeface="Space Grotesk"/>
                <a:ea typeface="Space Grotesk"/>
                <a:cs typeface="Space Grotesk"/>
              </a:defRPr>
            </a:lvl3pPr>
            <a:lvl4pPr algn="l">
              <a:defRPr sz="1950" b="1">
                <a:solidFill>
                  <a:srgbClr val="FFFFFF"/>
                </a:solidFill>
                <a:latin typeface="Space Grotesk"/>
                <a:ea typeface="Space Grotesk"/>
                <a:cs typeface="Space Grotesk"/>
              </a:defRPr>
            </a:lvl4pPr>
            <a:lvl5pPr algn="l">
              <a:defRPr sz="1950" b="1">
                <a:solidFill>
                  <a:srgbClr val="FFFFFF"/>
                </a:solidFill>
                <a:latin typeface="Space Grotesk"/>
                <a:ea typeface="Space Grotesk"/>
                <a:cs typeface="Space Grotesk"/>
              </a:defRPr>
            </a:lvl5pPr>
            <a:lvl6pPr algn="l">
              <a:defRPr sz="1950" b="1">
                <a:solidFill>
                  <a:srgbClr val="FFFFFF"/>
                </a:solidFill>
                <a:latin typeface="Space Grotesk"/>
                <a:ea typeface="Space Grotesk"/>
                <a:cs typeface="Space Grotesk"/>
              </a:defRPr>
            </a:lvl6pPr>
            <a:lvl7pPr algn="l">
              <a:defRPr sz="1950" b="1">
                <a:solidFill>
                  <a:srgbClr val="FFFFFF"/>
                </a:solidFill>
                <a:latin typeface="Space Grotesk"/>
                <a:ea typeface="Space Grotesk"/>
                <a:cs typeface="Space Grotesk"/>
              </a:defRPr>
            </a:lvl7pPr>
            <a:lvl8pPr algn="l">
              <a:defRPr sz="1950" b="1">
                <a:solidFill>
                  <a:srgbClr val="FFFFFF"/>
                </a:solidFill>
                <a:latin typeface="Space Grotesk"/>
                <a:ea typeface="Space Grotesk"/>
                <a:cs typeface="Space Grotesk"/>
              </a:defRPr>
            </a:lvl8pPr>
            <a:lvl9pPr algn="l">
              <a:defRPr sz="1950" b="1">
                <a:solidFill>
                  <a:srgbClr val="FFFFFF"/>
                </a:solidFill>
                <a:latin typeface="Space Grotesk"/>
                <a:ea typeface="Space Grotesk"/>
                <a:cs typeface="Space Grotesk"/>
              </a:defRPr>
            </a:lvl9pPr>
          </a:lstStyle>
          <a:p xmlns:a="http://schemas.openxmlformats.org/drawingml/2006/main">
            <a:pPr algn="l">
              <a:lnSpc>
                <a:spcPct val="90000"/>
              </a:lnSpc>
              <a:buNone/>
              <a:defRPr sz="1950" b="1">
                <a:solidFill>
                  <a:srgbClr val="FFFFFF"/>
                </a:solidFill>
                <a:latin typeface="Space Grotesk"/>
                <a:ea typeface="Space Grotesk"/>
                <a:cs typeface="Space Grotesk"/>
              </a:defRPr>
            </a:pPr>
            <a:r>
              <a:rPr sz="1950" b="1">
                <a:solidFill>
                  <a:srgbClr val="FFFFFF"/>
                </a:solidFill>
                <a:latin typeface="Space Grotesk"/>
                <a:ea typeface="Space Grotesk"/>
                <a:cs typeface="Space Grotesk"/>
              </a:rPr>
              <a:t>NO ROOM TO PASS?</a:t>
            </a:r>
          </a:p>
          <a:p xmlns:a="http://schemas.openxmlformats.org/drawingml/2006/main">
            <a:pPr algn="l">
              <a:lnSpc>
                <a:spcPct val="90000"/>
              </a:lnSpc>
              <a:buNone/>
              <a:defRPr sz="1950" b="1">
                <a:solidFill>
                  <a:srgbClr val="FFFFFF"/>
                </a:solidFill>
                <a:latin typeface="Space Grotesk"/>
                <a:ea typeface="Space Grotesk"/>
                <a:cs typeface="Space Grotesk"/>
              </a:defRPr>
            </a:pPr>
            <a:r>
              <a:rPr sz="1950" b="1">
                <a:solidFill>
                  <a:srgbClr val="FFFFFF"/>
                </a:solidFill>
                <a:latin typeface="Space Grotesk"/>
                <a:ea typeface="Space Grotesk"/>
                <a:cs typeface="Space Grotesk"/>
              </a:rPr>
              <a:t>SLOW DOWN AND WAIT.</a:t>
            </a:r>
          </a:p>
        </p:txBody>
      </p:sp>
      <p:pic>
        <p:nvPicPr>
          <p:cNvPr id="5" name="">
            <a:extLst xmlns:a="http://schemas.openxmlformats.org/drawingml/2006/main">
              <a:ext uri="{FF2B5EF4-FFF2-40B4-BE49-F238E27FC236}">
                <a16:creationId xmlns:a16="http://schemas.microsoft.com/office/drawing/2014/main" id="{2653B60A-C203-47C3-8D9D-4471FC70683D}"/>
              </a:ext>
            </a:extLst>
          </p:cNvPr>
          <p:cNvPicPr>
            <a:picLocks xmlns:a="http://schemas.openxmlformats.org/drawingml/2006/main" noChangeAspect="1"/>
          </p:cNvPicPr>
          <p:nvPr/>
        </p:nvPicPr>
        <p:blipFill>
          <a:blip xmlns:r="http://schemas.openxmlformats.org/officeDocument/2006/relationships" xmlns:a="http://schemas.openxmlformats.org/drawingml/2006/main" r:embed="Ra06b64d9c98b4fea"/>
          <a:srcRect xmlns:a="http://schemas.openxmlformats.org/drawingml/2006/main" l="3000" t="0" r="2000" b="8000"/>
          <a:stretch xmlns:a="http://schemas.openxmlformats.org/drawingml/2006/main"/>
        </p:blipFill>
        <p:spPr>
          <a:xfrm xmlns:a="http://schemas.openxmlformats.org/drawingml/2006/main">
            <a:off x="0" y="1181100"/>
            <a:ext cx="5029200" cy="1790700"/>
          </a:xfrm>
          <a:prstGeom xmlns:a="http://schemas.openxmlformats.org/drawingml/2006/main" prst="rect">
            <a:avLst/>
          </a:prstGeom>
        </p:spPr>
      </p:pic>
      <p:sp>
        <p:nvSpPr>
          <p:cNvPr id="6" name="Awareness image edge left half back">
            <a:extLst xmlns:a="http://schemas.openxmlformats.org/drawingml/2006/main">
              <a:ext uri="{FF2B5EF4-FFF2-40B4-BE49-F238E27FC236}">
                <a16:creationId xmlns:a16="http://schemas.microsoft.com/office/drawing/2014/main" id="{AA8B3EAA-5801-43F8-BB78-63A22CFC674A}"/>
              </a:ext>
            </a:extLst>
          </p:cNvPr>
          <p:cNvSpPr>
            <a:spLocks xmlns:a="http://schemas.openxmlformats.org/drawingml/2006/main" noGrp="1"/>
          </p:cNvSpPr>
          <p:nvPr/>
        </p:nvSpPr>
        <p:spPr>
          <a:xfrm xmlns:a="http://schemas.openxmlformats.org/drawingml/2006/main">
            <a:off x="0" y="2971800"/>
            <a:ext cx="502920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7" name="Driver awareness checks panel left half back">
            <a:extLst xmlns:a="http://schemas.openxmlformats.org/drawingml/2006/main">
              <a:ext uri="{FF2B5EF4-FFF2-40B4-BE49-F238E27FC236}">
                <a16:creationId xmlns:a16="http://schemas.microsoft.com/office/drawing/2014/main" id="{12A243AA-837A-49EC-9010-F8CC0F841FCC}"/>
              </a:ext>
            </a:extLst>
          </p:cNvPr>
          <p:cNvSpPr>
            <a:spLocks xmlns:a="http://schemas.openxmlformats.org/drawingml/2006/main" noGrp="1"/>
          </p:cNvSpPr>
          <p:nvPr/>
        </p:nvSpPr>
        <p:spPr>
          <a:xfrm xmlns:a="http://schemas.openxmlformats.org/drawingml/2006/main">
            <a:off x="0" y="3009900"/>
            <a:ext cx="5029200" cy="22479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8" name="Awareness pink separator 1 left half back">
            <a:extLst xmlns:a="http://schemas.openxmlformats.org/drawingml/2006/main">
              <a:ext uri="{FF2B5EF4-FFF2-40B4-BE49-F238E27FC236}">
                <a16:creationId xmlns:a16="http://schemas.microsoft.com/office/drawing/2014/main" id="{EBAB76D7-AF1A-443F-BEF5-6A22AC196DDB}"/>
              </a:ext>
            </a:extLst>
          </p:cNvPr>
          <p:cNvSpPr>
            <a:spLocks xmlns:a="http://schemas.openxmlformats.org/drawingml/2006/main" noGrp="1"/>
          </p:cNvSpPr>
          <p:nvPr/>
        </p:nvSpPr>
        <p:spPr>
          <a:xfrm xmlns:a="http://schemas.openxmlformats.org/drawingml/2006/main">
            <a:off x="219075" y="3152775"/>
            <a:ext cx="47625" cy="4095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9" name="Awareness step title PASS left half back">
            <a:extLst xmlns:a="http://schemas.openxmlformats.org/drawingml/2006/main">
              <a:ext uri="{FF2B5EF4-FFF2-40B4-BE49-F238E27FC236}">
                <a16:creationId xmlns:a16="http://schemas.microsoft.com/office/drawing/2014/main" id="{894EB222-9DEB-416E-B2B5-7C4696060750}"/>
              </a:ext>
            </a:extLst>
          </p:cNvPr>
          <p:cNvSpPr>
            <a:spLocks xmlns:a="http://schemas.openxmlformats.org/drawingml/2006/main" noGrp="1"/>
          </p:cNvSpPr>
          <p:nvPr/>
        </p:nvSpPr>
        <p:spPr>
          <a:xfrm xmlns:a="http://schemas.openxmlformats.org/drawingml/2006/main">
            <a:off x="381000" y="3114675"/>
            <a:ext cx="4410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1">
                <a:solidFill>
                  <a:srgbClr val="FFFF0A"/>
                </a:solidFill>
                <a:latin typeface="Space Grotesk"/>
                <a:ea typeface="Space Grotesk"/>
                <a:cs typeface="Space Grotesk"/>
              </a:defRPr>
            </a:defPPr>
            <a:lvl1pPr algn="l">
              <a:defRPr sz="1065" b="1">
                <a:solidFill>
                  <a:srgbClr val="FFFF0A"/>
                </a:solidFill>
                <a:latin typeface="Space Grotesk"/>
                <a:ea typeface="Space Grotesk"/>
                <a:cs typeface="Space Grotesk"/>
              </a:defRPr>
            </a:lvl1pPr>
            <a:lvl2pPr algn="l">
              <a:defRPr sz="1065" b="1">
                <a:solidFill>
                  <a:srgbClr val="FFFF0A"/>
                </a:solidFill>
                <a:latin typeface="Space Grotesk"/>
                <a:ea typeface="Space Grotesk"/>
                <a:cs typeface="Space Grotesk"/>
              </a:defRPr>
            </a:lvl2pPr>
            <a:lvl3pPr algn="l">
              <a:defRPr sz="1065" b="1">
                <a:solidFill>
                  <a:srgbClr val="FFFF0A"/>
                </a:solidFill>
                <a:latin typeface="Space Grotesk"/>
                <a:ea typeface="Space Grotesk"/>
                <a:cs typeface="Space Grotesk"/>
              </a:defRPr>
            </a:lvl3pPr>
            <a:lvl4pPr algn="l">
              <a:defRPr sz="1065" b="1">
                <a:solidFill>
                  <a:srgbClr val="FFFF0A"/>
                </a:solidFill>
                <a:latin typeface="Space Grotesk"/>
                <a:ea typeface="Space Grotesk"/>
                <a:cs typeface="Space Grotesk"/>
              </a:defRPr>
            </a:lvl4pPr>
            <a:lvl5pPr algn="l">
              <a:defRPr sz="1065" b="1">
                <a:solidFill>
                  <a:srgbClr val="FFFF0A"/>
                </a:solidFill>
                <a:latin typeface="Space Grotesk"/>
                <a:ea typeface="Space Grotesk"/>
                <a:cs typeface="Space Grotesk"/>
              </a:defRPr>
            </a:lvl5pPr>
            <a:lvl6pPr algn="l">
              <a:defRPr sz="1065" b="1">
                <a:solidFill>
                  <a:srgbClr val="FFFF0A"/>
                </a:solidFill>
                <a:latin typeface="Space Grotesk"/>
                <a:ea typeface="Space Grotesk"/>
                <a:cs typeface="Space Grotesk"/>
              </a:defRPr>
            </a:lvl6pPr>
            <a:lvl7pPr algn="l">
              <a:defRPr sz="1065" b="1">
                <a:solidFill>
                  <a:srgbClr val="FFFF0A"/>
                </a:solidFill>
                <a:latin typeface="Space Grotesk"/>
                <a:ea typeface="Space Grotesk"/>
                <a:cs typeface="Space Grotesk"/>
              </a:defRPr>
            </a:lvl7pPr>
            <a:lvl8pPr algn="l">
              <a:defRPr sz="1065" b="1">
                <a:solidFill>
                  <a:srgbClr val="FFFF0A"/>
                </a:solidFill>
                <a:latin typeface="Space Grotesk"/>
                <a:ea typeface="Space Grotesk"/>
                <a:cs typeface="Space Grotesk"/>
              </a:defRPr>
            </a:lvl8pPr>
            <a:lvl9pPr algn="l">
              <a:defRPr sz="1065" b="1">
                <a:solidFill>
                  <a:srgbClr val="FFFF0A"/>
                </a:solidFill>
                <a:latin typeface="Space Grotesk"/>
                <a:ea typeface="Space Grotesk"/>
                <a:cs typeface="Space Grotesk"/>
              </a:defRPr>
            </a:lvl9pPr>
          </a:lstStyle>
          <a:p xmlns:a="http://schemas.openxmlformats.org/drawingml/2006/main">
            <a:pPr algn="l">
              <a:lnSpc>
                <a:spcPct val="100000"/>
              </a:lnSpc>
              <a:buNone/>
              <a:defRPr sz="1065" b="1">
                <a:solidFill>
                  <a:srgbClr val="FFFF0A"/>
                </a:solidFill>
                <a:latin typeface="Space Grotesk"/>
                <a:ea typeface="Space Grotesk"/>
                <a:cs typeface="Space Grotesk"/>
              </a:defRPr>
            </a:pPr>
            <a:r>
              <a:rPr sz="1065" b="1">
                <a:solidFill>
                  <a:srgbClr val="FFFF0A"/>
                </a:solidFill>
                <a:latin typeface="Space Grotesk"/>
                <a:ea typeface="Space Grotesk"/>
                <a:cs typeface="Space Grotesk"/>
              </a:rPr>
              <a:t>PASS</a:t>
            </a:r>
          </a:p>
        </p:txBody>
      </p:sp>
      <p:sp>
        <p:nvSpPr>
          <p:cNvPr id="10" name="Awareness step copy PASS left half back">
            <a:extLst xmlns:a="http://schemas.openxmlformats.org/drawingml/2006/main">
              <a:ext uri="{FF2B5EF4-FFF2-40B4-BE49-F238E27FC236}">
                <a16:creationId xmlns:a16="http://schemas.microsoft.com/office/drawing/2014/main" id="{F9251DE4-CF75-4CB9-9EE4-1D33332534AB}"/>
              </a:ext>
            </a:extLst>
          </p:cNvPr>
          <p:cNvSpPr>
            <a:spLocks xmlns:a="http://schemas.openxmlformats.org/drawingml/2006/main" noGrp="1"/>
          </p:cNvSpPr>
          <p:nvPr/>
        </p:nvSpPr>
        <p:spPr>
          <a:xfrm xmlns:a="http://schemas.openxmlformats.org/drawingml/2006/main">
            <a:off x="381000" y="32956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No safe room to pass? Slow down and wait behind.</a:t>
            </a:r>
          </a:p>
        </p:txBody>
      </p:sp>
      <p:sp>
        <p:nvSpPr>
          <p:cNvPr id="11" name="Awareness pink separator 2 left half back">
            <a:extLst xmlns:a="http://schemas.openxmlformats.org/drawingml/2006/main">
              <a:ext uri="{FF2B5EF4-FFF2-40B4-BE49-F238E27FC236}">
                <a16:creationId xmlns:a16="http://schemas.microsoft.com/office/drawing/2014/main" id="{518A3BB6-316E-48DE-ACF2-C5FF5A5D2FF3}"/>
              </a:ext>
            </a:extLst>
          </p:cNvPr>
          <p:cNvSpPr>
            <a:spLocks xmlns:a="http://schemas.openxmlformats.org/drawingml/2006/main" noGrp="1"/>
          </p:cNvSpPr>
          <p:nvPr/>
        </p:nvSpPr>
        <p:spPr>
          <a:xfrm xmlns:a="http://schemas.openxmlformats.org/drawingml/2006/main">
            <a:off x="219075" y="3838575"/>
            <a:ext cx="47625" cy="4095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12" name="Awareness step title DOOR left half back">
            <a:extLst xmlns:a="http://schemas.openxmlformats.org/drawingml/2006/main">
              <a:ext uri="{FF2B5EF4-FFF2-40B4-BE49-F238E27FC236}">
                <a16:creationId xmlns:a16="http://schemas.microsoft.com/office/drawing/2014/main" id="{3B7F1243-4470-4117-B3D3-3774F477E0D8}"/>
              </a:ext>
            </a:extLst>
          </p:cNvPr>
          <p:cNvSpPr>
            <a:spLocks xmlns:a="http://schemas.openxmlformats.org/drawingml/2006/main" noGrp="1"/>
          </p:cNvSpPr>
          <p:nvPr/>
        </p:nvSpPr>
        <p:spPr>
          <a:xfrm xmlns:a="http://schemas.openxmlformats.org/drawingml/2006/main">
            <a:off x="381000" y="3800475"/>
            <a:ext cx="4410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1">
                <a:solidFill>
                  <a:srgbClr val="FFFF0A"/>
                </a:solidFill>
                <a:latin typeface="Space Grotesk"/>
                <a:ea typeface="Space Grotesk"/>
                <a:cs typeface="Space Grotesk"/>
              </a:defRPr>
            </a:defPPr>
            <a:lvl1pPr algn="l">
              <a:defRPr sz="1065" b="1">
                <a:solidFill>
                  <a:srgbClr val="FFFF0A"/>
                </a:solidFill>
                <a:latin typeface="Space Grotesk"/>
                <a:ea typeface="Space Grotesk"/>
                <a:cs typeface="Space Grotesk"/>
              </a:defRPr>
            </a:lvl1pPr>
            <a:lvl2pPr algn="l">
              <a:defRPr sz="1065" b="1">
                <a:solidFill>
                  <a:srgbClr val="FFFF0A"/>
                </a:solidFill>
                <a:latin typeface="Space Grotesk"/>
                <a:ea typeface="Space Grotesk"/>
                <a:cs typeface="Space Grotesk"/>
              </a:defRPr>
            </a:lvl2pPr>
            <a:lvl3pPr algn="l">
              <a:defRPr sz="1065" b="1">
                <a:solidFill>
                  <a:srgbClr val="FFFF0A"/>
                </a:solidFill>
                <a:latin typeface="Space Grotesk"/>
                <a:ea typeface="Space Grotesk"/>
                <a:cs typeface="Space Grotesk"/>
              </a:defRPr>
            </a:lvl3pPr>
            <a:lvl4pPr algn="l">
              <a:defRPr sz="1065" b="1">
                <a:solidFill>
                  <a:srgbClr val="FFFF0A"/>
                </a:solidFill>
                <a:latin typeface="Space Grotesk"/>
                <a:ea typeface="Space Grotesk"/>
                <a:cs typeface="Space Grotesk"/>
              </a:defRPr>
            </a:lvl4pPr>
            <a:lvl5pPr algn="l">
              <a:defRPr sz="1065" b="1">
                <a:solidFill>
                  <a:srgbClr val="FFFF0A"/>
                </a:solidFill>
                <a:latin typeface="Space Grotesk"/>
                <a:ea typeface="Space Grotesk"/>
                <a:cs typeface="Space Grotesk"/>
              </a:defRPr>
            </a:lvl5pPr>
            <a:lvl6pPr algn="l">
              <a:defRPr sz="1065" b="1">
                <a:solidFill>
                  <a:srgbClr val="FFFF0A"/>
                </a:solidFill>
                <a:latin typeface="Space Grotesk"/>
                <a:ea typeface="Space Grotesk"/>
                <a:cs typeface="Space Grotesk"/>
              </a:defRPr>
            </a:lvl6pPr>
            <a:lvl7pPr algn="l">
              <a:defRPr sz="1065" b="1">
                <a:solidFill>
                  <a:srgbClr val="FFFF0A"/>
                </a:solidFill>
                <a:latin typeface="Space Grotesk"/>
                <a:ea typeface="Space Grotesk"/>
                <a:cs typeface="Space Grotesk"/>
              </a:defRPr>
            </a:lvl7pPr>
            <a:lvl8pPr algn="l">
              <a:defRPr sz="1065" b="1">
                <a:solidFill>
                  <a:srgbClr val="FFFF0A"/>
                </a:solidFill>
                <a:latin typeface="Space Grotesk"/>
                <a:ea typeface="Space Grotesk"/>
                <a:cs typeface="Space Grotesk"/>
              </a:defRPr>
            </a:lvl8pPr>
            <a:lvl9pPr algn="l">
              <a:defRPr sz="1065" b="1">
                <a:solidFill>
                  <a:srgbClr val="FFFF0A"/>
                </a:solidFill>
                <a:latin typeface="Space Grotesk"/>
                <a:ea typeface="Space Grotesk"/>
                <a:cs typeface="Space Grotesk"/>
              </a:defRPr>
            </a:lvl9pPr>
          </a:lstStyle>
          <a:p xmlns:a="http://schemas.openxmlformats.org/drawingml/2006/main">
            <a:pPr algn="l">
              <a:lnSpc>
                <a:spcPct val="100000"/>
              </a:lnSpc>
              <a:buNone/>
              <a:defRPr sz="1065" b="1">
                <a:solidFill>
                  <a:srgbClr val="FFFF0A"/>
                </a:solidFill>
                <a:latin typeface="Space Grotesk"/>
                <a:ea typeface="Space Grotesk"/>
                <a:cs typeface="Space Grotesk"/>
              </a:defRPr>
            </a:pPr>
            <a:r>
              <a:rPr sz="1065" b="1">
                <a:solidFill>
                  <a:srgbClr val="FFFF0A"/>
                </a:solidFill>
                <a:latin typeface="Space Grotesk"/>
                <a:ea typeface="Space Grotesk"/>
                <a:cs typeface="Space Grotesk"/>
              </a:rPr>
              <a:t>DOOR</a:t>
            </a:r>
          </a:p>
        </p:txBody>
      </p:sp>
      <p:sp>
        <p:nvSpPr>
          <p:cNvPr id="13" name="Awareness step copy DOOR left half back">
            <a:extLst xmlns:a="http://schemas.openxmlformats.org/drawingml/2006/main">
              <a:ext uri="{FF2B5EF4-FFF2-40B4-BE49-F238E27FC236}">
                <a16:creationId xmlns:a16="http://schemas.microsoft.com/office/drawing/2014/main" id="{59389744-E9BF-4620-BCCD-971B5E6911D9}"/>
              </a:ext>
            </a:extLst>
          </p:cNvPr>
          <p:cNvSpPr>
            <a:spLocks xmlns:a="http://schemas.openxmlformats.org/drawingml/2006/main" noGrp="1"/>
          </p:cNvSpPr>
          <p:nvPr/>
        </p:nvSpPr>
        <p:spPr>
          <a:xfrm xmlns:a="http://schemas.openxmlformats.org/drawingml/2006/main">
            <a:off x="381000" y="39814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Check your mirror and over your shoulder. Open only when clear.</a:t>
            </a:r>
          </a:p>
        </p:txBody>
      </p:sp>
      <p:sp>
        <p:nvSpPr>
          <p:cNvPr id="14" name="Awareness pink separator 3 left half back">
            <a:extLst xmlns:a="http://schemas.openxmlformats.org/drawingml/2006/main">
              <a:ext uri="{FF2B5EF4-FFF2-40B4-BE49-F238E27FC236}">
                <a16:creationId xmlns:a16="http://schemas.microsoft.com/office/drawing/2014/main" id="{E33E2F8F-772F-4B70-8673-BCCE44618086}"/>
              </a:ext>
            </a:extLst>
          </p:cNvPr>
          <p:cNvSpPr>
            <a:spLocks xmlns:a="http://schemas.openxmlformats.org/drawingml/2006/main" noGrp="1"/>
          </p:cNvSpPr>
          <p:nvPr/>
        </p:nvSpPr>
        <p:spPr>
          <a:xfrm xmlns:a="http://schemas.openxmlformats.org/drawingml/2006/main">
            <a:off x="219075" y="4524375"/>
            <a:ext cx="47625" cy="4095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15" name="Awareness step title TURN left half back">
            <a:extLst xmlns:a="http://schemas.openxmlformats.org/drawingml/2006/main">
              <a:ext uri="{FF2B5EF4-FFF2-40B4-BE49-F238E27FC236}">
                <a16:creationId xmlns:a16="http://schemas.microsoft.com/office/drawing/2014/main" id="{3B5C9B28-839F-4E78-8272-C5698277A8AE}"/>
              </a:ext>
            </a:extLst>
          </p:cNvPr>
          <p:cNvSpPr>
            <a:spLocks xmlns:a="http://schemas.openxmlformats.org/drawingml/2006/main" noGrp="1"/>
          </p:cNvSpPr>
          <p:nvPr/>
        </p:nvSpPr>
        <p:spPr>
          <a:xfrm xmlns:a="http://schemas.openxmlformats.org/drawingml/2006/main">
            <a:off x="381000" y="4486275"/>
            <a:ext cx="4410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1">
                <a:solidFill>
                  <a:srgbClr val="FFFF0A"/>
                </a:solidFill>
                <a:latin typeface="Space Grotesk"/>
                <a:ea typeface="Space Grotesk"/>
                <a:cs typeface="Space Grotesk"/>
              </a:defRPr>
            </a:defPPr>
            <a:lvl1pPr algn="l">
              <a:defRPr sz="1065" b="1">
                <a:solidFill>
                  <a:srgbClr val="FFFF0A"/>
                </a:solidFill>
                <a:latin typeface="Space Grotesk"/>
                <a:ea typeface="Space Grotesk"/>
                <a:cs typeface="Space Grotesk"/>
              </a:defRPr>
            </a:lvl1pPr>
            <a:lvl2pPr algn="l">
              <a:defRPr sz="1065" b="1">
                <a:solidFill>
                  <a:srgbClr val="FFFF0A"/>
                </a:solidFill>
                <a:latin typeface="Space Grotesk"/>
                <a:ea typeface="Space Grotesk"/>
                <a:cs typeface="Space Grotesk"/>
              </a:defRPr>
            </a:lvl2pPr>
            <a:lvl3pPr algn="l">
              <a:defRPr sz="1065" b="1">
                <a:solidFill>
                  <a:srgbClr val="FFFF0A"/>
                </a:solidFill>
                <a:latin typeface="Space Grotesk"/>
                <a:ea typeface="Space Grotesk"/>
                <a:cs typeface="Space Grotesk"/>
              </a:defRPr>
            </a:lvl3pPr>
            <a:lvl4pPr algn="l">
              <a:defRPr sz="1065" b="1">
                <a:solidFill>
                  <a:srgbClr val="FFFF0A"/>
                </a:solidFill>
                <a:latin typeface="Space Grotesk"/>
                <a:ea typeface="Space Grotesk"/>
                <a:cs typeface="Space Grotesk"/>
              </a:defRPr>
            </a:lvl4pPr>
            <a:lvl5pPr algn="l">
              <a:defRPr sz="1065" b="1">
                <a:solidFill>
                  <a:srgbClr val="FFFF0A"/>
                </a:solidFill>
                <a:latin typeface="Space Grotesk"/>
                <a:ea typeface="Space Grotesk"/>
                <a:cs typeface="Space Grotesk"/>
              </a:defRPr>
            </a:lvl5pPr>
            <a:lvl6pPr algn="l">
              <a:defRPr sz="1065" b="1">
                <a:solidFill>
                  <a:srgbClr val="FFFF0A"/>
                </a:solidFill>
                <a:latin typeface="Space Grotesk"/>
                <a:ea typeface="Space Grotesk"/>
                <a:cs typeface="Space Grotesk"/>
              </a:defRPr>
            </a:lvl6pPr>
            <a:lvl7pPr algn="l">
              <a:defRPr sz="1065" b="1">
                <a:solidFill>
                  <a:srgbClr val="FFFF0A"/>
                </a:solidFill>
                <a:latin typeface="Space Grotesk"/>
                <a:ea typeface="Space Grotesk"/>
                <a:cs typeface="Space Grotesk"/>
              </a:defRPr>
            </a:lvl7pPr>
            <a:lvl8pPr algn="l">
              <a:defRPr sz="1065" b="1">
                <a:solidFill>
                  <a:srgbClr val="FFFF0A"/>
                </a:solidFill>
                <a:latin typeface="Space Grotesk"/>
                <a:ea typeface="Space Grotesk"/>
                <a:cs typeface="Space Grotesk"/>
              </a:defRPr>
            </a:lvl8pPr>
            <a:lvl9pPr algn="l">
              <a:defRPr sz="1065" b="1">
                <a:solidFill>
                  <a:srgbClr val="FFFF0A"/>
                </a:solidFill>
                <a:latin typeface="Space Grotesk"/>
                <a:ea typeface="Space Grotesk"/>
                <a:cs typeface="Space Grotesk"/>
              </a:defRPr>
            </a:lvl9pPr>
          </a:lstStyle>
          <a:p xmlns:a="http://schemas.openxmlformats.org/drawingml/2006/main">
            <a:pPr algn="l">
              <a:lnSpc>
                <a:spcPct val="100000"/>
              </a:lnSpc>
              <a:buNone/>
              <a:defRPr sz="1065" b="1">
                <a:solidFill>
                  <a:srgbClr val="FFFF0A"/>
                </a:solidFill>
                <a:latin typeface="Space Grotesk"/>
                <a:ea typeface="Space Grotesk"/>
                <a:cs typeface="Space Grotesk"/>
              </a:defRPr>
            </a:pPr>
            <a:r>
              <a:rPr sz="1065" b="1">
                <a:solidFill>
                  <a:srgbClr val="FFFF0A"/>
                </a:solidFill>
                <a:latin typeface="Space Grotesk"/>
                <a:ea typeface="Space Grotesk"/>
                <a:cs typeface="Space Grotesk"/>
              </a:rPr>
              <a:t>TURN</a:t>
            </a:r>
          </a:p>
        </p:txBody>
      </p:sp>
      <p:sp>
        <p:nvSpPr>
          <p:cNvPr id="16" name="Awareness step copy TURN left half back">
            <a:extLst xmlns:a="http://schemas.openxmlformats.org/drawingml/2006/main">
              <a:ext uri="{FF2B5EF4-FFF2-40B4-BE49-F238E27FC236}">
                <a16:creationId xmlns:a16="http://schemas.microsoft.com/office/drawing/2014/main" id="{93980C71-560E-457A-B950-A83575F0C9B2}"/>
              </a:ext>
            </a:extLst>
          </p:cNvPr>
          <p:cNvSpPr>
            <a:spLocks xmlns:a="http://schemas.openxmlformats.org/drawingml/2006/main" noGrp="1"/>
          </p:cNvSpPr>
          <p:nvPr/>
        </p:nvSpPr>
        <p:spPr>
          <a:xfrm xmlns:a="http://schemas.openxmlformats.org/drawingml/2006/main">
            <a:off x="381000" y="46672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Check ahead, beside and behind. Wait until the rider clears before turning across the path.</a:t>
            </a:r>
          </a:p>
        </p:txBody>
      </p:sp>
      <p:sp>
        <p:nvSpPr>
          <p:cNvPr id="17" name="Curb explanation left half back">
            <a:extLst xmlns:a="http://schemas.openxmlformats.org/drawingml/2006/main">
              <a:ext uri="{FF2B5EF4-FFF2-40B4-BE49-F238E27FC236}">
                <a16:creationId xmlns:a16="http://schemas.microsoft.com/office/drawing/2014/main" id="{05F81839-989C-403F-993A-0B7D66A914CA}"/>
              </a:ext>
            </a:extLst>
          </p:cNvPr>
          <p:cNvSpPr>
            <a:spLocks xmlns:a="http://schemas.openxmlformats.org/drawingml/2006/main" noGrp="1"/>
          </p:cNvSpPr>
          <p:nvPr/>
        </p:nvSpPr>
        <p:spPr>
          <a:xfrm xmlns:a="http://schemas.openxmlformats.org/drawingml/2006/main">
            <a:off x="161925" y="5267325"/>
            <a:ext cx="4705350" cy="990600"/>
          </a:xfrm>
          <a:prstGeom xmlns:a="http://schemas.openxmlformats.org/drawingml/2006/main" prst="roundRect">
            <a:avLst>
              <a:gd name="adj" fmla="val 7692"/>
            </a:avLst>
          </a:prstGeom>
          <a:solidFill xmlns:a="http://schemas.openxmlformats.org/drawingml/2006/main">
            <a:srgbClr val="FFFF0A"/>
          </a:solidFill>
          <a:ln xmlns:a="http://schemas.openxmlformats.org/drawingml/2006/main" w="0">
            <a:noFill/>
            <a:prstDash val="solid"/>
          </a:ln>
        </p:spPr>
      </p:sp>
      <p:sp>
        <p:nvSpPr>
          <p:cNvPr id="18" name="Curb callout accent left half back">
            <a:extLst xmlns:a="http://schemas.openxmlformats.org/drawingml/2006/main">
              <a:ext uri="{FF2B5EF4-FFF2-40B4-BE49-F238E27FC236}">
                <a16:creationId xmlns:a16="http://schemas.microsoft.com/office/drawing/2014/main" id="{FF6DE7D6-5A54-406F-8DFB-AC1DB823A50C}"/>
              </a:ext>
            </a:extLst>
          </p:cNvPr>
          <p:cNvSpPr>
            <a:spLocks xmlns:a="http://schemas.openxmlformats.org/drawingml/2006/main" noGrp="1"/>
          </p:cNvSpPr>
          <p:nvPr/>
        </p:nvSpPr>
        <p:spPr>
          <a:xfrm xmlns:a="http://schemas.openxmlformats.org/drawingml/2006/main">
            <a:off x="161925" y="5267325"/>
            <a:ext cx="66675" cy="9906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19" name="Curb explanation title left half back">
            <a:extLst xmlns:a="http://schemas.openxmlformats.org/drawingml/2006/main">
              <a:ext uri="{FF2B5EF4-FFF2-40B4-BE49-F238E27FC236}">
                <a16:creationId xmlns:a16="http://schemas.microsoft.com/office/drawing/2014/main" id="{5852A9A5-C8BD-489D-9406-B48824C31436}"/>
              </a:ext>
            </a:extLst>
          </p:cNvPr>
          <p:cNvSpPr>
            <a:spLocks xmlns:a="http://schemas.openxmlformats.org/drawingml/2006/main" noGrp="1"/>
          </p:cNvSpPr>
          <p:nvPr/>
        </p:nvSpPr>
        <p:spPr>
          <a:xfrm xmlns:a="http://schemas.openxmlformats.org/drawingml/2006/main">
            <a:off x="352425" y="5362575"/>
            <a:ext cx="42957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b="1">
                <a:solidFill>
                  <a:srgbClr val="7926CB"/>
                </a:solidFill>
                <a:latin typeface="Space Grotesk"/>
                <a:ea typeface="Space Grotesk"/>
                <a:cs typeface="Space Grotesk"/>
              </a:defRPr>
            </a:defPPr>
            <a:lvl1pPr algn="l">
              <a:defRPr sz="982" b="1">
                <a:solidFill>
                  <a:srgbClr val="7926CB"/>
                </a:solidFill>
                <a:latin typeface="Space Grotesk"/>
                <a:ea typeface="Space Grotesk"/>
                <a:cs typeface="Space Grotesk"/>
              </a:defRPr>
            </a:lvl1pPr>
            <a:lvl2pPr algn="l">
              <a:defRPr sz="982" b="1">
                <a:solidFill>
                  <a:srgbClr val="7926CB"/>
                </a:solidFill>
                <a:latin typeface="Space Grotesk"/>
                <a:ea typeface="Space Grotesk"/>
                <a:cs typeface="Space Grotesk"/>
              </a:defRPr>
            </a:lvl2pPr>
            <a:lvl3pPr algn="l">
              <a:defRPr sz="982" b="1">
                <a:solidFill>
                  <a:srgbClr val="7926CB"/>
                </a:solidFill>
                <a:latin typeface="Space Grotesk"/>
                <a:ea typeface="Space Grotesk"/>
                <a:cs typeface="Space Grotesk"/>
              </a:defRPr>
            </a:lvl3pPr>
            <a:lvl4pPr algn="l">
              <a:defRPr sz="982" b="1">
                <a:solidFill>
                  <a:srgbClr val="7926CB"/>
                </a:solidFill>
                <a:latin typeface="Space Grotesk"/>
                <a:ea typeface="Space Grotesk"/>
                <a:cs typeface="Space Grotesk"/>
              </a:defRPr>
            </a:lvl4pPr>
            <a:lvl5pPr algn="l">
              <a:defRPr sz="982" b="1">
                <a:solidFill>
                  <a:srgbClr val="7926CB"/>
                </a:solidFill>
                <a:latin typeface="Space Grotesk"/>
                <a:ea typeface="Space Grotesk"/>
                <a:cs typeface="Space Grotesk"/>
              </a:defRPr>
            </a:lvl5pPr>
            <a:lvl6pPr algn="l">
              <a:defRPr sz="982" b="1">
                <a:solidFill>
                  <a:srgbClr val="7926CB"/>
                </a:solidFill>
                <a:latin typeface="Space Grotesk"/>
                <a:ea typeface="Space Grotesk"/>
                <a:cs typeface="Space Grotesk"/>
              </a:defRPr>
            </a:lvl6pPr>
            <a:lvl7pPr algn="l">
              <a:defRPr sz="982" b="1">
                <a:solidFill>
                  <a:srgbClr val="7926CB"/>
                </a:solidFill>
                <a:latin typeface="Space Grotesk"/>
                <a:ea typeface="Space Grotesk"/>
                <a:cs typeface="Space Grotesk"/>
              </a:defRPr>
            </a:lvl7pPr>
            <a:lvl8pPr algn="l">
              <a:defRPr sz="982" b="1">
                <a:solidFill>
                  <a:srgbClr val="7926CB"/>
                </a:solidFill>
                <a:latin typeface="Space Grotesk"/>
                <a:ea typeface="Space Grotesk"/>
                <a:cs typeface="Space Grotesk"/>
              </a:defRPr>
            </a:lvl8pPr>
            <a:lvl9pPr algn="l">
              <a:defRPr sz="982" b="1">
                <a:solidFill>
                  <a:srgbClr val="7926CB"/>
                </a:solidFill>
                <a:latin typeface="Space Grotesk"/>
                <a:ea typeface="Space Grotesk"/>
                <a:cs typeface="Space Grotesk"/>
              </a:defRPr>
            </a:lvl9pPr>
          </a:lstStyle>
          <a:p xmlns:a="http://schemas.openxmlformats.org/drawingml/2006/main">
            <a:pPr algn="l">
              <a:lnSpc>
                <a:spcPct val="100000"/>
              </a:lnSpc>
              <a:buNone/>
              <a:defRPr sz="982" b="1">
                <a:solidFill>
                  <a:srgbClr val="7926CB"/>
                </a:solidFill>
                <a:latin typeface="Space Grotesk"/>
                <a:ea typeface="Space Grotesk"/>
                <a:cs typeface="Space Grotesk"/>
              </a:defRPr>
            </a:pPr>
            <a:r>
              <a:rPr sz="982" b="1">
                <a:solidFill>
                  <a:srgbClr val="7926CB"/>
                </a:solidFill>
                <a:latin typeface="Space Grotesk"/>
                <a:ea typeface="Space Grotesk"/>
                <a:cs typeface="Space Grotesk"/>
              </a:rPr>
              <a:t>Why riders may use more of the lane</a:t>
            </a:r>
          </a:p>
        </p:txBody>
      </p:sp>
      <p:sp>
        <p:nvSpPr>
          <p:cNvPr id="20" name="Curb explanation copy left half back">
            <a:extLst xmlns:a="http://schemas.openxmlformats.org/drawingml/2006/main">
              <a:ext uri="{FF2B5EF4-FFF2-40B4-BE49-F238E27FC236}">
                <a16:creationId xmlns:a16="http://schemas.microsoft.com/office/drawing/2014/main" id="{A91BB0CE-B45C-44A6-BA80-0BE4974CB5BB}"/>
              </a:ext>
            </a:extLst>
          </p:cNvPr>
          <p:cNvSpPr>
            <a:spLocks xmlns:a="http://schemas.openxmlformats.org/drawingml/2006/main" noGrp="1"/>
          </p:cNvSpPr>
          <p:nvPr/>
        </p:nvSpPr>
        <p:spPr>
          <a:xfrm xmlns:a="http://schemas.openxmlformats.org/drawingml/2006/main">
            <a:off x="352425" y="5572125"/>
            <a:ext cx="42957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201333"/>
                </a:solidFill>
                <a:latin typeface="Arial"/>
                <a:ea typeface="Arial"/>
                <a:cs typeface="Arial"/>
              </a:defRPr>
            </a:defPPr>
            <a:lvl1pPr algn="l">
              <a:defRPr sz="1020" b="0">
                <a:solidFill>
                  <a:srgbClr val="201333"/>
                </a:solidFill>
                <a:latin typeface="Arial"/>
                <a:ea typeface="Arial"/>
                <a:cs typeface="Arial"/>
              </a:defRPr>
            </a:lvl1pPr>
            <a:lvl2pPr algn="l">
              <a:defRPr sz="1020" b="0">
                <a:solidFill>
                  <a:srgbClr val="201333"/>
                </a:solidFill>
                <a:latin typeface="Arial"/>
                <a:ea typeface="Arial"/>
                <a:cs typeface="Arial"/>
              </a:defRPr>
            </a:lvl2pPr>
            <a:lvl3pPr algn="l">
              <a:defRPr sz="1020" b="0">
                <a:solidFill>
                  <a:srgbClr val="201333"/>
                </a:solidFill>
                <a:latin typeface="Arial"/>
                <a:ea typeface="Arial"/>
                <a:cs typeface="Arial"/>
              </a:defRPr>
            </a:lvl3pPr>
            <a:lvl4pPr algn="l">
              <a:defRPr sz="1020" b="0">
                <a:solidFill>
                  <a:srgbClr val="201333"/>
                </a:solidFill>
                <a:latin typeface="Arial"/>
                <a:ea typeface="Arial"/>
                <a:cs typeface="Arial"/>
              </a:defRPr>
            </a:lvl4pPr>
            <a:lvl5pPr algn="l">
              <a:defRPr sz="1020" b="0">
                <a:solidFill>
                  <a:srgbClr val="201333"/>
                </a:solidFill>
                <a:latin typeface="Arial"/>
                <a:ea typeface="Arial"/>
                <a:cs typeface="Arial"/>
              </a:defRPr>
            </a:lvl5pPr>
            <a:lvl6pPr algn="l">
              <a:defRPr sz="1020" b="0">
                <a:solidFill>
                  <a:srgbClr val="201333"/>
                </a:solidFill>
                <a:latin typeface="Arial"/>
                <a:ea typeface="Arial"/>
                <a:cs typeface="Arial"/>
              </a:defRPr>
            </a:lvl6pPr>
            <a:lvl7pPr algn="l">
              <a:defRPr sz="1020" b="0">
                <a:solidFill>
                  <a:srgbClr val="201333"/>
                </a:solidFill>
                <a:latin typeface="Arial"/>
                <a:ea typeface="Arial"/>
                <a:cs typeface="Arial"/>
              </a:defRPr>
            </a:lvl7pPr>
            <a:lvl8pPr algn="l">
              <a:defRPr sz="1020" b="0">
                <a:solidFill>
                  <a:srgbClr val="201333"/>
                </a:solidFill>
                <a:latin typeface="Arial"/>
                <a:ea typeface="Arial"/>
                <a:cs typeface="Arial"/>
              </a:defRPr>
            </a:lvl8pPr>
            <a:lvl9pPr algn="l">
              <a:defRPr sz="1020" b="0">
                <a:solidFill>
                  <a:srgbClr val="201333"/>
                </a:solidFill>
                <a:latin typeface="Arial"/>
                <a:ea typeface="Arial"/>
                <a:cs typeface="Arial"/>
              </a:defRPr>
            </a:lvl9pPr>
          </a:lstStyle>
          <a:p xmlns:a="http://schemas.openxmlformats.org/drawingml/2006/main">
            <a:pPr algn="l">
              <a:lnSpc>
                <a:spcPct val="98000"/>
              </a:lnSpc>
              <a:buNone/>
              <a:defRPr sz="1020" b="0">
                <a:solidFill>
                  <a:srgbClr val="201333"/>
                </a:solidFill>
                <a:latin typeface="Arial"/>
                <a:ea typeface="Arial"/>
                <a:cs typeface="Arial"/>
              </a:defRPr>
            </a:pPr>
            <a:r>
              <a:rPr sz="1020" b="0">
                <a:solidFill>
                  <a:srgbClr val="201333"/>
                </a:solidFill>
                <a:latin typeface="Arial"/>
                <a:ea typeface="Arial"/>
                <a:cs typeface="Arial"/>
              </a:rPr>
              <a:t>People biking have a right to use the road where bicycling is allowed. A rider may move away from the curb to avoid a door, debris, or unsafe pavement. Leave space and wait for a safe pass.</a:t>
            </a:r>
          </a:p>
        </p:txBody>
      </p:sp>
      <p:sp>
        <p:nvSpPr>
          <p:cNvPr id="21" name="Awareness footer left half back">
            <a:extLst xmlns:a="http://schemas.openxmlformats.org/drawingml/2006/main">
              <a:ext uri="{FF2B5EF4-FFF2-40B4-BE49-F238E27FC236}">
                <a16:creationId xmlns:a16="http://schemas.microsoft.com/office/drawing/2014/main" id="{DE73F146-9315-4464-986A-4D0B852F3430}"/>
              </a:ext>
            </a:extLst>
          </p:cNvPr>
          <p:cNvSpPr>
            <a:spLocks xmlns:a="http://schemas.openxmlformats.org/drawingml/2006/main" noGrp="1"/>
          </p:cNvSpPr>
          <p:nvPr/>
        </p:nvSpPr>
        <p:spPr>
          <a:xfrm xmlns:a="http://schemas.openxmlformats.org/drawingml/2006/main">
            <a:off x="0" y="6324600"/>
            <a:ext cx="5029200" cy="1447800"/>
          </a:xfrm>
          <a:prstGeom xmlns:a="http://schemas.openxmlformats.org/drawingml/2006/main" prst="rect">
            <a:avLst/>
          </a:prstGeom>
          <a:solidFill xmlns:a="http://schemas.openxmlformats.org/drawingml/2006/main">
            <a:srgbClr val="542091"/>
          </a:solidFill>
          <a:ln xmlns:a="http://schemas.openxmlformats.org/drawingml/2006/main" w="0">
            <a:noFill/>
            <a:prstDash val="solid"/>
          </a:ln>
        </p:spPr>
      </p:sp>
      <p:sp>
        <p:nvSpPr>
          <p:cNvPr id="22" name="Logo ground left half back">
            <a:extLst xmlns:a="http://schemas.openxmlformats.org/drawingml/2006/main">
              <a:ext uri="{FF2B5EF4-FFF2-40B4-BE49-F238E27FC236}">
                <a16:creationId xmlns:a16="http://schemas.microsoft.com/office/drawing/2014/main" id="{7F97FC4E-6B45-4F30-9972-9CF4DB90BB03}"/>
              </a:ext>
            </a:extLst>
          </p:cNvPr>
          <p:cNvSpPr>
            <a:spLocks xmlns:a="http://schemas.openxmlformats.org/drawingml/2006/main" noGrp="1"/>
          </p:cNvSpPr>
          <p:nvPr/>
        </p:nvSpPr>
        <p:spPr>
          <a:xfrm xmlns:a="http://schemas.openxmlformats.org/drawingml/2006/main">
            <a:off x="123825" y="6800850"/>
            <a:ext cx="571500" cy="571500"/>
          </a:xfrm>
          <a:prstGeom xmlns:a="http://schemas.openxmlformats.org/drawingml/2006/main" prst="roundRect">
            <a:avLst>
              <a:gd name="adj" fmla="val 13333"/>
            </a:avLst>
          </a:prstGeom>
          <a:solidFill xmlns:a="http://schemas.openxmlformats.org/drawingml/2006/main">
            <a:srgbClr val="FFFF0A"/>
          </a:solidFill>
          <a:ln xmlns:a="http://schemas.openxmlformats.org/drawingml/2006/main" w="0">
            <a:noFill/>
            <a:prstDash val="solid"/>
          </a:ln>
        </p:spPr>
      </p:sp>
      <p:pic>
        <p:nvPicPr>
          <p:cNvPr id="23" name="">
            <a:extLst xmlns:a="http://schemas.openxmlformats.org/drawingml/2006/main">
              <a:ext uri="{FF2B5EF4-FFF2-40B4-BE49-F238E27FC236}">
                <a16:creationId xmlns:a16="http://schemas.microsoft.com/office/drawing/2014/main" id="{4B83B4F0-FA2F-4416-8982-DDF79926DA9B}"/>
              </a:ext>
            </a:extLst>
          </p:cNvPr>
          <p:cNvPicPr>
            <a:picLocks xmlns:a="http://schemas.openxmlformats.org/drawingml/2006/main" noChangeAspect="1"/>
          </p:cNvPicPr>
          <p:nvPr/>
        </p:nvPicPr>
        <p:blipFill>
          <a:blip xmlns:r="http://schemas.openxmlformats.org/officeDocument/2006/relationships" xmlns:a="http://schemas.openxmlformats.org/drawingml/2006/main" r:embed="R6edc761fead74050"/>
          <a:stretch xmlns:a="http://schemas.openxmlformats.org/drawingml/2006/main"/>
        </p:blipFill>
        <p:spPr>
          <a:xfrm xmlns:a="http://schemas.openxmlformats.org/drawingml/2006/main">
            <a:off x="161925" y="6838950"/>
            <a:ext cx="495300" cy="495300"/>
          </a:xfrm>
          <a:prstGeom xmlns:a="http://schemas.openxmlformats.org/drawingml/2006/main" prst="rect">
            <a:avLst/>
          </a:prstGeom>
        </p:spPr>
      </p:pic>
      <p:sp>
        <p:nvSpPr>
          <p:cNvPr id="24" name="Awareness URL left half back">
            <a:extLst xmlns:a="http://schemas.openxmlformats.org/drawingml/2006/main">
              <a:ext uri="{FF2B5EF4-FFF2-40B4-BE49-F238E27FC236}">
                <a16:creationId xmlns:a16="http://schemas.microsoft.com/office/drawing/2014/main" id="{EDF07C28-1B2C-4C20-8207-B8039CA81AC6}"/>
              </a:ext>
            </a:extLst>
          </p:cNvPr>
          <p:cNvSpPr>
            <a:spLocks xmlns:a="http://schemas.openxmlformats.org/drawingml/2006/main" noGrp="1"/>
          </p:cNvSpPr>
          <p:nvPr/>
        </p:nvSpPr>
        <p:spPr>
          <a:xfrm xmlns:a="http://schemas.openxmlformats.org/drawingml/2006/main">
            <a:off x="790575" y="64960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FFFF0A"/>
                </a:solidFill>
                <a:latin typeface="Space Grotesk"/>
                <a:ea typeface="Space Grotesk"/>
                <a:cs typeface="Space Grotesk"/>
              </a:defRPr>
            </a:defPPr>
            <a:lvl1pPr algn="l">
              <a:defRPr sz="1500" b="1">
                <a:solidFill>
                  <a:srgbClr val="FFFF0A"/>
                </a:solidFill>
                <a:latin typeface="Space Grotesk"/>
                <a:ea typeface="Space Grotesk"/>
                <a:cs typeface="Space Grotesk"/>
              </a:defRPr>
            </a:lvl1pPr>
            <a:lvl2pPr algn="l">
              <a:defRPr sz="1500" b="1">
                <a:solidFill>
                  <a:srgbClr val="FFFF0A"/>
                </a:solidFill>
                <a:latin typeface="Space Grotesk"/>
                <a:ea typeface="Space Grotesk"/>
                <a:cs typeface="Space Grotesk"/>
              </a:defRPr>
            </a:lvl2pPr>
            <a:lvl3pPr algn="l">
              <a:defRPr sz="1500" b="1">
                <a:solidFill>
                  <a:srgbClr val="FFFF0A"/>
                </a:solidFill>
                <a:latin typeface="Space Grotesk"/>
                <a:ea typeface="Space Grotesk"/>
                <a:cs typeface="Space Grotesk"/>
              </a:defRPr>
            </a:lvl3pPr>
            <a:lvl4pPr algn="l">
              <a:defRPr sz="1500" b="1">
                <a:solidFill>
                  <a:srgbClr val="FFFF0A"/>
                </a:solidFill>
                <a:latin typeface="Space Grotesk"/>
                <a:ea typeface="Space Grotesk"/>
                <a:cs typeface="Space Grotesk"/>
              </a:defRPr>
            </a:lvl4pPr>
            <a:lvl5pPr algn="l">
              <a:defRPr sz="1500" b="1">
                <a:solidFill>
                  <a:srgbClr val="FFFF0A"/>
                </a:solidFill>
                <a:latin typeface="Space Grotesk"/>
                <a:ea typeface="Space Grotesk"/>
                <a:cs typeface="Space Grotesk"/>
              </a:defRPr>
            </a:lvl5pPr>
            <a:lvl6pPr algn="l">
              <a:defRPr sz="1500" b="1">
                <a:solidFill>
                  <a:srgbClr val="FFFF0A"/>
                </a:solidFill>
                <a:latin typeface="Space Grotesk"/>
                <a:ea typeface="Space Grotesk"/>
                <a:cs typeface="Space Grotesk"/>
              </a:defRPr>
            </a:lvl6pPr>
            <a:lvl7pPr algn="l">
              <a:defRPr sz="1500" b="1">
                <a:solidFill>
                  <a:srgbClr val="FFFF0A"/>
                </a:solidFill>
                <a:latin typeface="Space Grotesk"/>
                <a:ea typeface="Space Grotesk"/>
                <a:cs typeface="Space Grotesk"/>
              </a:defRPr>
            </a:lvl7pPr>
            <a:lvl8pPr algn="l">
              <a:defRPr sz="1500" b="1">
                <a:solidFill>
                  <a:srgbClr val="FFFF0A"/>
                </a:solidFill>
                <a:latin typeface="Space Grotesk"/>
                <a:ea typeface="Space Grotesk"/>
                <a:cs typeface="Space Grotesk"/>
              </a:defRPr>
            </a:lvl8pPr>
            <a:lvl9pPr algn="l">
              <a:defRPr sz="1500" b="1">
                <a:solidFill>
                  <a:srgbClr val="FFFF0A"/>
                </a:solidFill>
                <a:latin typeface="Space Grotesk"/>
                <a:ea typeface="Space Grotesk"/>
                <a:cs typeface="Space Grotesk"/>
              </a:defRPr>
            </a:lvl9pPr>
          </a:lstStyle>
          <a:p xmlns:a="http://schemas.openxmlformats.org/drawingml/2006/main">
            <a:pPr algn="l">
              <a:lnSpc>
                <a:spcPct val="100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25" name="Awareness CTA left half back">
            <a:extLst xmlns:a="http://schemas.openxmlformats.org/drawingml/2006/main">
              <a:ext uri="{FF2B5EF4-FFF2-40B4-BE49-F238E27FC236}">
                <a16:creationId xmlns:a16="http://schemas.microsoft.com/office/drawing/2014/main" id="{A2D05A7D-582C-48C0-9ADD-C36164A2A7C7}"/>
              </a:ext>
            </a:extLst>
          </p:cNvPr>
          <p:cNvSpPr>
            <a:spLocks xmlns:a="http://schemas.openxmlformats.org/drawingml/2006/main" noGrp="1"/>
          </p:cNvSpPr>
          <p:nvPr/>
        </p:nvSpPr>
        <p:spPr>
          <a:xfrm xmlns:a="http://schemas.openxmlformats.org/drawingml/2006/main">
            <a:off x="790575" y="6791325"/>
            <a:ext cx="333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b="1">
                <a:solidFill>
                  <a:srgbClr val="FFFFFF"/>
                </a:solidFill>
                <a:latin typeface="Arial"/>
                <a:ea typeface="Arial"/>
                <a:cs typeface="Arial"/>
              </a:defRPr>
            </a:defPPr>
            <a:lvl1pPr algn="l">
              <a:defRPr sz="982" b="1">
                <a:solidFill>
                  <a:srgbClr val="FFFFFF"/>
                </a:solidFill>
                <a:latin typeface="Arial"/>
                <a:ea typeface="Arial"/>
                <a:cs typeface="Arial"/>
              </a:defRPr>
            </a:lvl1pPr>
            <a:lvl2pPr algn="l">
              <a:defRPr sz="982" b="1">
                <a:solidFill>
                  <a:srgbClr val="FFFFFF"/>
                </a:solidFill>
                <a:latin typeface="Arial"/>
                <a:ea typeface="Arial"/>
                <a:cs typeface="Arial"/>
              </a:defRPr>
            </a:lvl2pPr>
            <a:lvl3pPr algn="l">
              <a:defRPr sz="982" b="1">
                <a:solidFill>
                  <a:srgbClr val="FFFFFF"/>
                </a:solidFill>
                <a:latin typeface="Arial"/>
                <a:ea typeface="Arial"/>
                <a:cs typeface="Arial"/>
              </a:defRPr>
            </a:lvl3pPr>
            <a:lvl4pPr algn="l">
              <a:defRPr sz="982" b="1">
                <a:solidFill>
                  <a:srgbClr val="FFFFFF"/>
                </a:solidFill>
                <a:latin typeface="Arial"/>
                <a:ea typeface="Arial"/>
                <a:cs typeface="Arial"/>
              </a:defRPr>
            </a:lvl4pPr>
            <a:lvl5pPr algn="l">
              <a:defRPr sz="982" b="1">
                <a:solidFill>
                  <a:srgbClr val="FFFFFF"/>
                </a:solidFill>
                <a:latin typeface="Arial"/>
                <a:ea typeface="Arial"/>
                <a:cs typeface="Arial"/>
              </a:defRPr>
            </a:lvl5pPr>
            <a:lvl6pPr algn="l">
              <a:defRPr sz="982" b="1">
                <a:solidFill>
                  <a:srgbClr val="FFFFFF"/>
                </a:solidFill>
                <a:latin typeface="Arial"/>
                <a:ea typeface="Arial"/>
                <a:cs typeface="Arial"/>
              </a:defRPr>
            </a:lvl6pPr>
            <a:lvl7pPr algn="l">
              <a:defRPr sz="982" b="1">
                <a:solidFill>
                  <a:srgbClr val="FFFFFF"/>
                </a:solidFill>
                <a:latin typeface="Arial"/>
                <a:ea typeface="Arial"/>
                <a:cs typeface="Arial"/>
              </a:defRPr>
            </a:lvl7pPr>
            <a:lvl8pPr algn="l">
              <a:defRPr sz="982" b="1">
                <a:solidFill>
                  <a:srgbClr val="FFFFFF"/>
                </a:solidFill>
                <a:latin typeface="Arial"/>
                <a:ea typeface="Arial"/>
                <a:cs typeface="Arial"/>
              </a:defRPr>
            </a:lvl8pPr>
            <a:lvl9pPr algn="l">
              <a:defRPr sz="982" b="1">
                <a:solidFill>
                  <a:srgbClr val="FFFFFF"/>
                </a:solidFill>
                <a:latin typeface="Arial"/>
                <a:ea typeface="Arial"/>
                <a:cs typeface="Arial"/>
              </a:defRPr>
            </a:lvl9pPr>
          </a:lstStyle>
          <a:p xmlns:a="http://schemas.openxmlformats.org/drawingml/2006/main">
            <a:pPr algn="l">
              <a:lnSpc>
                <a:spcPct val="100000"/>
              </a:lnSpc>
              <a:buNone/>
              <a:defRPr sz="982" b="1">
                <a:solidFill>
                  <a:srgbClr val="FFFFFF"/>
                </a:solidFill>
                <a:latin typeface="Arial"/>
                <a:ea typeface="Arial"/>
                <a:cs typeface="Arial"/>
              </a:defRPr>
            </a:pPr>
            <a:r>
              <a:rPr sz="982" b="1">
                <a:solidFill>
                  <a:srgbClr val="FFFFFF"/>
                </a:solidFill>
                <a:latin typeface="Arial"/>
                <a:ea typeface="Arial"/>
                <a:cs typeface="Arial"/>
              </a:rPr>
              <a:t>Find groups and public rides.</a:t>
            </a:r>
          </a:p>
        </p:txBody>
      </p:sp>
      <p:sp>
        <p:nvSpPr>
          <p:cNvPr id="26" name="Awareness resource line left half back">
            <a:extLst xmlns:a="http://schemas.openxmlformats.org/drawingml/2006/main">
              <a:ext uri="{FF2B5EF4-FFF2-40B4-BE49-F238E27FC236}">
                <a16:creationId xmlns:a16="http://schemas.microsoft.com/office/drawing/2014/main" id="{198869D6-AA91-4638-93B0-2BA6E943AA11}"/>
              </a:ext>
            </a:extLst>
          </p:cNvPr>
          <p:cNvSpPr>
            <a:spLocks xmlns:a="http://schemas.openxmlformats.org/drawingml/2006/main" noGrp="1"/>
          </p:cNvSpPr>
          <p:nvPr/>
        </p:nvSpPr>
        <p:spPr>
          <a:xfrm xmlns:a="http://schemas.openxmlformats.org/drawingml/2006/main">
            <a:off x="790575" y="7038975"/>
            <a:ext cx="3371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7" b="0">
                <a:solidFill>
                  <a:srgbClr val="FFFFFF"/>
                </a:solidFill>
                <a:latin typeface="Arial"/>
                <a:ea typeface="Arial"/>
                <a:cs typeface="Arial"/>
              </a:defRPr>
            </a:defPPr>
            <a:lvl1pPr algn="l">
              <a:defRPr sz="907" b="0">
                <a:solidFill>
                  <a:srgbClr val="FFFFFF"/>
                </a:solidFill>
                <a:latin typeface="Arial"/>
                <a:ea typeface="Arial"/>
                <a:cs typeface="Arial"/>
              </a:defRPr>
            </a:lvl1pPr>
            <a:lvl2pPr algn="l">
              <a:defRPr sz="907" b="0">
                <a:solidFill>
                  <a:srgbClr val="FFFFFF"/>
                </a:solidFill>
                <a:latin typeface="Arial"/>
                <a:ea typeface="Arial"/>
                <a:cs typeface="Arial"/>
              </a:defRPr>
            </a:lvl2pPr>
            <a:lvl3pPr algn="l">
              <a:defRPr sz="907" b="0">
                <a:solidFill>
                  <a:srgbClr val="FFFFFF"/>
                </a:solidFill>
                <a:latin typeface="Arial"/>
                <a:ea typeface="Arial"/>
                <a:cs typeface="Arial"/>
              </a:defRPr>
            </a:lvl3pPr>
            <a:lvl4pPr algn="l">
              <a:defRPr sz="907" b="0">
                <a:solidFill>
                  <a:srgbClr val="FFFFFF"/>
                </a:solidFill>
                <a:latin typeface="Arial"/>
                <a:ea typeface="Arial"/>
                <a:cs typeface="Arial"/>
              </a:defRPr>
            </a:lvl4pPr>
            <a:lvl5pPr algn="l">
              <a:defRPr sz="907" b="0">
                <a:solidFill>
                  <a:srgbClr val="FFFFFF"/>
                </a:solidFill>
                <a:latin typeface="Arial"/>
                <a:ea typeface="Arial"/>
                <a:cs typeface="Arial"/>
              </a:defRPr>
            </a:lvl5pPr>
            <a:lvl6pPr algn="l">
              <a:defRPr sz="907" b="0">
                <a:solidFill>
                  <a:srgbClr val="FFFFFF"/>
                </a:solidFill>
                <a:latin typeface="Arial"/>
                <a:ea typeface="Arial"/>
                <a:cs typeface="Arial"/>
              </a:defRPr>
            </a:lvl6pPr>
            <a:lvl7pPr algn="l">
              <a:defRPr sz="907" b="0">
                <a:solidFill>
                  <a:srgbClr val="FFFFFF"/>
                </a:solidFill>
                <a:latin typeface="Arial"/>
                <a:ea typeface="Arial"/>
                <a:cs typeface="Arial"/>
              </a:defRPr>
            </a:lvl7pPr>
            <a:lvl8pPr algn="l">
              <a:defRPr sz="907" b="0">
                <a:solidFill>
                  <a:srgbClr val="FFFFFF"/>
                </a:solidFill>
                <a:latin typeface="Arial"/>
                <a:ea typeface="Arial"/>
                <a:cs typeface="Arial"/>
              </a:defRPr>
            </a:lvl8pPr>
            <a:lvl9pPr algn="l">
              <a:defRPr sz="907" b="0">
                <a:solidFill>
                  <a:srgbClr val="FFFFFF"/>
                </a:solidFill>
                <a:latin typeface="Arial"/>
                <a:ea typeface="Arial"/>
                <a:cs typeface="Arial"/>
              </a:defRPr>
            </a:lvl9pPr>
          </a:lstStyle>
          <a:p xmlns:a="http://schemas.openxmlformats.org/drawingml/2006/main">
            <a:pPr algn="l">
              <a:lnSpc>
                <a:spcPct val="100000"/>
              </a:lnSpc>
              <a:buNone/>
              <a:defRPr sz="907" b="0">
                <a:solidFill>
                  <a:srgbClr val="FFFFFF"/>
                </a:solidFill>
                <a:latin typeface="Arial"/>
                <a:ea typeface="Arial"/>
                <a:cs typeface="Arial"/>
              </a:defRPr>
            </a:pPr>
            <a:r>
              <a:rPr sz="907" b="0">
                <a:solidFill>
                  <a:srgbClr val="FFFFFF"/>
                </a:solidFill>
                <a:latin typeface="Arial"/>
                <a:ea typeface="Arial"/>
                <a:cs typeface="Arial"/>
              </a:rPr>
              <a:t>Free road-safety guides for everyone sharing the road.</a:t>
            </a:r>
          </a:p>
        </p:txBody>
      </p:sp>
      <p:sp>
        <p:nvSpPr>
          <p:cNvPr id="27" name="QR white quiet zone left half back">
            <a:extLst xmlns:a="http://schemas.openxmlformats.org/drawingml/2006/main">
              <a:ext uri="{FF2B5EF4-FFF2-40B4-BE49-F238E27FC236}">
                <a16:creationId xmlns:a16="http://schemas.microsoft.com/office/drawing/2014/main" id="{239D1466-9CC5-4628-BCFA-7B2D05E978AF}"/>
              </a:ext>
            </a:extLst>
          </p:cNvPr>
          <p:cNvSpPr>
            <a:spLocks xmlns:a="http://schemas.openxmlformats.org/drawingml/2006/main" noGrp="1"/>
          </p:cNvSpPr>
          <p:nvPr/>
        </p:nvSpPr>
        <p:spPr>
          <a:xfrm xmlns:a="http://schemas.openxmlformats.org/drawingml/2006/main">
            <a:off x="4257675" y="6734175"/>
            <a:ext cx="657225" cy="6572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8" name="">
            <a:extLst xmlns:a="http://schemas.openxmlformats.org/drawingml/2006/main">
              <a:ext uri="{FF2B5EF4-FFF2-40B4-BE49-F238E27FC236}">
                <a16:creationId xmlns:a16="http://schemas.microsoft.com/office/drawing/2014/main" id="{BCCB9FE9-AF59-4319-B561-D14B5CD1D0DA}"/>
              </a:ext>
            </a:extLst>
          </p:cNvPr>
          <p:cNvPicPr>
            <a:picLocks xmlns:a="http://schemas.openxmlformats.org/drawingml/2006/main" noChangeAspect="1"/>
          </p:cNvPicPr>
          <p:nvPr/>
        </p:nvPicPr>
        <p:blipFill>
          <a:blip xmlns:r="http://schemas.openxmlformats.org/officeDocument/2006/relationships" xmlns:a="http://schemas.openxmlformats.org/drawingml/2006/main" r:embed="R380aa9b99bb1421a"/>
          <a:stretch xmlns:a="http://schemas.openxmlformats.org/drawingml/2006/main"/>
        </p:blipFill>
        <p:spPr>
          <a:xfrm xmlns:a="http://schemas.openxmlformats.org/drawingml/2006/main">
            <a:off x="4286250" y="6762750"/>
            <a:ext cx="600075" cy="600075"/>
          </a:xfrm>
          <a:prstGeom xmlns:a="http://schemas.openxmlformats.org/drawingml/2006/main" prst="rect">
            <a:avLst/>
          </a:prstGeom>
        </p:spPr>
      </p:pic>
      <p:sp>
        <p:nvSpPr>
          <p:cNvPr id="29" name="Driver awareness header right half back">
            <a:extLst xmlns:a="http://schemas.openxmlformats.org/drawingml/2006/main">
              <a:ext uri="{FF2B5EF4-FFF2-40B4-BE49-F238E27FC236}">
                <a16:creationId xmlns:a16="http://schemas.microsoft.com/office/drawing/2014/main" id="{1D3FC108-2D86-4FB4-9B35-812872A8A5B8}"/>
              </a:ext>
            </a:extLst>
          </p:cNvPr>
          <p:cNvSpPr>
            <a:spLocks xmlns:a="http://schemas.openxmlformats.org/drawingml/2006/main" noGrp="1"/>
          </p:cNvSpPr>
          <p:nvPr/>
        </p:nvSpPr>
        <p:spPr>
          <a:xfrm xmlns:a="http://schemas.openxmlformats.org/drawingml/2006/main">
            <a:off x="5029200" y="0"/>
            <a:ext cx="5029200" cy="11811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30" name="Driver awareness accent right half back">
            <a:extLst xmlns:a="http://schemas.openxmlformats.org/drawingml/2006/main">
              <a:ext uri="{FF2B5EF4-FFF2-40B4-BE49-F238E27FC236}">
                <a16:creationId xmlns:a16="http://schemas.microsoft.com/office/drawing/2014/main" id="{3DC5B053-C96F-44AB-B3ED-829BABB2913E}"/>
              </a:ext>
            </a:extLst>
          </p:cNvPr>
          <p:cNvSpPr>
            <a:spLocks xmlns:a="http://schemas.openxmlformats.org/drawingml/2006/main" noGrp="1"/>
          </p:cNvSpPr>
          <p:nvPr/>
        </p:nvSpPr>
        <p:spPr>
          <a:xfrm xmlns:a="http://schemas.openxmlformats.org/drawingml/2006/main">
            <a:off x="5267325" y="152400"/>
            <a:ext cx="32385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31" name="Driver awareness kicker right half back">
            <a:extLst xmlns:a="http://schemas.openxmlformats.org/drawingml/2006/main">
              <a:ext uri="{FF2B5EF4-FFF2-40B4-BE49-F238E27FC236}">
                <a16:creationId xmlns:a16="http://schemas.microsoft.com/office/drawing/2014/main" id="{4C618785-02B5-4749-947F-85D5F41F8167}"/>
              </a:ext>
            </a:extLst>
          </p:cNvPr>
          <p:cNvSpPr>
            <a:spLocks xmlns:a="http://schemas.openxmlformats.org/drawingml/2006/main" noGrp="1"/>
          </p:cNvSpPr>
          <p:nvPr/>
        </p:nvSpPr>
        <p:spPr>
          <a:xfrm xmlns:a="http://schemas.openxmlformats.org/drawingml/2006/main">
            <a:off x="5267325" y="257175"/>
            <a:ext cx="419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1">
                <a:solidFill>
                  <a:srgbClr val="FFFF0A"/>
                </a:solidFill>
                <a:latin typeface="Space Grotesk"/>
                <a:ea typeface="Space Grotesk"/>
                <a:cs typeface="Space Grotesk"/>
              </a:defRPr>
            </a:defPPr>
            <a:lvl1pPr algn="l">
              <a:defRPr sz="990" b="1">
                <a:solidFill>
                  <a:srgbClr val="FFFF0A"/>
                </a:solidFill>
                <a:latin typeface="Space Grotesk"/>
                <a:ea typeface="Space Grotesk"/>
                <a:cs typeface="Space Grotesk"/>
              </a:defRPr>
            </a:lvl1pPr>
            <a:lvl2pPr algn="l">
              <a:defRPr sz="990" b="1">
                <a:solidFill>
                  <a:srgbClr val="FFFF0A"/>
                </a:solidFill>
                <a:latin typeface="Space Grotesk"/>
                <a:ea typeface="Space Grotesk"/>
                <a:cs typeface="Space Grotesk"/>
              </a:defRPr>
            </a:lvl2pPr>
            <a:lvl3pPr algn="l">
              <a:defRPr sz="990" b="1">
                <a:solidFill>
                  <a:srgbClr val="FFFF0A"/>
                </a:solidFill>
                <a:latin typeface="Space Grotesk"/>
                <a:ea typeface="Space Grotesk"/>
                <a:cs typeface="Space Grotesk"/>
              </a:defRPr>
            </a:lvl3pPr>
            <a:lvl4pPr algn="l">
              <a:defRPr sz="990" b="1">
                <a:solidFill>
                  <a:srgbClr val="FFFF0A"/>
                </a:solidFill>
                <a:latin typeface="Space Grotesk"/>
                <a:ea typeface="Space Grotesk"/>
                <a:cs typeface="Space Grotesk"/>
              </a:defRPr>
            </a:lvl4pPr>
            <a:lvl5pPr algn="l">
              <a:defRPr sz="990" b="1">
                <a:solidFill>
                  <a:srgbClr val="FFFF0A"/>
                </a:solidFill>
                <a:latin typeface="Space Grotesk"/>
                <a:ea typeface="Space Grotesk"/>
                <a:cs typeface="Space Grotesk"/>
              </a:defRPr>
            </a:lvl5pPr>
            <a:lvl6pPr algn="l">
              <a:defRPr sz="990" b="1">
                <a:solidFill>
                  <a:srgbClr val="FFFF0A"/>
                </a:solidFill>
                <a:latin typeface="Space Grotesk"/>
                <a:ea typeface="Space Grotesk"/>
                <a:cs typeface="Space Grotesk"/>
              </a:defRPr>
            </a:lvl6pPr>
            <a:lvl7pPr algn="l">
              <a:defRPr sz="990" b="1">
                <a:solidFill>
                  <a:srgbClr val="FFFF0A"/>
                </a:solidFill>
                <a:latin typeface="Space Grotesk"/>
                <a:ea typeface="Space Grotesk"/>
                <a:cs typeface="Space Grotesk"/>
              </a:defRPr>
            </a:lvl7pPr>
            <a:lvl8pPr algn="l">
              <a:defRPr sz="990" b="1">
                <a:solidFill>
                  <a:srgbClr val="FFFF0A"/>
                </a:solidFill>
                <a:latin typeface="Space Grotesk"/>
                <a:ea typeface="Space Grotesk"/>
                <a:cs typeface="Space Grotesk"/>
              </a:defRPr>
            </a:lvl8pPr>
            <a:lvl9pPr algn="l">
              <a:defRPr sz="990" b="1">
                <a:solidFill>
                  <a:srgbClr val="FFFF0A"/>
                </a:solidFill>
                <a:latin typeface="Space Grotesk"/>
                <a:ea typeface="Space Grotesk"/>
                <a:cs typeface="Space Grotesk"/>
              </a:defRPr>
            </a:lvl9pPr>
          </a:lstStyle>
          <a:p xmlns:a="http://schemas.openxmlformats.org/drawingml/2006/main">
            <a:pPr algn="l">
              <a:lnSpc>
                <a:spcPct val="100000"/>
              </a:lnSpc>
              <a:buNone/>
              <a:defRPr sz="990" b="1">
                <a:solidFill>
                  <a:srgbClr val="FFFF0A"/>
                </a:solidFill>
                <a:latin typeface="Space Grotesk"/>
                <a:ea typeface="Space Grotesk"/>
                <a:cs typeface="Space Grotesk"/>
              </a:defRPr>
            </a:pPr>
            <a:r>
              <a:rPr sz="990" b="1">
                <a:solidFill>
                  <a:srgbClr val="FFFF0A"/>
                </a:solidFill>
                <a:latin typeface="Space Grotesk"/>
                <a:ea typeface="Space Grotesk"/>
                <a:cs typeface="Space Grotesk"/>
              </a:rPr>
              <a:t>DRIVER GUIDE</a:t>
            </a:r>
          </a:p>
        </p:txBody>
      </p:sp>
      <p:sp>
        <p:nvSpPr>
          <p:cNvPr id="32" name="Driver awareness headline right half back">
            <a:extLst xmlns:a="http://schemas.openxmlformats.org/drawingml/2006/main">
              <a:ext uri="{FF2B5EF4-FFF2-40B4-BE49-F238E27FC236}">
                <a16:creationId xmlns:a16="http://schemas.microsoft.com/office/drawing/2014/main" id="{1DD7EFE7-7D27-4E98-9D61-F3593BBD0D67}"/>
              </a:ext>
            </a:extLst>
          </p:cNvPr>
          <p:cNvSpPr>
            <a:spLocks xmlns:a="http://schemas.openxmlformats.org/drawingml/2006/main" noGrp="1"/>
          </p:cNvSpPr>
          <p:nvPr/>
        </p:nvSpPr>
        <p:spPr>
          <a:xfrm xmlns:a="http://schemas.openxmlformats.org/drawingml/2006/main">
            <a:off x="5267325" y="466725"/>
            <a:ext cx="459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Space Grotesk"/>
                <a:ea typeface="Space Grotesk"/>
                <a:cs typeface="Space Grotesk"/>
              </a:defRPr>
            </a:defPPr>
            <a:lvl1pPr algn="l">
              <a:defRPr sz="1950" b="1">
                <a:solidFill>
                  <a:srgbClr val="FFFFFF"/>
                </a:solidFill>
                <a:latin typeface="Space Grotesk"/>
                <a:ea typeface="Space Grotesk"/>
                <a:cs typeface="Space Grotesk"/>
              </a:defRPr>
            </a:lvl1pPr>
            <a:lvl2pPr algn="l">
              <a:defRPr sz="1950" b="1">
                <a:solidFill>
                  <a:srgbClr val="FFFFFF"/>
                </a:solidFill>
                <a:latin typeface="Space Grotesk"/>
                <a:ea typeface="Space Grotesk"/>
                <a:cs typeface="Space Grotesk"/>
              </a:defRPr>
            </a:lvl2pPr>
            <a:lvl3pPr algn="l">
              <a:defRPr sz="1950" b="1">
                <a:solidFill>
                  <a:srgbClr val="FFFFFF"/>
                </a:solidFill>
                <a:latin typeface="Space Grotesk"/>
                <a:ea typeface="Space Grotesk"/>
                <a:cs typeface="Space Grotesk"/>
              </a:defRPr>
            </a:lvl3pPr>
            <a:lvl4pPr algn="l">
              <a:defRPr sz="1950" b="1">
                <a:solidFill>
                  <a:srgbClr val="FFFFFF"/>
                </a:solidFill>
                <a:latin typeface="Space Grotesk"/>
                <a:ea typeface="Space Grotesk"/>
                <a:cs typeface="Space Grotesk"/>
              </a:defRPr>
            </a:lvl4pPr>
            <a:lvl5pPr algn="l">
              <a:defRPr sz="1950" b="1">
                <a:solidFill>
                  <a:srgbClr val="FFFFFF"/>
                </a:solidFill>
                <a:latin typeface="Space Grotesk"/>
                <a:ea typeface="Space Grotesk"/>
                <a:cs typeface="Space Grotesk"/>
              </a:defRPr>
            </a:lvl5pPr>
            <a:lvl6pPr algn="l">
              <a:defRPr sz="1950" b="1">
                <a:solidFill>
                  <a:srgbClr val="FFFFFF"/>
                </a:solidFill>
                <a:latin typeface="Space Grotesk"/>
                <a:ea typeface="Space Grotesk"/>
                <a:cs typeface="Space Grotesk"/>
              </a:defRPr>
            </a:lvl6pPr>
            <a:lvl7pPr algn="l">
              <a:defRPr sz="1950" b="1">
                <a:solidFill>
                  <a:srgbClr val="FFFFFF"/>
                </a:solidFill>
                <a:latin typeface="Space Grotesk"/>
                <a:ea typeface="Space Grotesk"/>
                <a:cs typeface="Space Grotesk"/>
              </a:defRPr>
            </a:lvl7pPr>
            <a:lvl8pPr algn="l">
              <a:defRPr sz="1950" b="1">
                <a:solidFill>
                  <a:srgbClr val="FFFFFF"/>
                </a:solidFill>
                <a:latin typeface="Space Grotesk"/>
                <a:ea typeface="Space Grotesk"/>
                <a:cs typeface="Space Grotesk"/>
              </a:defRPr>
            </a:lvl8pPr>
            <a:lvl9pPr algn="l">
              <a:defRPr sz="1950" b="1">
                <a:solidFill>
                  <a:srgbClr val="FFFFFF"/>
                </a:solidFill>
                <a:latin typeface="Space Grotesk"/>
                <a:ea typeface="Space Grotesk"/>
                <a:cs typeface="Space Grotesk"/>
              </a:defRPr>
            </a:lvl9pPr>
          </a:lstStyle>
          <a:p xmlns:a="http://schemas.openxmlformats.org/drawingml/2006/main">
            <a:pPr algn="l">
              <a:lnSpc>
                <a:spcPct val="90000"/>
              </a:lnSpc>
              <a:buNone/>
              <a:defRPr sz="1950" b="1">
                <a:solidFill>
                  <a:srgbClr val="FFFFFF"/>
                </a:solidFill>
                <a:latin typeface="Space Grotesk"/>
                <a:ea typeface="Space Grotesk"/>
                <a:cs typeface="Space Grotesk"/>
              </a:defRPr>
            </a:pPr>
            <a:r>
              <a:rPr sz="1950" b="1">
                <a:solidFill>
                  <a:srgbClr val="FFFFFF"/>
                </a:solidFill>
                <a:latin typeface="Space Grotesk"/>
                <a:ea typeface="Space Grotesk"/>
                <a:cs typeface="Space Grotesk"/>
              </a:rPr>
              <a:t>NO ROOM TO PASS?</a:t>
            </a:r>
          </a:p>
          <a:p xmlns:a="http://schemas.openxmlformats.org/drawingml/2006/main">
            <a:pPr algn="l">
              <a:lnSpc>
                <a:spcPct val="90000"/>
              </a:lnSpc>
              <a:buNone/>
              <a:defRPr sz="1950" b="1">
                <a:solidFill>
                  <a:srgbClr val="FFFFFF"/>
                </a:solidFill>
                <a:latin typeface="Space Grotesk"/>
                <a:ea typeface="Space Grotesk"/>
                <a:cs typeface="Space Grotesk"/>
              </a:defRPr>
            </a:pPr>
            <a:r>
              <a:rPr sz="1950" b="1">
                <a:solidFill>
                  <a:srgbClr val="FFFFFF"/>
                </a:solidFill>
                <a:latin typeface="Space Grotesk"/>
                <a:ea typeface="Space Grotesk"/>
                <a:cs typeface="Space Grotesk"/>
              </a:rPr>
              <a:t>SLOW DOWN AND WAIT.</a:t>
            </a:r>
          </a:p>
        </p:txBody>
      </p:sp>
      <p:pic>
        <p:nvPicPr>
          <p:cNvPr id="33" name="">
            <a:extLst xmlns:a="http://schemas.openxmlformats.org/drawingml/2006/main">
              <a:ext uri="{FF2B5EF4-FFF2-40B4-BE49-F238E27FC236}">
                <a16:creationId xmlns:a16="http://schemas.microsoft.com/office/drawing/2014/main" id="{D177DB41-E378-4A74-AD7E-702EE5E5336F}"/>
              </a:ext>
            </a:extLst>
          </p:cNvPr>
          <p:cNvPicPr>
            <a:picLocks xmlns:a="http://schemas.openxmlformats.org/drawingml/2006/main" noChangeAspect="1"/>
          </p:cNvPicPr>
          <p:nvPr/>
        </p:nvPicPr>
        <p:blipFill>
          <a:blip xmlns:r="http://schemas.openxmlformats.org/officeDocument/2006/relationships" xmlns:a="http://schemas.openxmlformats.org/drawingml/2006/main" r:embed="Rebe9f1dd7ccb43ba"/>
          <a:srcRect xmlns:a="http://schemas.openxmlformats.org/drawingml/2006/main" l="3000" t="0" r="2000" b="8000"/>
          <a:stretch xmlns:a="http://schemas.openxmlformats.org/drawingml/2006/main"/>
        </p:blipFill>
        <p:spPr>
          <a:xfrm xmlns:a="http://schemas.openxmlformats.org/drawingml/2006/main">
            <a:off x="5029200" y="1181100"/>
            <a:ext cx="5029200" cy="1790700"/>
          </a:xfrm>
          <a:prstGeom xmlns:a="http://schemas.openxmlformats.org/drawingml/2006/main" prst="rect">
            <a:avLst/>
          </a:prstGeom>
        </p:spPr>
      </p:pic>
      <p:sp>
        <p:nvSpPr>
          <p:cNvPr id="34" name="Awareness image edge right half back">
            <a:extLst xmlns:a="http://schemas.openxmlformats.org/drawingml/2006/main">
              <a:ext uri="{FF2B5EF4-FFF2-40B4-BE49-F238E27FC236}">
                <a16:creationId xmlns:a16="http://schemas.microsoft.com/office/drawing/2014/main" id="{74C52144-632B-4DF9-8CBC-B4A20651BE88}"/>
              </a:ext>
            </a:extLst>
          </p:cNvPr>
          <p:cNvSpPr>
            <a:spLocks xmlns:a="http://schemas.openxmlformats.org/drawingml/2006/main" noGrp="1"/>
          </p:cNvSpPr>
          <p:nvPr/>
        </p:nvSpPr>
        <p:spPr>
          <a:xfrm xmlns:a="http://schemas.openxmlformats.org/drawingml/2006/main">
            <a:off x="5029200" y="2971800"/>
            <a:ext cx="502920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35" name="Driver awareness checks panel right half back">
            <a:extLst xmlns:a="http://schemas.openxmlformats.org/drawingml/2006/main">
              <a:ext uri="{FF2B5EF4-FFF2-40B4-BE49-F238E27FC236}">
                <a16:creationId xmlns:a16="http://schemas.microsoft.com/office/drawing/2014/main" id="{7E7F60DD-2E78-48F7-AFA6-C02178564429}"/>
              </a:ext>
            </a:extLst>
          </p:cNvPr>
          <p:cNvSpPr>
            <a:spLocks xmlns:a="http://schemas.openxmlformats.org/drawingml/2006/main" noGrp="1"/>
          </p:cNvSpPr>
          <p:nvPr/>
        </p:nvSpPr>
        <p:spPr>
          <a:xfrm xmlns:a="http://schemas.openxmlformats.org/drawingml/2006/main">
            <a:off x="5029200" y="3009900"/>
            <a:ext cx="5029200" cy="22479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36" name="Awareness pink separator 1 right half back">
            <a:extLst xmlns:a="http://schemas.openxmlformats.org/drawingml/2006/main">
              <a:ext uri="{FF2B5EF4-FFF2-40B4-BE49-F238E27FC236}">
                <a16:creationId xmlns:a16="http://schemas.microsoft.com/office/drawing/2014/main" id="{DFB3487E-1723-4AF8-BBE3-CC30D475D248}"/>
              </a:ext>
            </a:extLst>
          </p:cNvPr>
          <p:cNvSpPr>
            <a:spLocks xmlns:a="http://schemas.openxmlformats.org/drawingml/2006/main" noGrp="1"/>
          </p:cNvSpPr>
          <p:nvPr/>
        </p:nvSpPr>
        <p:spPr>
          <a:xfrm xmlns:a="http://schemas.openxmlformats.org/drawingml/2006/main">
            <a:off x="5248275" y="3152775"/>
            <a:ext cx="47625" cy="4095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37" name="Awareness step title PASS right half back">
            <a:extLst xmlns:a="http://schemas.openxmlformats.org/drawingml/2006/main">
              <a:ext uri="{FF2B5EF4-FFF2-40B4-BE49-F238E27FC236}">
                <a16:creationId xmlns:a16="http://schemas.microsoft.com/office/drawing/2014/main" id="{2CB2A701-1AF8-4499-8F5E-9CD948DE872E}"/>
              </a:ext>
            </a:extLst>
          </p:cNvPr>
          <p:cNvSpPr>
            <a:spLocks xmlns:a="http://schemas.openxmlformats.org/drawingml/2006/main" noGrp="1"/>
          </p:cNvSpPr>
          <p:nvPr/>
        </p:nvSpPr>
        <p:spPr>
          <a:xfrm xmlns:a="http://schemas.openxmlformats.org/drawingml/2006/main">
            <a:off x="5410200" y="3114675"/>
            <a:ext cx="4410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1">
                <a:solidFill>
                  <a:srgbClr val="FFFF0A"/>
                </a:solidFill>
                <a:latin typeface="Space Grotesk"/>
                <a:ea typeface="Space Grotesk"/>
                <a:cs typeface="Space Grotesk"/>
              </a:defRPr>
            </a:defPPr>
            <a:lvl1pPr algn="l">
              <a:defRPr sz="1065" b="1">
                <a:solidFill>
                  <a:srgbClr val="FFFF0A"/>
                </a:solidFill>
                <a:latin typeface="Space Grotesk"/>
                <a:ea typeface="Space Grotesk"/>
                <a:cs typeface="Space Grotesk"/>
              </a:defRPr>
            </a:lvl1pPr>
            <a:lvl2pPr algn="l">
              <a:defRPr sz="1065" b="1">
                <a:solidFill>
                  <a:srgbClr val="FFFF0A"/>
                </a:solidFill>
                <a:latin typeface="Space Grotesk"/>
                <a:ea typeface="Space Grotesk"/>
                <a:cs typeface="Space Grotesk"/>
              </a:defRPr>
            </a:lvl2pPr>
            <a:lvl3pPr algn="l">
              <a:defRPr sz="1065" b="1">
                <a:solidFill>
                  <a:srgbClr val="FFFF0A"/>
                </a:solidFill>
                <a:latin typeface="Space Grotesk"/>
                <a:ea typeface="Space Grotesk"/>
                <a:cs typeface="Space Grotesk"/>
              </a:defRPr>
            </a:lvl3pPr>
            <a:lvl4pPr algn="l">
              <a:defRPr sz="1065" b="1">
                <a:solidFill>
                  <a:srgbClr val="FFFF0A"/>
                </a:solidFill>
                <a:latin typeface="Space Grotesk"/>
                <a:ea typeface="Space Grotesk"/>
                <a:cs typeface="Space Grotesk"/>
              </a:defRPr>
            </a:lvl4pPr>
            <a:lvl5pPr algn="l">
              <a:defRPr sz="1065" b="1">
                <a:solidFill>
                  <a:srgbClr val="FFFF0A"/>
                </a:solidFill>
                <a:latin typeface="Space Grotesk"/>
                <a:ea typeface="Space Grotesk"/>
                <a:cs typeface="Space Grotesk"/>
              </a:defRPr>
            </a:lvl5pPr>
            <a:lvl6pPr algn="l">
              <a:defRPr sz="1065" b="1">
                <a:solidFill>
                  <a:srgbClr val="FFFF0A"/>
                </a:solidFill>
                <a:latin typeface="Space Grotesk"/>
                <a:ea typeface="Space Grotesk"/>
                <a:cs typeface="Space Grotesk"/>
              </a:defRPr>
            </a:lvl6pPr>
            <a:lvl7pPr algn="l">
              <a:defRPr sz="1065" b="1">
                <a:solidFill>
                  <a:srgbClr val="FFFF0A"/>
                </a:solidFill>
                <a:latin typeface="Space Grotesk"/>
                <a:ea typeface="Space Grotesk"/>
                <a:cs typeface="Space Grotesk"/>
              </a:defRPr>
            </a:lvl7pPr>
            <a:lvl8pPr algn="l">
              <a:defRPr sz="1065" b="1">
                <a:solidFill>
                  <a:srgbClr val="FFFF0A"/>
                </a:solidFill>
                <a:latin typeface="Space Grotesk"/>
                <a:ea typeface="Space Grotesk"/>
                <a:cs typeface="Space Grotesk"/>
              </a:defRPr>
            </a:lvl8pPr>
            <a:lvl9pPr algn="l">
              <a:defRPr sz="1065" b="1">
                <a:solidFill>
                  <a:srgbClr val="FFFF0A"/>
                </a:solidFill>
                <a:latin typeface="Space Grotesk"/>
                <a:ea typeface="Space Grotesk"/>
                <a:cs typeface="Space Grotesk"/>
              </a:defRPr>
            </a:lvl9pPr>
          </a:lstStyle>
          <a:p xmlns:a="http://schemas.openxmlformats.org/drawingml/2006/main">
            <a:pPr algn="l">
              <a:lnSpc>
                <a:spcPct val="100000"/>
              </a:lnSpc>
              <a:buNone/>
              <a:defRPr sz="1065" b="1">
                <a:solidFill>
                  <a:srgbClr val="FFFF0A"/>
                </a:solidFill>
                <a:latin typeface="Space Grotesk"/>
                <a:ea typeface="Space Grotesk"/>
                <a:cs typeface="Space Grotesk"/>
              </a:defRPr>
            </a:pPr>
            <a:r>
              <a:rPr sz="1065" b="1">
                <a:solidFill>
                  <a:srgbClr val="FFFF0A"/>
                </a:solidFill>
                <a:latin typeface="Space Grotesk"/>
                <a:ea typeface="Space Grotesk"/>
                <a:cs typeface="Space Grotesk"/>
              </a:rPr>
              <a:t>PASS</a:t>
            </a:r>
          </a:p>
        </p:txBody>
      </p:sp>
      <p:sp>
        <p:nvSpPr>
          <p:cNvPr id="38" name="Awareness step copy PASS right half back">
            <a:extLst xmlns:a="http://schemas.openxmlformats.org/drawingml/2006/main">
              <a:ext uri="{FF2B5EF4-FFF2-40B4-BE49-F238E27FC236}">
                <a16:creationId xmlns:a16="http://schemas.microsoft.com/office/drawing/2014/main" id="{09636032-679C-409D-B009-353EC6BF1A62}"/>
              </a:ext>
            </a:extLst>
          </p:cNvPr>
          <p:cNvSpPr>
            <a:spLocks xmlns:a="http://schemas.openxmlformats.org/drawingml/2006/main" noGrp="1"/>
          </p:cNvSpPr>
          <p:nvPr/>
        </p:nvSpPr>
        <p:spPr>
          <a:xfrm xmlns:a="http://schemas.openxmlformats.org/drawingml/2006/main">
            <a:off x="5410200" y="32956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No safe room to pass? Slow down and wait behind.</a:t>
            </a:r>
          </a:p>
        </p:txBody>
      </p:sp>
      <p:sp>
        <p:nvSpPr>
          <p:cNvPr id="39" name="Awareness pink separator 2 right half back">
            <a:extLst xmlns:a="http://schemas.openxmlformats.org/drawingml/2006/main">
              <a:ext uri="{FF2B5EF4-FFF2-40B4-BE49-F238E27FC236}">
                <a16:creationId xmlns:a16="http://schemas.microsoft.com/office/drawing/2014/main" id="{CAF439B1-A3E0-40B7-A61C-40BBF2042BD6}"/>
              </a:ext>
            </a:extLst>
          </p:cNvPr>
          <p:cNvSpPr>
            <a:spLocks xmlns:a="http://schemas.openxmlformats.org/drawingml/2006/main" noGrp="1"/>
          </p:cNvSpPr>
          <p:nvPr/>
        </p:nvSpPr>
        <p:spPr>
          <a:xfrm xmlns:a="http://schemas.openxmlformats.org/drawingml/2006/main">
            <a:off x="5248275" y="3838575"/>
            <a:ext cx="47625" cy="4095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0" name="Awareness step title DOOR right half back">
            <a:extLst xmlns:a="http://schemas.openxmlformats.org/drawingml/2006/main">
              <a:ext uri="{FF2B5EF4-FFF2-40B4-BE49-F238E27FC236}">
                <a16:creationId xmlns:a16="http://schemas.microsoft.com/office/drawing/2014/main" id="{67EF6DF7-42C9-44FC-8658-9A8595EA0C91}"/>
              </a:ext>
            </a:extLst>
          </p:cNvPr>
          <p:cNvSpPr>
            <a:spLocks xmlns:a="http://schemas.openxmlformats.org/drawingml/2006/main" noGrp="1"/>
          </p:cNvSpPr>
          <p:nvPr/>
        </p:nvSpPr>
        <p:spPr>
          <a:xfrm xmlns:a="http://schemas.openxmlformats.org/drawingml/2006/main">
            <a:off x="5410200" y="3800475"/>
            <a:ext cx="4410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1">
                <a:solidFill>
                  <a:srgbClr val="FFFF0A"/>
                </a:solidFill>
                <a:latin typeface="Space Grotesk"/>
                <a:ea typeface="Space Grotesk"/>
                <a:cs typeface="Space Grotesk"/>
              </a:defRPr>
            </a:defPPr>
            <a:lvl1pPr algn="l">
              <a:defRPr sz="1065" b="1">
                <a:solidFill>
                  <a:srgbClr val="FFFF0A"/>
                </a:solidFill>
                <a:latin typeface="Space Grotesk"/>
                <a:ea typeface="Space Grotesk"/>
                <a:cs typeface="Space Grotesk"/>
              </a:defRPr>
            </a:lvl1pPr>
            <a:lvl2pPr algn="l">
              <a:defRPr sz="1065" b="1">
                <a:solidFill>
                  <a:srgbClr val="FFFF0A"/>
                </a:solidFill>
                <a:latin typeface="Space Grotesk"/>
                <a:ea typeface="Space Grotesk"/>
                <a:cs typeface="Space Grotesk"/>
              </a:defRPr>
            </a:lvl2pPr>
            <a:lvl3pPr algn="l">
              <a:defRPr sz="1065" b="1">
                <a:solidFill>
                  <a:srgbClr val="FFFF0A"/>
                </a:solidFill>
                <a:latin typeface="Space Grotesk"/>
                <a:ea typeface="Space Grotesk"/>
                <a:cs typeface="Space Grotesk"/>
              </a:defRPr>
            </a:lvl3pPr>
            <a:lvl4pPr algn="l">
              <a:defRPr sz="1065" b="1">
                <a:solidFill>
                  <a:srgbClr val="FFFF0A"/>
                </a:solidFill>
                <a:latin typeface="Space Grotesk"/>
                <a:ea typeface="Space Grotesk"/>
                <a:cs typeface="Space Grotesk"/>
              </a:defRPr>
            </a:lvl4pPr>
            <a:lvl5pPr algn="l">
              <a:defRPr sz="1065" b="1">
                <a:solidFill>
                  <a:srgbClr val="FFFF0A"/>
                </a:solidFill>
                <a:latin typeface="Space Grotesk"/>
                <a:ea typeface="Space Grotesk"/>
                <a:cs typeface="Space Grotesk"/>
              </a:defRPr>
            </a:lvl5pPr>
            <a:lvl6pPr algn="l">
              <a:defRPr sz="1065" b="1">
                <a:solidFill>
                  <a:srgbClr val="FFFF0A"/>
                </a:solidFill>
                <a:latin typeface="Space Grotesk"/>
                <a:ea typeface="Space Grotesk"/>
                <a:cs typeface="Space Grotesk"/>
              </a:defRPr>
            </a:lvl6pPr>
            <a:lvl7pPr algn="l">
              <a:defRPr sz="1065" b="1">
                <a:solidFill>
                  <a:srgbClr val="FFFF0A"/>
                </a:solidFill>
                <a:latin typeface="Space Grotesk"/>
                <a:ea typeface="Space Grotesk"/>
                <a:cs typeface="Space Grotesk"/>
              </a:defRPr>
            </a:lvl7pPr>
            <a:lvl8pPr algn="l">
              <a:defRPr sz="1065" b="1">
                <a:solidFill>
                  <a:srgbClr val="FFFF0A"/>
                </a:solidFill>
                <a:latin typeface="Space Grotesk"/>
                <a:ea typeface="Space Grotesk"/>
                <a:cs typeface="Space Grotesk"/>
              </a:defRPr>
            </a:lvl8pPr>
            <a:lvl9pPr algn="l">
              <a:defRPr sz="1065" b="1">
                <a:solidFill>
                  <a:srgbClr val="FFFF0A"/>
                </a:solidFill>
                <a:latin typeface="Space Grotesk"/>
                <a:ea typeface="Space Grotesk"/>
                <a:cs typeface="Space Grotesk"/>
              </a:defRPr>
            </a:lvl9pPr>
          </a:lstStyle>
          <a:p xmlns:a="http://schemas.openxmlformats.org/drawingml/2006/main">
            <a:pPr algn="l">
              <a:lnSpc>
                <a:spcPct val="100000"/>
              </a:lnSpc>
              <a:buNone/>
              <a:defRPr sz="1065" b="1">
                <a:solidFill>
                  <a:srgbClr val="FFFF0A"/>
                </a:solidFill>
                <a:latin typeface="Space Grotesk"/>
                <a:ea typeface="Space Grotesk"/>
                <a:cs typeface="Space Grotesk"/>
              </a:defRPr>
            </a:pPr>
            <a:r>
              <a:rPr sz="1065" b="1">
                <a:solidFill>
                  <a:srgbClr val="FFFF0A"/>
                </a:solidFill>
                <a:latin typeface="Space Grotesk"/>
                <a:ea typeface="Space Grotesk"/>
                <a:cs typeface="Space Grotesk"/>
              </a:rPr>
              <a:t>DOOR</a:t>
            </a:r>
          </a:p>
        </p:txBody>
      </p:sp>
      <p:sp>
        <p:nvSpPr>
          <p:cNvPr id="41" name="Awareness step copy DOOR right half back">
            <a:extLst xmlns:a="http://schemas.openxmlformats.org/drawingml/2006/main">
              <a:ext uri="{FF2B5EF4-FFF2-40B4-BE49-F238E27FC236}">
                <a16:creationId xmlns:a16="http://schemas.microsoft.com/office/drawing/2014/main" id="{7CD1C5C8-2952-4DF0-AF1A-2E09933D5B4E}"/>
              </a:ext>
            </a:extLst>
          </p:cNvPr>
          <p:cNvSpPr>
            <a:spLocks xmlns:a="http://schemas.openxmlformats.org/drawingml/2006/main" noGrp="1"/>
          </p:cNvSpPr>
          <p:nvPr/>
        </p:nvSpPr>
        <p:spPr>
          <a:xfrm xmlns:a="http://schemas.openxmlformats.org/drawingml/2006/main">
            <a:off x="5410200" y="39814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Check your mirror and over your shoulder. Open only when clear.</a:t>
            </a:r>
          </a:p>
        </p:txBody>
      </p:sp>
      <p:sp>
        <p:nvSpPr>
          <p:cNvPr id="42" name="Awareness pink separator 3 right half back">
            <a:extLst xmlns:a="http://schemas.openxmlformats.org/drawingml/2006/main">
              <a:ext uri="{FF2B5EF4-FFF2-40B4-BE49-F238E27FC236}">
                <a16:creationId xmlns:a16="http://schemas.microsoft.com/office/drawing/2014/main" id="{D036E20B-4E83-4C43-9F96-F358CD90AB89}"/>
              </a:ext>
            </a:extLst>
          </p:cNvPr>
          <p:cNvSpPr>
            <a:spLocks xmlns:a="http://schemas.openxmlformats.org/drawingml/2006/main" noGrp="1"/>
          </p:cNvSpPr>
          <p:nvPr/>
        </p:nvSpPr>
        <p:spPr>
          <a:xfrm xmlns:a="http://schemas.openxmlformats.org/drawingml/2006/main">
            <a:off x="5248275" y="4524375"/>
            <a:ext cx="47625" cy="4095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3" name="Awareness step title TURN right half back">
            <a:extLst xmlns:a="http://schemas.openxmlformats.org/drawingml/2006/main">
              <a:ext uri="{FF2B5EF4-FFF2-40B4-BE49-F238E27FC236}">
                <a16:creationId xmlns:a16="http://schemas.microsoft.com/office/drawing/2014/main" id="{FA96D021-DFEA-4B4D-BE50-022F24DDAC04}"/>
              </a:ext>
            </a:extLst>
          </p:cNvPr>
          <p:cNvSpPr>
            <a:spLocks xmlns:a="http://schemas.openxmlformats.org/drawingml/2006/main" noGrp="1"/>
          </p:cNvSpPr>
          <p:nvPr/>
        </p:nvSpPr>
        <p:spPr>
          <a:xfrm xmlns:a="http://schemas.openxmlformats.org/drawingml/2006/main">
            <a:off x="5410200" y="4486275"/>
            <a:ext cx="4410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1">
                <a:solidFill>
                  <a:srgbClr val="FFFF0A"/>
                </a:solidFill>
                <a:latin typeface="Space Grotesk"/>
                <a:ea typeface="Space Grotesk"/>
                <a:cs typeface="Space Grotesk"/>
              </a:defRPr>
            </a:defPPr>
            <a:lvl1pPr algn="l">
              <a:defRPr sz="1065" b="1">
                <a:solidFill>
                  <a:srgbClr val="FFFF0A"/>
                </a:solidFill>
                <a:latin typeface="Space Grotesk"/>
                <a:ea typeface="Space Grotesk"/>
                <a:cs typeface="Space Grotesk"/>
              </a:defRPr>
            </a:lvl1pPr>
            <a:lvl2pPr algn="l">
              <a:defRPr sz="1065" b="1">
                <a:solidFill>
                  <a:srgbClr val="FFFF0A"/>
                </a:solidFill>
                <a:latin typeface="Space Grotesk"/>
                <a:ea typeface="Space Grotesk"/>
                <a:cs typeface="Space Grotesk"/>
              </a:defRPr>
            </a:lvl2pPr>
            <a:lvl3pPr algn="l">
              <a:defRPr sz="1065" b="1">
                <a:solidFill>
                  <a:srgbClr val="FFFF0A"/>
                </a:solidFill>
                <a:latin typeface="Space Grotesk"/>
                <a:ea typeface="Space Grotesk"/>
                <a:cs typeface="Space Grotesk"/>
              </a:defRPr>
            </a:lvl3pPr>
            <a:lvl4pPr algn="l">
              <a:defRPr sz="1065" b="1">
                <a:solidFill>
                  <a:srgbClr val="FFFF0A"/>
                </a:solidFill>
                <a:latin typeface="Space Grotesk"/>
                <a:ea typeface="Space Grotesk"/>
                <a:cs typeface="Space Grotesk"/>
              </a:defRPr>
            </a:lvl4pPr>
            <a:lvl5pPr algn="l">
              <a:defRPr sz="1065" b="1">
                <a:solidFill>
                  <a:srgbClr val="FFFF0A"/>
                </a:solidFill>
                <a:latin typeface="Space Grotesk"/>
                <a:ea typeface="Space Grotesk"/>
                <a:cs typeface="Space Grotesk"/>
              </a:defRPr>
            </a:lvl5pPr>
            <a:lvl6pPr algn="l">
              <a:defRPr sz="1065" b="1">
                <a:solidFill>
                  <a:srgbClr val="FFFF0A"/>
                </a:solidFill>
                <a:latin typeface="Space Grotesk"/>
                <a:ea typeface="Space Grotesk"/>
                <a:cs typeface="Space Grotesk"/>
              </a:defRPr>
            </a:lvl6pPr>
            <a:lvl7pPr algn="l">
              <a:defRPr sz="1065" b="1">
                <a:solidFill>
                  <a:srgbClr val="FFFF0A"/>
                </a:solidFill>
                <a:latin typeface="Space Grotesk"/>
                <a:ea typeface="Space Grotesk"/>
                <a:cs typeface="Space Grotesk"/>
              </a:defRPr>
            </a:lvl7pPr>
            <a:lvl8pPr algn="l">
              <a:defRPr sz="1065" b="1">
                <a:solidFill>
                  <a:srgbClr val="FFFF0A"/>
                </a:solidFill>
                <a:latin typeface="Space Grotesk"/>
                <a:ea typeface="Space Grotesk"/>
                <a:cs typeface="Space Grotesk"/>
              </a:defRPr>
            </a:lvl8pPr>
            <a:lvl9pPr algn="l">
              <a:defRPr sz="1065" b="1">
                <a:solidFill>
                  <a:srgbClr val="FFFF0A"/>
                </a:solidFill>
                <a:latin typeface="Space Grotesk"/>
                <a:ea typeface="Space Grotesk"/>
                <a:cs typeface="Space Grotesk"/>
              </a:defRPr>
            </a:lvl9pPr>
          </a:lstStyle>
          <a:p xmlns:a="http://schemas.openxmlformats.org/drawingml/2006/main">
            <a:pPr algn="l">
              <a:lnSpc>
                <a:spcPct val="100000"/>
              </a:lnSpc>
              <a:buNone/>
              <a:defRPr sz="1065" b="1">
                <a:solidFill>
                  <a:srgbClr val="FFFF0A"/>
                </a:solidFill>
                <a:latin typeface="Space Grotesk"/>
                <a:ea typeface="Space Grotesk"/>
                <a:cs typeface="Space Grotesk"/>
              </a:defRPr>
            </a:pPr>
            <a:r>
              <a:rPr sz="1065" b="1">
                <a:solidFill>
                  <a:srgbClr val="FFFF0A"/>
                </a:solidFill>
                <a:latin typeface="Space Grotesk"/>
                <a:ea typeface="Space Grotesk"/>
                <a:cs typeface="Space Grotesk"/>
              </a:rPr>
              <a:t>TURN</a:t>
            </a:r>
          </a:p>
        </p:txBody>
      </p:sp>
      <p:sp>
        <p:nvSpPr>
          <p:cNvPr id="44" name="Awareness step copy TURN right half back">
            <a:extLst xmlns:a="http://schemas.openxmlformats.org/drawingml/2006/main">
              <a:ext uri="{FF2B5EF4-FFF2-40B4-BE49-F238E27FC236}">
                <a16:creationId xmlns:a16="http://schemas.microsoft.com/office/drawing/2014/main" id="{C9BC2CA1-C16E-4F96-8D26-F4854520EDEA}"/>
              </a:ext>
            </a:extLst>
          </p:cNvPr>
          <p:cNvSpPr>
            <a:spLocks xmlns:a="http://schemas.openxmlformats.org/drawingml/2006/main" noGrp="1"/>
          </p:cNvSpPr>
          <p:nvPr/>
        </p:nvSpPr>
        <p:spPr>
          <a:xfrm xmlns:a="http://schemas.openxmlformats.org/drawingml/2006/main">
            <a:off x="5410200" y="46672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FFFFFF"/>
                </a:solidFill>
                <a:latin typeface="Arial"/>
                <a:ea typeface="Arial"/>
                <a:cs typeface="Arial"/>
              </a:defRPr>
            </a:defPPr>
            <a:lvl1pPr algn="l">
              <a:defRPr sz="1088" b="0">
                <a:solidFill>
                  <a:srgbClr val="FFFFFF"/>
                </a:solidFill>
                <a:latin typeface="Arial"/>
                <a:ea typeface="Arial"/>
                <a:cs typeface="Arial"/>
              </a:defRPr>
            </a:lvl1pPr>
            <a:lvl2pPr algn="l">
              <a:defRPr sz="1088" b="0">
                <a:solidFill>
                  <a:srgbClr val="FFFFFF"/>
                </a:solidFill>
                <a:latin typeface="Arial"/>
                <a:ea typeface="Arial"/>
                <a:cs typeface="Arial"/>
              </a:defRPr>
            </a:lvl2pPr>
            <a:lvl3pPr algn="l">
              <a:defRPr sz="1088" b="0">
                <a:solidFill>
                  <a:srgbClr val="FFFFFF"/>
                </a:solidFill>
                <a:latin typeface="Arial"/>
                <a:ea typeface="Arial"/>
                <a:cs typeface="Arial"/>
              </a:defRPr>
            </a:lvl3pPr>
            <a:lvl4pPr algn="l">
              <a:defRPr sz="1088" b="0">
                <a:solidFill>
                  <a:srgbClr val="FFFFFF"/>
                </a:solidFill>
                <a:latin typeface="Arial"/>
                <a:ea typeface="Arial"/>
                <a:cs typeface="Arial"/>
              </a:defRPr>
            </a:lvl4pPr>
            <a:lvl5pPr algn="l">
              <a:defRPr sz="1088" b="0">
                <a:solidFill>
                  <a:srgbClr val="FFFFFF"/>
                </a:solidFill>
                <a:latin typeface="Arial"/>
                <a:ea typeface="Arial"/>
                <a:cs typeface="Arial"/>
              </a:defRPr>
            </a:lvl5pPr>
            <a:lvl6pPr algn="l">
              <a:defRPr sz="1088" b="0">
                <a:solidFill>
                  <a:srgbClr val="FFFFFF"/>
                </a:solidFill>
                <a:latin typeface="Arial"/>
                <a:ea typeface="Arial"/>
                <a:cs typeface="Arial"/>
              </a:defRPr>
            </a:lvl6pPr>
            <a:lvl7pPr algn="l">
              <a:defRPr sz="1088" b="0">
                <a:solidFill>
                  <a:srgbClr val="FFFFFF"/>
                </a:solidFill>
                <a:latin typeface="Arial"/>
                <a:ea typeface="Arial"/>
                <a:cs typeface="Arial"/>
              </a:defRPr>
            </a:lvl7pPr>
            <a:lvl8pPr algn="l">
              <a:defRPr sz="1088" b="0">
                <a:solidFill>
                  <a:srgbClr val="FFFFFF"/>
                </a:solidFill>
                <a:latin typeface="Arial"/>
                <a:ea typeface="Arial"/>
                <a:cs typeface="Arial"/>
              </a:defRPr>
            </a:lvl8pPr>
            <a:lvl9pPr algn="l">
              <a:defRPr sz="1088" b="0">
                <a:solidFill>
                  <a:srgbClr val="FFFFFF"/>
                </a:solidFill>
                <a:latin typeface="Arial"/>
                <a:ea typeface="Arial"/>
                <a:cs typeface="Arial"/>
              </a:defRPr>
            </a:lvl9pPr>
          </a:lstStyle>
          <a:p xmlns:a="http://schemas.openxmlformats.org/drawingml/2006/main">
            <a:pPr algn="l">
              <a:lnSpc>
                <a:spcPct val="95000"/>
              </a:lnSpc>
              <a:buNone/>
              <a:defRPr sz="1088" b="0">
                <a:solidFill>
                  <a:srgbClr val="FFFFFF"/>
                </a:solidFill>
                <a:latin typeface="Arial"/>
                <a:ea typeface="Arial"/>
                <a:cs typeface="Arial"/>
              </a:defRPr>
            </a:pPr>
            <a:r>
              <a:rPr sz="1088" b="0">
                <a:solidFill>
                  <a:srgbClr val="FFFFFF"/>
                </a:solidFill>
                <a:latin typeface="Arial"/>
                <a:ea typeface="Arial"/>
                <a:cs typeface="Arial"/>
              </a:rPr>
              <a:t>Check ahead, beside and behind. Wait until the rider clears before turning across the path.</a:t>
            </a:r>
          </a:p>
        </p:txBody>
      </p:sp>
      <p:sp>
        <p:nvSpPr>
          <p:cNvPr id="45" name="Curb explanation right half back">
            <a:extLst xmlns:a="http://schemas.openxmlformats.org/drawingml/2006/main">
              <a:ext uri="{FF2B5EF4-FFF2-40B4-BE49-F238E27FC236}">
                <a16:creationId xmlns:a16="http://schemas.microsoft.com/office/drawing/2014/main" id="{1CE19534-762D-48B8-9365-D58D3853ED97}"/>
              </a:ext>
            </a:extLst>
          </p:cNvPr>
          <p:cNvSpPr>
            <a:spLocks xmlns:a="http://schemas.openxmlformats.org/drawingml/2006/main" noGrp="1"/>
          </p:cNvSpPr>
          <p:nvPr/>
        </p:nvSpPr>
        <p:spPr>
          <a:xfrm xmlns:a="http://schemas.openxmlformats.org/drawingml/2006/main">
            <a:off x="5191125" y="5267325"/>
            <a:ext cx="4705350" cy="990600"/>
          </a:xfrm>
          <a:prstGeom xmlns:a="http://schemas.openxmlformats.org/drawingml/2006/main" prst="roundRect">
            <a:avLst>
              <a:gd name="adj" fmla="val 7692"/>
            </a:avLst>
          </a:prstGeom>
          <a:solidFill xmlns:a="http://schemas.openxmlformats.org/drawingml/2006/main">
            <a:srgbClr val="FFFF0A"/>
          </a:solidFill>
          <a:ln xmlns:a="http://schemas.openxmlformats.org/drawingml/2006/main" w="0">
            <a:noFill/>
            <a:prstDash val="solid"/>
          </a:ln>
        </p:spPr>
      </p:sp>
      <p:sp>
        <p:nvSpPr>
          <p:cNvPr id="46" name="Curb callout accent right half back">
            <a:extLst xmlns:a="http://schemas.openxmlformats.org/drawingml/2006/main">
              <a:ext uri="{FF2B5EF4-FFF2-40B4-BE49-F238E27FC236}">
                <a16:creationId xmlns:a16="http://schemas.microsoft.com/office/drawing/2014/main" id="{7E330F41-3CFC-453A-A414-DFFC2761C446}"/>
              </a:ext>
            </a:extLst>
          </p:cNvPr>
          <p:cNvSpPr>
            <a:spLocks xmlns:a="http://schemas.openxmlformats.org/drawingml/2006/main" noGrp="1"/>
          </p:cNvSpPr>
          <p:nvPr/>
        </p:nvSpPr>
        <p:spPr>
          <a:xfrm xmlns:a="http://schemas.openxmlformats.org/drawingml/2006/main">
            <a:off x="5191125" y="5267325"/>
            <a:ext cx="66675" cy="9906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7" name="Curb explanation title right half back">
            <a:extLst xmlns:a="http://schemas.openxmlformats.org/drawingml/2006/main">
              <a:ext uri="{FF2B5EF4-FFF2-40B4-BE49-F238E27FC236}">
                <a16:creationId xmlns:a16="http://schemas.microsoft.com/office/drawing/2014/main" id="{D484EA04-1158-4171-A927-FFCB16A667FC}"/>
              </a:ext>
            </a:extLst>
          </p:cNvPr>
          <p:cNvSpPr>
            <a:spLocks xmlns:a="http://schemas.openxmlformats.org/drawingml/2006/main" noGrp="1"/>
          </p:cNvSpPr>
          <p:nvPr/>
        </p:nvSpPr>
        <p:spPr>
          <a:xfrm xmlns:a="http://schemas.openxmlformats.org/drawingml/2006/main">
            <a:off x="5381625" y="5362575"/>
            <a:ext cx="42957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b="1">
                <a:solidFill>
                  <a:srgbClr val="7926CB"/>
                </a:solidFill>
                <a:latin typeface="Space Grotesk"/>
                <a:ea typeface="Space Grotesk"/>
                <a:cs typeface="Space Grotesk"/>
              </a:defRPr>
            </a:defPPr>
            <a:lvl1pPr algn="l">
              <a:defRPr sz="982" b="1">
                <a:solidFill>
                  <a:srgbClr val="7926CB"/>
                </a:solidFill>
                <a:latin typeface="Space Grotesk"/>
                <a:ea typeface="Space Grotesk"/>
                <a:cs typeface="Space Grotesk"/>
              </a:defRPr>
            </a:lvl1pPr>
            <a:lvl2pPr algn="l">
              <a:defRPr sz="982" b="1">
                <a:solidFill>
                  <a:srgbClr val="7926CB"/>
                </a:solidFill>
                <a:latin typeface="Space Grotesk"/>
                <a:ea typeface="Space Grotesk"/>
                <a:cs typeface="Space Grotesk"/>
              </a:defRPr>
            </a:lvl2pPr>
            <a:lvl3pPr algn="l">
              <a:defRPr sz="982" b="1">
                <a:solidFill>
                  <a:srgbClr val="7926CB"/>
                </a:solidFill>
                <a:latin typeface="Space Grotesk"/>
                <a:ea typeface="Space Grotesk"/>
                <a:cs typeface="Space Grotesk"/>
              </a:defRPr>
            </a:lvl3pPr>
            <a:lvl4pPr algn="l">
              <a:defRPr sz="982" b="1">
                <a:solidFill>
                  <a:srgbClr val="7926CB"/>
                </a:solidFill>
                <a:latin typeface="Space Grotesk"/>
                <a:ea typeface="Space Grotesk"/>
                <a:cs typeface="Space Grotesk"/>
              </a:defRPr>
            </a:lvl4pPr>
            <a:lvl5pPr algn="l">
              <a:defRPr sz="982" b="1">
                <a:solidFill>
                  <a:srgbClr val="7926CB"/>
                </a:solidFill>
                <a:latin typeface="Space Grotesk"/>
                <a:ea typeface="Space Grotesk"/>
                <a:cs typeface="Space Grotesk"/>
              </a:defRPr>
            </a:lvl5pPr>
            <a:lvl6pPr algn="l">
              <a:defRPr sz="982" b="1">
                <a:solidFill>
                  <a:srgbClr val="7926CB"/>
                </a:solidFill>
                <a:latin typeface="Space Grotesk"/>
                <a:ea typeface="Space Grotesk"/>
                <a:cs typeface="Space Grotesk"/>
              </a:defRPr>
            </a:lvl6pPr>
            <a:lvl7pPr algn="l">
              <a:defRPr sz="982" b="1">
                <a:solidFill>
                  <a:srgbClr val="7926CB"/>
                </a:solidFill>
                <a:latin typeface="Space Grotesk"/>
                <a:ea typeface="Space Grotesk"/>
                <a:cs typeface="Space Grotesk"/>
              </a:defRPr>
            </a:lvl7pPr>
            <a:lvl8pPr algn="l">
              <a:defRPr sz="982" b="1">
                <a:solidFill>
                  <a:srgbClr val="7926CB"/>
                </a:solidFill>
                <a:latin typeface="Space Grotesk"/>
                <a:ea typeface="Space Grotesk"/>
                <a:cs typeface="Space Grotesk"/>
              </a:defRPr>
            </a:lvl8pPr>
            <a:lvl9pPr algn="l">
              <a:defRPr sz="982" b="1">
                <a:solidFill>
                  <a:srgbClr val="7926CB"/>
                </a:solidFill>
                <a:latin typeface="Space Grotesk"/>
                <a:ea typeface="Space Grotesk"/>
                <a:cs typeface="Space Grotesk"/>
              </a:defRPr>
            </a:lvl9pPr>
          </a:lstStyle>
          <a:p xmlns:a="http://schemas.openxmlformats.org/drawingml/2006/main">
            <a:pPr algn="l">
              <a:lnSpc>
                <a:spcPct val="100000"/>
              </a:lnSpc>
              <a:buNone/>
              <a:defRPr sz="982" b="1">
                <a:solidFill>
                  <a:srgbClr val="7926CB"/>
                </a:solidFill>
                <a:latin typeface="Space Grotesk"/>
                <a:ea typeface="Space Grotesk"/>
                <a:cs typeface="Space Grotesk"/>
              </a:defRPr>
            </a:pPr>
            <a:r>
              <a:rPr sz="982" b="1">
                <a:solidFill>
                  <a:srgbClr val="7926CB"/>
                </a:solidFill>
                <a:latin typeface="Space Grotesk"/>
                <a:ea typeface="Space Grotesk"/>
                <a:cs typeface="Space Grotesk"/>
              </a:rPr>
              <a:t>Why riders may use more of the lane</a:t>
            </a:r>
          </a:p>
        </p:txBody>
      </p:sp>
      <p:sp>
        <p:nvSpPr>
          <p:cNvPr id="48" name="Curb explanation copy right half back">
            <a:extLst xmlns:a="http://schemas.openxmlformats.org/drawingml/2006/main">
              <a:ext uri="{FF2B5EF4-FFF2-40B4-BE49-F238E27FC236}">
                <a16:creationId xmlns:a16="http://schemas.microsoft.com/office/drawing/2014/main" id="{C7E7237E-8662-470C-ABCB-EA6F4F5B76D3}"/>
              </a:ext>
            </a:extLst>
          </p:cNvPr>
          <p:cNvSpPr>
            <a:spLocks xmlns:a="http://schemas.openxmlformats.org/drawingml/2006/main" noGrp="1"/>
          </p:cNvSpPr>
          <p:nvPr/>
        </p:nvSpPr>
        <p:spPr>
          <a:xfrm xmlns:a="http://schemas.openxmlformats.org/drawingml/2006/main">
            <a:off x="5381625" y="5572125"/>
            <a:ext cx="42957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201333"/>
                </a:solidFill>
                <a:latin typeface="Arial"/>
                <a:ea typeface="Arial"/>
                <a:cs typeface="Arial"/>
              </a:defRPr>
            </a:defPPr>
            <a:lvl1pPr algn="l">
              <a:defRPr sz="1020" b="0">
                <a:solidFill>
                  <a:srgbClr val="201333"/>
                </a:solidFill>
                <a:latin typeface="Arial"/>
                <a:ea typeface="Arial"/>
                <a:cs typeface="Arial"/>
              </a:defRPr>
            </a:lvl1pPr>
            <a:lvl2pPr algn="l">
              <a:defRPr sz="1020" b="0">
                <a:solidFill>
                  <a:srgbClr val="201333"/>
                </a:solidFill>
                <a:latin typeface="Arial"/>
                <a:ea typeface="Arial"/>
                <a:cs typeface="Arial"/>
              </a:defRPr>
            </a:lvl2pPr>
            <a:lvl3pPr algn="l">
              <a:defRPr sz="1020" b="0">
                <a:solidFill>
                  <a:srgbClr val="201333"/>
                </a:solidFill>
                <a:latin typeface="Arial"/>
                <a:ea typeface="Arial"/>
                <a:cs typeface="Arial"/>
              </a:defRPr>
            </a:lvl3pPr>
            <a:lvl4pPr algn="l">
              <a:defRPr sz="1020" b="0">
                <a:solidFill>
                  <a:srgbClr val="201333"/>
                </a:solidFill>
                <a:latin typeface="Arial"/>
                <a:ea typeface="Arial"/>
                <a:cs typeface="Arial"/>
              </a:defRPr>
            </a:lvl4pPr>
            <a:lvl5pPr algn="l">
              <a:defRPr sz="1020" b="0">
                <a:solidFill>
                  <a:srgbClr val="201333"/>
                </a:solidFill>
                <a:latin typeface="Arial"/>
                <a:ea typeface="Arial"/>
                <a:cs typeface="Arial"/>
              </a:defRPr>
            </a:lvl5pPr>
            <a:lvl6pPr algn="l">
              <a:defRPr sz="1020" b="0">
                <a:solidFill>
                  <a:srgbClr val="201333"/>
                </a:solidFill>
                <a:latin typeface="Arial"/>
                <a:ea typeface="Arial"/>
                <a:cs typeface="Arial"/>
              </a:defRPr>
            </a:lvl6pPr>
            <a:lvl7pPr algn="l">
              <a:defRPr sz="1020" b="0">
                <a:solidFill>
                  <a:srgbClr val="201333"/>
                </a:solidFill>
                <a:latin typeface="Arial"/>
                <a:ea typeface="Arial"/>
                <a:cs typeface="Arial"/>
              </a:defRPr>
            </a:lvl7pPr>
            <a:lvl8pPr algn="l">
              <a:defRPr sz="1020" b="0">
                <a:solidFill>
                  <a:srgbClr val="201333"/>
                </a:solidFill>
                <a:latin typeface="Arial"/>
                <a:ea typeface="Arial"/>
                <a:cs typeface="Arial"/>
              </a:defRPr>
            </a:lvl8pPr>
            <a:lvl9pPr algn="l">
              <a:defRPr sz="1020" b="0">
                <a:solidFill>
                  <a:srgbClr val="201333"/>
                </a:solidFill>
                <a:latin typeface="Arial"/>
                <a:ea typeface="Arial"/>
                <a:cs typeface="Arial"/>
              </a:defRPr>
            </a:lvl9pPr>
          </a:lstStyle>
          <a:p xmlns:a="http://schemas.openxmlformats.org/drawingml/2006/main">
            <a:pPr algn="l">
              <a:lnSpc>
                <a:spcPct val="98000"/>
              </a:lnSpc>
              <a:buNone/>
              <a:defRPr sz="1020" b="0">
                <a:solidFill>
                  <a:srgbClr val="201333"/>
                </a:solidFill>
                <a:latin typeface="Arial"/>
                <a:ea typeface="Arial"/>
                <a:cs typeface="Arial"/>
              </a:defRPr>
            </a:pPr>
            <a:r>
              <a:rPr sz="1020" b="0">
                <a:solidFill>
                  <a:srgbClr val="201333"/>
                </a:solidFill>
                <a:latin typeface="Arial"/>
                <a:ea typeface="Arial"/>
                <a:cs typeface="Arial"/>
              </a:rPr>
              <a:t>People biking have a right to use the road where bicycling is allowed. A rider may move away from the curb to avoid a door, debris, or unsafe pavement. Leave space and wait for a safe pass.</a:t>
            </a:r>
          </a:p>
        </p:txBody>
      </p:sp>
      <p:sp>
        <p:nvSpPr>
          <p:cNvPr id="49" name="Awareness footer right half back">
            <a:extLst xmlns:a="http://schemas.openxmlformats.org/drawingml/2006/main">
              <a:ext uri="{FF2B5EF4-FFF2-40B4-BE49-F238E27FC236}">
                <a16:creationId xmlns:a16="http://schemas.microsoft.com/office/drawing/2014/main" id="{F664CE32-AD41-4AC2-A344-AB3A56E5DF86}"/>
              </a:ext>
            </a:extLst>
          </p:cNvPr>
          <p:cNvSpPr>
            <a:spLocks xmlns:a="http://schemas.openxmlformats.org/drawingml/2006/main" noGrp="1"/>
          </p:cNvSpPr>
          <p:nvPr/>
        </p:nvSpPr>
        <p:spPr>
          <a:xfrm xmlns:a="http://schemas.openxmlformats.org/drawingml/2006/main">
            <a:off x="5029200" y="6324600"/>
            <a:ext cx="5029200" cy="1447800"/>
          </a:xfrm>
          <a:prstGeom xmlns:a="http://schemas.openxmlformats.org/drawingml/2006/main" prst="rect">
            <a:avLst/>
          </a:prstGeom>
          <a:solidFill xmlns:a="http://schemas.openxmlformats.org/drawingml/2006/main">
            <a:srgbClr val="542091"/>
          </a:solidFill>
          <a:ln xmlns:a="http://schemas.openxmlformats.org/drawingml/2006/main" w="0">
            <a:noFill/>
            <a:prstDash val="solid"/>
          </a:ln>
        </p:spPr>
      </p:sp>
      <p:sp>
        <p:nvSpPr>
          <p:cNvPr id="50" name="Logo ground right half back">
            <a:extLst xmlns:a="http://schemas.openxmlformats.org/drawingml/2006/main">
              <a:ext uri="{FF2B5EF4-FFF2-40B4-BE49-F238E27FC236}">
                <a16:creationId xmlns:a16="http://schemas.microsoft.com/office/drawing/2014/main" id="{249076A4-2339-447F-8449-2ADE7F144237}"/>
              </a:ext>
            </a:extLst>
          </p:cNvPr>
          <p:cNvSpPr>
            <a:spLocks xmlns:a="http://schemas.openxmlformats.org/drawingml/2006/main" noGrp="1"/>
          </p:cNvSpPr>
          <p:nvPr/>
        </p:nvSpPr>
        <p:spPr>
          <a:xfrm xmlns:a="http://schemas.openxmlformats.org/drawingml/2006/main">
            <a:off x="5153025" y="6800850"/>
            <a:ext cx="571500" cy="571500"/>
          </a:xfrm>
          <a:prstGeom xmlns:a="http://schemas.openxmlformats.org/drawingml/2006/main" prst="roundRect">
            <a:avLst>
              <a:gd name="adj" fmla="val 13333"/>
            </a:avLst>
          </a:prstGeom>
          <a:solidFill xmlns:a="http://schemas.openxmlformats.org/drawingml/2006/main">
            <a:srgbClr val="FFFF0A"/>
          </a:solidFill>
          <a:ln xmlns:a="http://schemas.openxmlformats.org/drawingml/2006/main" w="0">
            <a:noFill/>
            <a:prstDash val="solid"/>
          </a:ln>
        </p:spPr>
      </p:sp>
      <p:pic>
        <p:nvPicPr>
          <p:cNvPr id="51" name="">
            <a:extLst xmlns:a="http://schemas.openxmlformats.org/drawingml/2006/main">
              <a:ext uri="{FF2B5EF4-FFF2-40B4-BE49-F238E27FC236}">
                <a16:creationId xmlns:a16="http://schemas.microsoft.com/office/drawing/2014/main" id="{6B584827-72A1-49BF-B872-2B1DC51E6EBC}"/>
              </a:ext>
            </a:extLst>
          </p:cNvPr>
          <p:cNvPicPr>
            <a:picLocks xmlns:a="http://schemas.openxmlformats.org/drawingml/2006/main" noChangeAspect="1"/>
          </p:cNvPicPr>
          <p:nvPr/>
        </p:nvPicPr>
        <p:blipFill>
          <a:blip xmlns:r="http://schemas.openxmlformats.org/officeDocument/2006/relationships" xmlns:a="http://schemas.openxmlformats.org/drawingml/2006/main" r:embed="R3435a1dee5e348ae"/>
          <a:stretch xmlns:a="http://schemas.openxmlformats.org/drawingml/2006/main"/>
        </p:blipFill>
        <p:spPr>
          <a:xfrm xmlns:a="http://schemas.openxmlformats.org/drawingml/2006/main">
            <a:off x="5191125" y="6838950"/>
            <a:ext cx="495300" cy="495300"/>
          </a:xfrm>
          <a:prstGeom xmlns:a="http://schemas.openxmlformats.org/drawingml/2006/main" prst="rect">
            <a:avLst/>
          </a:prstGeom>
        </p:spPr>
      </p:pic>
      <p:sp>
        <p:nvSpPr>
          <p:cNvPr id="52" name="Awareness URL right half back">
            <a:extLst xmlns:a="http://schemas.openxmlformats.org/drawingml/2006/main">
              <a:ext uri="{FF2B5EF4-FFF2-40B4-BE49-F238E27FC236}">
                <a16:creationId xmlns:a16="http://schemas.microsoft.com/office/drawing/2014/main" id="{DAAA4E83-FC13-4C25-90CD-5F720D1CEFF1}"/>
              </a:ext>
            </a:extLst>
          </p:cNvPr>
          <p:cNvSpPr>
            <a:spLocks xmlns:a="http://schemas.openxmlformats.org/drawingml/2006/main" noGrp="1"/>
          </p:cNvSpPr>
          <p:nvPr/>
        </p:nvSpPr>
        <p:spPr>
          <a:xfrm xmlns:a="http://schemas.openxmlformats.org/drawingml/2006/main">
            <a:off x="5819775" y="64960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FFFF0A"/>
                </a:solidFill>
                <a:latin typeface="Space Grotesk"/>
                <a:ea typeface="Space Grotesk"/>
                <a:cs typeface="Space Grotesk"/>
              </a:defRPr>
            </a:defPPr>
            <a:lvl1pPr algn="l">
              <a:defRPr sz="1500" b="1">
                <a:solidFill>
                  <a:srgbClr val="FFFF0A"/>
                </a:solidFill>
                <a:latin typeface="Space Grotesk"/>
                <a:ea typeface="Space Grotesk"/>
                <a:cs typeface="Space Grotesk"/>
              </a:defRPr>
            </a:lvl1pPr>
            <a:lvl2pPr algn="l">
              <a:defRPr sz="1500" b="1">
                <a:solidFill>
                  <a:srgbClr val="FFFF0A"/>
                </a:solidFill>
                <a:latin typeface="Space Grotesk"/>
                <a:ea typeface="Space Grotesk"/>
                <a:cs typeface="Space Grotesk"/>
              </a:defRPr>
            </a:lvl2pPr>
            <a:lvl3pPr algn="l">
              <a:defRPr sz="1500" b="1">
                <a:solidFill>
                  <a:srgbClr val="FFFF0A"/>
                </a:solidFill>
                <a:latin typeface="Space Grotesk"/>
                <a:ea typeface="Space Grotesk"/>
                <a:cs typeface="Space Grotesk"/>
              </a:defRPr>
            </a:lvl3pPr>
            <a:lvl4pPr algn="l">
              <a:defRPr sz="1500" b="1">
                <a:solidFill>
                  <a:srgbClr val="FFFF0A"/>
                </a:solidFill>
                <a:latin typeface="Space Grotesk"/>
                <a:ea typeface="Space Grotesk"/>
                <a:cs typeface="Space Grotesk"/>
              </a:defRPr>
            </a:lvl4pPr>
            <a:lvl5pPr algn="l">
              <a:defRPr sz="1500" b="1">
                <a:solidFill>
                  <a:srgbClr val="FFFF0A"/>
                </a:solidFill>
                <a:latin typeface="Space Grotesk"/>
                <a:ea typeface="Space Grotesk"/>
                <a:cs typeface="Space Grotesk"/>
              </a:defRPr>
            </a:lvl5pPr>
            <a:lvl6pPr algn="l">
              <a:defRPr sz="1500" b="1">
                <a:solidFill>
                  <a:srgbClr val="FFFF0A"/>
                </a:solidFill>
                <a:latin typeface="Space Grotesk"/>
                <a:ea typeface="Space Grotesk"/>
                <a:cs typeface="Space Grotesk"/>
              </a:defRPr>
            </a:lvl6pPr>
            <a:lvl7pPr algn="l">
              <a:defRPr sz="1500" b="1">
                <a:solidFill>
                  <a:srgbClr val="FFFF0A"/>
                </a:solidFill>
                <a:latin typeface="Space Grotesk"/>
                <a:ea typeface="Space Grotesk"/>
                <a:cs typeface="Space Grotesk"/>
              </a:defRPr>
            </a:lvl7pPr>
            <a:lvl8pPr algn="l">
              <a:defRPr sz="1500" b="1">
                <a:solidFill>
                  <a:srgbClr val="FFFF0A"/>
                </a:solidFill>
                <a:latin typeface="Space Grotesk"/>
                <a:ea typeface="Space Grotesk"/>
                <a:cs typeface="Space Grotesk"/>
              </a:defRPr>
            </a:lvl8pPr>
            <a:lvl9pPr algn="l">
              <a:defRPr sz="1500" b="1">
                <a:solidFill>
                  <a:srgbClr val="FFFF0A"/>
                </a:solidFill>
                <a:latin typeface="Space Grotesk"/>
                <a:ea typeface="Space Grotesk"/>
                <a:cs typeface="Space Grotesk"/>
              </a:defRPr>
            </a:lvl9pPr>
          </a:lstStyle>
          <a:p xmlns:a="http://schemas.openxmlformats.org/drawingml/2006/main">
            <a:pPr algn="l">
              <a:lnSpc>
                <a:spcPct val="100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53" name="Awareness CTA right half back">
            <a:extLst xmlns:a="http://schemas.openxmlformats.org/drawingml/2006/main">
              <a:ext uri="{FF2B5EF4-FFF2-40B4-BE49-F238E27FC236}">
                <a16:creationId xmlns:a16="http://schemas.microsoft.com/office/drawing/2014/main" id="{D6FB1A02-3BC7-4CBD-8101-48B8910D0719}"/>
              </a:ext>
            </a:extLst>
          </p:cNvPr>
          <p:cNvSpPr>
            <a:spLocks xmlns:a="http://schemas.openxmlformats.org/drawingml/2006/main" noGrp="1"/>
          </p:cNvSpPr>
          <p:nvPr/>
        </p:nvSpPr>
        <p:spPr>
          <a:xfrm xmlns:a="http://schemas.openxmlformats.org/drawingml/2006/main">
            <a:off x="5819775" y="6791325"/>
            <a:ext cx="333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b="1">
                <a:solidFill>
                  <a:srgbClr val="FFFFFF"/>
                </a:solidFill>
                <a:latin typeface="Arial"/>
                <a:ea typeface="Arial"/>
                <a:cs typeface="Arial"/>
              </a:defRPr>
            </a:defPPr>
            <a:lvl1pPr algn="l">
              <a:defRPr sz="982" b="1">
                <a:solidFill>
                  <a:srgbClr val="FFFFFF"/>
                </a:solidFill>
                <a:latin typeface="Arial"/>
                <a:ea typeface="Arial"/>
                <a:cs typeface="Arial"/>
              </a:defRPr>
            </a:lvl1pPr>
            <a:lvl2pPr algn="l">
              <a:defRPr sz="982" b="1">
                <a:solidFill>
                  <a:srgbClr val="FFFFFF"/>
                </a:solidFill>
                <a:latin typeface="Arial"/>
                <a:ea typeface="Arial"/>
                <a:cs typeface="Arial"/>
              </a:defRPr>
            </a:lvl2pPr>
            <a:lvl3pPr algn="l">
              <a:defRPr sz="982" b="1">
                <a:solidFill>
                  <a:srgbClr val="FFFFFF"/>
                </a:solidFill>
                <a:latin typeface="Arial"/>
                <a:ea typeface="Arial"/>
                <a:cs typeface="Arial"/>
              </a:defRPr>
            </a:lvl3pPr>
            <a:lvl4pPr algn="l">
              <a:defRPr sz="982" b="1">
                <a:solidFill>
                  <a:srgbClr val="FFFFFF"/>
                </a:solidFill>
                <a:latin typeface="Arial"/>
                <a:ea typeface="Arial"/>
                <a:cs typeface="Arial"/>
              </a:defRPr>
            </a:lvl4pPr>
            <a:lvl5pPr algn="l">
              <a:defRPr sz="982" b="1">
                <a:solidFill>
                  <a:srgbClr val="FFFFFF"/>
                </a:solidFill>
                <a:latin typeface="Arial"/>
                <a:ea typeface="Arial"/>
                <a:cs typeface="Arial"/>
              </a:defRPr>
            </a:lvl5pPr>
            <a:lvl6pPr algn="l">
              <a:defRPr sz="982" b="1">
                <a:solidFill>
                  <a:srgbClr val="FFFFFF"/>
                </a:solidFill>
                <a:latin typeface="Arial"/>
                <a:ea typeface="Arial"/>
                <a:cs typeface="Arial"/>
              </a:defRPr>
            </a:lvl6pPr>
            <a:lvl7pPr algn="l">
              <a:defRPr sz="982" b="1">
                <a:solidFill>
                  <a:srgbClr val="FFFFFF"/>
                </a:solidFill>
                <a:latin typeface="Arial"/>
                <a:ea typeface="Arial"/>
                <a:cs typeface="Arial"/>
              </a:defRPr>
            </a:lvl7pPr>
            <a:lvl8pPr algn="l">
              <a:defRPr sz="982" b="1">
                <a:solidFill>
                  <a:srgbClr val="FFFFFF"/>
                </a:solidFill>
                <a:latin typeface="Arial"/>
                <a:ea typeface="Arial"/>
                <a:cs typeface="Arial"/>
              </a:defRPr>
            </a:lvl8pPr>
            <a:lvl9pPr algn="l">
              <a:defRPr sz="982" b="1">
                <a:solidFill>
                  <a:srgbClr val="FFFFFF"/>
                </a:solidFill>
                <a:latin typeface="Arial"/>
                <a:ea typeface="Arial"/>
                <a:cs typeface="Arial"/>
              </a:defRPr>
            </a:lvl9pPr>
          </a:lstStyle>
          <a:p xmlns:a="http://schemas.openxmlformats.org/drawingml/2006/main">
            <a:pPr algn="l">
              <a:lnSpc>
                <a:spcPct val="100000"/>
              </a:lnSpc>
              <a:buNone/>
              <a:defRPr sz="982" b="1">
                <a:solidFill>
                  <a:srgbClr val="FFFFFF"/>
                </a:solidFill>
                <a:latin typeface="Arial"/>
                <a:ea typeface="Arial"/>
                <a:cs typeface="Arial"/>
              </a:defRPr>
            </a:pPr>
            <a:r>
              <a:rPr sz="982" b="1">
                <a:solidFill>
                  <a:srgbClr val="FFFFFF"/>
                </a:solidFill>
                <a:latin typeface="Arial"/>
                <a:ea typeface="Arial"/>
                <a:cs typeface="Arial"/>
              </a:rPr>
              <a:t>Find groups and public rides.</a:t>
            </a:r>
          </a:p>
        </p:txBody>
      </p:sp>
      <p:sp>
        <p:nvSpPr>
          <p:cNvPr id="54" name="Awareness resource line right half back">
            <a:extLst xmlns:a="http://schemas.openxmlformats.org/drawingml/2006/main">
              <a:ext uri="{FF2B5EF4-FFF2-40B4-BE49-F238E27FC236}">
                <a16:creationId xmlns:a16="http://schemas.microsoft.com/office/drawing/2014/main" id="{791B1923-DB9F-4F34-B071-EA61BC988B81}"/>
              </a:ext>
            </a:extLst>
          </p:cNvPr>
          <p:cNvSpPr>
            <a:spLocks xmlns:a="http://schemas.openxmlformats.org/drawingml/2006/main" noGrp="1"/>
          </p:cNvSpPr>
          <p:nvPr/>
        </p:nvSpPr>
        <p:spPr>
          <a:xfrm xmlns:a="http://schemas.openxmlformats.org/drawingml/2006/main">
            <a:off x="5819775" y="7038975"/>
            <a:ext cx="3371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7" b="0">
                <a:solidFill>
                  <a:srgbClr val="FFFFFF"/>
                </a:solidFill>
                <a:latin typeface="Arial"/>
                <a:ea typeface="Arial"/>
                <a:cs typeface="Arial"/>
              </a:defRPr>
            </a:defPPr>
            <a:lvl1pPr algn="l">
              <a:defRPr sz="907" b="0">
                <a:solidFill>
                  <a:srgbClr val="FFFFFF"/>
                </a:solidFill>
                <a:latin typeface="Arial"/>
                <a:ea typeface="Arial"/>
                <a:cs typeface="Arial"/>
              </a:defRPr>
            </a:lvl1pPr>
            <a:lvl2pPr algn="l">
              <a:defRPr sz="907" b="0">
                <a:solidFill>
                  <a:srgbClr val="FFFFFF"/>
                </a:solidFill>
                <a:latin typeface="Arial"/>
                <a:ea typeface="Arial"/>
                <a:cs typeface="Arial"/>
              </a:defRPr>
            </a:lvl2pPr>
            <a:lvl3pPr algn="l">
              <a:defRPr sz="907" b="0">
                <a:solidFill>
                  <a:srgbClr val="FFFFFF"/>
                </a:solidFill>
                <a:latin typeface="Arial"/>
                <a:ea typeface="Arial"/>
                <a:cs typeface="Arial"/>
              </a:defRPr>
            </a:lvl3pPr>
            <a:lvl4pPr algn="l">
              <a:defRPr sz="907" b="0">
                <a:solidFill>
                  <a:srgbClr val="FFFFFF"/>
                </a:solidFill>
                <a:latin typeface="Arial"/>
                <a:ea typeface="Arial"/>
                <a:cs typeface="Arial"/>
              </a:defRPr>
            </a:lvl4pPr>
            <a:lvl5pPr algn="l">
              <a:defRPr sz="907" b="0">
                <a:solidFill>
                  <a:srgbClr val="FFFFFF"/>
                </a:solidFill>
                <a:latin typeface="Arial"/>
                <a:ea typeface="Arial"/>
                <a:cs typeface="Arial"/>
              </a:defRPr>
            </a:lvl5pPr>
            <a:lvl6pPr algn="l">
              <a:defRPr sz="907" b="0">
                <a:solidFill>
                  <a:srgbClr val="FFFFFF"/>
                </a:solidFill>
                <a:latin typeface="Arial"/>
                <a:ea typeface="Arial"/>
                <a:cs typeface="Arial"/>
              </a:defRPr>
            </a:lvl6pPr>
            <a:lvl7pPr algn="l">
              <a:defRPr sz="907" b="0">
                <a:solidFill>
                  <a:srgbClr val="FFFFFF"/>
                </a:solidFill>
                <a:latin typeface="Arial"/>
                <a:ea typeface="Arial"/>
                <a:cs typeface="Arial"/>
              </a:defRPr>
            </a:lvl7pPr>
            <a:lvl8pPr algn="l">
              <a:defRPr sz="907" b="0">
                <a:solidFill>
                  <a:srgbClr val="FFFFFF"/>
                </a:solidFill>
                <a:latin typeface="Arial"/>
                <a:ea typeface="Arial"/>
                <a:cs typeface="Arial"/>
              </a:defRPr>
            </a:lvl8pPr>
            <a:lvl9pPr algn="l">
              <a:defRPr sz="907" b="0">
                <a:solidFill>
                  <a:srgbClr val="FFFFFF"/>
                </a:solidFill>
                <a:latin typeface="Arial"/>
                <a:ea typeface="Arial"/>
                <a:cs typeface="Arial"/>
              </a:defRPr>
            </a:lvl9pPr>
          </a:lstStyle>
          <a:p xmlns:a="http://schemas.openxmlformats.org/drawingml/2006/main">
            <a:pPr algn="l">
              <a:lnSpc>
                <a:spcPct val="100000"/>
              </a:lnSpc>
              <a:buNone/>
              <a:defRPr sz="907" b="0">
                <a:solidFill>
                  <a:srgbClr val="FFFFFF"/>
                </a:solidFill>
                <a:latin typeface="Arial"/>
                <a:ea typeface="Arial"/>
                <a:cs typeface="Arial"/>
              </a:defRPr>
            </a:pPr>
            <a:r>
              <a:rPr sz="907" b="0">
                <a:solidFill>
                  <a:srgbClr val="FFFFFF"/>
                </a:solidFill>
                <a:latin typeface="Arial"/>
                <a:ea typeface="Arial"/>
                <a:cs typeface="Arial"/>
              </a:rPr>
              <a:t>Free road-safety guides for everyone sharing the road.</a:t>
            </a:r>
          </a:p>
        </p:txBody>
      </p:sp>
      <p:sp>
        <p:nvSpPr>
          <p:cNvPr id="55" name="QR white quiet zone right half back">
            <a:extLst xmlns:a="http://schemas.openxmlformats.org/drawingml/2006/main">
              <a:ext uri="{FF2B5EF4-FFF2-40B4-BE49-F238E27FC236}">
                <a16:creationId xmlns:a16="http://schemas.microsoft.com/office/drawing/2014/main" id="{0F4790C3-8D88-4C15-A639-F485D05228DE}"/>
              </a:ext>
            </a:extLst>
          </p:cNvPr>
          <p:cNvSpPr>
            <a:spLocks xmlns:a="http://schemas.openxmlformats.org/drawingml/2006/main" noGrp="1"/>
          </p:cNvSpPr>
          <p:nvPr/>
        </p:nvSpPr>
        <p:spPr>
          <a:xfrm xmlns:a="http://schemas.openxmlformats.org/drawingml/2006/main">
            <a:off x="9286875" y="6734175"/>
            <a:ext cx="657225" cy="6572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56" name="">
            <a:extLst xmlns:a="http://schemas.openxmlformats.org/drawingml/2006/main">
              <a:ext uri="{FF2B5EF4-FFF2-40B4-BE49-F238E27FC236}">
                <a16:creationId xmlns:a16="http://schemas.microsoft.com/office/drawing/2014/main" id="{779EF72A-C137-48CC-B45A-FE2B61216600}"/>
              </a:ext>
            </a:extLst>
          </p:cNvPr>
          <p:cNvPicPr>
            <a:picLocks xmlns:a="http://schemas.openxmlformats.org/drawingml/2006/main" noChangeAspect="1"/>
          </p:cNvPicPr>
          <p:nvPr/>
        </p:nvPicPr>
        <p:blipFill>
          <a:blip xmlns:r="http://schemas.openxmlformats.org/officeDocument/2006/relationships" xmlns:a="http://schemas.openxmlformats.org/drawingml/2006/main" r:embed="R7b9751d5bdca403c"/>
          <a:stretch xmlns:a="http://schemas.openxmlformats.org/drawingml/2006/main"/>
        </p:blipFill>
        <p:spPr>
          <a:xfrm xmlns:a="http://schemas.openxmlformats.org/drawingml/2006/main">
            <a:off x="9315450" y="6762750"/>
            <a:ext cx="600075" cy="600075"/>
          </a:xfrm>
          <a:prstGeom xmlns:a="http://schemas.openxmlformats.org/drawingml/2006/main" prst="rect">
            <a:avLst/>
          </a:prstGeom>
        </p:spPr>
      </p:pic>
    </p:spTree>
    <p:extLst>
      <p:ext uri="{BB962C8B-B14F-4D97-AF65-F5344CB8AC3E}">
        <p14:creationId xmlns:p14="http://schemas.microsoft.com/office/powerpoint/2010/main" val="19791590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2026-10-29T13:45:04.3020000Z</dcterms:created>
  <dcterms:modified xsi:type="dcterms:W3CDTF">2026-10-29T13:45:04.3020000Z</dcterms:modified>
</coreProperties>
</file>