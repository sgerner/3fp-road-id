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339bcf404349b8" /><Relationship Type="http://schemas.openxmlformats.org/officeDocument/2006/relationships/extended-properties" Target="/docProps/app.xml" Id="R9e1de835add8417e" /><Relationship Type="http://schemas.openxmlformats.org/officeDocument/2006/relationships/officeDocument" Target="/ppt/presentation.xml" Id="R7568a4345ed34c78" /></Relationships>
</file>

<file path=ppt/presentation.xml><?xml version="1.0" encoding="utf-8"?>
<p:presentation xmlns:p="http://schemas.openxmlformats.org/presentationml/2006/main">
  <p:sldMasterIdLst>
    <p:sldMasterId xmlns:r="http://schemas.openxmlformats.org/officeDocument/2006/relationships" id="2147483648" r:id="R90ccf64a740a467c"/>
  </p:sldMasterIdLst>
  <p:notesMasterIdLst>
    <p:notesMasterId xmlns:r="http://schemas.openxmlformats.org/officeDocument/2006/relationships" r:id="R74b0428f511149bf"/>
  </p:notesMasterIdLst>
  <p:sldIdLst>
    <p:sldId xmlns:r="http://schemas.openxmlformats.org/officeDocument/2006/relationships" id="256" r:id="Raf1e7329c85a412d"/>
    <p:sldId xmlns:r="http://schemas.openxmlformats.org/officeDocument/2006/relationships" id="257" r:id="R11618e2f698f4fd1"/>
  </p:sldIdLst>
  <p:sldSz cx="10287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9b9b24358547d0" /><Relationship Type="http://schemas.openxmlformats.org/officeDocument/2006/relationships/slideMaster" Target="/ppt/slideMasters/slideMaster1.xml" Id="R90ccf64a740a467c" /><Relationship Type="http://schemas.openxmlformats.org/officeDocument/2006/relationships/notesMaster" Target="/ppt/notesMasters/notesMaster1.xml" Id="R74b0428f511149bf" /><Relationship Type="http://schemas.openxmlformats.org/officeDocument/2006/relationships/presProps" Target="/ppt/presProps.xml" Id="R7c229e78bc814741" /><Relationship Type="http://schemas.openxmlformats.org/officeDocument/2006/relationships/tableStyles" Target="/ppt/tableStyles.xml" Id="Redd03c43a16b4b60" /><Relationship Type="http://schemas.openxmlformats.org/officeDocument/2006/relationships/slide" Target="/ppt/slides/slide1.xml" Id="Raf1e7329c85a412d" /><Relationship Type="http://schemas.openxmlformats.org/officeDocument/2006/relationships/slide" Target="/ppt/slides/slide2.xml" Id="R11618e2f698f4f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c58ca3390942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6108b04a8440d1" /><Relationship Type="http://schemas.openxmlformats.org/officeDocument/2006/relationships/notesMaster" Target="/ppt/notesMasters/notesMaster1.xml" Id="R7b5da6537fde49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eb5ba74b95440b" /><Relationship Type="http://schemas.openxmlformats.org/officeDocument/2006/relationships/notesMaster" Target="/ppt/notesMasters/notesMaster1.xml" Id="R48e78c2dba5d44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Before Traffic</a:t>
            </a:r>
          </a:p>
          <a:p xmlns:a="http://schemas.openxmlformats.org/drawingml/2006/main">
            <a:r>
              <a:t>Specific training programs may improve some learning or assessed-skill outcomes; injury results are mixed or not demonstrated. A leaflet or practice scene does not establish traffic readiness or crash reduction. Helmet evidence concerns injury mitigation, not collision prevention. The imagery shows illustrative closed-court practice, not a certified program.</a:t>
            </a:r>
          </a:p>
          <a:p xmlns:a="http://schemas.openxmlformats.org/drawingml/2006/main">
            <a:r>
              <a:t>This exact copy and artwork have not been tested with the intended audience. Treat the emotional framing as an audience hypothesis, not an effectiveness claim. Intended direction: Encouragement and shared possibility; preserve ABC Quick Check, no traffic-readiness certification.</a:t>
            </a:r>
          </a:p>
          <a:p xmlns:a="http://schemas.openxmlformats.org/drawingml/2006/main">
            <a:r>
              <a:t>Complete ABC Quick Check: air, brakes, chain/cranks, quick releases, then a short check ride. This check does not certify readiness for traffic. Children need adult supervision in a closed, traffic-free practice area.</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A. Copy and layout held constant. Social export is 1080 x 1350 RGB PNG; not a printer file.</a:t>
            </a:r>
          </a:p>
          <a:p xmlns:a="http://schemas.openxmlformats.org/drawingml/2006/main">
            <a:r>
              <a:t>Sources:</a:t>
            </a:r>
          </a:p>
          <a:p xmlns:a="http://schemas.openxmlformats.org/drawingml/2006/main">
            <a:r>
              <a:t>https://pubmed.ncbi.nlm.nih.gov/24263707/</a:t>
            </a:r>
          </a:p>
          <a:p xmlns:a="http://schemas.openxmlformats.org/drawingml/2006/main">
            <a:r>
              <a:t>https://www.nfer.ac.uk/media/je0cski0/research_into_the_impact_of_bikeability_training_on_childrens_ability_to_perceive_and_appropriately_respond_to_hazards_when_cycling_on_the_road.pdf</a:t>
            </a:r>
          </a:p>
          <a:p xmlns:a="http://schemas.openxmlformats.org/drawingml/2006/main">
            <a:r>
              <a:t>https://pmc.ncbi.nlm.nih.gov/articles/PMC9990551/</a:t>
            </a:r>
          </a:p>
          <a:p xmlns:a="http://schemas.openxmlformats.org/drawingml/2006/main">
            <a:r>
              <a:t>https://academic.oup.com/ije/article-abstract/46/1/278/2617198</a:t>
            </a:r>
          </a:p>
          <a:p xmlns:a="http://schemas.openxmlformats.org/drawingml/2006/main">
            <a:r>
              <a:t>https://www.nhtsa.gov/book/countermeasures-that-work/bicycle-safety/countermeasures/unproven-further-evaluation/bicycle</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Before Traffic</a:t>
            </a:r>
          </a:p>
          <a:p xmlns:a="http://schemas.openxmlformats.org/drawingml/2006/main">
            <a:r>
              <a:t>Specific training programs may improve some learning or assessed-skill outcomes; injury results are mixed or not demonstrated. A leaflet or practice scene does not establish traffic readiness or crash reduction. Helmet evidence concerns injury mitigation, not collision prevention. The imagery shows illustrative closed-court practice, not a certified program.</a:t>
            </a:r>
          </a:p>
          <a:p xmlns:a="http://schemas.openxmlformats.org/drawingml/2006/main">
            <a:r>
              <a:t>This exact copy and artwork have not been tested with the intended audience. Treat the emotional framing as an audience hypothesis, not an effectiveness claim. Intended direction: Encouragement and shared possibility; preserve ABC Quick Check, no traffic-readiness certification.</a:t>
            </a:r>
          </a:p>
          <a:p xmlns:a="http://schemas.openxmlformats.org/drawingml/2006/main">
            <a:r>
              <a:t>Complete ABC Quick Check: air, brakes, chain/cranks, quick releases, then a short check ride. This check does not certify readiness for traffic. Children need adult supervision in a closed, traffic-free practice area.</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B. Copy and layout held constant. Social export is 1080 x 1350 RGB PNG; not a printer file.</a:t>
            </a:r>
          </a:p>
          <a:p xmlns:a="http://schemas.openxmlformats.org/drawingml/2006/main">
            <a:r>
              <a:t>Sources:</a:t>
            </a:r>
          </a:p>
          <a:p xmlns:a="http://schemas.openxmlformats.org/drawingml/2006/main">
            <a:r>
              <a:t>https://pubmed.ncbi.nlm.nih.gov/24263707/</a:t>
            </a:r>
          </a:p>
          <a:p xmlns:a="http://schemas.openxmlformats.org/drawingml/2006/main">
            <a:r>
              <a:t>https://www.nfer.ac.uk/media/je0cski0/research_into_the_impact_of_bikeability_training_on_childrens_ability_to_perceive_and_appropriately_respond_to_hazards_when_cycling_on_the_road.pdf</a:t>
            </a:r>
          </a:p>
          <a:p xmlns:a="http://schemas.openxmlformats.org/drawingml/2006/main">
            <a:r>
              <a:t>https://pmc.ncbi.nlm.nih.gov/articles/PMC9990551/</a:t>
            </a:r>
          </a:p>
          <a:p xmlns:a="http://schemas.openxmlformats.org/drawingml/2006/main">
            <a:r>
              <a:t>https://academic.oup.com/ije/article-abstract/46/1/278/2617198</a:t>
            </a:r>
          </a:p>
          <a:p xmlns:a="http://schemas.openxmlformats.org/drawingml/2006/main">
            <a:r>
              <a:t>https://www.nhtsa.gov/book/countermeasures-that-work/bicycle-safety/countermeasures/unproven-further-evaluation/bicycle</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7f214b189841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f6a3989dc041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b4d839c2d0640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e7a23f66834b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e499333a7743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dc2e8693c14b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DBE5F1-3049-4A05-A7D7-0046CD72BFDD}"/>
              </a:ext>
            </a:extLst>
          </p:cNvPr>
          <p:cNvSpPr>
            <a:spLocks xmlns:a="http://schemas.openxmlformats.org/drawingml/2006/main" noGrp="1"/>
          </p:cNvSpPr>
          <p:nvPr>
            <p:ph type="title" idx="0"/>
          </p:nvPr>
        </p:nvSpPr>
        <p:spPr>
          <a:xfrm xmlns:a="http://schemas.openxmlformats.org/drawingml/2006/main">
            <a:off x="1028700" y="4857750"/>
            <a:ext cx="82296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050" b="1">
                <a:solidFill>
                  <a:schemeClr val="tx1"/>
                </a:solidFill>
                <a:latin typeface="+mj-lt"/>
                <a:ea typeface="+mj-lt"/>
                <a:cs typeface="+mj-lt"/>
              </a:defRPr>
            </a:defPPr>
            <a:lvl1pPr marL="0" indent="0" algn="ctr">
              <a:lnSpc>
                <a:spcPct val="110000"/>
              </a:lnSpc>
              <a:spcBef>
                <a:spcPts val="0"/>
              </a:spcBef>
              <a:spcAft>
                <a:spcPts val="0"/>
              </a:spcAft>
              <a:buNone/>
              <a:defRPr sz="4050" b="1">
                <a:solidFill>
                  <a:schemeClr val="tx1"/>
                </a:solidFill>
                <a:latin typeface="+mj-lt"/>
                <a:ea typeface="+mj-lt"/>
                <a:cs typeface="+mj-lt"/>
              </a:defRPr>
            </a:lvl1pPr>
            <a:lvl2pPr marL="0" indent="0" algn="ctr">
              <a:lnSpc>
                <a:spcPct val="110000"/>
              </a:lnSpc>
              <a:spcBef>
                <a:spcPts val="0"/>
              </a:spcBef>
              <a:spcAft>
                <a:spcPts val="0"/>
              </a:spcAft>
              <a:buNone/>
              <a:defRPr sz="4050" b="1">
                <a:solidFill>
                  <a:schemeClr val="tx1"/>
                </a:solidFill>
                <a:latin typeface="+mj-lt"/>
                <a:ea typeface="+mj-lt"/>
                <a:cs typeface="+mj-lt"/>
              </a:defRPr>
            </a:lvl2pPr>
            <a:lvl3pPr marL="0" indent="0" algn="ctr">
              <a:lnSpc>
                <a:spcPct val="110000"/>
              </a:lnSpc>
              <a:spcBef>
                <a:spcPts val="0"/>
              </a:spcBef>
              <a:spcAft>
                <a:spcPts val="0"/>
              </a:spcAft>
              <a:buNone/>
              <a:defRPr sz="4050" b="1">
                <a:solidFill>
                  <a:schemeClr val="tx1"/>
                </a:solidFill>
                <a:latin typeface="+mj-lt"/>
                <a:ea typeface="+mj-lt"/>
                <a:cs typeface="+mj-lt"/>
              </a:defRPr>
            </a:lvl3pPr>
            <a:lvl4pPr marL="0" indent="0" algn="ctr">
              <a:lnSpc>
                <a:spcPct val="110000"/>
              </a:lnSpc>
              <a:spcBef>
                <a:spcPts val="0"/>
              </a:spcBef>
              <a:spcAft>
                <a:spcPts val="0"/>
              </a:spcAft>
              <a:buNone/>
              <a:defRPr sz="4050" b="1">
                <a:solidFill>
                  <a:schemeClr val="tx1"/>
                </a:solidFill>
                <a:latin typeface="+mj-lt"/>
                <a:ea typeface="+mj-lt"/>
                <a:cs typeface="+mj-lt"/>
              </a:defRPr>
            </a:lvl4pPr>
            <a:lvl5pPr marL="0" indent="0" algn="ctr">
              <a:lnSpc>
                <a:spcPct val="110000"/>
              </a:lnSpc>
              <a:spcBef>
                <a:spcPts val="0"/>
              </a:spcBef>
              <a:spcAft>
                <a:spcPts val="0"/>
              </a:spcAft>
              <a:buNone/>
              <a:defRPr sz="4050" b="1">
                <a:solidFill>
                  <a:schemeClr val="tx1"/>
                </a:solidFill>
                <a:latin typeface="+mj-lt"/>
                <a:ea typeface="+mj-lt"/>
                <a:cs typeface="+mj-lt"/>
              </a:defRPr>
            </a:lvl5pPr>
            <a:lvl6pPr marL="0" indent="0" algn="ctr">
              <a:lnSpc>
                <a:spcPct val="110000"/>
              </a:lnSpc>
              <a:spcBef>
                <a:spcPts val="0"/>
              </a:spcBef>
              <a:spcAft>
                <a:spcPts val="0"/>
              </a:spcAft>
              <a:buNone/>
              <a:defRPr sz="4050" b="1">
                <a:solidFill>
                  <a:schemeClr val="tx1"/>
                </a:solidFill>
                <a:latin typeface="+mj-lt"/>
                <a:ea typeface="+mj-lt"/>
                <a:cs typeface="+mj-lt"/>
              </a:defRPr>
            </a:lvl6pPr>
            <a:lvl7pPr marL="0" indent="0" algn="ctr">
              <a:lnSpc>
                <a:spcPct val="110000"/>
              </a:lnSpc>
              <a:spcBef>
                <a:spcPts val="0"/>
              </a:spcBef>
              <a:spcAft>
                <a:spcPts val="0"/>
              </a:spcAft>
              <a:buNone/>
              <a:defRPr sz="4050" b="1">
                <a:solidFill>
                  <a:schemeClr val="tx1"/>
                </a:solidFill>
                <a:latin typeface="+mj-lt"/>
                <a:ea typeface="+mj-lt"/>
                <a:cs typeface="+mj-lt"/>
              </a:defRPr>
            </a:lvl7pPr>
            <a:lvl8pPr marL="0" indent="0" algn="ctr">
              <a:lnSpc>
                <a:spcPct val="110000"/>
              </a:lnSpc>
              <a:spcBef>
                <a:spcPts val="0"/>
              </a:spcBef>
              <a:spcAft>
                <a:spcPts val="0"/>
              </a:spcAft>
              <a:buNone/>
              <a:defRPr sz="4050" b="1">
                <a:solidFill>
                  <a:schemeClr val="tx1"/>
                </a:solidFill>
                <a:latin typeface="+mj-lt"/>
                <a:ea typeface="+mj-lt"/>
                <a:cs typeface="+mj-lt"/>
              </a:defRPr>
            </a:lvl8pPr>
            <a:lvl9pPr marL="0" indent="0" algn="ctr">
              <a:lnSpc>
                <a:spcPct val="110000"/>
              </a:lnSpc>
              <a:spcBef>
                <a:spcPts val="0"/>
              </a:spcBef>
              <a:spcAft>
                <a:spcPts val="0"/>
              </a:spcAft>
              <a:buNone/>
              <a:defRPr sz="40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F6ADDC-E432-4E1B-94A3-D184429CDC03}"/>
              </a:ext>
            </a:extLst>
          </p:cNvPr>
          <p:cNvSpPr>
            <a:spLocks xmlns:a="http://schemas.openxmlformats.org/drawingml/2006/main" noGrp="1"/>
          </p:cNvSpPr>
          <p:nvPr>
            <p:ph type="subTitle" idx="1"/>
          </p:nvPr>
        </p:nvSpPr>
        <p:spPr>
          <a:xfrm xmlns:a="http://schemas.openxmlformats.org/drawingml/2006/main">
            <a:off x="1543050" y="7072313"/>
            <a:ext cx="72009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772" b="0">
                <a:solidFill>
                  <a:schemeClr val="tx1"/>
                </a:solidFill>
                <a:latin typeface="+mn-lt"/>
                <a:ea typeface="+mn-lt"/>
                <a:cs typeface="+mn-lt"/>
              </a:defRPr>
            </a:defPPr>
            <a:lvl1pPr marL="0" indent="0" algn="ctr">
              <a:lnSpc>
                <a:spcPct val="110000"/>
              </a:lnSpc>
              <a:spcBef>
                <a:spcPts val="0"/>
              </a:spcBef>
              <a:spcAft>
                <a:spcPts val="0"/>
              </a:spcAft>
              <a:buNone/>
              <a:defRPr sz="1772" b="0">
                <a:solidFill>
                  <a:schemeClr val="tx1"/>
                </a:solidFill>
                <a:latin typeface="+mn-lt"/>
                <a:ea typeface="+mn-lt"/>
                <a:cs typeface="+mn-lt"/>
              </a:defRPr>
            </a:lvl1pPr>
            <a:lvl2pPr marL="0" indent="0" algn="ctr">
              <a:lnSpc>
                <a:spcPct val="110000"/>
              </a:lnSpc>
              <a:spcBef>
                <a:spcPts val="0"/>
              </a:spcBef>
              <a:spcAft>
                <a:spcPts val="0"/>
              </a:spcAft>
              <a:buNone/>
              <a:defRPr sz="1772" b="0">
                <a:solidFill>
                  <a:schemeClr val="tx1"/>
                </a:solidFill>
                <a:latin typeface="+mn-lt"/>
                <a:ea typeface="+mn-lt"/>
                <a:cs typeface="+mn-lt"/>
              </a:defRPr>
            </a:lvl2pPr>
            <a:lvl3pPr marL="0" indent="0" algn="ctr">
              <a:lnSpc>
                <a:spcPct val="110000"/>
              </a:lnSpc>
              <a:spcBef>
                <a:spcPts val="0"/>
              </a:spcBef>
              <a:spcAft>
                <a:spcPts val="0"/>
              </a:spcAft>
              <a:buNone/>
              <a:defRPr sz="1772" b="0">
                <a:solidFill>
                  <a:schemeClr val="tx1"/>
                </a:solidFill>
                <a:latin typeface="+mn-lt"/>
                <a:ea typeface="+mn-lt"/>
                <a:cs typeface="+mn-lt"/>
              </a:defRPr>
            </a:lvl3pPr>
            <a:lvl4pPr marL="0" indent="0" algn="ctr">
              <a:lnSpc>
                <a:spcPct val="110000"/>
              </a:lnSpc>
              <a:spcBef>
                <a:spcPts val="0"/>
              </a:spcBef>
              <a:spcAft>
                <a:spcPts val="0"/>
              </a:spcAft>
              <a:buNone/>
              <a:defRPr sz="1772" b="0">
                <a:solidFill>
                  <a:schemeClr val="tx1"/>
                </a:solidFill>
                <a:latin typeface="+mn-lt"/>
                <a:ea typeface="+mn-lt"/>
                <a:cs typeface="+mn-lt"/>
              </a:defRPr>
            </a:lvl4pPr>
            <a:lvl5pPr marL="0" indent="0" algn="ctr">
              <a:lnSpc>
                <a:spcPct val="110000"/>
              </a:lnSpc>
              <a:spcBef>
                <a:spcPts val="0"/>
              </a:spcBef>
              <a:spcAft>
                <a:spcPts val="0"/>
              </a:spcAft>
              <a:buNone/>
              <a:defRPr sz="1772" b="0">
                <a:solidFill>
                  <a:schemeClr val="tx1"/>
                </a:solidFill>
                <a:latin typeface="+mn-lt"/>
                <a:ea typeface="+mn-lt"/>
                <a:cs typeface="+mn-lt"/>
              </a:defRPr>
            </a:lvl5pPr>
            <a:lvl6pPr marL="0" indent="0" algn="ctr">
              <a:lnSpc>
                <a:spcPct val="110000"/>
              </a:lnSpc>
              <a:spcBef>
                <a:spcPts val="0"/>
              </a:spcBef>
              <a:spcAft>
                <a:spcPts val="0"/>
              </a:spcAft>
              <a:buNone/>
              <a:defRPr sz="1772" b="0">
                <a:solidFill>
                  <a:schemeClr val="tx1"/>
                </a:solidFill>
                <a:latin typeface="+mn-lt"/>
                <a:ea typeface="+mn-lt"/>
                <a:cs typeface="+mn-lt"/>
              </a:defRPr>
            </a:lvl6pPr>
            <a:lvl7pPr marL="0" indent="0" algn="ctr">
              <a:lnSpc>
                <a:spcPct val="110000"/>
              </a:lnSpc>
              <a:spcBef>
                <a:spcPts val="0"/>
              </a:spcBef>
              <a:spcAft>
                <a:spcPts val="0"/>
              </a:spcAft>
              <a:buNone/>
              <a:defRPr sz="1772" b="0">
                <a:solidFill>
                  <a:schemeClr val="tx1"/>
                </a:solidFill>
                <a:latin typeface="+mn-lt"/>
                <a:ea typeface="+mn-lt"/>
                <a:cs typeface="+mn-lt"/>
              </a:defRPr>
            </a:lvl7pPr>
            <a:lvl8pPr marL="0" indent="0" algn="ctr">
              <a:lnSpc>
                <a:spcPct val="110000"/>
              </a:lnSpc>
              <a:spcBef>
                <a:spcPts val="0"/>
              </a:spcBef>
              <a:spcAft>
                <a:spcPts val="0"/>
              </a:spcAft>
              <a:buNone/>
              <a:defRPr sz="1772" b="0">
                <a:solidFill>
                  <a:schemeClr val="tx1"/>
                </a:solidFill>
                <a:latin typeface="+mn-lt"/>
                <a:ea typeface="+mn-lt"/>
                <a:cs typeface="+mn-lt"/>
              </a:defRPr>
            </a:lvl8pPr>
            <a:lvl9pPr marL="0" indent="0" algn="ctr">
              <a:lnSpc>
                <a:spcPct val="110000"/>
              </a:lnSpc>
              <a:spcBef>
                <a:spcPts val="0"/>
              </a:spcBef>
              <a:spcAft>
                <a:spcPts val="0"/>
              </a:spcAft>
              <a:buNone/>
              <a:defRPr sz="177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0F9661-C6B0-4F7B-9958-69ED9AE84277}"/>
              </a:ext>
            </a:extLst>
          </p:cNvPr>
          <p:cNvSpPr>
            <a:spLocks xmlns:a="http://schemas.openxmlformats.org/drawingml/2006/main" noGrp="1"/>
          </p:cNvSpPr>
          <p:nvPr>
            <p:ph type="title" idx="0"/>
          </p:nvPr>
        </p:nvSpPr>
        <p:spPr>
          <a:xfrm xmlns:a="http://schemas.openxmlformats.org/drawingml/2006/main">
            <a:off x="1028700" y="5357813"/>
            <a:ext cx="82296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544" b="1">
                <a:solidFill>
                  <a:schemeClr val="tx1"/>
                </a:solidFill>
                <a:latin typeface="+mj-lt"/>
                <a:ea typeface="+mj-lt"/>
                <a:cs typeface="+mj-lt"/>
              </a:defRPr>
            </a:defPPr>
            <a:lvl1pPr marL="0" indent="0" algn="ctr">
              <a:lnSpc>
                <a:spcPct val="110000"/>
              </a:lnSpc>
              <a:spcBef>
                <a:spcPts val="0"/>
              </a:spcBef>
              <a:spcAft>
                <a:spcPts val="0"/>
              </a:spcAft>
              <a:buNone/>
              <a:defRPr sz="3544" b="1">
                <a:solidFill>
                  <a:schemeClr val="tx1"/>
                </a:solidFill>
                <a:latin typeface="+mj-lt"/>
                <a:ea typeface="+mj-lt"/>
                <a:cs typeface="+mj-lt"/>
              </a:defRPr>
            </a:lvl1pPr>
            <a:lvl2pPr marL="0" indent="0" algn="ctr">
              <a:lnSpc>
                <a:spcPct val="110000"/>
              </a:lnSpc>
              <a:spcBef>
                <a:spcPts val="0"/>
              </a:spcBef>
              <a:spcAft>
                <a:spcPts val="0"/>
              </a:spcAft>
              <a:buNone/>
              <a:defRPr sz="3544" b="1">
                <a:solidFill>
                  <a:schemeClr val="tx1"/>
                </a:solidFill>
                <a:latin typeface="+mj-lt"/>
                <a:ea typeface="+mj-lt"/>
                <a:cs typeface="+mj-lt"/>
              </a:defRPr>
            </a:lvl2pPr>
            <a:lvl3pPr marL="0" indent="0" algn="ctr">
              <a:lnSpc>
                <a:spcPct val="110000"/>
              </a:lnSpc>
              <a:spcBef>
                <a:spcPts val="0"/>
              </a:spcBef>
              <a:spcAft>
                <a:spcPts val="0"/>
              </a:spcAft>
              <a:buNone/>
              <a:defRPr sz="3544" b="1">
                <a:solidFill>
                  <a:schemeClr val="tx1"/>
                </a:solidFill>
                <a:latin typeface="+mj-lt"/>
                <a:ea typeface="+mj-lt"/>
                <a:cs typeface="+mj-lt"/>
              </a:defRPr>
            </a:lvl3pPr>
            <a:lvl4pPr marL="0" indent="0" algn="ctr">
              <a:lnSpc>
                <a:spcPct val="110000"/>
              </a:lnSpc>
              <a:spcBef>
                <a:spcPts val="0"/>
              </a:spcBef>
              <a:spcAft>
                <a:spcPts val="0"/>
              </a:spcAft>
              <a:buNone/>
              <a:defRPr sz="3544" b="1">
                <a:solidFill>
                  <a:schemeClr val="tx1"/>
                </a:solidFill>
                <a:latin typeface="+mj-lt"/>
                <a:ea typeface="+mj-lt"/>
                <a:cs typeface="+mj-lt"/>
              </a:defRPr>
            </a:lvl4pPr>
            <a:lvl5pPr marL="0" indent="0" algn="ctr">
              <a:lnSpc>
                <a:spcPct val="110000"/>
              </a:lnSpc>
              <a:spcBef>
                <a:spcPts val="0"/>
              </a:spcBef>
              <a:spcAft>
                <a:spcPts val="0"/>
              </a:spcAft>
              <a:buNone/>
              <a:defRPr sz="3544" b="1">
                <a:solidFill>
                  <a:schemeClr val="tx1"/>
                </a:solidFill>
                <a:latin typeface="+mj-lt"/>
                <a:ea typeface="+mj-lt"/>
                <a:cs typeface="+mj-lt"/>
              </a:defRPr>
            </a:lvl5pPr>
            <a:lvl6pPr marL="0" indent="0" algn="ctr">
              <a:lnSpc>
                <a:spcPct val="110000"/>
              </a:lnSpc>
              <a:spcBef>
                <a:spcPts val="0"/>
              </a:spcBef>
              <a:spcAft>
                <a:spcPts val="0"/>
              </a:spcAft>
              <a:buNone/>
              <a:defRPr sz="3544" b="1">
                <a:solidFill>
                  <a:schemeClr val="tx1"/>
                </a:solidFill>
                <a:latin typeface="+mj-lt"/>
                <a:ea typeface="+mj-lt"/>
                <a:cs typeface="+mj-lt"/>
              </a:defRPr>
            </a:lvl6pPr>
            <a:lvl7pPr marL="0" indent="0" algn="ctr">
              <a:lnSpc>
                <a:spcPct val="110000"/>
              </a:lnSpc>
              <a:spcBef>
                <a:spcPts val="0"/>
              </a:spcBef>
              <a:spcAft>
                <a:spcPts val="0"/>
              </a:spcAft>
              <a:buNone/>
              <a:defRPr sz="3544" b="1">
                <a:solidFill>
                  <a:schemeClr val="tx1"/>
                </a:solidFill>
                <a:latin typeface="+mj-lt"/>
                <a:ea typeface="+mj-lt"/>
                <a:cs typeface="+mj-lt"/>
              </a:defRPr>
            </a:lvl7pPr>
            <a:lvl8pPr marL="0" indent="0" algn="ctr">
              <a:lnSpc>
                <a:spcPct val="110000"/>
              </a:lnSpc>
              <a:spcBef>
                <a:spcPts val="0"/>
              </a:spcBef>
              <a:spcAft>
                <a:spcPts val="0"/>
              </a:spcAft>
              <a:buNone/>
              <a:defRPr sz="3544" b="1">
                <a:solidFill>
                  <a:schemeClr val="tx1"/>
                </a:solidFill>
                <a:latin typeface="+mj-lt"/>
                <a:ea typeface="+mj-lt"/>
                <a:cs typeface="+mj-lt"/>
              </a:defRPr>
            </a:lvl8pPr>
            <a:lvl9pPr marL="0" indent="0" algn="ctr">
              <a:lnSpc>
                <a:spcPct val="110000"/>
              </a:lnSpc>
              <a:spcBef>
                <a:spcPts val="0"/>
              </a:spcBef>
              <a:spcAft>
                <a:spcPts val="0"/>
              </a:spcAft>
              <a:buNone/>
              <a:defRPr sz="354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5AC823-D909-4356-8787-F7E42FDB9400}"/>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D0C4607-6CF2-4257-8FD6-E8BE54BC70C1}"/>
              </a:ext>
            </a:extLst>
          </p:cNvPr>
          <p:cNvSpPr>
            <a:spLocks xmlns:a="http://schemas.openxmlformats.org/drawingml/2006/main" noGrp="1"/>
          </p:cNvSpPr>
          <p:nvPr>
            <p:ph type="body" idx="1"/>
          </p:nvPr>
        </p:nvSpPr>
        <p:spPr>
          <a:xfrm xmlns:a="http://schemas.openxmlformats.org/drawingml/2006/main">
            <a:off x="578644" y="3571875"/>
            <a:ext cx="9129713"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80C218-7875-45A5-8E9D-B1C936B8C025}"/>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B8940C-E1FD-4A0C-B1C1-B13186DF7C88}"/>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8A88FE-95EC-48DE-9390-953726256999}"/>
              </a:ext>
            </a:extLst>
          </p:cNvPr>
          <p:cNvSpPr>
            <a:spLocks xmlns:a="http://schemas.openxmlformats.org/drawingml/2006/main" noGrp="1"/>
          </p:cNvSpPr>
          <p:nvPr>
            <p:ph type="body" idx="2"/>
          </p:nvPr>
        </p:nvSpPr>
        <p:spPr>
          <a:xfrm xmlns:a="http://schemas.openxmlformats.org/drawingml/2006/main">
            <a:off x="5464969"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772" b="0">
                <a:solidFill>
                  <a:schemeClr val="tx1"/>
                </a:solidFill>
                <a:latin typeface="+mn-lt"/>
                <a:ea typeface="+mn-lt"/>
                <a:cs typeface="+mn-lt"/>
              </a:defRPr>
            </a:defPPr>
            <a:lvl1pPr marL="192881" indent="-192881" algn="l">
              <a:lnSpc>
                <a:spcPct val="110000"/>
              </a:lnSpc>
              <a:spcBef>
                <a:spcPts val="0"/>
              </a:spcBef>
              <a:spcAft>
                <a:spcPts val="1013"/>
              </a:spcAft>
              <a:buChar char="•"/>
              <a:defRPr sz="1772" b="0">
                <a:solidFill>
                  <a:schemeClr val="tx1"/>
                </a:solidFill>
                <a:latin typeface="+mn-lt"/>
                <a:ea typeface="+mn-lt"/>
                <a:cs typeface="+mn-lt"/>
              </a:defRPr>
            </a:lvl1pPr>
            <a:lvl2pPr marL="450056" indent="-192881" algn="l">
              <a:lnSpc>
                <a:spcPct val="110000"/>
              </a:lnSpc>
              <a:spcBef>
                <a:spcPts val="0"/>
              </a:spcBef>
              <a:spcAft>
                <a:spcPts val="1013"/>
              </a:spcAft>
              <a:buChar char="•"/>
              <a:defRPr sz="1772" b="0">
                <a:solidFill>
                  <a:schemeClr val="tx1"/>
                </a:solidFill>
                <a:latin typeface="+mn-lt"/>
                <a:ea typeface="+mn-lt"/>
                <a:cs typeface="+mn-lt"/>
              </a:defRPr>
            </a:lvl2pPr>
            <a:lvl3pPr marL="707231" indent="-192881" algn="l">
              <a:lnSpc>
                <a:spcPct val="110000"/>
              </a:lnSpc>
              <a:spcBef>
                <a:spcPts val="0"/>
              </a:spcBef>
              <a:spcAft>
                <a:spcPts val="1013"/>
              </a:spcAft>
              <a:buChar char="•"/>
              <a:defRPr sz="1772" b="0">
                <a:solidFill>
                  <a:schemeClr val="tx1"/>
                </a:solidFill>
                <a:latin typeface="+mn-lt"/>
                <a:ea typeface="+mn-lt"/>
                <a:cs typeface="+mn-lt"/>
              </a:defRPr>
            </a:lvl3pPr>
            <a:lvl4pPr marL="964406" indent="-192881" algn="l">
              <a:lnSpc>
                <a:spcPct val="110000"/>
              </a:lnSpc>
              <a:spcBef>
                <a:spcPts val="0"/>
              </a:spcBef>
              <a:spcAft>
                <a:spcPts val="1013"/>
              </a:spcAft>
              <a:buChar char="•"/>
              <a:defRPr sz="1772" b="0">
                <a:solidFill>
                  <a:schemeClr val="tx1"/>
                </a:solidFill>
                <a:latin typeface="+mn-lt"/>
                <a:ea typeface="+mn-lt"/>
                <a:cs typeface="+mn-lt"/>
              </a:defRPr>
            </a:lvl4pPr>
            <a:lvl5pPr marL="1221581" indent="-192881" algn="l">
              <a:lnSpc>
                <a:spcPct val="110000"/>
              </a:lnSpc>
              <a:spcBef>
                <a:spcPts val="0"/>
              </a:spcBef>
              <a:spcAft>
                <a:spcPts val="1013"/>
              </a:spcAft>
              <a:buChar char="•"/>
              <a:defRPr sz="1772" b="0">
                <a:solidFill>
                  <a:schemeClr val="tx1"/>
                </a:solidFill>
                <a:latin typeface="+mn-lt"/>
                <a:ea typeface="+mn-lt"/>
                <a:cs typeface="+mn-lt"/>
              </a:defRPr>
            </a:lvl5pPr>
            <a:lvl6pPr marL="1478756" indent="-192881" algn="l">
              <a:lnSpc>
                <a:spcPct val="110000"/>
              </a:lnSpc>
              <a:spcBef>
                <a:spcPts val="0"/>
              </a:spcBef>
              <a:spcAft>
                <a:spcPts val="1013"/>
              </a:spcAft>
              <a:buChar char="•"/>
              <a:defRPr sz="1772" b="0">
                <a:solidFill>
                  <a:schemeClr val="tx1"/>
                </a:solidFill>
                <a:latin typeface="+mn-lt"/>
                <a:ea typeface="+mn-lt"/>
                <a:cs typeface="+mn-lt"/>
              </a:defRPr>
            </a:lvl6pPr>
            <a:lvl7pPr marL="1735931" indent="-192881" algn="l">
              <a:lnSpc>
                <a:spcPct val="110000"/>
              </a:lnSpc>
              <a:spcBef>
                <a:spcPts val="0"/>
              </a:spcBef>
              <a:spcAft>
                <a:spcPts val="1013"/>
              </a:spcAft>
              <a:buChar char="•"/>
              <a:defRPr sz="1772" b="0">
                <a:solidFill>
                  <a:schemeClr val="tx1"/>
                </a:solidFill>
                <a:latin typeface="+mn-lt"/>
                <a:ea typeface="+mn-lt"/>
                <a:cs typeface="+mn-lt"/>
              </a:defRPr>
            </a:lvl7pPr>
            <a:lvl8pPr marL="1993106" indent="-192881" algn="l">
              <a:lnSpc>
                <a:spcPct val="110000"/>
              </a:lnSpc>
              <a:spcBef>
                <a:spcPts val="0"/>
              </a:spcBef>
              <a:spcAft>
                <a:spcPts val="1013"/>
              </a:spcAft>
              <a:buChar char="•"/>
              <a:defRPr sz="1772" b="0">
                <a:solidFill>
                  <a:schemeClr val="tx1"/>
                </a:solidFill>
                <a:latin typeface="+mn-lt"/>
                <a:ea typeface="+mn-lt"/>
                <a:cs typeface="+mn-lt"/>
              </a:defRPr>
            </a:lvl8pPr>
            <a:lvl9pPr marL="2250281" indent="-192881" algn="l">
              <a:lnSpc>
                <a:spcPct val="110000"/>
              </a:lnSpc>
              <a:spcBef>
                <a:spcPts val="0"/>
              </a:spcBef>
              <a:spcAft>
                <a:spcPts val="1013"/>
              </a:spcAft>
              <a:buChar char="•"/>
              <a:defRPr sz="177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18A559-21BC-4AD5-8D71-CFA6324B977B}"/>
              </a:ext>
            </a:extLst>
          </p:cNvPr>
          <p:cNvSpPr>
            <a:spLocks xmlns:a="http://schemas.openxmlformats.org/drawingml/2006/main" noGrp="1"/>
          </p:cNvSpPr>
          <p:nvPr>
            <p:ph type="title" idx="0"/>
          </p:nvPr>
        </p:nvSpPr>
        <p:spPr>
          <a:xfrm xmlns:a="http://schemas.openxmlformats.org/drawingml/2006/main">
            <a:off x="578644" y="1000125"/>
            <a:ext cx="9129713"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84" b="1">
                <a:solidFill>
                  <a:schemeClr val="tx1"/>
                </a:solidFill>
                <a:latin typeface="+mj-lt"/>
                <a:ea typeface="+mj-lt"/>
                <a:cs typeface="+mj-lt"/>
              </a:defRPr>
            </a:defPPr>
            <a:lvl1pPr marL="0" indent="0" algn="l">
              <a:lnSpc>
                <a:spcPct val="110000"/>
              </a:lnSpc>
              <a:spcBef>
                <a:spcPts val="0"/>
              </a:spcBef>
              <a:spcAft>
                <a:spcPts val="0"/>
              </a:spcAft>
              <a:buNone/>
              <a:defRPr sz="2784" b="1">
                <a:solidFill>
                  <a:schemeClr val="tx1"/>
                </a:solidFill>
                <a:latin typeface="+mj-lt"/>
                <a:ea typeface="+mj-lt"/>
                <a:cs typeface="+mj-lt"/>
              </a:defRPr>
            </a:lvl1pPr>
            <a:lvl2pPr marL="0" indent="0" algn="l">
              <a:lnSpc>
                <a:spcPct val="110000"/>
              </a:lnSpc>
              <a:spcBef>
                <a:spcPts val="0"/>
              </a:spcBef>
              <a:spcAft>
                <a:spcPts val="0"/>
              </a:spcAft>
              <a:buNone/>
              <a:defRPr sz="2784" b="1">
                <a:solidFill>
                  <a:schemeClr val="tx1"/>
                </a:solidFill>
                <a:latin typeface="+mj-lt"/>
                <a:ea typeface="+mj-lt"/>
                <a:cs typeface="+mj-lt"/>
              </a:defRPr>
            </a:lvl2pPr>
            <a:lvl3pPr marL="0" indent="0" algn="l">
              <a:lnSpc>
                <a:spcPct val="110000"/>
              </a:lnSpc>
              <a:spcBef>
                <a:spcPts val="0"/>
              </a:spcBef>
              <a:spcAft>
                <a:spcPts val="0"/>
              </a:spcAft>
              <a:buNone/>
              <a:defRPr sz="2784" b="1">
                <a:solidFill>
                  <a:schemeClr val="tx1"/>
                </a:solidFill>
                <a:latin typeface="+mj-lt"/>
                <a:ea typeface="+mj-lt"/>
                <a:cs typeface="+mj-lt"/>
              </a:defRPr>
            </a:lvl3pPr>
            <a:lvl4pPr marL="0" indent="0" algn="l">
              <a:lnSpc>
                <a:spcPct val="110000"/>
              </a:lnSpc>
              <a:spcBef>
                <a:spcPts val="0"/>
              </a:spcBef>
              <a:spcAft>
                <a:spcPts val="0"/>
              </a:spcAft>
              <a:buNone/>
              <a:defRPr sz="2784" b="1">
                <a:solidFill>
                  <a:schemeClr val="tx1"/>
                </a:solidFill>
                <a:latin typeface="+mj-lt"/>
                <a:ea typeface="+mj-lt"/>
                <a:cs typeface="+mj-lt"/>
              </a:defRPr>
            </a:lvl4pPr>
            <a:lvl5pPr marL="0" indent="0" algn="l">
              <a:lnSpc>
                <a:spcPct val="110000"/>
              </a:lnSpc>
              <a:spcBef>
                <a:spcPts val="0"/>
              </a:spcBef>
              <a:spcAft>
                <a:spcPts val="0"/>
              </a:spcAft>
              <a:buNone/>
              <a:defRPr sz="2784" b="1">
                <a:solidFill>
                  <a:schemeClr val="tx1"/>
                </a:solidFill>
                <a:latin typeface="+mj-lt"/>
                <a:ea typeface="+mj-lt"/>
                <a:cs typeface="+mj-lt"/>
              </a:defRPr>
            </a:lvl5pPr>
            <a:lvl6pPr marL="0" indent="0" algn="l">
              <a:lnSpc>
                <a:spcPct val="110000"/>
              </a:lnSpc>
              <a:spcBef>
                <a:spcPts val="0"/>
              </a:spcBef>
              <a:spcAft>
                <a:spcPts val="0"/>
              </a:spcAft>
              <a:buNone/>
              <a:defRPr sz="2784" b="1">
                <a:solidFill>
                  <a:schemeClr val="tx1"/>
                </a:solidFill>
                <a:latin typeface="+mj-lt"/>
                <a:ea typeface="+mj-lt"/>
                <a:cs typeface="+mj-lt"/>
              </a:defRPr>
            </a:lvl6pPr>
            <a:lvl7pPr marL="0" indent="0" algn="l">
              <a:lnSpc>
                <a:spcPct val="110000"/>
              </a:lnSpc>
              <a:spcBef>
                <a:spcPts val="0"/>
              </a:spcBef>
              <a:spcAft>
                <a:spcPts val="0"/>
              </a:spcAft>
              <a:buNone/>
              <a:defRPr sz="2784" b="1">
                <a:solidFill>
                  <a:schemeClr val="tx1"/>
                </a:solidFill>
                <a:latin typeface="+mj-lt"/>
                <a:ea typeface="+mj-lt"/>
                <a:cs typeface="+mj-lt"/>
              </a:defRPr>
            </a:lvl7pPr>
            <a:lvl8pPr marL="0" indent="0" algn="l">
              <a:lnSpc>
                <a:spcPct val="110000"/>
              </a:lnSpc>
              <a:spcBef>
                <a:spcPts val="0"/>
              </a:spcBef>
              <a:spcAft>
                <a:spcPts val="0"/>
              </a:spcAft>
              <a:buNone/>
              <a:defRPr sz="2784" b="1">
                <a:solidFill>
                  <a:schemeClr val="tx1"/>
                </a:solidFill>
                <a:latin typeface="+mj-lt"/>
                <a:ea typeface="+mj-lt"/>
                <a:cs typeface="+mj-lt"/>
              </a:defRPr>
            </a:lvl8pPr>
            <a:lvl9pPr marL="0" indent="0" algn="l">
              <a:lnSpc>
                <a:spcPct val="110000"/>
              </a:lnSpc>
              <a:spcBef>
                <a:spcPts val="0"/>
              </a:spcBef>
              <a:spcAft>
                <a:spcPts val="0"/>
              </a:spcAft>
              <a:buNone/>
              <a:defRPr sz="278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548864-31E0-420A-B7A7-A88FB1EA9F45}"/>
              </a:ext>
            </a:extLst>
          </p:cNvPr>
          <p:cNvSpPr>
            <a:spLocks xmlns:a="http://schemas.openxmlformats.org/drawingml/2006/main" noGrp="1"/>
          </p:cNvSpPr>
          <p:nvPr>
            <p:ph type="body" idx="1"/>
          </p:nvPr>
        </p:nvSpPr>
        <p:spPr>
          <a:xfrm xmlns:a="http://schemas.openxmlformats.org/drawingml/2006/main">
            <a:off x="578644" y="3571875"/>
            <a:ext cx="4243388"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98" b="0">
                <a:solidFill>
                  <a:schemeClr val="tx1"/>
                </a:solidFill>
                <a:latin typeface="+mn-lt"/>
                <a:ea typeface="+mn-lt"/>
                <a:cs typeface="+mn-lt"/>
              </a:defRPr>
            </a:defPPr>
            <a:lvl1pPr marL="192881" indent="-192881" algn="l">
              <a:lnSpc>
                <a:spcPct val="110000"/>
              </a:lnSpc>
              <a:spcBef>
                <a:spcPts val="0"/>
              </a:spcBef>
              <a:spcAft>
                <a:spcPts val="1013"/>
              </a:spcAft>
              <a:buChar char="•"/>
              <a:defRPr sz="1898" b="0">
                <a:solidFill>
                  <a:schemeClr val="tx1"/>
                </a:solidFill>
                <a:latin typeface="+mn-lt"/>
                <a:ea typeface="+mn-lt"/>
                <a:cs typeface="+mn-lt"/>
              </a:defRPr>
            </a:lvl1pPr>
            <a:lvl2pPr marL="450056" indent="-192881" algn="l">
              <a:lnSpc>
                <a:spcPct val="110000"/>
              </a:lnSpc>
              <a:spcBef>
                <a:spcPts val="0"/>
              </a:spcBef>
              <a:spcAft>
                <a:spcPts val="1013"/>
              </a:spcAft>
              <a:buChar char="•"/>
              <a:defRPr sz="1898" b="0">
                <a:solidFill>
                  <a:schemeClr val="tx1"/>
                </a:solidFill>
                <a:latin typeface="+mn-lt"/>
                <a:ea typeface="+mn-lt"/>
                <a:cs typeface="+mn-lt"/>
              </a:defRPr>
            </a:lvl2pPr>
            <a:lvl3pPr marL="707231" indent="-192881" algn="l">
              <a:lnSpc>
                <a:spcPct val="110000"/>
              </a:lnSpc>
              <a:spcBef>
                <a:spcPts val="0"/>
              </a:spcBef>
              <a:spcAft>
                <a:spcPts val="1013"/>
              </a:spcAft>
              <a:buChar char="•"/>
              <a:defRPr sz="1898" b="0">
                <a:solidFill>
                  <a:schemeClr val="tx1"/>
                </a:solidFill>
                <a:latin typeface="+mn-lt"/>
                <a:ea typeface="+mn-lt"/>
                <a:cs typeface="+mn-lt"/>
              </a:defRPr>
            </a:lvl3pPr>
            <a:lvl4pPr marL="964406" indent="-192881" algn="l">
              <a:lnSpc>
                <a:spcPct val="110000"/>
              </a:lnSpc>
              <a:spcBef>
                <a:spcPts val="0"/>
              </a:spcBef>
              <a:spcAft>
                <a:spcPts val="1013"/>
              </a:spcAft>
              <a:buChar char="•"/>
              <a:defRPr sz="1898" b="0">
                <a:solidFill>
                  <a:schemeClr val="tx1"/>
                </a:solidFill>
                <a:latin typeface="+mn-lt"/>
                <a:ea typeface="+mn-lt"/>
                <a:cs typeface="+mn-lt"/>
              </a:defRPr>
            </a:lvl4pPr>
            <a:lvl5pPr marL="1221581" indent="-192881" algn="l">
              <a:lnSpc>
                <a:spcPct val="110000"/>
              </a:lnSpc>
              <a:spcBef>
                <a:spcPts val="0"/>
              </a:spcBef>
              <a:spcAft>
                <a:spcPts val="1013"/>
              </a:spcAft>
              <a:buChar char="•"/>
              <a:defRPr sz="1898" b="0">
                <a:solidFill>
                  <a:schemeClr val="tx1"/>
                </a:solidFill>
                <a:latin typeface="+mn-lt"/>
                <a:ea typeface="+mn-lt"/>
                <a:cs typeface="+mn-lt"/>
              </a:defRPr>
            </a:lvl5pPr>
            <a:lvl6pPr marL="1478756" indent="-192881" algn="l">
              <a:lnSpc>
                <a:spcPct val="110000"/>
              </a:lnSpc>
              <a:spcBef>
                <a:spcPts val="0"/>
              </a:spcBef>
              <a:spcAft>
                <a:spcPts val="1013"/>
              </a:spcAft>
              <a:buChar char="•"/>
              <a:defRPr sz="1898" b="0">
                <a:solidFill>
                  <a:schemeClr val="tx1"/>
                </a:solidFill>
                <a:latin typeface="+mn-lt"/>
                <a:ea typeface="+mn-lt"/>
                <a:cs typeface="+mn-lt"/>
              </a:defRPr>
            </a:lvl6pPr>
            <a:lvl7pPr marL="1735931" indent="-192881" algn="l">
              <a:lnSpc>
                <a:spcPct val="110000"/>
              </a:lnSpc>
              <a:spcBef>
                <a:spcPts val="0"/>
              </a:spcBef>
              <a:spcAft>
                <a:spcPts val="1013"/>
              </a:spcAft>
              <a:buChar char="•"/>
              <a:defRPr sz="1898" b="0">
                <a:solidFill>
                  <a:schemeClr val="tx1"/>
                </a:solidFill>
                <a:latin typeface="+mn-lt"/>
                <a:ea typeface="+mn-lt"/>
                <a:cs typeface="+mn-lt"/>
              </a:defRPr>
            </a:lvl7pPr>
            <a:lvl8pPr marL="1993106" indent="-192881" algn="l">
              <a:lnSpc>
                <a:spcPct val="110000"/>
              </a:lnSpc>
              <a:spcBef>
                <a:spcPts val="0"/>
              </a:spcBef>
              <a:spcAft>
                <a:spcPts val="1013"/>
              </a:spcAft>
              <a:buChar char="•"/>
              <a:defRPr sz="1898" b="0">
                <a:solidFill>
                  <a:schemeClr val="tx1"/>
                </a:solidFill>
                <a:latin typeface="+mn-lt"/>
                <a:ea typeface="+mn-lt"/>
                <a:cs typeface="+mn-lt"/>
              </a:defRPr>
            </a:lvl8pPr>
            <a:lvl9pPr marL="2250281" indent="-192881" algn="l">
              <a:lnSpc>
                <a:spcPct val="110000"/>
              </a:lnSpc>
              <a:spcBef>
                <a:spcPts val="0"/>
              </a:spcBef>
              <a:spcAft>
                <a:spcPts val="1013"/>
              </a:spcAft>
              <a:buChar char="•"/>
              <a:defRPr sz="189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139842e05b4bc1" /><Relationship Type="http://schemas.openxmlformats.org/officeDocument/2006/relationships/slideLayout" Target="/ppt/slideLayouts/slideLayout1.xml" Id="R68aa44bc0d6e46dc" /><Relationship Type="http://schemas.openxmlformats.org/officeDocument/2006/relationships/slideLayout" Target="/ppt/slideLayouts/slideLayout2.xml" Id="R98ec2f2e3a624932" /><Relationship Type="http://schemas.openxmlformats.org/officeDocument/2006/relationships/slideLayout" Target="/ppt/slideLayouts/slideLayout3.xml" Id="R41442a4426db476e" /><Relationship Type="http://schemas.openxmlformats.org/officeDocument/2006/relationships/slideLayout" Target="/ppt/slideLayouts/slideLayout4.xml" Id="Ra05d5f038dde4f01" /><Relationship Type="http://schemas.openxmlformats.org/officeDocument/2006/relationships/slideLayout" Target="/ppt/slideLayouts/slideLayout5.xml" Id="R7858da31de0c4f62" /><Relationship Type="http://schemas.openxmlformats.org/officeDocument/2006/relationships/slideLayout" Target="/ppt/slideLayouts/slideLayout6.xml" Id="R3ba1ea294ee64d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aa44bc0d6e46dc"/>
    <p:sldLayoutId xmlns:r="http://schemas.openxmlformats.org/officeDocument/2006/relationships" id="2147483650" r:id="R98ec2f2e3a624932"/>
    <p:sldLayoutId xmlns:r="http://schemas.openxmlformats.org/officeDocument/2006/relationships" id="2147483651" r:id="R41442a4426db476e"/>
    <p:sldLayoutId xmlns:r="http://schemas.openxmlformats.org/officeDocument/2006/relationships" id="2147483652" r:id="Ra05d5f038dde4f01"/>
    <p:sldLayoutId xmlns:r="http://schemas.openxmlformats.org/officeDocument/2006/relationships" id="2147483653" r:id="R7858da31de0c4f62"/>
    <p:sldLayoutId xmlns:r="http://schemas.openxmlformats.org/officeDocument/2006/relationships" id="2147483654" r:id="R3ba1ea294ee64d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342a7a03104b55" /><Relationship Type="http://schemas.openxmlformats.org/officeDocument/2006/relationships/image" Target="/ppt/media/image.png" Id="R22f03adaef9c4eca" /><Relationship Type="http://schemas.openxmlformats.org/officeDocument/2006/relationships/image" Target="/ppt/media/image2.png" Id="R80e78af5329b41ee" /><Relationship Type="http://schemas.openxmlformats.org/officeDocument/2006/relationships/notesSlide" Target="/ppt/notesSlides/notesSlide1.xml" Id="Re9fc675497e144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2c05b64e1e4ff5" /><Relationship Type="http://schemas.openxmlformats.org/officeDocument/2006/relationships/image" Target="/ppt/media/image3.png" Id="R31612c7f6e394860" /><Relationship Type="http://schemas.openxmlformats.org/officeDocument/2006/relationships/image" Target="/ppt/media/image4.png" Id="Ra47a0f012884420d" /><Relationship Type="http://schemas.openxmlformats.org/officeDocument/2006/relationships/notesSlide" Target="/ppt/notesSlides/notesSlide2.xml" Id="Rfdc355fbec4847bf" /></Relationships>
</file>

<file path=ppt/slides/slide1.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B7BC081-187A-4ED6-9556-7AB1BDF69D7D}"/>
              </a:ext>
            </a:extLst>
          </p:cNvPr>
          <p:cNvPicPr>
            <a:picLocks xmlns:a="http://schemas.openxmlformats.org/drawingml/2006/main" noChangeAspect="1"/>
          </p:cNvPicPr>
          <p:nvPr/>
        </p:nvPicPr>
        <p:blipFill>
          <a:blip xmlns:r="http://schemas.openxmlformats.org/officeDocument/2006/relationships" xmlns:a="http://schemas.openxmlformats.org/drawingml/2006/main" r:embed="R22f03adaef9c4eca"/>
          <a:stretch xmlns:a="http://schemas.openxmlformats.org/drawingml/2006/main"/>
        </p:blipFill>
        <p:spPr>
          <a:xfrm xmlns:a="http://schemas.openxmlformats.org/drawingml/2006/main">
            <a:off x="1713277" y="0"/>
            <a:ext cx="6860446" cy="8572500"/>
          </a:xfrm>
          <a:prstGeom xmlns:a="http://schemas.openxmlformats.org/drawingml/2006/main" prst="rect">
            <a:avLst/>
          </a:prstGeom>
        </p:spPr>
      </p:pic>
      <p:sp>
        <p:nvSpPr>
          <p:cNvPr id="2" name="Social message ground">
            <a:extLst xmlns:a="http://schemas.openxmlformats.org/drawingml/2006/main">
              <a:ext uri="{FF2B5EF4-FFF2-40B4-BE49-F238E27FC236}">
                <a16:creationId xmlns:a16="http://schemas.microsoft.com/office/drawing/2014/main" id="{A9C218D4-82A8-4027-A4FE-56993E2FD4A2}"/>
              </a:ext>
            </a:extLst>
          </p:cNvPr>
          <p:cNvSpPr>
            <a:spLocks xmlns:a="http://schemas.openxmlformats.org/drawingml/2006/main" noGrp="1"/>
          </p:cNvSpPr>
          <p:nvPr/>
        </p:nvSpPr>
        <p:spPr>
          <a:xfrm xmlns:a="http://schemas.openxmlformats.org/drawingml/2006/main">
            <a:off x="0" y="8058150"/>
            <a:ext cx="10287000" cy="3181350"/>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3" name="Social central message">
            <a:extLst xmlns:a="http://schemas.openxmlformats.org/drawingml/2006/main">
              <a:ext uri="{FF2B5EF4-FFF2-40B4-BE49-F238E27FC236}">
                <a16:creationId xmlns:a16="http://schemas.microsoft.com/office/drawing/2014/main" id="{EC13A776-882D-4C83-B35E-B6E5A7640067}"/>
              </a:ext>
            </a:extLst>
          </p:cNvPr>
          <p:cNvSpPr>
            <a:spLocks xmlns:a="http://schemas.openxmlformats.org/drawingml/2006/main" noGrp="1"/>
          </p:cNvSpPr>
          <p:nvPr/>
        </p:nvSpPr>
        <p:spPr>
          <a:xfrm xmlns:a="http://schemas.openxmlformats.org/drawingml/2006/main">
            <a:off x="466725" y="8362950"/>
            <a:ext cx="93535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Little rides.</a:t>
            </a:r>
          </a:p>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Big memories.</a:t>
            </a:r>
          </a:p>
        </p:txBody>
      </p:sp>
      <p:sp>
        <p:nvSpPr>
          <p:cNvPr id="4" name="Social action">
            <a:extLst xmlns:a="http://schemas.openxmlformats.org/drawingml/2006/main">
              <a:ext uri="{FF2B5EF4-FFF2-40B4-BE49-F238E27FC236}">
                <a16:creationId xmlns:a16="http://schemas.microsoft.com/office/drawing/2014/main" id="{86066ECB-E9CA-46D1-AC4C-08C61562F1F8}"/>
              </a:ext>
            </a:extLst>
          </p:cNvPr>
          <p:cNvSpPr>
            <a:spLocks xmlns:a="http://schemas.openxmlformats.org/drawingml/2006/main" noGrp="1"/>
          </p:cNvSpPr>
          <p:nvPr/>
        </p:nvSpPr>
        <p:spPr>
          <a:xfrm xmlns:a="http://schemas.openxmlformats.org/drawingml/2006/main">
            <a:off x="485775" y="10172700"/>
            <a:ext cx="93154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00" b="1">
                <a:solidFill>
                  <a:srgbClr val="FFFF0A"/>
                </a:solidFill>
                <a:latin typeface="Arial"/>
                <a:ea typeface="Arial"/>
                <a:cs typeface="Arial"/>
              </a:defRPr>
            </a:defPPr>
            <a:lvl1pPr>
              <a:defRPr sz="1900" b="1">
                <a:solidFill>
                  <a:srgbClr val="FFFF0A"/>
                </a:solidFill>
                <a:latin typeface="Arial"/>
                <a:ea typeface="Arial"/>
                <a:cs typeface="Arial"/>
              </a:defRPr>
            </a:lvl1pPr>
            <a:lvl2pPr>
              <a:defRPr sz="1900" b="1">
                <a:solidFill>
                  <a:srgbClr val="FFFF0A"/>
                </a:solidFill>
                <a:latin typeface="Arial"/>
                <a:ea typeface="Arial"/>
                <a:cs typeface="Arial"/>
              </a:defRPr>
            </a:lvl2pPr>
            <a:lvl3pPr>
              <a:defRPr sz="1900" b="1">
                <a:solidFill>
                  <a:srgbClr val="FFFF0A"/>
                </a:solidFill>
                <a:latin typeface="Arial"/>
                <a:ea typeface="Arial"/>
                <a:cs typeface="Arial"/>
              </a:defRPr>
            </a:lvl3pPr>
            <a:lvl4pPr>
              <a:defRPr sz="1900" b="1">
                <a:solidFill>
                  <a:srgbClr val="FFFF0A"/>
                </a:solidFill>
                <a:latin typeface="Arial"/>
                <a:ea typeface="Arial"/>
                <a:cs typeface="Arial"/>
              </a:defRPr>
            </a:lvl4pPr>
            <a:lvl5pPr>
              <a:defRPr sz="1900" b="1">
                <a:solidFill>
                  <a:srgbClr val="FFFF0A"/>
                </a:solidFill>
                <a:latin typeface="Arial"/>
                <a:ea typeface="Arial"/>
                <a:cs typeface="Arial"/>
              </a:defRPr>
            </a:lvl5pPr>
            <a:lvl6pPr>
              <a:defRPr sz="1900" b="1">
                <a:solidFill>
                  <a:srgbClr val="FFFF0A"/>
                </a:solidFill>
                <a:latin typeface="Arial"/>
                <a:ea typeface="Arial"/>
                <a:cs typeface="Arial"/>
              </a:defRPr>
            </a:lvl6pPr>
            <a:lvl7pPr>
              <a:defRPr sz="1900" b="1">
                <a:solidFill>
                  <a:srgbClr val="FFFF0A"/>
                </a:solidFill>
                <a:latin typeface="Arial"/>
                <a:ea typeface="Arial"/>
                <a:cs typeface="Arial"/>
              </a:defRPr>
            </a:lvl7pPr>
            <a:lvl8pPr>
              <a:defRPr sz="1900" b="1">
                <a:solidFill>
                  <a:srgbClr val="FFFF0A"/>
                </a:solidFill>
                <a:latin typeface="Arial"/>
                <a:ea typeface="Arial"/>
                <a:cs typeface="Arial"/>
              </a:defRPr>
            </a:lvl8pPr>
            <a:lvl9pPr>
              <a:defRPr sz="1900" b="1">
                <a:solidFill>
                  <a:srgbClr val="FFFF0A"/>
                </a:solidFill>
                <a:latin typeface="Arial"/>
                <a:ea typeface="Arial"/>
                <a:cs typeface="Arial"/>
              </a:defRPr>
            </a:lvl9pPr>
          </a:lstStyle>
          <a:p xmlns:a="http://schemas.openxmlformats.org/drawingml/2006/main">
            <a:pPr>
              <a:lnSpc>
                <a:spcPct val="98000"/>
              </a:lnSpc>
              <a:buNone/>
              <a:defRPr sz="1900" b="1">
                <a:solidFill>
                  <a:srgbClr val="FFFF0A"/>
                </a:solidFill>
                <a:latin typeface="Arial"/>
                <a:ea typeface="Arial"/>
                <a:cs typeface="Arial"/>
              </a:defRPr>
            </a:pPr>
            <a:r>
              <a:rPr sz="1900" b="1">
                <a:solidFill>
                  <a:srgbClr val="FFFF0A"/>
                </a:solidFill>
                <a:latin typeface="Arial"/>
                <a:ea typeface="Arial"/>
                <a:cs typeface="Arial"/>
              </a:rPr>
              <a:t>Practice starts, stops, turns, and looking back away from traffic. Get feedback from an instructor. Supervise children. Find groups and rides at 3fp.org.</a:t>
            </a:r>
          </a:p>
        </p:txBody>
      </p:sp>
      <p:sp>
        <p:nvSpPr>
          <p:cNvPr id="5" name="Brand footer">
            <a:extLst xmlns:a="http://schemas.openxmlformats.org/drawingml/2006/main">
              <a:ext uri="{FF2B5EF4-FFF2-40B4-BE49-F238E27FC236}">
                <a16:creationId xmlns:a16="http://schemas.microsoft.com/office/drawing/2014/main" id="{D2FCCE6D-4A5B-4EEA-8C4F-3752D1858DF4}"/>
              </a:ext>
            </a:extLst>
          </p:cNvPr>
          <p:cNvSpPr>
            <a:spLocks xmlns:a="http://schemas.openxmlformats.org/drawingml/2006/main" noGrp="1"/>
          </p:cNvSpPr>
          <p:nvPr/>
        </p:nvSpPr>
        <p:spPr>
          <a:xfrm xmlns:a="http://schemas.openxmlformats.org/drawingml/2006/main">
            <a:off x="0" y="11239500"/>
            <a:ext cx="10287000" cy="16192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33FD1F9B-0E73-4CEF-9054-10D2996B14D3}"/>
              </a:ext>
            </a:extLst>
          </p:cNvPr>
          <p:cNvPicPr>
            <a:picLocks xmlns:a="http://schemas.openxmlformats.org/drawingml/2006/main" noChangeAspect="1"/>
          </p:cNvPicPr>
          <p:nvPr/>
        </p:nvPicPr>
        <p:blipFill>
          <a:blip xmlns:r="http://schemas.openxmlformats.org/officeDocument/2006/relationships" xmlns:a="http://schemas.openxmlformats.org/drawingml/2006/main" r:embed="R80e78af5329b41ee"/>
          <a:stretch xmlns:a="http://schemas.openxmlformats.org/drawingml/2006/main"/>
        </p:blipFill>
        <p:spPr>
          <a:xfrm xmlns:a="http://schemas.openxmlformats.org/drawingml/2006/main">
            <a:off x="447675" y="11715750"/>
            <a:ext cx="666750" cy="66675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F4F0CCDA-4FB4-49E7-9889-A367B9D85BF1}"/>
              </a:ext>
            </a:extLst>
          </p:cNvPr>
          <p:cNvSpPr>
            <a:spLocks xmlns:a="http://schemas.openxmlformats.org/drawingml/2006/main" noGrp="1"/>
          </p:cNvSpPr>
          <p:nvPr/>
        </p:nvSpPr>
        <p:spPr>
          <a:xfrm xmlns:a="http://schemas.openxmlformats.org/drawingml/2006/main">
            <a:off x="1381125" y="114966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00" b="1">
                <a:solidFill>
                  <a:srgbClr val="FFFF0A"/>
                </a:solidFill>
                <a:latin typeface="Space Grotesk"/>
                <a:ea typeface="Space Grotesk"/>
                <a:cs typeface="Space Grotesk"/>
              </a:defRPr>
            </a:defPPr>
            <a:lvl1pPr>
              <a:defRPr sz="3100" b="1">
                <a:solidFill>
                  <a:srgbClr val="FFFF0A"/>
                </a:solidFill>
                <a:latin typeface="Space Grotesk"/>
                <a:ea typeface="Space Grotesk"/>
                <a:cs typeface="Space Grotesk"/>
              </a:defRPr>
            </a:lvl1pPr>
            <a:lvl2pPr>
              <a:defRPr sz="3100" b="1">
                <a:solidFill>
                  <a:srgbClr val="FFFF0A"/>
                </a:solidFill>
                <a:latin typeface="Space Grotesk"/>
                <a:ea typeface="Space Grotesk"/>
                <a:cs typeface="Space Grotesk"/>
              </a:defRPr>
            </a:lvl2pPr>
            <a:lvl3pPr>
              <a:defRPr sz="3100" b="1">
                <a:solidFill>
                  <a:srgbClr val="FFFF0A"/>
                </a:solidFill>
                <a:latin typeface="Space Grotesk"/>
                <a:ea typeface="Space Grotesk"/>
                <a:cs typeface="Space Grotesk"/>
              </a:defRPr>
            </a:lvl3pPr>
            <a:lvl4pPr>
              <a:defRPr sz="3100" b="1">
                <a:solidFill>
                  <a:srgbClr val="FFFF0A"/>
                </a:solidFill>
                <a:latin typeface="Space Grotesk"/>
                <a:ea typeface="Space Grotesk"/>
                <a:cs typeface="Space Grotesk"/>
              </a:defRPr>
            </a:lvl4pPr>
            <a:lvl5pPr>
              <a:defRPr sz="3100" b="1">
                <a:solidFill>
                  <a:srgbClr val="FFFF0A"/>
                </a:solidFill>
                <a:latin typeface="Space Grotesk"/>
                <a:ea typeface="Space Grotesk"/>
                <a:cs typeface="Space Grotesk"/>
              </a:defRPr>
            </a:lvl5pPr>
            <a:lvl6pPr>
              <a:defRPr sz="3100" b="1">
                <a:solidFill>
                  <a:srgbClr val="FFFF0A"/>
                </a:solidFill>
                <a:latin typeface="Space Grotesk"/>
                <a:ea typeface="Space Grotesk"/>
                <a:cs typeface="Space Grotesk"/>
              </a:defRPr>
            </a:lvl6pPr>
            <a:lvl7pPr>
              <a:defRPr sz="3100" b="1">
                <a:solidFill>
                  <a:srgbClr val="FFFF0A"/>
                </a:solidFill>
                <a:latin typeface="Space Grotesk"/>
                <a:ea typeface="Space Grotesk"/>
                <a:cs typeface="Space Grotesk"/>
              </a:defRPr>
            </a:lvl7pPr>
            <a:lvl8pPr>
              <a:defRPr sz="3100" b="1">
                <a:solidFill>
                  <a:srgbClr val="FFFF0A"/>
                </a:solidFill>
                <a:latin typeface="Space Grotesk"/>
                <a:ea typeface="Space Grotesk"/>
                <a:cs typeface="Space Grotesk"/>
              </a:defRPr>
            </a:lvl8pPr>
            <a:lvl9pPr>
              <a:defRPr sz="3100" b="1">
                <a:solidFill>
                  <a:srgbClr val="FFFF0A"/>
                </a:solidFill>
                <a:latin typeface="Space Grotesk"/>
                <a:ea typeface="Space Grotesk"/>
                <a:cs typeface="Space Grotesk"/>
              </a:defRPr>
            </a:lvl9pPr>
          </a:lstStyle>
          <a:p xmlns:a="http://schemas.openxmlformats.org/drawingml/2006/main">
            <a:pPr>
              <a:lnSpc>
                <a:spcPct val="98000"/>
              </a:lnSpc>
              <a:buNone/>
              <a:defRPr sz="3100" b="1">
                <a:solidFill>
                  <a:srgbClr val="FFFF0A"/>
                </a:solidFill>
                <a:latin typeface="Space Grotesk"/>
                <a:ea typeface="Space Grotesk"/>
                <a:cs typeface="Space Grotesk"/>
              </a:defRPr>
            </a:pPr>
            <a:r>
              <a:rPr sz="31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B9760289-4325-4702-9176-9C45099E3459}"/>
              </a:ext>
            </a:extLst>
          </p:cNvPr>
          <p:cNvSpPr>
            <a:spLocks xmlns:a="http://schemas.openxmlformats.org/drawingml/2006/main" noGrp="1"/>
          </p:cNvSpPr>
          <p:nvPr/>
        </p:nvSpPr>
        <p:spPr>
          <a:xfrm xmlns:a="http://schemas.openxmlformats.org/drawingml/2006/main">
            <a:off x="1381125" y="1210627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Arial"/>
                <a:ea typeface="Arial"/>
                <a:cs typeface="Arial"/>
              </a:defRPr>
            </a:defPPr>
            <a:lvl1pPr>
              <a:defRPr sz="2000" b="1">
                <a:solidFill>
                  <a:srgbClr val="FFFFFF"/>
                </a:solidFill>
                <a:latin typeface="Arial"/>
                <a:ea typeface="Arial"/>
                <a:cs typeface="Arial"/>
              </a:defRPr>
            </a:lvl1pPr>
            <a:lvl2pPr>
              <a:defRPr sz="2000" b="1">
                <a:solidFill>
                  <a:srgbClr val="FFFFFF"/>
                </a:solidFill>
                <a:latin typeface="Arial"/>
                <a:ea typeface="Arial"/>
                <a:cs typeface="Arial"/>
              </a:defRPr>
            </a:lvl2pPr>
            <a:lvl3pPr>
              <a:defRPr sz="2000" b="1">
                <a:solidFill>
                  <a:srgbClr val="FFFFFF"/>
                </a:solidFill>
                <a:latin typeface="Arial"/>
                <a:ea typeface="Arial"/>
                <a:cs typeface="Arial"/>
              </a:defRPr>
            </a:lvl3pPr>
            <a:lvl4pPr>
              <a:defRPr sz="2000" b="1">
                <a:solidFill>
                  <a:srgbClr val="FFFFFF"/>
                </a:solidFill>
                <a:latin typeface="Arial"/>
                <a:ea typeface="Arial"/>
                <a:cs typeface="Arial"/>
              </a:defRPr>
            </a:lvl4pPr>
            <a:lvl5pPr>
              <a:defRPr sz="2000" b="1">
                <a:solidFill>
                  <a:srgbClr val="FFFFFF"/>
                </a:solidFill>
                <a:latin typeface="Arial"/>
                <a:ea typeface="Arial"/>
                <a:cs typeface="Arial"/>
              </a:defRPr>
            </a:lvl5pPr>
            <a:lvl6pPr>
              <a:defRPr sz="2000" b="1">
                <a:solidFill>
                  <a:srgbClr val="FFFFFF"/>
                </a:solidFill>
                <a:latin typeface="Arial"/>
                <a:ea typeface="Arial"/>
                <a:cs typeface="Arial"/>
              </a:defRPr>
            </a:lvl6pPr>
            <a:lvl7pPr>
              <a:defRPr sz="2000" b="1">
                <a:solidFill>
                  <a:srgbClr val="FFFFFF"/>
                </a:solidFill>
                <a:latin typeface="Arial"/>
                <a:ea typeface="Arial"/>
                <a:cs typeface="Arial"/>
              </a:defRPr>
            </a:lvl7pPr>
            <a:lvl8pPr>
              <a:defRPr sz="2000" b="1">
                <a:solidFill>
                  <a:srgbClr val="FFFFFF"/>
                </a:solidFill>
                <a:latin typeface="Arial"/>
                <a:ea typeface="Arial"/>
                <a:cs typeface="Arial"/>
              </a:defRPr>
            </a:lvl8pPr>
            <a:lvl9pPr>
              <a:defRPr sz="2000" b="1">
                <a:solidFill>
                  <a:srgbClr val="FFFFFF"/>
                </a:solidFill>
                <a:latin typeface="Arial"/>
                <a:ea typeface="Arial"/>
                <a:cs typeface="Arial"/>
              </a:defRPr>
            </a:lvl9pPr>
          </a:lstStyle>
          <a:p xmlns:a="http://schemas.openxmlformats.org/drawingml/2006/main">
            <a:pPr>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Find your people. Find your next ride.</a:t>
            </a:r>
          </a:p>
        </p:txBody>
      </p:sp>
    </p:spTree>
    <p:extLst>
      <p:ext uri="{BB962C8B-B14F-4D97-AF65-F5344CB8AC3E}">
        <p14:creationId xmlns:p14="http://schemas.microsoft.com/office/powerpoint/2010/main" val="4564547"/>
      </p:ext>
    </p:extLst>
  </p:cSld>
</p:sld>
</file>

<file path=ppt/slides/slide2.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545CD6B-DF54-45D0-A483-DEC25EAF0E4B}"/>
              </a:ext>
            </a:extLst>
          </p:cNvPr>
          <p:cNvPicPr>
            <a:picLocks xmlns:a="http://schemas.openxmlformats.org/drawingml/2006/main" noChangeAspect="1"/>
          </p:cNvPicPr>
          <p:nvPr/>
        </p:nvPicPr>
        <p:blipFill>
          <a:blip xmlns:r="http://schemas.openxmlformats.org/officeDocument/2006/relationships" xmlns:a="http://schemas.openxmlformats.org/drawingml/2006/main" r:embed="R31612c7f6e394860"/>
          <a:stretch xmlns:a="http://schemas.openxmlformats.org/drawingml/2006/main"/>
        </p:blipFill>
        <p:spPr>
          <a:xfrm xmlns:a="http://schemas.openxmlformats.org/drawingml/2006/main">
            <a:off x="1713277" y="0"/>
            <a:ext cx="6860446" cy="8572500"/>
          </a:xfrm>
          <a:prstGeom xmlns:a="http://schemas.openxmlformats.org/drawingml/2006/main" prst="rect">
            <a:avLst/>
          </a:prstGeom>
        </p:spPr>
      </p:pic>
      <p:sp>
        <p:nvSpPr>
          <p:cNvPr id="2" name="Social message ground">
            <a:extLst xmlns:a="http://schemas.openxmlformats.org/drawingml/2006/main">
              <a:ext uri="{FF2B5EF4-FFF2-40B4-BE49-F238E27FC236}">
                <a16:creationId xmlns:a16="http://schemas.microsoft.com/office/drawing/2014/main" id="{610DBC0B-5766-4BAF-9EE6-09572AAF2A66}"/>
              </a:ext>
            </a:extLst>
          </p:cNvPr>
          <p:cNvSpPr>
            <a:spLocks xmlns:a="http://schemas.openxmlformats.org/drawingml/2006/main" noGrp="1"/>
          </p:cNvSpPr>
          <p:nvPr/>
        </p:nvSpPr>
        <p:spPr>
          <a:xfrm xmlns:a="http://schemas.openxmlformats.org/drawingml/2006/main">
            <a:off x="0" y="8058150"/>
            <a:ext cx="10287000" cy="3181350"/>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3" name="Social central message">
            <a:extLst xmlns:a="http://schemas.openxmlformats.org/drawingml/2006/main">
              <a:ext uri="{FF2B5EF4-FFF2-40B4-BE49-F238E27FC236}">
                <a16:creationId xmlns:a16="http://schemas.microsoft.com/office/drawing/2014/main" id="{0B18C65E-4C68-412B-ABE1-045879FA2CBE}"/>
              </a:ext>
            </a:extLst>
          </p:cNvPr>
          <p:cNvSpPr>
            <a:spLocks xmlns:a="http://schemas.openxmlformats.org/drawingml/2006/main" noGrp="1"/>
          </p:cNvSpPr>
          <p:nvPr/>
        </p:nvSpPr>
        <p:spPr>
          <a:xfrm xmlns:a="http://schemas.openxmlformats.org/drawingml/2006/main">
            <a:off x="466725" y="8362950"/>
            <a:ext cx="93535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00" b="1">
                <a:solidFill>
                  <a:srgbClr val="FFFFFF"/>
                </a:solidFill>
                <a:latin typeface="Space Grotesk"/>
                <a:ea typeface="Space Grotesk"/>
                <a:cs typeface="Space Grotesk"/>
              </a:defRPr>
            </a:defPPr>
            <a:lvl1pPr>
              <a:defRPr sz="4200" b="1">
                <a:solidFill>
                  <a:srgbClr val="FFFFFF"/>
                </a:solidFill>
                <a:latin typeface="Space Grotesk"/>
                <a:ea typeface="Space Grotesk"/>
                <a:cs typeface="Space Grotesk"/>
              </a:defRPr>
            </a:lvl1pPr>
            <a:lvl2pPr>
              <a:defRPr sz="4200" b="1">
                <a:solidFill>
                  <a:srgbClr val="FFFFFF"/>
                </a:solidFill>
                <a:latin typeface="Space Grotesk"/>
                <a:ea typeface="Space Grotesk"/>
                <a:cs typeface="Space Grotesk"/>
              </a:defRPr>
            </a:lvl2pPr>
            <a:lvl3pPr>
              <a:defRPr sz="4200" b="1">
                <a:solidFill>
                  <a:srgbClr val="FFFFFF"/>
                </a:solidFill>
                <a:latin typeface="Space Grotesk"/>
                <a:ea typeface="Space Grotesk"/>
                <a:cs typeface="Space Grotesk"/>
              </a:defRPr>
            </a:lvl3pPr>
            <a:lvl4pPr>
              <a:defRPr sz="4200" b="1">
                <a:solidFill>
                  <a:srgbClr val="FFFFFF"/>
                </a:solidFill>
                <a:latin typeface="Space Grotesk"/>
                <a:ea typeface="Space Grotesk"/>
                <a:cs typeface="Space Grotesk"/>
              </a:defRPr>
            </a:lvl4pPr>
            <a:lvl5pPr>
              <a:defRPr sz="4200" b="1">
                <a:solidFill>
                  <a:srgbClr val="FFFFFF"/>
                </a:solidFill>
                <a:latin typeface="Space Grotesk"/>
                <a:ea typeface="Space Grotesk"/>
                <a:cs typeface="Space Grotesk"/>
              </a:defRPr>
            </a:lvl5pPr>
            <a:lvl6pPr>
              <a:defRPr sz="4200" b="1">
                <a:solidFill>
                  <a:srgbClr val="FFFFFF"/>
                </a:solidFill>
                <a:latin typeface="Space Grotesk"/>
                <a:ea typeface="Space Grotesk"/>
                <a:cs typeface="Space Grotesk"/>
              </a:defRPr>
            </a:lvl6pPr>
            <a:lvl7pPr>
              <a:defRPr sz="4200" b="1">
                <a:solidFill>
                  <a:srgbClr val="FFFFFF"/>
                </a:solidFill>
                <a:latin typeface="Space Grotesk"/>
                <a:ea typeface="Space Grotesk"/>
                <a:cs typeface="Space Grotesk"/>
              </a:defRPr>
            </a:lvl7pPr>
            <a:lvl8pPr>
              <a:defRPr sz="4200" b="1">
                <a:solidFill>
                  <a:srgbClr val="FFFFFF"/>
                </a:solidFill>
                <a:latin typeface="Space Grotesk"/>
                <a:ea typeface="Space Grotesk"/>
                <a:cs typeface="Space Grotesk"/>
              </a:defRPr>
            </a:lvl8pPr>
            <a:lvl9pPr>
              <a:defRPr sz="4200" b="1">
                <a:solidFill>
                  <a:srgbClr val="FFFFFF"/>
                </a:solidFill>
                <a:latin typeface="Space Grotesk"/>
                <a:ea typeface="Space Grotesk"/>
                <a:cs typeface="Space Grotesk"/>
              </a:defRPr>
            </a:lvl9pPr>
          </a:lstStyle>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Little rides.</a:t>
            </a:r>
          </a:p>
          <a:p xmlns:a="http://schemas.openxmlformats.org/drawingml/2006/main">
            <a:pPr>
              <a:lnSpc>
                <a:spcPct val="98000"/>
              </a:lnSpc>
              <a:buNone/>
              <a:defRPr sz="4200" b="1">
                <a:solidFill>
                  <a:srgbClr val="FFFFFF"/>
                </a:solidFill>
                <a:latin typeface="Space Grotesk"/>
                <a:ea typeface="Space Grotesk"/>
                <a:cs typeface="Space Grotesk"/>
              </a:defRPr>
            </a:pPr>
            <a:r>
              <a:rPr sz="4200" b="1">
                <a:solidFill>
                  <a:srgbClr val="FFFFFF"/>
                </a:solidFill>
                <a:latin typeface="Space Grotesk"/>
                <a:ea typeface="Space Grotesk"/>
                <a:cs typeface="Space Grotesk"/>
              </a:rPr>
              <a:t>Big memories.</a:t>
            </a:r>
          </a:p>
        </p:txBody>
      </p:sp>
      <p:sp>
        <p:nvSpPr>
          <p:cNvPr id="4" name="Social action">
            <a:extLst xmlns:a="http://schemas.openxmlformats.org/drawingml/2006/main">
              <a:ext uri="{FF2B5EF4-FFF2-40B4-BE49-F238E27FC236}">
                <a16:creationId xmlns:a16="http://schemas.microsoft.com/office/drawing/2014/main" id="{2030A7DD-30D3-487E-99D4-6101D3894587}"/>
              </a:ext>
            </a:extLst>
          </p:cNvPr>
          <p:cNvSpPr>
            <a:spLocks xmlns:a="http://schemas.openxmlformats.org/drawingml/2006/main" noGrp="1"/>
          </p:cNvSpPr>
          <p:nvPr/>
        </p:nvSpPr>
        <p:spPr>
          <a:xfrm xmlns:a="http://schemas.openxmlformats.org/drawingml/2006/main">
            <a:off x="485775" y="10172700"/>
            <a:ext cx="93154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00" b="1">
                <a:solidFill>
                  <a:srgbClr val="FFFF0A"/>
                </a:solidFill>
                <a:latin typeface="Arial"/>
                <a:ea typeface="Arial"/>
                <a:cs typeface="Arial"/>
              </a:defRPr>
            </a:defPPr>
            <a:lvl1pPr>
              <a:defRPr sz="1900" b="1">
                <a:solidFill>
                  <a:srgbClr val="FFFF0A"/>
                </a:solidFill>
                <a:latin typeface="Arial"/>
                <a:ea typeface="Arial"/>
                <a:cs typeface="Arial"/>
              </a:defRPr>
            </a:lvl1pPr>
            <a:lvl2pPr>
              <a:defRPr sz="1900" b="1">
                <a:solidFill>
                  <a:srgbClr val="FFFF0A"/>
                </a:solidFill>
                <a:latin typeface="Arial"/>
                <a:ea typeface="Arial"/>
                <a:cs typeface="Arial"/>
              </a:defRPr>
            </a:lvl2pPr>
            <a:lvl3pPr>
              <a:defRPr sz="1900" b="1">
                <a:solidFill>
                  <a:srgbClr val="FFFF0A"/>
                </a:solidFill>
                <a:latin typeface="Arial"/>
                <a:ea typeface="Arial"/>
                <a:cs typeface="Arial"/>
              </a:defRPr>
            </a:lvl3pPr>
            <a:lvl4pPr>
              <a:defRPr sz="1900" b="1">
                <a:solidFill>
                  <a:srgbClr val="FFFF0A"/>
                </a:solidFill>
                <a:latin typeface="Arial"/>
                <a:ea typeface="Arial"/>
                <a:cs typeface="Arial"/>
              </a:defRPr>
            </a:lvl4pPr>
            <a:lvl5pPr>
              <a:defRPr sz="1900" b="1">
                <a:solidFill>
                  <a:srgbClr val="FFFF0A"/>
                </a:solidFill>
                <a:latin typeface="Arial"/>
                <a:ea typeface="Arial"/>
                <a:cs typeface="Arial"/>
              </a:defRPr>
            </a:lvl5pPr>
            <a:lvl6pPr>
              <a:defRPr sz="1900" b="1">
                <a:solidFill>
                  <a:srgbClr val="FFFF0A"/>
                </a:solidFill>
                <a:latin typeface="Arial"/>
                <a:ea typeface="Arial"/>
                <a:cs typeface="Arial"/>
              </a:defRPr>
            </a:lvl6pPr>
            <a:lvl7pPr>
              <a:defRPr sz="1900" b="1">
                <a:solidFill>
                  <a:srgbClr val="FFFF0A"/>
                </a:solidFill>
                <a:latin typeface="Arial"/>
                <a:ea typeface="Arial"/>
                <a:cs typeface="Arial"/>
              </a:defRPr>
            </a:lvl7pPr>
            <a:lvl8pPr>
              <a:defRPr sz="1900" b="1">
                <a:solidFill>
                  <a:srgbClr val="FFFF0A"/>
                </a:solidFill>
                <a:latin typeface="Arial"/>
                <a:ea typeface="Arial"/>
                <a:cs typeface="Arial"/>
              </a:defRPr>
            </a:lvl8pPr>
            <a:lvl9pPr>
              <a:defRPr sz="1900" b="1">
                <a:solidFill>
                  <a:srgbClr val="FFFF0A"/>
                </a:solidFill>
                <a:latin typeface="Arial"/>
                <a:ea typeface="Arial"/>
                <a:cs typeface="Arial"/>
              </a:defRPr>
            </a:lvl9pPr>
          </a:lstStyle>
          <a:p xmlns:a="http://schemas.openxmlformats.org/drawingml/2006/main">
            <a:pPr>
              <a:lnSpc>
                <a:spcPct val="98000"/>
              </a:lnSpc>
              <a:buNone/>
              <a:defRPr sz="1900" b="1">
                <a:solidFill>
                  <a:srgbClr val="FFFF0A"/>
                </a:solidFill>
                <a:latin typeface="Arial"/>
                <a:ea typeface="Arial"/>
                <a:cs typeface="Arial"/>
              </a:defRPr>
            </a:pPr>
            <a:r>
              <a:rPr sz="1900" b="1">
                <a:solidFill>
                  <a:srgbClr val="FFFF0A"/>
                </a:solidFill>
                <a:latin typeface="Arial"/>
                <a:ea typeface="Arial"/>
                <a:cs typeface="Arial"/>
              </a:rPr>
              <a:t>Practice starts, stops, turns, and looking back away from traffic. Get feedback from an instructor. Supervise children. Find groups and rides at 3fp.org.</a:t>
            </a:r>
          </a:p>
        </p:txBody>
      </p:sp>
      <p:sp>
        <p:nvSpPr>
          <p:cNvPr id="5" name="Brand footer">
            <a:extLst xmlns:a="http://schemas.openxmlformats.org/drawingml/2006/main">
              <a:ext uri="{FF2B5EF4-FFF2-40B4-BE49-F238E27FC236}">
                <a16:creationId xmlns:a16="http://schemas.microsoft.com/office/drawing/2014/main" id="{D07C39BE-2E12-47E4-8567-72B5ADC45828}"/>
              </a:ext>
            </a:extLst>
          </p:cNvPr>
          <p:cNvSpPr>
            <a:spLocks xmlns:a="http://schemas.openxmlformats.org/drawingml/2006/main" noGrp="1"/>
          </p:cNvSpPr>
          <p:nvPr/>
        </p:nvSpPr>
        <p:spPr>
          <a:xfrm xmlns:a="http://schemas.openxmlformats.org/drawingml/2006/main">
            <a:off x="0" y="11239500"/>
            <a:ext cx="10287000" cy="161925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4F311456-9257-4A73-BED6-2AABA752978A}"/>
              </a:ext>
            </a:extLst>
          </p:cNvPr>
          <p:cNvPicPr>
            <a:picLocks xmlns:a="http://schemas.openxmlformats.org/drawingml/2006/main" noChangeAspect="1"/>
          </p:cNvPicPr>
          <p:nvPr/>
        </p:nvPicPr>
        <p:blipFill>
          <a:blip xmlns:r="http://schemas.openxmlformats.org/officeDocument/2006/relationships" xmlns:a="http://schemas.openxmlformats.org/drawingml/2006/main" r:embed="Ra47a0f012884420d"/>
          <a:stretch xmlns:a="http://schemas.openxmlformats.org/drawingml/2006/main"/>
        </p:blipFill>
        <p:spPr>
          <a:xfrm xmlns:a="http://schemas.openxmlformats.org/drawingml/2006/main">
            <a:off x="447675" y="11715750"/>
            <a:ext cx="666750" cy="666750"/>
          </a:xfrm>
          <a:prstGeom xmlns:a="http://schemas.openxmlformats.org/drawingml/2006/main" prst="rect">
            <a:avLst/>
          </a:prstGeom>
        </p:spPr>
      </p:pic>
      <p:sp>
        <p:nvSpPr>
          <p:cNvPr id="7" name="Readable URL">
            <a:extLst xmlns:a="http://schemas.openxmlformats.org/drawingml/2006/main">
              <a:ext uri="{FF2B5EF4-FFF2-40B4-BE49-F238E27FC236}">
                <a16:creationId xmlns:a16="http://schemas.microsoft.com/office/drawing/2014/main" id="{3207CE30-610B-433A-8B34-B21444D18DF7}"/>
              </a:ext>
            </a:extLst>
          </p:cNvPr>
          <p:cNvSpPr>
            <a:spLocks xmlns:a="http://schemas.openxmlformats.org/drawingml/2006/main" noGrp="1"/>
          </p:cNvSpPr>
          <p:nvPr/>
        </p:nvSpPr>
        <p:spPr>
          <a:xfrm xmlns:a="http://schemas.openxmlformats.org/drawingml/2006/main">
            <a:off x="1381125" y="114966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00" b="1">
                <a:solidFill>
                  <a:srgbClr val="FFFF0A"/>
                </a:solidFill>
                <a:latin typeface="Space Grotesk"/>
                <a:ea typeface="Space Grotesk"/>
                <a:cs typeface="Space Grotesk"/>
              </a:defRPr>
            </a:defPPr>
            <a:lvl1pPr>
              <a:defRPr sz="3100" b="1">
                <a:solidFill>
                  <a:srgbClr val="FFFF0A"/>
                </a:solidFill>
                <a:latin typeface="Space Grotesk"/>
                <a:ea typeface="Space Grotesk"/>
                <a:cs typeface="Space Grotesk"/>
              </a:defRPr>
            </a:lvl1pPr>
            <a:lvl2pPr>
              <a:defRPr sz="3100" b="1">
                <a:solidFill>
                  <a:srgbClr val="FFFF0A"/>
                </a:solidFill>
                <a:latin typeface="Space Grotesk"/>
                <a:ea typeface="Space Grotesk"/>
                <a:cs typeface="Space Grotesk"/>
              </a:defRPr>
            </a:lvl2pPr>
            <a:lvl3pPr>
              <a:defRPr sz="3100" b="1">
                <a:solidFill>
                  <a:srgbClr val="FFFF0A"/>
                </a:solidFill>
                <a:latin typeface="Space Grotesk"/>
                <a:ea typeface="Space Grotesk"/>
                <a:cs typeface="Space Grotesk"/>
              </a:defRPr>
            </a:lvl3pPr>
            <a:lvl4pPr>
              <a:defRPr sz="3100" b="1">
                <a:solidFill>
                  <a:srgbClr val="FFFF0A"/>
                </a:solidFill>
                <a:latin typeface="Space Grotesk"/>
                <a:ea typeface="Space Grotesk"/>
                <a:cs typeface="Space Grotesk"/>
              </a:defRPr>
            </a:lvl4pPr>
            <a:lvl5pPr>
              <a:defRPr sz="3100" b="1">
                <a:solidFill>
                  <a:srgbClr val="FFFF0A"/>
                </a:solidFill>
                <a:latin typeface="Space Grotesk"/>
                <a:ea typeface="Space Grotesk"/>
                <a:cs typeface="Space Grotesk"/>
              </a:defRPr>
            </a:lvl5pPr>
            <a:lvl6pPr>
              <a:defRPr sz="3100" b="1">
                <a:solidFill>
                  <a:srgbClr val="FFFF0A"/>
                </a:solidFill>
                <a:latin typeface="Space Grotesk"/>
                <a:ea typeface="Space Grotesk"/>
                <a:cs typeface="Space Grotesk"/>
              </a:defRPr>
            </a:lvl6pPr>
            <a:lvl7pPr>
              <a:defRPr sz="3100" b="1">
                <a:solidFill>
                  <a:srgbClr val="FFFF0A"/>
                </a:solidFill>
                <a:latin typeface="Space Grotesk"/>
                <a:ea typeface="Space Grotesk"/>
                <a:cs typeface="Space Grotesk"/>
              </a:defRPr>
            </a:lvl7pPr>
            <a:lvl8pPr>
              <a:defRPr sz="3100" b="1">
                <a:solidFill>
                  <a:srgbClr val="FFFF0A"/>
                </a:solidFill>
                <a:latin typeface="Space Grotesk"/>
                <a:ea typeface="Space Grotesk"/>
                <a:cs typeface="Space Grotesk"/>
              </a:defRPr>
            </a:lvl8pPr>
            <a:lvl9pPr>
              <a:defRPr sz="3100" b="1">
                <a:solidFill>
                  <a:srgbClr val="FFFF0A"/>
                </a:solidFill>
                <a:latin typeface="Space Grotesk"/>
                <a:ea typeface="Space Grotesk"/>
                <a:cs typeface="Space Grotesk"/>
              </a:defRPr>
            </a:lvl9pPr>
          </a:lstStyle>
          <a:p xmlns:a="http://schemas.openxmlformats.org/drawingml/2006/main">
            <a:pPr>
              <a:lnSpc>
                <a:spcPct val="98000"/>
              </a:lnSpc>
              <a:buNone/>
              <a:defRPr sz="3100" b="1">
                <a:solidFill>
                  <a:srgbClr val="FFFF0A"/>
                </a:solidFill>
                <a:latin typeface="Space Grotesk"/>
                <a:ea typeface="Space Grotesk"/>
                <a:cs typeface="Space Grotesk"/>
              </a:defRPr>
            </a:pPr>
            <a:r>
              <a:rPr sz="3100" b="1">
                <a:solidFill>
                  <a:srgbClr val="FFFF0A"/>
                </a:solidFill>
                <a:latin typeface="Space Grotesk"/>
                <a:ea typeface="Space Grotesk"/>
                <a:cs typeface="Space Grotesk"/>
              </a:rPr>
              <a:t>3fp.org</a:t>
            </a:r>
          </a:p>
        </p:txBody>
      </p:sp>
      <p:sp>
        <p:nvSpPr>
          <p:cNvPr id="8" name="Community invitation">
            <a:extLst xmlns:a="http://schemas.openxmlformats.org/drawingml/2006/main">
              <a:ext uri="{FF2B5EF4-FFF2-40B4-BE49-F238E27FC236}">
                <a16:creationId xmlns:a16="http://schemas.microsoft.com/office/drawing/2014/main" id="{BDE2CA85-E8FC-40A3-A1C5-9C28D9A85751}"/>
              </a:ext>
            </a:extLst>
          </p:cNvPr>
          <p:cNvSpPr>
            <a:spLocks xmlns:a="http://schemas.openxmlformats.org/drawingml/2006/main" noGrp="1"/>
          </p:cNvSpPr>
          <p:nvPr/>
        </p:nvSpPr>
        <p:spPr>
          <a:xfrm xmlns:a="http://schemas.openxmlformats.org/drawingml/2006/main">
            <a:off x="1381125" y="12106275"/>
            <a:ext cx="704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00" b="1">
                <a:solidFill>
                  <a:srgbClr val="FFFFFF"/>
                </a:solidFill>
                <a:latin typeface="Arial"/>
                <a:ea typeface="Arial"/>
                <a:cs typeface="Arial"/>
              </a:defRPr>
            </a:defPPr>
            <a:lvl1pPr>
              <a:defRPr sz="2000" b="1">
                <a:solidFill>
                  <a:srgbClr val="FFFFFF"/>
                </a:solidFill>
                <a:latin typeface="Arial"/>
                <a:ea typeface="Arial"/>
                <a:cs typeface="Arial"/>
              </a:defRPr>
            </a:lvl1pPr>
            <a:lvl2pPr>
              <a:defRPr sz="2000" b="1">
                <a:solidFill>
                  <a:srgbClr val="FFFFFF"/>
                </a:solidFill>
                <a:latin typeface="Arial"/>
                <a:ea typeface="Arial"/>
                <a:cs typeface="Arial"/>
              </a:defRPr>
            </a:lvl2pPr>
            <a:lvl3pPr>
              <a:defRPr sz="2000" b="1">
                <a:solidFill>
                  <a:srgbClr val="FFFFFF"/>
                </a:solidFill>
                <a:latin typeface="Arial"/>
                <a:ea typeface="Arial"/>
                <a:cs typeface="Arial"/>
              </a:defRPr>
            </a:lvl3pPr>
            <a:lvl4pPr>
              <a:defRPr sz="2000" b="1">
                <a:solidFill>
                  <a:srgbClr val="FFFFFF"/>
                </a:solidFill>
                <a:latin typeface="Arial"/>
                <a:ea typeface="Arial"/>
                <a:cs typeface="Arial"/>
              </a:defRPr>
            </a:lvl4pPr>
            <a:lvl5pPr>
              <a:defRPr sz="2000" b="1">
                <a:solidFill>
                  <a:srgbClr val="FFFFFF"/>
                </a:solidFill>
                <a:latin typeface="Arial"/>
                <a:ea typeface="Arial"/>
                <a:cs typeface="Arial"/>
              </a:defRPr>
            </a:lvl5pPr>
            <a:lvl6pPr>
              <a:defRPr sz="2000" b="1">
                <a:solidFill>
                  <a:srgbClr val="FFFFFF"/>
                </a:solidFill>
                <a:latin typeface="Arial"/>
                <a:ea typeface="Arial"/>
                <a:cs typeface="Arial"/>
              </a:defRPr>
            </a:lvl6pPr>
            <a:lvl7pPr>
              <a:defRPr sz="2000" b="1">
                <a:solidFill>
                  <a:srgbClr val="FFFFFF"/>
                </a:solidFill>
                <a:latin typeface="Arial"/>
                <a:ea typeface="Arial"/>
                <a:cs typeface="Arial"/>
              </a:defRPr>
            </a:lvl7pPr>
            <a:lvl8pPr>
              <a:defRPr sz="2000" b="1">
                <a:solidFill>
                  <a:srgbClr val="FFFFFF"/>
                </a:solidFill>
                <a:latin typeface="Arial"/>
                <a:ea typeface="Arial"/>
                <a:cs typeface="Arial"/>
              </a:defRPr>
            </a:lvl8pPr>
            <a:lvl9pPr>
              <a:defRPr sz="2000" b="1">
                <a:solidFill>
                  <a:srgbClr val="FFFFFF"/>
                </a:solidFill>
                <a:latin typeface="Arial"/>
                <a:ea typeface="Arial"/>
                <a:cs typeface="Arial"/>
              </a:defRPr>
            </a:lvl9pPr>
          </a:lstStyle>
          <a:p xmlns:a="http://schemas.openxmlformats.org/drawingml/2006/main">
            <a:pPr>
              <a:lnSpc>
                <a:spcPct val="98000"/>
              </a:lnSpc>
              <a:buNone/>
              <a:defRPr sz="2000" b="1">
                <a:solidFill>
                  <a:srgbClr val="FFFFFF"/>
                </a:solidFill>
                <a:latin typeface="Arial"/>
                <a:ea typeface="Arial"/>
                <a:cs typeface="Arial"/>
              </a:defRPr>
            </a:pPr>
            <a:r>
              <a:rPr sz="2000" b="1">
                <a:solidFill>
                  <a:srgbClr val="FFFFFF"/>
                </a:solidFill>
                <a:latin typeface="Arial"/>
                <a:ea typeface="Arial"/>
                <a:cs typeface="Arial"/>
              </a:rPr>
              <a:t>Find your people. Find your next ride.</a:t>
            </a:r>
          </a:p>
        </p:txBody>
      </p:sp>
    </p:spTree>
    <p:extLst>
      <p:ext uri="{BB962C8B-B14F-4D97-AF65-F5344CB8AC3E}">
        <p14:creationId xmlns:p14="http://schemas.microsoft.com/office/powerpoint/2010/main" val="13729791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2026-10-29T13:48:35.5610000Z</dcterms:created>
  <dcterms:modified xsi:type="dcterms:W3CDTF">2026-10-29T13:48:35.5610000Z</dcterms:modified>
</coreProperties>
</file>