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e9b1870550453a" /><Relationship Type="http://schemas.openxmlformats.org/officeDocument/2006/relationships/extended-properties" Target="/docProps/app.xml" Id="Re5bff687b97d40ce" /><Relationship Type="http://schemas.openxmlformats.org/officeDocument/2006/relationships/officeDocument" Target="/ppt/presentation.xml" Id="Rdad99674d14c49bc" /></Relationships>
</file>

<file path=ppt/presentation.xml><?xml version="1.0" encoding="utf-8"?>
<p:presentation xmlns:p="http://schemas.openxmlformats.org/presentationml/2006/main">
  <p:sldMasterIdLst>
    <p:sldMasterId xmlns:r="http://schemas.openxmlformats.org/officeDocument/2006/relationships" id="2147483648" r:id="R2d211d8238bc45b6"/>
  </p:sldMasterIdLst>
  <p:notesMasterIdLst>
    <p:notesMasterId xmlns:r="http://schemas.openxmlformats.org/officeDocument/2006/relationships" r:id="R2d7e75f9ed9d4e2f"/>
  </p:notesMasterIdLst>
  <p:sldIdLst>
    <p:sldId xmlns:r="http://schemas.openxmlformats.org/officeDocument/2006/relationships" id="256" r:id="R917cb1377afe46b8"/>
    <p:sldId xmlns:r="http://schemas.openxmlformats.org/officeDocument/2006/relationships" id="257" r:id="R3c9cb84f61db40e1"/>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f98015b9e141d1" /><Relationship Type="http://schemas.openxmlformats.org/officeDocument/2006/relationships/slideMaster" Target="/ppt/slideMasters/slideMaster1.xml" Id="R2d211d8238bc45b6" /><Relationship Type="http://schemas.openxmlformats.org/officeDocument/2006/relationships/notesMaster" Target="/ppt/notesMasters/notesMaster1.xml" Id="R2d7e75f9ed9d4e2f" /><Relationship Type="http://schemas.openxmlformats.org/officeDocument/2006/relationships/presProps" Target="/ppt/presProps.xml" Id="Ra8bd9df5bfe34f6e" /><Relationship Type="http://schemas.openxmlformats.org/officeDocument/2006/relationships/tableStyles" Target="/ppt/tableStyles.xml" Id="R570d0fccc65c41e1" /><Relationship Type="http://schemas.openxmlformats.org/officeDocument/2006/relationships/slide" Target="/ppt/slides/slide1.xml" Id="R917cb1377afe46b8" /><Relationship Type="http://schemas.openxmlformats.org/officeDocument/2006/relationships/slide" Target="/ppt/slides/slide2.xml" Id="R3c9cb84f61db40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c8dc1ad61d4e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821d02f3fb4ccb" /><Relationship Type="http://schemas.openxmlformats.org/officeDocument/2006/relationships/notesMaster" Target="/ppt/notesMasters/notesMaster1.xml" Id="R07915050b7904d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01e85bacde41e1" /><Relationship Type="http://schemas.openxmlformats.org/officeDocument/2006/relationships/notesMaster" Target="/ppt/notesMasters/notesMaster1.xml" Id="R3853db96968243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Arizona statewide edition. Legal wording is summarized from the linked Arizona statutes. Check current state rules and conditions before a ride.</a:t>
            </a:r>
          </a:p>
          <a:p xmlns:a="http://schemas.openxmlformats.org/drawingml/2006/main">
            <a:r>
              <a:t>VERSION REVIEW: v8 local edition; reviewed 2026-10-22. Exact 3FP message/artwork remains untested.</a:t>
            </a:r>
          </a:p>
          <a:p xmlns:a="http://schemas.openxmlformats.org/drawingml/2006/main">
            <a:r>
              <a:t>Emotional copy: “Arizona adventures start with a little preparation.” is a creative proposal informed by audience and behavior guidance. The exact print copy is untested and has not demonstrated crash reduction or crash prevention.</a:t>
            </a:r>
          </a:p>
          <a:p xmlns:a="http://schemas.openxmlformats.org/drawingml/2006/main">
            <a:r>
              <a:t>Evidence and endpoint: Arizona statutes and agency pages support the summarized legal/resource facts, not the effectiveness of this compiled guide. Official A.R.S. §§ 28-735, 28-812, 28-815, and 28-817 and the ADOT Bike Book were checked 2026-10-21; no change to the visible law summaries was needed.</a:t>
            </a:r>
          </a:p>
          <a:p xmlns:a="http://schemas.openxmlformats.org/drawingml/2006/main">
            <a:r>
              <a:t>Practitioner delivery: statewide Arizona use only. Recheck laws, weather, road conditions, emergency guidance, and live services before printing or use. Track guide distribution, resource access, and comprehension separately from travel behavior or injury.</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Arizona passing law, A.R.S. § 28-735: https://www.azleg.gov/ars/28/00735.htm</a:t>
            </a:r>
          </a:p>
          <a:p xmlns:a="http://schemas.openxmlformats.org/drawingml/2006/main">
            <a:r>
              <a:t>Arizona roadway rights, A.R.S. § 28-812: https://www.azleg.gov/ars/28/00812.htm</a:t>
            </a:r>
          </a:p>
          <a:p xmlns:a="http://schemas.openxmlformats.org/drawingml/2006/main">
            <a:r>
              <a:t>Arizona position rules, A.R.S. § 28-815: https://www.azleg.gov/ars/28/00815.htm</a:t>
            </a:r>
          </a:p>
          <a:p xmlns:a="http://schemas.openxmlformats.org/drawingml/2006/main">
            <a:r>
              <a:t>Arizona night equipment, A.R.S. § 28-817: https://www.azleg.gov/ars/28/00817.htm</a:t>
            </a:r>
          </a:p>
          <a:p xmlns:a="http://schemas.openxmlformats.org/drawingml/2006/main">
            <a:r>
              <a:t>ADOT Bike Book (2014 edition; official ADOT file): https://azdot.gov/sites/default/files/2025-02/adot-bike-book.pdf</a:t>
            </a:r>
          </a:p>
          <a:p xmlns:a="http://schemas.openxmlformats.org/drawingml/2006/main">
            <a:r>
              <a:t>AZ 511 road conditions: https://www.az511.gov/</a:t>
            </a:r>
          </a:p>
          <a:p xmlns:a="http://schemas.openxmlformats.org/drawingml/2006/main">
            <a:r>
              <a:t>Arizona heat safety: https://www.azdhs.gov/preparedness/epidemiology-disease-control/extreme-weather/heat-safety/index.php</a:t>
            </a:r>
          </a:p>
          <a:p xmlns:a="http://schemas.openxmlformats.org/drawingml/2006/main">
            <a:r>
              <a:t>National Weather Service Arizona forecast and alerts: https://www.weather.gov/</a:t>
            </a:r>
          </a:p>
          <a:p xmlns:a="http://schemas.openxmlformats.org/drawingml/2006/main">
            <a:r>
              <a:t>NWS Phoenix Monsoon Safety: https://www.weather.gov/psr/MonsoonSafety</a:t>
            </a:r>
          </a:p>
          <a:p xmlns:a="http://schemas.openxmlformats.org/drawingml/2006/main">
            <a:r>
              <a:t>Official Arizona statutes and ADOT Bike Book checked 2026-10-21; current visible summaries match the linked sources.</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Arizona statewide edition. Crash steps provide general information. Emergency calls are limited to serious injury, immediate danger, or urgent medical help. Reporting requirements vary by locality.</a:t>
            </a:r>
          </a:p>
          <a:p xmlns:a="http://schemas.openxmlformats.org/drawingml/2006/main">
            <a:r>
              <a:t>VERSION REVIEW: v8 local edition; reviewed 2026-10-22. Exact 3FP message/artwork remains untested.</a:t>
            </a:r>
          </a:p>
          <a:p xmlns:a="http://schemas.openxmlformats.org/drawingml/2006/main">
            <a:r>
              <a:t>Emotional copy: “You matter. After a crash, care comes first.” is a creative proposal informed by audience and behavior guidance. The exact print copy is untested and has not demonstrated crash reduction or crash prevention.</a:t>
            </a:r>
          </a:p>
          <a:p xmlns:a="http://schemas.openxmlformats.org/drawingml/2006/main">
            <a:r>
              <a:t>Evidence and endpoint: Arizona statutes and agency pages support the summarized legal/resource facts, not the effectiveness of this compiled guide. Official A.R.S. §§ 28-735, 28-812, 28-815, and 28-817 and the ADOT Bike Book were checked 2026-10-21; no change to the visible law summaries was needed.</a:t>
            </a:r>
          </a:p>
          <a:p xmlns:a="http://schemas.openxmlformats.org/drawingml/2006/main">
            <a:r>
              <a:t>Practitioner delivery: statewide Arizona use only. Recheck laws, weather, road conditions, emergency guidance, and live services before printing or use. Track guide distribution, resource access, and comprehension separately from travel behavior or injury.</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Arizona passing law, A.R.S. § 28-735: https://www.azleg.gov/ars/28/00735.htm</a:t>
            </a:r>
          </a:p>
          <a:p xmlns:a="http://schemas.openxmlformats.org/drawingml/2006/main">
            <a:r>
              <a:t>Arizona roadway rights, A.R.S. § 28-812: https://www.azleg.gov/ars/28/00812.htm</a:t>
            </a:r>
          </a:p>
          <a:p xmlns:a="http://schemas.openxmlformats.org/drawingml/2006/main">
            <a:r>
              <a:t>Arizona position rules, A.R.S. § 28-815: https://www.azleg.gov/ars/28/00815.htm</a:t>
            </a:r>
          </a:p>
          <a:p xmlns:a="http://schemas.openxmlformats.org/drawingml/2006/main">
            <a:r>
              <a:t>Arizona night equipment, A.R.S. § 28-817: https://www.azleg.gov/ars/28/00817.htm</a:t>
            </a:r>
          </a:p>
          <a:p xmlns:a="http://schemas.openxmlformats.org/drawingml/2006/main">
            <a:r>
              <a:t>ADOT Bike Book (2014 edition; official ADOT file): https://azdot.gov/sites/default/files/2025-02/adot-bike-book.pdf</a:t>
            </a:r>
          </a:p>
          <a:p xmlns:a="http://schemas.openxmlformats.org/drawingml/2006/main">
            <a:r>
              <a:t>AZ 511 road conditions: https://www.az511.gov/</a:t>
            </a:r>
          </a:p>
          <a:p xmlns:a="http://schemas.openxmlformats.org/drawingml/2006/main">
            <a:r>
              <a:t>Arizona heat safety: https://www.azdhs.gov/preparedness/epidemiology-disease-control/extreme-weather/heat-safety/index.php</a:t>
            </a:r>
          </a:p>
          <a:p xmlns:a="http://schemas.openxmlformats.org/drawingml/2006/main">
            <a:r>
              <a:t>National Weather Service Arizona forecast and alerts: https://www.weather.gov/</a:t>
            </a:r>
          </a:p>
          <a:p xmlns:a="http://schemas.openxmlformats.org/drawingml/2006/main">
            <a:r>
              <a:t>NWS Phoenix Monsoon Safety: https://www.weather.gov/psr/MonsoonSafety</a:t>
            </a:r>
          </a:p>
          <a:p xmlns:a="http://schemas.openxmlformats.org/drawingml/2006/main">
            <a:r>
              <a:t>Official Arizona statutes and ADOT Bike Book checked 2026-10-21; current visible summaries match the linked sources.</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bd3194805c4f6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a8b4f65f9b24a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9ee6047a9246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e3434a8c61146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0b08077bb643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b3a4a5e0ca42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79B524-1C8B-4BD1-9A98-77F3D459B0C7}"/>
              </a:ext>
            </a:extLst>
          </p:cNvPr>
          <p:cNvSpPr>
            <a:spLocks xmlns:a="http://schemas.openxmlformats.org/drawingml/2006/main" noGrp="1"/>
          </p:cNvSpPr>
          <p:nvPr>
            <p:ph type="title" idx="0"/>
          </p:nvPr>
        </p:nvSpPr>
        <p:spPr>
          <a:xfrm xmlns:a="http://schemas.openxmlformats.org/drawingml/2006/main">
            <a:off x="777240" y="3799840"/>
            <a:ext cx="6217920" cy="14528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60" b="1">
                <a:solidFill>
                  <a:schemeClr val="tx1"/>
                </a:solidFill>
                <a:latin typeface="+mj-lt"/>
                <a:ea typeface="+mj-lt"/>
                <a:cs typeface="+mj-lt"/>
              </a:defRPr>
            </a:defPPr>
            <a:lvl1pPr marL="0" indent="0" algn="ctr">
              <a:lnSpc>
                <a:spcPct val="110000"/>
              </a:lnSpc>
              <a:spcBef>
                <a:spcPts val="0"/>
              </a:spcBef>
              <a:spcAft>
                <a:spcPts val="0"/>
              </a:spcAft>
              <a:buNone/>
              <a:defRPr sz="3060" b="1">
                <a:solidFill>
                  <a:schemeClr val="tx1"/>
                </a:solidFill>
                <a:latin typeface="+mj-lt"/>
                <a:ea typeface="+mj-lt"/>
                <a:cs typeface="+mj-lt"/>
              </a:defRPr>
            </a:lvl1pPr>
            <a:lvl2pPr marL="0" indent="0" algn="ctr">
              <a:lnSpc>
                <a:spcPct val="110000"/>
              </a:lnSpc>
              <a:spcBef>
                <a:spcPts val="0"/>
              </a:spcBef>
              <a:spcAft>
                <a:spcPts val="0"/>
              </a:spcAft>
              <a:buNone/>
              <a:defRPr sz="3060" b="1">
                <a:solidFill>
                  <a:schemeClr val="tx1"/>
                </a:solidFill>
                <a:latin typeface="+mj-lt"/>
                <a:ea typeface="+mj-lt"/>
                <a:cs typeface="+mj-lt"/>
              </a:defRPr>
            </a:lvl2pPr>
            <a:lvl3pPr marL="0" indent="0" algn="ctr">
              <a:lnSpc>
                <a:spcPct val="110000"/>
              </a:lnSpc>
              <a:spcBef>
                <a:spcPts val="0"/>
              </a:spcBef>
              <a:spcAft>
                <a:spcPts val="0"/>
              </a:spcAft>
              <a:buNone/>
              <a:defRPr sz="3060" b="1">
                <a:solidFill>
                  <a:schemeClr val="tx1"/>
                </a:solidFill>
                <a:latin typeface="+mj-lt"/>
                <a:ea typeface="+mj-lt"/>
                <a:cs typeface="+mj-lt"/>
              </a:defRPr>
            </a:lvl3pPr>
            <a:lvl4pPr marL="0" indent="0" algn="ctr">
              <a:lnSpc>
                <a:spcPct val="110000"/>
              </a:lnSpc>
              <a:spcBef>
                <a:spcPts val="0"/>
              </a:spcBef>
              <a:spcAft>
                <a:spcPts val="0"/>
              </a:spcAft>
              <a:buNone/>
              <a:defRPr sz="3060" b="1">
                <a:solidFill>
                  <a:schemeClr val="tx1"/>
                </a:solidFill>
                <a:latin typeface="+mj-lt"/>
                <a:ea typeface="+mj-lt"/>
                <a:cs typeface="+mj-lt"/>
              </a:defRPr>
            </a:lvl4pPr>
            <a:lvl5pPr marL="0" indent="0" algn="ctr">
              <a:lnSpc>
                <a:spcPct val="110000"/>
              </a:lnSpc>
              <a:spcBef>
                <a:spcPts val="0"/>
              </a:spcBef>
              <a:spcAft>
                <a:spcPts val="0"/>
              </a:spcAft>
              <a:buNone/>
              <a:defRPr sz="3060" b="1">
                <a:solidFill>
                  <a:schemeClr val="tx1"/>
                </a:solidFill>
                <a:latin typeface="+mj-lt"/>
                <a:ea typeface="+mj-lt"/>
                <a:cs typeface="+mj-lt"/>
              </a:defRPr>
            </a:lvl5pPr>
            <a:lvl6pPr marL="0" indent="0" algn="ctr">
              <a:lnSpc>
                <a:spcPct val="110000"/>
              </a:lnSpc>
              <a:spcBef>
                <a:spcPts val="0"/>
              </a:spcBef>
              <a:spcAft>
                <a:spcPts val="0"/>
              </a:spcAft>
              <a:buNone/>
              <a:defRPr sz="3060" b="1">
                <a:solidFill>
                  <a:schemeClr val="tx1"/>
                </a:solidFill>
                <a:latin typeface="+mj-lt"/>
                <a:ea typeface="+mj-lt"/>
                <a:cs typeface="+mj-lt"/>
              </a:defRPr>
            </a:lvl6pPr>
            <a:lvl7pPr marL="0" indent="0" algn="ctr">
              <a:lnSpc>
                <a:spcPct val="110000"/>
              </a:lnSpc>
              <a:spcBef>
                <a:spcPts val="0"/>
              </a:spcBef>
              <a:spcAft>
                <a:spcPts val="0"/>
              </a:spcAft>
              <a:buNone/>
              <a:defRPr sz="3060" b="1">
                <a:solidFill>
                  <a:schemeClr val="tx1"/>
                </a:solidFill>
                <a:latin typeface="+mj-lt"/>
                <a:ea typeface="+mj-lt"/>
                <a:cs typeface="+mj-lt"/>
              </a:defRPr>
            </a:lvl7pPr>
            <a:lvl8pPr marL="0" indent="0" algn="ctr">
              <a:lnSpc>
                <a:spcPct val="110000"/>
              </a:lnSpc>
              <a:spcBef>
                <a:spcPts val="0"/>
              </a:spcBef>
              <a:spcAft>
                <a:spcPts val="0"/>
              </a:spcAft>
              <a:buNone/>
              <a:defRPr sz="3060" b="1">
                <a:solidFill>
                  <a:schemeClr val="tx1"/>
                </a:solidFill>
                <a:latin typeface="+mj-lt"/>
                <a:ea typeface="+mj-lt"/>
                <a:cs typeface="+mj-lt"/>
              </a:defRPr>
            </a:lvl8pPr>
            <a:lvl9pPr marL="0" indent="0" algn="ctr">
              <a:lnSpc>
                <a:spcPct val="110000"/>
              </a:lnSpc>
              <a:spcBef>
                <a:spcPts val="0"/>
              </a:spcBef>
              <a:spcAft>
                <a:spcPts val="0"/>
              </a:spcAft>
              <a:buNone/>
              <a:defRPr sz="30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4512A57-7357-459E-A966-A9307529B1B6}"/>
              </a:ext>
            </a:extLst>
          </p:cNvPr>
          <p:cNvSpPr>
            <a:spLocks xmlns:a="http://schemas.openxmlformats.org/drawingml/2006/main" noGrp="1"/>
          </p:cNvSpPr>
          <p:nvPr>
            <p:ph type="subTitle" idx="1"/>
          </p:nvPr>
        </p:nvSpPr>
        <p:spPr>
          <a:xfrm xmlns:a="http://schemas.openxmlformats.org/drawingml/2006/main">
            <a:off x="1165860" y="5532120"/>
            <a:ext cx="544068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39" b="0">
                <a:solidFill>
                  <a:schemeClr val="tx1"/>
                </a:solidFill>
                <a:latin typeface="+mn-lt"/>
                <a:ea typeface="+mn-lt"/>
                <a:cs typeface="+mn-lt"/>
              </a:defRPr>
            </a:defPPr>
            <a:lvl1pPr marL="0" indent="0" algn="ctr">
              <a:lnSpc>
                <a:spcPct val="110000"/>
              </a:lnSpc>
              <a:spcBef>
                <a:spcPts val="0"/>
              </a:spcBef>
              <a:spcAft>
                <a:spcPts val="0"/>
              </a:spcAft>
              <a:buNone/>
              <a:defRPr sz="1339" b="0">
                <a:solidFill>
                  <a:schemeClr val="tx1"/>
                </a:solidFill>
                <a:latin typeface="+mn-lt"/>
                <a:ea typeface="+mn-lt"/>
                <a:cs typeface="+mn-lt"/>
              </a:defRPr>
            </a:lvl1pPr>
            <a:lvl2pPr marL="0" indent="0" algn="ctr">
              <a:lnSpc>
                <a:spcPct val="110000"/>
              </a:lnSpc>
              <a:spcBef>
                <a:spcPts val="0"/>
              </a:spcBef>
              <a:spcAft>
                <a:spcPts val="0"/>
              </a:spcAft>
              <a:buNone/>
              <a:defRPr sz="1339" b="0">
                <a:solidFill>
                  <a:schemeClr val="tx1"/>
                </a:solidFill>
                <a:latin typeface="+mn-lt"/>
                <a:ea typeface="+mn-lt"/>
                <a:cs typeface="+mn-lt"/>
              </a:defRPr>
            </a:lvl2pPr>
            <a:lvl3pPr marL="0" indent="0" algn="ctr">
              <a:lnSpc>
                <a:spcPct val="110000"/>
              </a:lnSpc>
              <a:spcBef>
                <a:spcPts val="0"/>
              </a:spcBef>
              <a:spcAft>
                <a:spcPts val="0"/>
              </a:spcAft>
              <a:buNone/>
              <a:defRPr sz="1339" b="0">
                <a:solidFill>
                  <a:schemeClr val="tx1"/>
                </a:solidFill>
                <a:latin typeface="+mn-lt"/>
                <a:ea typeface="+mn-lt"/>
                <a:cs typeface="+mn-lt"/>
              </a:defRPr>
            </a:lvl3pPr>
            <a:lvl4pPr marL="0" indent="0" algn="ctr">
              <a:lnSpc>
                <a:spcPct val="110000"/>
              </a:lnSpc>
              <a:spcBef>
                <a:spcPts val="0"/>
              </a:spcBef>
              <a:spcAft>
                <a:spcPts val="0"/>
              </a:spcAft>
              <a:buNone/>
              <a:defRPr sz="1339" b="0">
                <a:solidFill>
                  <a:schemeClr val="tx1"/>
                </a:solidFill>
                <a:latin typeface="+mn-lt"/>
                <a:ea typeface="+mn-lt"/>
                <a:cs typeface="+mn-lt"/>
              </a:defRPr>
            </a:lvl4pPr>
            <a:lvl5pPr marL="0" indent="0" algn="ctr">
              <a:lnSpc>
                <a:spcPct val="110000"/>
              </a:lnSpc>
              <a:spcBef>
                <a:spcPts val="0"/>
              </a:spcBef>
              <a:spcAft>
                <a:spcPts val="0"/>
              </a:spcAft>
              <a:buNone/>
              <a:defRPr sz="1339" b="0">
                <a:solidFill>
                  <a:schemeClr val="tx1"/>
                </a:solidFill>
                <a:latin typeface="+mn-lt"/>
                <a:ea typeface="+mn-lt"/>
                <a:cs typeface="+mn-lt"/>
              </a:defRPr>
            </a:lvl5pPr>
            <a:lvl6pPr marL="0" indent="0" algn="ctr">
              <a:lnSpc>
                <a:spcPct val="110000"/>
              </a:lnSpc>
              <a:spcBef>
                <a:spcPts val="0"/>
              </a:spcBef>
              <a:spcAft>
                <a:spcPts val="0"/>
              </a:spcAft>
              <a:buNone/>
              <a:defRPr sz="1339" b="0">
                <a:solidFill>
                  <a:schemeClr val="tx1"/>
                </a:solidFill>
                <a:latin typeface="+mn-lt"/>
                <a:ea typeface="+mn-lt"/>
                <a:cs typeface="+mn-lt"/>
              </a:defRPr>
            </a:lvl6pPr>
            <a:lvl7pPr marL="0" indent="0" algn="ctr">
              <a:lnSpc>
                <a:spcPct val="110000"/>
              </a:lnSpc>
              <a:spcBef>
                <a:spcPts val="0"/>
              </a:spcBef>
              <a:spcAft>
                <a:spcPts val="0"/>
              </a:spcAft>
              <a:buNone/>
              <a:defRPr sz="1339" b="0">
                <a:solidFill>
                  <a:schemeClr val="tx1"/>
                </a:solidFill>
                <a:latin typeface="+mn-lt"/>
                <a:ea typeface="+mn-lt"/>
                <a:cs typeface="+mn-lt"/>
              </a:defRPr>
            </a:lvl7pPr>
            <a:lvl8pPr marL="0" indent="0" algn="ctr">
              <a:lnSpc>
                <a:spcPct val="110000"/>
              </a:lnSpc>
              <a:spcBef>
                <a:spcPts val="0"/>
              </a:spcBef>
              <a:spcAft>
                <a:spcPts val="0"/>
              </a:spcAft>
              <a:buNone/>
              <a:defRPr sz="1339" b="0">
                <a:solidFill>
                  <a:schemeClr val="tx1"/>
                </a:solidFill>
                <a:latin typeface="+mn-lt"/>
                <a:ea typeface="+mn-lt"/>
                <a:cs typeface="+mn-lt"/>
              </a:defRPr>
            </a:lvl8pPr>
            <a:lvl9pPr marL="0" indent="0" algn="ctr">
              <a:lnSpc>
                <a:spcPct val="110000"/>
              </a:lnSpc>
              <a:spcBef>
                <a:spcPts val="0"/>
              </a:spcBef>
              <a:spcAft>
                <a:spcPts val="0"/>
              </a:spcAft>
              <a:buNone/>
              <a:defRPr sz="133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3ED84EB-2CD3-470A-A87A-534C36D78323}"/>
              </a:ext>
            </a:extLst>
          </p:cNvPr>
          <p:cNvSpPr>
            <a:spLocks xmlns:a="http://schemas.openxmlformats.org/drawingml/2006/main" noGrp="1"/>
          </p:cNvSpPr>
          <p:nvPr>
            <p:ph type="title" idx="0"/>
          </p:nvPr>
        </p:nvSpPr>
        <p:spPr>
          <a:xfrm xmlns:a="http://schemas.openxmlformats.org/drawingml/2006/main">
            <a:off x="777240" y="4191000"/>
            <a:ext cx="6217920" cy="1676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77" b="1">
                <a:solidFill>
                  <a:schemeClr val="tx1"/>
                </a:solidFill>
                <a:latin typeface="+mj-lt"/>
                <a:ea typeface="+mj-lt"/>
                <a:cs typeface="+mj-lt"/>
              </a:defRPr>
            </a:defPPr>
            <a:lvl1pPr marL="0" indent="0" algn="ctr">
              <a:lnSpc>
                <a:spcPct val="110000"/>
              </a:lnSpc>
              <a:spcBef>
                <a:spcPts val="0"/>
              </a:spcBef>
              <a:spcAft>
                <a:spcPts val="0"/>
              </a:spcAft>
              <a:buNone/>
              <a:defRPr sz="2677" b="1">
                <a:solidFill>
                  <a:schemeClr val="tx1"/>
                </a:solidFill>
                <a:latin typeface="+mj-lt"/>
                <a:ea typeface="+mj-lt"/>
                <a:cs typeface="+mj-lt"/>
              </a:defRPr>
            </a:lvl1pPr>
            <a:lvl2pPr marL="0" indent="0" algn="ctr">
              <a:lnSpc>
                <a:spcPct val="110000"/>
              </a:lnSpc>
              <a:spcBef>
                <a:spcPts val="0"/>
              </a:spcBef>
              <a:spcAft>
                <a:spcPts val="0"/>
              </a:spcAft>
              <a:buNone/>
              <a:defRPr sz="2677" b="1">
                <a:solidFill>
                  <a:schemeClr val="tx1"/>
                </a:solidFill>
                <a:latin typeface="+mj-lt"/>
                <a:ea typeface="+mj-lt"/>
                <a:cs typeface="+mj-lt"/>
              </a:defRPr>
            </a:lvl2pPr>
            <a:lvl3pPr marL="0" indent="0" algn="ctr">
              <a:lnSpc>
                <a:spcPct val="110000"/>
              </a:lnSpc>
              <a:spcBef>
                <a:spcPts val="0"/>
              </a:spcBef>
              <a:spcAft>
                <a:spcPts val="0"/>
              </a:spcAft>
              <a:buNone/>
              <a:defRPr sz="2677" b="1">
                <a:solidFill>
                  <a:schemeClr val="tx1"/>
                </a:solidFill>
                <a:latin typeface="+mj-lt"/>
                <a:ea typeface="+mj-lt"/>
                <a:cs typeface="+mj-lt"/>
              </a:defRPr>
            </a:lvl3pPr>
            <a:lvl4pPr marL="0" indent="0" algn="ctr">
              <a:lnSpc>
                <a:spcPct val="110000"/>
              </a:lnSpc>
              <a:spcBef>
                <a:spcPts val="0"/>
              </a:spcBef>
              <a:spcAft>
                <a:spcPts val="0"/>
              </a:spcAft>
              <a:buNone/>
              <a:defRPr sz="2677" b="1">
                <a:solidFill>
                  <a:schemeClr val="tx1"/>
                </a:solidFill>
                <a:latin typeface="+mj-lt"/>
                <a:ea typeface="+mj-lt"/>
                <a:cs typeface="+mj-lt"/>
              </a:defRPr>
            </a:lvl4pPr>
            <a:lvl5pPr marL="0" indent="0" algn="ctr">
              <a:lnSpc>
                <a:spcPct val="110000"/>
              </a:lnSpc>
              <a:spcBef>
                <a:spcPts val="0"/>
              </a:spcBef>
              <a:spcAft>
                <a:spcPts val="0"/>
              </a:spcAft>
              <a:buNone/>
              <a:defRPr sz="2677" b="1">
                <a:solidFill>
                  <a:schemeClr val="tx1"/>
                </a:solidFill>
                <a:latin typeface="+mj-lt"/>
                <a:ea typeface="+mj-lt"/>
                <a:cs typeface="+mj-lt"/>
              </a:defRPr>
            </a:lvl5pPr>
            <a:lvl6pPr marL="0" indent="0" algn="ctr">
              <a:lnSpc>
                <a:spcPct val="110000"/>
              </a:lnSpc>
              <a:spcBef>
                <a:spcPts val="0"/>
              </a:spcBef>
              <a:spcAft>
                <a:spcPts val="0"/>
              </a:spcAft>
              <a:buNone/>
              <a:defRPr sz="2677" b="1">
                <a:solidFill>
                  <a:schemeClr val="tx1"/>
                </a:solidFill>
                <a:latin typeface="+mj-lt"/>
                <a:ea typeface="+mj-lt"/>
                <a:cs typeface="+mj-lt"/>
              </a:defRPr>
            </a:lvl6pPr>
            <a:lvl7pPr marL="0" indent="0" algn="ctr">
              <a:lnSpc>
                <a:spcPct val="110000"/>
              </a:lnSpc>
              <a:spcBef>
                <a:spcPts val="0"/>
              </a:spcBef>
              <a:spcAft>
                <a:spcPts val="0"/>
              </a:spcAft>
              <a:buNone/>
              <a:defRPr sz="2677" b="1">
                <a:solidFill>
                  <a:schemeClr val="tx1"/>
                </a:solidFill>
                <a:latin typeface="+mj-lt"/>
                <a:ea typeface="+mj-lt"/>
                <a:cs typeface="+mj-lt"/>
              </a:defRPr>
            </a:lvl7pPr>
            <a:lvl8pPr marL="0" indent="0" algn="ctr">
              <a:lnSpc>
                <a:spcPct val="110000"/>
              </a:lnSpc>
              <a:spcBef>
                <a:spcPts val="0"/>
              </a:spcBef>
              <a:spcAft>
                <a:spcPts val="0"/>
              </a:spcAft>
              <a:buNone/>
              <a:defRPr sz="2677" b="1">
                <a:solidFill>
                  <a:schemeClr val="tx1"/>
                </a:solidFill>
                <a:latin typeface="+mj-lt"/>
                <a:ea typeface="+mj-lt"/>
                <a:cs typeface="+mj-lt"/>
              </a:defRPr>
            </a:lvl8pPr>
            <a:lvl9pPr marL="0" indent="0" algn="ctr">
              <a:lnSpc>
                <a:spcPct val="110000"/>
              </a:lnSpc>
              <a:spcBef>
                <a:spcPts val="0"/>
              </a:spcBef>
              <a:spcAft>
                <a:spcPts val="0"/>
              </a:spcAft>
              <a:buNone/>
              <a:defRPr sz="267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EEEA20-7C87-497C-B616-48B48A97E16C}"/>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9EFBBC7-4B4E-4708-BF1B-E9BB8B2A25FD}"/>
              </a:ext>
            </a:extLst>
          </p:cNvPr>
          <p:cNvSpPr>
            <a:spLocks xmlns:a="http://schemas.openxmlformats.org/drawingml/2006/main" noGrp="1"/>
          </p:cNvSpPr>
          <p:nvPr>
            <p:ph type="body" idx="1"/>
          </p:nvPr>
        </p:nvSpPr>
        <p:spPr>
          <a:xfrm xmlns:a="http://schemas.openxmlformats.org/drawingml/2006/main">
            <a:off x="437198" y="2794000"/>
            <a:ext cx="689800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9B40D67-261B-4A27-ADC1-7DAD399FEB6B}"/>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81D9FC-A3F9-4FA2-912B-D6BC18498A78}"/>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6830B6-25E3-4AB4-98BB-D2EA82552B05}"/>
              </a:ext>
            </a:extLst>
          </p:cNvPr>
          <p:cNvSpPr>
            <a:spLocks xmlns:a="http://schemas.openxmlformats.org/drawingml/2006/main" noGrp="1"/>
          </p:cNvSpPr>
          <p:nvPr>
            <p:ph type="body" idx="2"/>
          </p:nvPr>
        </p:nvSpPr>
        <p:spPr>
          <a:xfrm xmlns:a="http://schemas.openxmlformats.org/drawingml/2006/main">
            <a:off x="4129087"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473BBF-6D52-4D52-8DFE-23B927AB6BF0}"/>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E7A031-5D6D-47C8-9BAD-1A30D3517F5F}"/>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96a472c13a4fb8" /><Relationship Type="http://schemas.openxmlformats.org/officeDocument/2006/relationships/slideLayout" Target="/ppt/slideLayouts/slideLayout1.xml" Id="R5a8785449e3945ae" /><Relationship Type="http://schemas.openxmlformats.org/officeDocument/2006/relationships/slideLayout" Target="/ppt/slideLayouts/slideLayout2.xml" Id="R6d84716a6c2d4b73" /><Relationship Type="http://schemas.openxmlformats.org/officeDocument/2006/relationships/slideLayout" Target="/ppt/slideLayouts/slideLayout3.xml" Id="Rda3e992daf7246e9" /><Relationship Type="http://schemas.openxmlformats.org/officeDocument/2006/relationships/slideLayout" Target="/ppt/slideLayouts/slideLayout4.xml" Id="Rfd5a7c5fd45844b4" /><Relationship Type="http://schemas.openxmlformats.org/officeDocument/2006/relationships/slideLayout" Target="/ppt/slideLayouts/slideLayout5.xml" Id="R08e331ca29e74a20" /><Relationship Type="http://schemas.openxmlformats.org/officeDocument/2006/relationships/slideLayout" Target="/ppt/slideLayouts/slideLayout6.xml" Id="Rddff5eba1a4e4b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8785449e3945ae"/>
    <p:sldLayoutId xmlns:r="http://schemas.openxmlformats.org/officeDocument/2006/relationships" id="2147483650" r:id="R6d84716a6c2d4b73"/>
    <p:sldLayoutId xmlns:r="http://schemas.openxmlformats.org/officeDocument/2006/relationships" id="2147483651" r:id="Rda3e992daf7246e9"/>
    <p:sldLayoutId xmlns:r="http://schemas.openxmlformats.org/officeDocument/2006/relationships" id="2147483652" r:id="Rfd5a7c5fd45844b4"/>
    <p:sldLayoutId xmlns:r="http://schemas.openxmlformats.org/officeDocument/2006/relationships" id="2147483653" r:id="R08e331ca29e74a20"/>
    <p:sldLayoutId xmlns:r="http://schemas.openxmlformats.org/officeDocument/2006/relationships" id="2147483654" r:id="Rddff5eba1a4e4b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c033fc7e8854d0e" /><Relationship Type="http://schemas.openxmlformats.org/officeDocument/2006/relationships/image" Target="/ppt/media/image.png" Id="R8a0fe6b8e1594812" /><Relationship Type="http://schemas.openxmlformats.org/officeDocument/2006/relationships/image" Target="/ppt/media/image2.png" Id="R80e04d1c328f4115" /><Relationship Type="http://schemas.openxmlformats.org/officeDocument/2006/relationships/image" Target="/ppt/media/image3.png" Id="R4e08267280664a22" /><Relationship Type="http://schemas.openxmlformats.org/officeDocument/2006/relationships/notesSlide" Target="/ppt/notesSlides/notesSlide1.xml" Id="R852e15b930da4e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81d865e8ba4833" /><Relationship Type="http://schemas.openxmlformats.org/officeDocument/2006/relationships/image" Target="/ppt/media/image4.png" Id="R7ceec43a2946438d" /><Relationship Type="http://schemas.openxmlformats.org/officeDocument/2006/relationships/image" Target="/ppt/media/image5.png" Id="R7ed8514039c3419b" /><Relationship Type="http://schemas.openxmlformats.org/officeDocument/2006/relationships/image" Target="/ppt/media/image6.png" Id="Ra9f50ce3d7e34b3f" /><Relationship Type="http://schemas.openxmlformats.org/officeDocument/2006/relationships/notesSlide" Target="/ppt/notesSlides/notesSlide2.xml" Id="R8ac739f4393d426a" /></Relationships>
</file>

<file path=ppt/slides/slide1.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41" name="">
            <a:extLst xmlns:a="http://schemas.openxmlformats.org/drawingml/2006/main">
              <a:ext uri="{FF2B5EF4-FFF2-40B4-BE49-F238E27FC236}">
                <a16:creationId xmlns:a16="http://schemas.microsoft.com/office/drawing/2014/main" id="{175A6B5B-70A4-457D-A58C-62A2B02AEC30}"/>
              </a:ext>
            </a:extLst>
          </p:cNvPr>
          <p:cNvPicPr>
            <a:picLocks xmlns:a="http://schemas.openxmlformats.org/drawingml/2006/main" noChangeAspect="1"/>
          </p:cNvPicPr>
          <p:nvPr/>
        </p:nvPicPr>
        <p:blipFill>
          <a:blip xmlns:r="http://schemas.openxmlformats.org/officeDocument/2006/relationships" xmlns:a="http://schemas.openxmlformats.org/drawingml/2006/main" r:embed="R8a0fe6b8e1594812"/>
          <a:srcRect xmlns:a="http://schemas.openxmlformats.org/drawingml/2006/main" l="0" t="0" r="0" b="0"/>
          <a:stretch xmlns:a="http://schemas.openxmlformats.org/drawingml/2006/main">
            <a:fillRect l="0" t="0" r="0" b="0"/>
          </a:stretch>
        </p:blipFill>
        <p:spPr>
          <a:xfrm xmlns:a="http://schemas.openxmlformats.org/drawingml/2006/main">
            <a:off x="0" y="0"/>
            <a:ext cx="2057400" cy="3086100"/>
          </a:xfrm>
          <a:prstGeom xmlns:a="http://schemas.openxmlformats.org/drawingml/2006/main" prst="rect">
            <a:avLst/>
          </a:prstGeom>
        </p:spPr>
      </p:pic>
      <p:sp>
        <p:nvSpPr>
          <p:cNvPr id="2" name="Arizona title ground">
            <a:extLst xmlns:a="http://schemas.openxmlformats.org/drawingml/2006/main">
              <a:ext uri="{FF2B5EF4-FFF2-40B4-BE49-F238E27FC236}">
                <a16:creationId xmlns:a16="http://schemas.microsoft.com/office/drawing/2014/main" id="{4EDED345-5D91-4EA0-B779-CD0666258B9A}"/>
              </a:ext>
            </a:extLst>
          </p:cNvPr>
          <p:cNvSpPr>
            <a:spLocks xmlns:a="http://schemas.openxmlformats.org/drawingml/2006/main" noGrp="1"/>
          </p:cNvSpPr>
          <p:nvPr/>
        </p:nvSpPr>
        <p:spPr>
          <a:xfrm xmlns:a="http://schemas.openxmlformats.org/drawingml/2006/main">
            <a:off x="2057400" y="0"/>
            <a:ext cx="5715000" cy="308610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3" name="Arizona edition marker">
            <a:extLst xmlns:a="http://schemas.openxmlformats.org/drawingml/2006/main">
              <a:ext uri="{FF2B5EF4-FFF2-40B4-BE49-F238E27FC236}">
                <a16:creationId xmlns:a16="http://schemas.microsoft.com/office/drawing/2014/main" id="{08EB1050-3F82-446D-A653-811EF6774A9F}"/>
              </a:ext>
            </a:extLst>
          </p:cNvPr>
          <p:cNvSpPr>
            <a:spLocks xmlns:a="http://schemas.openxmlformats.org/drawingml/2006/main" noGrp="1"/>
          </p:cNvSpPr>
          <p:nvPr/>
        </p:nvSpPr>
        <p:spPr>
          <a:xfrm xmlns:a="http://schemas.openxmlformats.org/drawingml/2006/main">
            <a:off x="2419350" y="3333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FFFF0A"/>
                </a:solidFill>
                <a:latin typeface="Space Grotesk"/>
                <a:ea typeface="Space Grotesk"/>
                <a:cs typeface="Space Grotesk"/>
              </a:defRPr>
            </a:defPPr>
            <a:lvl1pPr algn="l">
              <a:defRPr sz="1150" b="1">
                <a:solidFill>
                  <a:srgbClr val="FFFF0A"/>
                </a:solidFill>
                <a:latin typeface="Space Grotesk"/>
                <a:ea typeface="Space Grotesk"/>
                <a:cs typeface="Space Grotesk"/>
              </a:defRPr>
            </a:lvl1pPr>
            <a:lvl2pPr algn="l">
              <a:defRPr sz="1150" b="1">
                <a:solidFill>
                  <a:srgbClr val="FFFF0A"/>
                </a:solidFill>
                <a:latin typeface="Space Grotesk"/>
                <a:ea typeface="Space Grotesk"/>
                <a:cs typeface="Space Grotesk"/>
              </a:defRPr>
            </a:lvl2pPr>
            <a:lvl3pPr algn="l">
              <a:defRPr sz="1150" b="1">
                <a:solidFill>
                  <a:srgbClr val="FFFF0A"/>
                </a:solidFill>
                <a:latin typeface="Space Grotesk"/>
                <a:ea typeface="Space Grotesk"/>
                <a:cs typeface="Space Grotesk"/>
              </a:defRPr>
            </a:lvl3pPr>
            <a:lvl4pPr algn="l">
              <a:defRPr sz="1150" b="1">
                <a:solidFill>
                  <a:srgbClr val="FFFF0A"/>
                </a:solidFill>
                <a:latin typeface="Space Grotesk"/>
                <a:ea typeface="Space Grotesk"/>
                <a:cs typeface="Space Grotesk"/>
              </a:defRPr>
            </a:lvl4pPr>
            <a:lvl5pPr algn="l">
              <a:defRPr sz="1150" b="1">
                <a:solidFill>
                  <a:srgbClr val="FFFF0A"/>
                </a:solidFill>
                <a:latin typeface="Space Grotesk"/>
                <a:ea typeface="Space Grotesk"/>
                <a:cs typeface="Space Grotesk"/>
              </a:defRPr>
            </a:lvl5pPr>
            <a:lvl6pPr algn="l">
              <a:defRPr sz="1150" b="1">
                <a:solidFill>
                  <a:srgbClr val="FFFF0A"/>
                </a:solidFill>
                <a:latin typeface="Space Grotesk"/>
                <a:ea typeface="Space Grotesk"/>
                <a:cs typeface="Space Grotesk"/>
              </a:defRPr>
            </a:lvl6pPr>
            <a:lvl7pPr algn="l">
              <a:defRPr sz="1150" b="1">
                <a:solidFill>
                  <a:srgbClr val="FFFF0A"/>
                </a:solidFill>
                <a:latin typeface="Space Grotesk"/>
                <a:ea typeface="Space Grotesk"/>
                <a:cs typeface="Space Grotesk"/>
              </a:defRPr>
            </a:lvl7pPr>
            <a:lvl8pPr algn="l">
              <a:defRPr sz="1150" b="1">
                <a:solidFill>
                  <a:srgbClr val="FFFF0A"/>
                </a:solidFill>
                <a:latin typeface="Space Grotesk"/>
                <a:ea typeface="Space Grotesk"/>
                <a:cs typeface="Space Grotesk"/>
              </a:defRPr>
            </a:lvl8pPr>
            <a:lvl9pPr algn="l">
              <a:defRPr sz="1150" b="1">
                <a:solidFill>
                  <a:srgbClr val="FFFF0A"/>
                </a:solidFill>
                <a:latin typeface="Space Grotesk"/>
                <a:ea typeface="Space Grotesk"/>
                <a:cs typeface="Space Grotesk"/>
              </a:defRPr>
            </a:lvl9pPr>
          </a:lstStyle>
          <a:p xmlns:a="http://schemas.openxmlformats.org/drawingml/2006/main">
            <a:pPr algn="l">
              <a:lnSpc>
                <a:spcPct val="100000"/>
              </a:lnSpc>
              <a:buNone/>
              <a:defRPr sz="1150" b="1">
                <a:solidFill>
                  <a:srgbClr val="FFFF0A"/>
                </a:solidFill>
                <a:latin typeface="Space Grotesk"/>
                <a:ea typeface="Space Grotesk"/>
                <a:cs typeface="Space Grotesk"/>
              </a:defRPr>
            </a:pPr>
            <a:r>
              <a:rPr sz="1150" b="1">
                <a:solidFill>
                  <a:srgbClr val="FFFF0A"/>
                </a:solidFill>
                <a:latin typeface="Space Grotesk"/>
                <a:ea typeface="Space Grotesk"/>
                <a:cs typeface="Space Grotesk"/>
              </a:rPr>
              <a:t>ARIZONA EDITION</a:t>
            </a:r>
          </a:p>
        </p:txBody>
      </p:sp>
      <p:sp>
        <p:nvSpPr>
          <p:cNvPr id="4" name="Arizona essentials title">
            <a:extLst xmlns:a="http://schemas.openxmlformats.org/drawingml/2006/main">
              <a:ext uri="{FF2B5EF4-FFF2-40B4-BE49-F238E27FC236}">
                <a16:creationId xmlns:a16="http://schemas.microsoft.com/office/drawing/2014/main" id="{CBB0075D-4C6D-43EB-8096-89F4DF2F85A5}"/>
              </a:ext>
            </a:extLst>
          </p:cNvPr>
          <p:cNvSpPr>
            <a:spLocks xmlns:a="http://schemas.openxmlformats.org/drawingml/2006/main" noGrp="1"/>
          </p:cNvSpPr>
          <p:nvPr/>
        </p:nvSpPr>
        <p:spPr>
          <a:xfrm xmlns:a="http://schemas.openxmlformats.org/drawingml/2006/main">
            <a:off x="2419350" y="666750"/>
            <a:ext cx="49530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00" b="1">
                <a:solidFill>
                  <a:srgbClr val="FFFFFF"/>
                </a:solidFill>
                <a:latin typeface="Space Grotesk"/>
                <a:ea typeface="Space Grotesk"/>
                <a:cs typeface="Space Grotesk"/>
              </a:defRPr>
            </a:defPPr>
            <a:lvl1pPr algn="l">
              <a:defRPr sz="2900" b="1">
                <a:solidFill>
                  <a:srgbClr val="FFFFFF"/>
                </a:solidFill>
                <a:latin typeface="Space Grotesk"/>
                <a:ea typeface="Space Grotesk"/>
                <a:cs typeface="Space Grotesk"/>
              </a:defRPr>
            </a:lvl1pPr>
            <a:lvl2pPr algn="l">
              <a:defRPr sz="2900" b="1">
                <a:solidFill>
                  <a:srgbClr val="FFFFFF"/>
                </a:solidFill>
                <a:latin typeface="Space Grotesk"/>
                <a:ea typeface="Space Grotesk"/>
                <a:cs typeface="Space Grotesk"/>
              </a:defRPr>
            </a:lvl2pPr>
            <a:lvl3pPr algn="l">
              <a:defRPr sz="2900" b="1">
                <a:solidFill>
                  <a:srgbClr val="FFFFFF"/>
                </a:solidFill>
                <a:latin typeface="Space Grotesk"/>
                <a:ea typeface="Space Grotesk"/>
                <a:cs typeface="Space Grotesk"/>
              </a:defRPr>
            </a:lvl3pPr>
            <a:lvl4pPr algn="l">
              <a:defRPr sz="2900" b="1">
                <a:solidFill>
                  <a:srgbClr val="FFFFFF"/>
                </a:solidFill>
                <a:latin typeface="Space Grotesk"/>
                <a:ea typeface="Space Grotesk"/>
                <a:cs typeface="Space Grotesk"/>
              </a:defRPr>
            </a:lvl4pPr>
            <a:lvl5pPr algn="l">
              <a:defRPr sz="2900" b="1">
                <a:solidFill>
                  <a:srgbClr val="FFFFFF"/>
                </a:solidFill>
                <a:latin typeface="Space Grotesk"/>
                <a:ea typeface="Space Grotesk"/>
                <a:cs typeface="Space Grotesk"/>
              </a:defRPr>
            </a:lvl5pPr>
            <a:lvl6pPr algn="l">
              <a:defRPr sz="2900" b="1">
                <a:solidFill>
                  <a:srgbClr val="FFFFFF"/>
                </a:solidFill>
                <a:latin typeface="Space Grotesk"/>
                <a:ea typeface="Space Grotesk"/>
                <a:cs typeface="Space Grotesk"/>
              </a:defRPr>
            </a:lvl6pPr>
            <a:lvl7pPr algn="l">
              <a:defRPr sz="2900" b="1">
                <a:solidFill>
                  <a:srgbClr val="FFFFFF"/>
                </a:solidFill>
                <a:latin typeface="Space Grotesk"/>
                <a:ea typeface="Space Grotesk"/>
                <a:cs typeface="Space Grotesk"/>
              </a:defRPr>
            </a:lvl7pPr>
            <a:lvl8pPr algn="l">
              <a:defRPr sz="2900" b="1">
                <a:solidFill>
                  <a:srgbClr val="FFFFFF"/>
                </a:solidFill>
                <a:latin typeface="Space Grotesk"/>
                <a:ea typeface="Space Grotesk"/>
                <a:cs typeface="Space Grotesk"/>
              </a:defRPr>
            </a:lvl8pPr>
            <a:lvl9pPr algn="l">
              <a:defRPr sz="2900" b="1">
                <a:solidFill>
                  <a:srgbClr val="FFFFFF"/>
                </a:solidFill>
                <a:latin typeface="Space Grotesk"/>
                <a:ea typeface="Space Grotesk"/>
                <a:cs typeface="Space Grotesk"/>
              </a:defRPr>
            </a:lvl9pPr>
          </a:lstStyle>
          <a:p xmlns:a="http://schemas.openxmlformats.org/drawingml/2006/main">
            <a:pPr algn="l">
              <a:lnSpc>
                <a:spcPct val="93000"/>
              </a:lnSpc>
              <a:buNone/>
              <a:defRPr sz="2900" b="1">
                <a:solidFill>
                  <a:srgbClr val="FFFFFF"/>
                </a:solidFill>
                <a:latin typeface="Space Grotesk"/>
                <a:ea typeface="Space Grotesk"/>
                <a:cs typeface="Space Grotesk"/>
              </a:defRPr>
            </a:pPr>
            <a:r>
              <a:rPr sz="2900" b="1">
                <a:solidFill>
                  <a:srgbClr val="FFFFFF"/>
                </a:solidFill>
                <a:latin typeface="Space Grotesk"/>
                <a:ea typeface="Space Grotesk"/>
                <a:cs typeface="Space Grotesk"/>
              </a:rPr>
              <a:t>ARIZONA RIDING</a:t>
            </a:r>
          </a:p>
          <a:p xmlns:a="http://schemas.openxmlformats.org/drawingml/2006/main">
            <a:pPr algn="l">
              <a:lnSpc>
                <a:spcPct val="93000"/>
              </a:lnSpc>
              <a:buNone/>
              <a:defRPr sz="2900" b="1">
                <a:solidFill>
                  <a:srgbClr val="FFFFFF"/>
                </a:solidFill>
                <a:latin typeface="Space Grotesk"/>
                <a:ea typeface="Space Grotesk"/>
                <a:cs typeface="Space Grotesk"/>
              </a:defRPr>
            </a:pPr>
            <a:r>
              <a:rPr sz="2900" b="1">
                <a:solidFill>
                  <a:srgbClr val="FFFFFF"/>
                </a:solidFill>
                <a:latin typeface="Space Grotesk"/>
                <a:ea typeface="Space Grotesk"/>
                <a:cs typeface="Space Grotesk"/>
              </a:rPr>
              <a:t>ESSENTIALS</a:t>
            </a:r>
          </a:p>
        </p:txBody>
      </p:sp>
      <p:sp>
        <p:nvSpPr>
          <p:cNvPr id="5" name="Arizona emotional headline">
            <a:extLst xmlns:a="http://schemas.openxmlformats.org/drawingml/2006/main">
              <a:ext uri="{FF2B5EF4-FFF2-40B4-BE49-F238E27FC236}">
                <a16:creationId xmlns:a16="http://schemas.microsoft.com/office/drawing/2014/main" id="{398DCC5B-F9B6-4496-825C-6300A81C59FD}"/>
              </a:ext>
            </a:extLst>
          </p:cNvPr>
          <p:cNvSpPr>
            <a:spLocks xmlns:a="http://schemas.openxmlformats.org/drawingml/2006/main" noGrp="1"/>
          </p:cNvSpPr>
          <p:nvPr/>
        </p:nvSpPr>
        <p:spPr>
          <a:xfrm xmlns:a="http://schemas.openxmlformats.org/drawingml/2006/main">
            <a:off x="2438400" y="1724025"/>
            <a:ext cx="4933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00" b="1">
                <a:solidFill>
                  <a:srgbClr val="FFFF0A"/>
                </a:solidFill>
                <a:latin typeface="Space Grotesk"/>
                <a:ea typeface="Space Grotesk"/>
                <a:cs typeface="Space Grotesk"/>
              </a:defRPr>
            </a:defPPr>
            <a:lvl1pPr algn="l">
              <a:defRPr sz="1300" b="1">
                <a:solidFill>
                  <a:srgbClr val="FFFF0A"/>
                </a:solidFill>
                <a:latin typeface="Space Grotesk"/>
                <a:ea typeface="Space Grotesk"/>
                <a:cs typeface="Space Grotesk"/>
              </a:defRPr>
            </a:lvl1pPr>
            <a:lvl2pPr algn="l">
              <a:defRPr sz="1300" b="1">
                <a:solidFill>
                  <a:srgbClr val="FFFF0A"/>
                </a:solidFill>
                <a:latin typeface="Space Grotesk"/>
                <a:ea typeface="Space Grotesk"/>
                <a:cs typeface="Space Grotesk"/>
              </a:defRPr>
            </a:lvl2pPr>
            <a:lvl3pPr algn="l">
              <a:defRPr sz="1300" b="1">
                <a:solidFill>
                  <a:srgbClr val="FFFF0A"/>
                </a:solidFill>
                <a:latin typeface="Space Grotesk"/>
                <a:ea typeface="Space Grotesk"/>
                <a:cs typeface="Space Grotesk"/>
              </a:defRPr>
            </a:lvl3pPr>
            <a:lvl4pPr algn="l">
              <a:defRPr sz="1300" b="1">
                <a:solidFill>
                  <a:srgbClr val="FFFF0A"/>
                </a:solidFill>
                <a:latin typeface="Space Grotesk"/>
                <a:ea typeface="Space Grotesk"/>
                <a:cs typeface="Space Grotesk"/>
              </a:defRPr>
            </a:lvl4pPr>
            <a:lvl5pPr algn="l">
              <a:defRPr sz="1300" b="1">
                <a:solidFill>
                  <a:srgbClr val="FFFF0A"/>
                </a:solidFill>
                <a:latin typeface="Space Grotesk"/>
                <a:ea typeface="Space Grotesk"/>
                <a:cs typeface="Space Grotesk"/>
              </a:defRPr>
            </a:lvl5pPr>
            <a:lvl6pPr algn="l">
              <a:defRPr sz="1300" b="1">
                <a:solidFill>
                  <a:srgbClr val="FFFF0A"/>
                </a:solidFill>
                <a:latin typeface="Space Grotesk"/>
                <a:ea typeface="Space Grotesk"/>
                <a:cs typeface="Space Grotesk"/>
              </a:defRPr>
            </a:lvl6pPr>
            <a:lvl7pPr algn="l">
              <a:defRPr sz="1300" b="1">
                <a:solidFill>
                  <a:srgbClr val="FFFF0A"/>
                </a:solidFill>
                <a:latin typeface="Space Grotesk"/>
                <a:ea typeface="Space Grotesk"/>
                <a:cs typeface="Space Grotesk"/>
              </a:defRPr>
            </a:lvl7pPr>
            <a:lvl8pPr algn="l">
              <a:defRPr sz="1300" b="1">
                <a:solidFill>
                  <a:srgbClr val="FFFF0A"/>
                </a:solidFill>
                <a:latin typeface="Space Grotesk"/>
                <a:ea typeface="Space Grotesk"/>
                <a:cs typeface="Space Grotesk"/>
              </a:defRPr>
            </a:lvl8pPr>
            <a:lvl9pPr algn="l">
              <a:defRPr sz="1300" b="1">
                <a:solidFill>
                  <a:srgbClr val="FFFF0A"/>
                </a:solidFill>
                <a:latin typeface="Space Grotesk"/>
                <a:ea typeface="Space Grotesk"/>
                <a:cs typeface="Space Grotesk"/>
              </a:defRPr>
            </a:lvl9pPr>
          </a:lstStyle>
          <a:p xmlns:a="http://schemas.openxmlformats.org/drawingml/2006/main">
            <a:pPr algn="l">
              <a:lnSpc>
                <a:spcPct val="100000"/>
              </a:lnSpc>
              <a:buNone/>
              <a:defRPr sz="1300" b="1">
                <a:solidFill>
                  <a:srgbClr val="FFFF0A"/>
                </a:solidFill>
                <a:latin typeface="Space Grotesk"/>
                <a:ea typeface="Space Grotesk"/>
                <a:cs typeface="Space Grotesk"/>
              </a:defRPr>
            </a:pPr>
            <a:r>
              <a:rPr sz="1300" b="1">
                <a:solidFill>
                  <a:srgbClr val="FFFF0A"/>
                </a:solidFill>
                <a:latin typeface="Space Grotesk"/>
                <a:ea typeface="Space Grotesk"/>
                <a:cs typeface="Space Grotesk"/>
              </a:rPr>
              <a:t>Arizona adventures start with a little preparation.</a:t>
            </a:r>
          </a:p>
        </p:txBody>
      </p:sp>
      <p:sp>
        <p:nvSpPr>
          <p:cNvPr id="6" name="Arizona essentials introduction">
            <a:extLst xmlns:a="http://schemas.openxmlformats.org/drawingml/2006/main">
              <a:ext uri="{FF2B5EF4-FFF2-40B4-BE49-F238E27FC236}">
                <a16:creationId xmlns:a16="http://schemas.microsoft.com/office/drawing/2014/main" id="{7548396E-CA08-455E-828D-28EA49179C57}"/>
              </a:ext>
            </a:extLst>
          </p:cNvPr>
          <p:cNvSpPr>
            <a:spLocks xmlns:a="http://schemas.openxmlformats.org/drawingml/2006/main" noGrp="1"/>
          </p:cNvSpPr>
          <p:nvPr/>
        </p:nvSpPr>
        <p:spPr>
          <a:xfrm xmlns:a="http://schemas.openxmlformats.org/drawingml/2006/main">
            <a:off x="2438400" y="1981200"/>
            <a:ext cx="4933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80" b="1">
                <a:solidFill>
                  <a:srgbClr val="FFFFFF"/>
                </a:solidFill>
                <a:latin typeface="Arial"/>
                <a:ea typeface="Arial"/>
                <a:cs typeface="Arial"/>
              </a:defRPr>
            </a:defPPr>
            <a:lvl1pPr algn="l">
              <a:defRPr sz="1080" b="1">
                <a:solidFill>
                  <a:srgbClr val="FFFFFF"/>
                </a:solidFill>
                <a:latin typeface="Arial"/>
                <a:ea typeface="Arial"/>
                <a:cs typeface="Arial"/>
              </a:defRPr>
            </a:lvl1pPr>
            <a:lvl2pPr algn="l">
              <a:defRPr sz="1080" b="1">
                <a:solidFill>
                  <a:srgbClr val="FFFFFF"/>
                </a:solidFill>
                <a:latin typeface="Arial"/>
                <a:ea typeface="Arial"/>
                <a:cs typeface="Arial"/>
              </a:defRPr>
            </a:lvl2pPr>
            <a:lvl3pPr algn="l">
              <a:defRPr sz="1080" b="1">
                <a:solidFill>
                  <a:srgbClr val="FFFFFF"/>
                </a:solidFill>
                <a:latin typeface="Arial"/>
                <a:ea typeface="Arial"/>
                <a:cs typeface="Arial"/>
              </a:defRPr>
            </a:lvl3pPr>
            <a:lvl4pPr algn="l">
              <a:defRPr sz="1080" b="1">
                <a:solidFill>
                  <a:srgbClr val="FFFFFF"/>
                </a:solidFill>
                <a:latin typeface="Arial"/>
                <a:ea typeface="Arial"/>
                <a:cs typeface="Arial"/>
              </a:defRPr>
            </a:lvl4pPr>
            <a:lvl5pPr algn="l">
              <a:defRPr sz="1080" b="1">
                <a:solidFill>
                  <a:srgbClr val="FFFFFF"/>
                </a:solidFill>
                <a:latin typeface="Arial"/>
                <a:ea typeface="Arial"/>
                <a:cs typeface="Arial"/>
              </a:defRPr>
            </a:lvl5pPr>
            <a:lvl6pPr algn="l">
              <a:defRPr sz="1080" b="1">
                <a:solidFill>
                  <a:srgbClr val="FFFFFF"/>
                </a:solidFill>
                <a:latin typeface="Arial"/>
                <a:ea typeface="Arial"/>
                <a:cs typeface="Arial"/>
              </a:defRPr>
            </a:lvl6pPr>
            <a:lvl7pPr algn="l">
              <a:defRPr sz="1080" b="1">
                <a:solidFill>
                  <a:srgbClr val="FFFFFF"/>
                </a:solidFill>
                <a:latin typeface="Arial"/>
                <a:ea typeface="Arial"/>
                <a:cs typeface="Arial"/>
              </a:defRPr>
            </a:lvl7pPr>
            <a:lvl8pPr algn="l">
              <a:defRPr sz="1080" b="1">
                <a:solidFill>
                  <a:srgbClr val="FFFFFF"/>
                </a:solidFill>
                <a:latin typeface="Arial"/>
                <a:ea typeface="Arial"/>
                <a:cs typeface="Arial"/>
              </a:defRPr>
            </a:lvl8pPr>
            <a:lvl9pPr algn="l">
              <a:defRPr sz="1080" b="1">
                <a:solidFill>
                  <a:srgbClr val="FFFFFF"/>
                </a:solidFill>
                <a:latin typeface="Arial"/>
                <a:ea typeface="Arial"/>
                <a:cs typeface="Arial"/>
              </a:defRPr>
            </a:lvl9pPr>
          </a:lstStyle>
          <a:p xmlns:a="http://schemas.openxmlformats.org/drawingml/2006/main">
            <a:pPr algn="l">
              <a:lnSpc>
                <a:spcPct val="100000"/>
              </a:lnSpc>
              <a:buNone/>
              <a:defRPr sz="1080" b="1">
                <a:solidFill>
                  <a:srgbClr val="FFFFFF"/>
                </a:solidFill>
                <a:latin typeface="Arial"/>
                <a:ea typeface="Arial"/>
                <a:cs typeface="Arial"/>
              </a:defRPr>
            </a:pPr>
            <a:r>
              <a:rPr sz="1080" b="1">
                <a:solidFill>
                  <a:srgbClr val="FFFFFF"/>
                </a:solidFill>
                <a:latin typeface="Arial"/>
                <a:ea typeface="Arial"/>
                <a:cs typeface="Arial"/>
              </a:rPr>
              <a:t>Road rules and ride-ready reminders for every Arizona ride.</a:t>
            </a:r>
          </a:p>
        </p:txBody>
      </p:sp>
      <p:sp>
        <p:nvSpPr>
          <p:cNvPr id="7" name="Arizona top website">
            <a:extLst xmlns:a="http://schemas.openxmlformats.org/drawingml/2006/main">
              <a:ext uri="{FF2B5EF4-FFF2-40B4-BE49-F238E27FC236}">
                <a16:creationId xmlns:a16="http://schemas.microsoft.com/office/drawing/2014/main" id="{CF3388A3-1C07-4640-BDCC-08756C3A728F}"/>
              </a:ext>
            </a:extLst>
          </p:cNvPr>
          <p:cNvSpPr>
            <a:spLocks xmlns:a="http://schemas.openxmlformats.org/drawingml/2006/main" noGrp="1"/>
          </p:cNvSpPr>
          <p:nvPr/>
        </p:nvSpPr>
        <p:spPr>
          <a:xfrm xmlns:a="http://schemas.openxmlformats.org/drawingml/2006/main">
            <a:off x="2438400" y="2457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FFFF0A"/>
                </a:solidFill>
                <a:latin typeface="Space Grotesk"/>
                <a:ea typeface="Space Grotesk"/>
                <a:cs typeface="Space Grotesk"/>
              </a:defRPr>
            </a:defPPr>
            <a:lvl1pPr algn="l">
              <a:defRPr sz="1400" b="1">
                <a:solidFill>
                  <a:srgbClr val="FFFF0A"/>
                </a:solidFill>
                <a:latin typeface="Space Grotesk"/>
                <a:ea typeface="Space Grotesk"/>
                <a:cs typeface="Space Grotesk"/>
              </a:defRPr>
            </a:lvl1pPr>
            <a:lvl2pPr algn="l">
              <a:defRPr sz="1400" b="1">
                <a:solidFill>
                  <a:srgbClr val="FFFF0A"/>
                </a:solidFill>
                <a:latin typeface="Space Grotesk"/>
                <a:ea typeface="Space Grotesk"/>
                <a:cs typeface="Space Grotesk"/>
              </a:defRPr>
            </a:lvl2pPr>
            <a:lvl3pPr algn="l">
              <a:defRPr sz="1400" b="1">
                <a:solidFill>
                  <a:srgbClr val="FFFF0A"/>
                </a:solidFill>
                <a:latin typeface="Space Grotesk"/>
                <a:ea typeface="Space Grotesk"/>
                <a:cs typeface="Space Grotesk"/>
              </a:defRPr>
            </a:lvl3pPr>
            <a:lvl4pPr algn="l">
              <a:defRPr sz="1400" b="1">
                <a:solidFill>
                  <a:srgbClr val="FFFF0A"/>
                </a:solidFill>
                <a:latin typeface="Space Grotesk"/>
                <a:ea typeface="Space Grotesk"/>
                <a:cs typeface="Space Grotesk"/>
              </a:defRPr>
            </a:lvl4pPr>
            <a:lvl5pPr algn="l">
              <a:defRPr sz="1400" b="1">
                <a:solidFill>
                  <a:srgbClr val="FFFF0A"/>
                </a:solidFill>
                <a:latin typeface="Space Grotesk"/>
                <a:ea typeface="Space Grotesk"/>
                <a:cs typeface="Space Grotesk"/>
              </a:defRPr>
            </a:lvl5pPr>
            <a:lvl6pPr algn="l">
              <a:defRPr sz="1400" b="1">
                <a:solidFill>
                  <a:srgbClr val="FFFF0A"/>
                </a:solidFill>
                <a:latin typeface="Space Grotesk"/>
                <a:ea typeface="Space Grotesk"/>
                <a:cs typeface="Space Grotesk"/>
              </a:defRPr>
            </a:lvl6pPr>
            <a:lvl7pPr algn="l">
              <a:defRPr sz="1400" b="1">
                <a:solidFill>
                  <a:srgbClr val="FFFF0A"/>
                </a:solidFill>
                <a:latin typeface="Space Grotesk"/>
                <a:ea typeface="Space Grotesk"/>
                <a:cs typeface="Space Grotesk"/>
              </a:defRPr>
            </a:lvl7pPr>
            <a:lvl8pPr algn="l">
              <a:defRPr sz="1400" b="1">
                <a:solidFill>
                  <a:srgbClr val="FFFF0A"/>
                </a:solidFill>
                <a:latin typeface="Space Grotesk"/>
                <a:ea typeface="Space Grotesk"/>
                <a:cs typeface="Space Grotesk"/>
              </a:defRPr>
            </a:lvl8pPr>
            <a:lvl9pPr algn="l">
              <a:defRPr sz="1400" b="1">
                <a:solidFill>
                  <a:srgbClr val="FFFF0A"/>
                </a:solidFill>
                <a:latin typeface="Space Grotesk"/>
                <a:ea typeface="Space Grotesk"/>
                <a:cs typeface="Space Grotesk"/>
              </a:defRPr>
            </a:lvl9pPr>
          </a:lstStyle>
          <a:p xmlns:a="http://schemas.openxmlformats.org/drawingml/2006/main">
            <a:pPr algn="l">
              <a:lnSpc>
                <a:spcPct val="100000"/>
              </a:lnSpc>
              <a:buNone/>
              <a:defRPr sz="1400" b="1">
                <a:solidFill>
                  <a:srgbClr val="FFFF0A"/>
                </a:solidFill>
                <a:latin typeface="Space Grotesk"/>
                <a:ea typeface="Space Grotesk"/>
                <a:cs typeface="Space Grotesk"/>
              </a:defRPr>
            </a:pPr>
            <a:r>
              <a:rPr sz="1400" b="1">
                <a:solidFill>
                  <a:srgbClr val="FFFF0A"/>
                </a:solidFill>
                <a:latin typeface="Space Grotesk"/>
                <a:ea typeface="Space Grotesk"/>
                <a:cs typeface="Space Grotesk"/>
              </a:rPr>
              <a:t>3fp.org</a:t>
            </a:r>
          </a:p>
        </p:txBody>
      </p:sp>
      <p:sp>
        <p:nvSpPr>
          <p:cNvPr id="8" name="Arizona top website invitation">
            <a:extLst xmlns:a="http://schemas.openxmlformats.org/drawingml/2006/main">
              <a:ext uri="{FF2B5EF4-FFF2-40B4-BE49-F238E27FC236}">
                <a16:creationId xmlns:a16="http://schemas.microsoft.com/office/drawing/2014/main" id="{56918091-BD9F-4FBC-9BCA-350C813AE4EE}"/>
              </a:ext>
            </a:extLst>
          </p:cNvPr>
          <p:cNvSpPr>
            <a:spLocks xmlns:a="http://schemas.openxmlformats.org/drawingml/2006/main" noGrp="1"/>
          </p:cNvSpPr>
          <p:nvPr/>
        </p:nvSpPr>
        <p:spPr>
          <a:xfrm xmlns:a="http://schemas.openxmlformats.org/drawingml/2006/main">
            <a:off x="2438400" y="27146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1">
                <a:solidFill>
                  <a:srgbClr val="FFFFFF"/>
                </a:solidFill>
                <a:latin typeface="Arial"/>
                <a:ea typeface="Arial"/>
                <a:cs typeface="Arial"/>
              </a:defRPr>
            </a:defPPr>
            <a:lvl1pPr algn="l">
              <a:defRPr sz="1000" b="1">
                <a:solidFill>
                  <a:srgbClr val="FFFFFF"/>
                </a:solidFill>
                <a:latin typeface="Arial"/>
                <a:ea typeface="Arial"/>
                <a:cs typeface="Arial"/>
              </a:defRPr>
            </a:lvl1pPr>
            <a:lvl2pPr algn="l">
              <a:defRPr sz="1000" b="1">
                <a:solidFill>
                  <a:srgbClr val="FFFFFF"/>
                </a:solidFill>
                <a:latin typeface="Arial"/>
                <a:ea typeface="Arial"/>
                <a:cs typeface="Arial"/>
              </a:defRPr>
            </a:lvl2pPr>
            <a:lvl3pPr algn="l">
              <a:defRPr sz="1000" b="1">
                <a:solidFill>
                  <a:srgbClr val="FFFFFF"/>
                </a:solidFill>
                <a:latin typeface="Arial"/>
                <a:ea typeface="Arial"/>
                <a:cs typeface="Arial"/>
              </a:defRPr>
            </a:lvl3pPr>
            <a:lvl4pPr algn="l">
              <a:defRPr sz="1000" b="1">
                <a:solidFill>
                  <a:srgbClr val="FFFFFF"/>
                </a:solidFill>
                <a:latin typeface="Arial"/>
                <a:ea typeface="Arial"/>
                <a:cs typeface="Arial"/>
              </a:defRPr>
            </a:lvl4pPr>
            <a:lvl5pPr algn="l">
              <a:defRPr sz="1000" b="1">
                <a:solidFill>
                  <a:srgbClr val="FFFFFF"/>
                </a:solidFill>
                <a:latin typeface="Arial"/>
                <a:ea typeface="Arial"/>
                <a:cs typeface="Arial"/>
              </a:defRPr>
            </a:lvl5pPr>
            <a:lvl6pPr algn="l">
              <a:defRPr sz="1000" b="1">
                <a:solidFill>
                  <a:srgbClr val="FFFFFF"/>
                </a:solidFill>
                <a:latin typeface="Arial"/>
                <a:ea typeface="Arial"/>
                <a:cs typeface="Arial"/>
              </a:defRPr>
            </a:lvl6pPr>
            <a:lvl7pPr algn="l">
              <a:defRPr sz="1000" b="1">
                <a:solidFill>
                  <a:srgbClr val="FFFFFF"/>
                </a:solidFill>
                <a:latin typeface="Arial"/>
                <a:ea typeface="Arial"/>
                <a:cs typeface="Arial"/>
              </a:defRPr>
            </a:lvl7pPr>
            <a:lvl8pPr algn="l">
              <a:defRPr sz="1000" b="1">
                <a:solidFill>
                  <a:srgbClr val="FFFFFF"/>
                </a:solidFill>
                <a:latin typeface="Arial"/>
                <a:ea typeface="Arial"/>
                <a:cs typeface="Arial"/>
              </a:defRPr>
            </a:lvl8pPr>
            <a:lvl9pPr algn="l">
              <a:defRPr sz="1000" b="1">
                <a:solidFill>
                  <a:srgbClr val="FFFFFF"/>
                </a:solidFill>
                <a:latin typeface="Arial"/>
                <a:ea typeface="Arial"/>
                <a:cs typeface="Arial"/>
              </a:defRPr>
            </a:lvl9pPr>
          </a:lstStyle>
          <a:p xmlns:a="http://schemas.openxmlformats.org/drawingml/2006/main">
            <a:pPr algn="l">
              <a:lnSpc>
                <a:spcPct val="100000"/>
              </a:lnSpc>
              <a:buNone/>
              <a:defRPr sz="1000" b="1">
                <a:solidFill>
                  <a:srgbClr val="FFFFFF"/>
                </a:solidFill>
                <a:latin typeface="Arial"/>
                <a:ea typeface="Arial"/>
                <a:cs typeface="Arial"/>
              </a:defRPr>
            </a:pPr>
            <a:r>
              <a:rPr sz="1000" b="1">
                <a:solidFill>
                  <a:srgbClr val="FFFFFF"/>
                </a:solidFill>
                <a:latin typeface="Arial"/>
                <a:ea typeface="Arial"/>
                <a:cs typeface="Arial"/>
              </a:rPr>
              <a:t>Find groups and public rides at 3fp.org.</a:t>
            </a:r>
          </a:p>
        </p:txBody>
      </p:sp>
      <p:sp>
        <p:nvSpPr>
          <p:cNvPr id="9" name="Arizona header edge">
            <a:extLst xmlns:a="http://schemas.openxmlformats.org/drawingml/2006/main">
              <a:ext uri="{FF2B5EF4-FFF2-40B4-BE49-F238E27FC236}">
                <a16:creationId xmlns:a16="http://schemas.microsoft.com/office/drawing/2014/main" id="{98949397-43AB-436C-9BB2-ACAE74D8B085}"/>
              </a:ext>
            </a:extLst>
          </p:cNvPr>
          <p:cNvSpPr>
            <a:spLocks xmlns:a="http://schemas.openxmlformats.org/drawingml/2006/main" noGrp="1"/>
          </p:cNvSpPr>
          <p:nvPr/>
        </p:nvSpPr>
        <p:spPr>
          <a:xfrm xmlns:a="http://schemas.openxmlformats.org/drawingml/2006/main">
            <a:off x="0" y="3086100"/>
            <a:ext cx="7772400" cy="5715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10" name="A.L.E.R.T. heading">
            <a:extLst xmlns:a="http://schemas.openxmlformats.org/drawingml/2006/main">
              <a:ext uri="{FF2B5EF4-FFF2-40B4-BE49-F238E27FC236}">
                <a16:creationId xmlns:a16="http://schemas.microsoft.com/office/drawing/2014/main" id="{D4102EC9-E496-46C1-88D2-C34AE3CFEF87}"/>
              </a:ext>
            </a:extLst>
          </p:cNvPr>
          <p:cNvSpPr>
            <a:spLocks xmlns:a="http://schemas.openxmlformats.org/drawingml/2006/main" noGrp="1"/>
          </p:cNvSpPr>
          <p:nvPr/>
        </p:nvSpPr>
        <p:spPr>
          <a:xfrm xmlns:a="http://schemas.openxmlformats.org/drawingml/2006/main">
            <a:off x="419100" y="3390900"/>
            <a:ext cx="3219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7926CB"/>
                </a:solidFill>
                <a:latin typeface="Space Grotesk"/>
                <a:ea typeface="Space Grotesk"/>
                <a:cs typeface="Space Grotesk"/>
              </a:defRPr>
            </a:defPPr>
            <a:lvl1pPr algn="l">
              <a:defRPr sz="1500" b="1">
                <a:solidFill>
                  <a:srgbClr val="7926CB"/>
                </a:solidFill>
                <a:latin typeface="Space Grotesk"/>
                <a:ea typeface="Space Grotesk"/>
                <a:cs typeface="Space Grotesk"/>
              </a:defRPr>
            </a:lvl1pPr>
            <a:lvl2pPr algn="l">
              <a:defRPr sz="1500" b="1">
                <a:solidFill>
                  <a:srgbClr val="7926CB"/>
                </a:solidFill>
                <a:latin typeface="Space Grotesk"/>
                <a:ea typeface="Space Grotesk"/>
                <a:cs typeface="Space Grotesk"/>
              </a:defRPr>
            </a:lvl2pPr>
            <a:lvl3pPr algn="l">
              <a:defRPr sz="1500" b="1">
                <a:solidFill>
                  <a:srgbClr val="7926CB"/>
                </a:solidFill>
                <a:latin typeface="Space Grotesk"/>
                <a:ea typeface="Space Grotesk"/>
                <a:cs typeface="Space Grotesk"/>
              </a:defRPr>
            </a:lvl3pPr>
            <a:lvl4pPr algn="l">
              <a:defRPr sz="1500" b="1">
                <a:solidFill>
                  <a:srgbClr val="7926CB"/>
                </a:solidFill>
                <a:latin typeface="Space Grotesk"/>
                <a:ea typeface="Space Grotesk"/>
                <a:cs typeface="Space Grotesk"/>
              </a:defRPr>
            </a:lvl4pPr>
            <a:lvl5pPr algn="l">
              <a:defRPr sz="1500" b="1">
                <a:solidFill>
                  <a:srgbClr val="7926CB"/>
                </a:solidFill>
                <a:latin typeface="Space Grotesk"/>
                <a:ea typeface="Space Grotesk"/>
                <a:cs typeface="Space Grotesk"/>
              </a:defRPr>
            </a:lvl5pPr>
            <a:lvl6pPr algn="l">
              <a:defRPr sz="1500" b="1">
                <a:solidFill>
                  <a:srgbClr val="7926CB"/>
                </a:solidFill>
                <a:latin typeface="Space Grotesk"/>
                <a:ea typeface="Space Grotesk"/>
                <a:cs typeface="Space Grotesk"/>
              </a:defRPr>
            </a:lvl6pPr>
            <a:lvl7pPr algn="l">
              <a:defRPr sz="1500" b="1">
                <a:solidFill>
                  <a:srgbClr val="7926CB"/>
                </a:solidFill>
                <a:latin typeface="Space Grotesk"/>
                <a:ea typeface="Space Grotesk"/>
                <a:cs typeface="Space Grotesk"/>
              </a:defRPr>
            </a:lvl7pPr>
            <a:lvl8pPr algn="l">
              <a:defRPr sz="1500" b="1">
                <a:solidFill>
                  <a:srgbClr val="7926CB"/>
                </a:solidFill>
                <a:latin typeface="Space Grotesk"/>
                <a:ea typeface="Space Grotesk"/>
                <a:cs typeface="Space Grotesk"/>
              </a:defRPr>
            </a:lvl8pPr>
            <a:lvl9pPr algn="l">
              <a:defRPr sz="1500" b="1">
                <a:solidFill>
                  <a:srgbClr val="7926CB"/>
                </a:solidFill>
                <a:latin typeface="Space Grotesk"/>
                <a:ea typeface="Space Grotesk"/>
                <a:cs typeface="Space Grotesk"/>
              </a:defRPr>
            </a:lvl9pPr>
          </a:lstStyle>
          <a:p xmlns:a="http://schemas.openxmlformats.org/drawingml/2006/main">
            <a:pPr algn="l">
              <a:lnSpc>
                <a:spcPct val="100000"/>
              </a:lnSpc>
              <a:buNone/>
              <a:defRPr sz="1500" b="1">
                <a:solidFill>
                  <a:srgbClr val="7926CB"/>
                </a:solidFill>
                <a:latin typeface="Space Grotesk"/>
                <a:ea typeface="Space Grotesk"/>
                <a:cs typeface="Space Grotesk"/>
              </a:defRPr>
            </a:pPr>
            <a:r>
              <a:rPr sz="1500" b="1">
                <a:solidFill>
                  <a:srgbClr val="7926CB"/>
                </a:solidFill>
                <a:latin typeface="Space Grotesk"/>
                <a:ea typeface="Space Grotesk"/>
                <a:cs typeface="Space Grotesk"/>
              </a:rPr>
              <a:t>RIDE A.L.E.R.T.</a:t>
            </a:r>
          </a:p>
        </p:txBody>
      </p:sp>
      <p:sp>
        <p:nvSpPr>
          <p:cNvPr id="11" name="A.L.E.R.T. initial A">
            <a:extLst xmlns:a="http://schemas.openxmlformats.org/drawingml/2006/main">
              <a:ext uri="{FF2B5EF4-FFF2-40B4-BE49-F238E27FC236}">
                <a16:creationId xmlns:a16="http://schemas.microsoft.com/office/drawing/2014/main" id="{D16A64E6-C72F-43E4-946F-5093FD4D3A9A}"/>
              </a:ext>
            </a:extLst>
          </p:cNvPr>
          <p:cNvSpPr>
            <a:spLocks xmlns:a="http://schemas.openxmlformats.org/drawingml/2006/main" noGrp="1"/>
          </p:cNvSpPr>
          <p:nvPr/>
        </p:nvSpPr>
        <p:spPr>
          <a:xfrm xmlns:a="http://schemas.openxmlformats.org/drawingml/2006/main">
            <a:off x="419100" y="37623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FF0180"/>
                </a:solidFill>
                <a:latin typeface="Space Grotesk"/>
                <a:ea typeface="Space Grotesk"/>
                <a:cs typeface="Space Grotesk"/>
              </a:defRPr>
            </a:defPPr>
            <a:lvl1pPr algn="l">
              <a:defRPr sz="1350" b="1">
                <a:solidFill>
                  <a:srgbClr val="FF0180"/>
                </a:solidFill>
                <a:latin typeface="Space Grotesk"/>
                <a:ea typeface="Space Grotesk"/>
                <a:cs typeface="Space Grotesk"/>
              </a:defRPr>
            </a:lvl1pPr>
            <a:lvl2pPr algn="l">
              <a:defRPr sz="1350" b="1">
                <a:solidFill>
                  <a:srgbClr val="FF0180"/>
                </a:solidFill>
                <a:latin typeface="Space Grotesk"/>
                <a:ea typeface="Space Grotesk"/>
                <a:cs typeface="Space Grotesk"/>
              </a:defRPr>
            </a:lvl2pPr>
            <a:lvl3pPr algn="l">
              <a:defRPr sz="1350" b="1">
                <a:solidFill>
                  <a:srgbClr val="FF0180"/>
                </a:solidFill>
                <a:latin typeface="Space Grotesk"/>
                <a:ea typeface="Space Grotesk"/>
                <a:cs typeface="Space Grotesk"/>
              </a:defRPr>
            </a:lvl3pPr>
            <a:lvl4pPr algn="l">
              <a:defRPr sz="1350" b="1">
                <a:solidFill>
                  <a:srgbClr val="FF0180"/>
                </a:solidFill>
                <a:latin typeface="Space Grotesk"/>
                <a:ea typeface="Space Grotesk"/>
                <a:cs typeface="Space Grotesk"/>
              </a:defRPr>
            </a:lvl4pPr>
            <a:lvl5pPr algn="l">
              <a:defRPr sz="1350" b="1">
                <a:solidFill>
                  <a:srgbClr val="FF0180"/>
                </a:solidFill>
                <a:latin typeface="Space Grotesk"/>
                <a:ea typeface="Space Grotesk"/>
                <a:cs typeface="Space Grotesk"/>
              </a:defRPr>
            </a:lvl5pPr>
            <a:lvl6pPr algn="l">
              <a:defRPr sz="1350" b="1">
                <a:solidFill>
                  <a:srgbClr val="FF0180"/>
                </a:solidFill>
                <a:latin typeface="Space Grotesk"/>
                <a:ea typeface="Space Grotesk"/>
                <a:cs typeface="Space Grotesk"/>
              </a:defRPr>
            </a:lvl6pPr>
            <a:lvl7pPr algn="l">
              <a:defRPr sz="1350" b="1">
                <a:solidFill>
                  <a:srgbClr val="FF0180"/>
                </a:solidFill>
                <a:latin typeface="Space Grotesk"/>
                <a:ea typeface="Space Grotesk"/>
                <a:cs typeface="Space Grotesk"/>
              </a:defRPr>
            </a:lvl7pPr>
            <a:lvl8pPr algn="l">
              <a:defRPr sz="1350" b="1">
                <a:solidFill>
                  <a:srgbClr val="FF0180"/>
                </a:solidFill>
                <a:latin typeface="Space Grotesk"/>
                <a:ea typeface="Space Grotesk"/>
                <a:cs typeface="Space Grotesk"/>
              </a:defRPr>
            </a:lvl8pPr>
            <a:lvl9pPr algn="l">
              <a:defRPr sz="1350" b="1">
                <a:solidFill>
                  <a:srgbClr val="FF0180"/>
                </a:solidFill>
                <a:latin typeface="Space Grotesk"/>
                <a:ea typeface="Space Grotesk"/>
                <a:cs typeface="Space Grotesk"/>
              </a:defRPr>
            </a:lvl9pPr>
          </a:lstStyle>
          <a:p xmlns:a="http://schemas.openxmlformats.org/drawingml/2006/main">
            <a:pPr algn="l">
              <a:lnSpc>
                <a:spcPct val="100000"/>
              </a:lnSpc>
              <a:buNone/>
              <a:defRPr sz="1350" b="1">
                <a:solidFill>
                  <a:srgbClr val="FF0180"/>
                </a:solidFill>
                <a:latin typeface="Space Grotesk"/>
                <a:ea typeface="Space Grotesk"/>
                <a:cs typeface="Space Grotesk"/>
              </a:defRPr>
            </a:pPr>
            <a:r>
              <a:rPr sz="1350" b="1">
                <a:solidFill>
                  <a:srgbClr val="FF0180"/>
                </a:solidFill>
                <a:latin typeface="Space Grotesk"/>
                <a:ea typeface="Space Grotesk"/>
                <a:cs typeface="Space Grotesk"/>
              </a:rPr>
              <a:t>A</a:t>
            </a:r>
          </a:p>
        </p:txBody>
      </p:sp>
      <p:sp>
        <p:nvSpPr>
          <p:cNvPr id="12" name="A.L.E.R.T. heading Aware">
            <a:extLst xmlns:a="http://schemas.openxmlformats.org/drawingml/2006/main">
              <a:ext uri="{FF2B5EF4-FFF2-40B4-BE49-F238E27FC236}">
                <a16:creationId xmlns:a16="http://schemas.microsoft.com/office/drawing/2014/main" id="{B197931A-0A94-4FBE-A80B-AD794E212EDA}"/>
              </a:ext>
            </a:extLst>
          </p:cNvPr>
          <p:cNvSpPr>
            <a:spLocks xmlns:a="http://schemas.openxmlformats.org/drawingml/2006/main" noGrp="1"/>
          </p:cNvSpPr>
          <p:nvPr/>
        </p:nvSpPr>
        <p:spPr>
          <a:xfrm xmlns:a="http://schemas.openxmlformats.org/drawingml/2006/main">
            <a:off x="685800" y="3762375"/>
            <a:ext cx="2971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7926CB"/>
                </a:solidFill>
                <a:latin typeface="Space Grotesk"/>
                <a:ea typeface="Space Grotesk"/>
                <a:cs typeface="Space Grotesk"/>
              </a:defRPr>
            </a:defPPr>
            <a:lvl1pPr algn="l">
              <a:defRPr sz="1150" b="1">
                <a:solidFill>
                  <a:srgbClr val="7926CB"/>
                </a:solidFill>
                <a:latin typeface="Space Grotesk"/>
                <a:ea typeface="Space Grotesk"/>
                <a:cs typeface="Space Grotesk"/>
              </a:defRPr>
            </a:lvl1pPr>
            <a:lvl2pPr algn="l">
              <a:defRPr sz="1150" b="1">
                <a:solidFill>
                  <a:srgbClr val="7926CB"/>
                </a:solidFill>
                <a:latin typeface="Space Grotesk"/>
                <a:ea typeface="Space Grotesk"/>
                <a:cs typeface="Space Grotesk"/>
              </a:defRPr>
            </a:lvl2pPr>
            <a:lvl3pPr algn="l">
              <a:defRPr sz="1150" b="1">
                <a:solidFill>
                  <a:srgbClr val="7926CB"/>
                </a:solidFill>
                <a:latin typeface="Space Grotesk"/>
                <a:ea typeface="Space Grotesk"/>
                <a:cs typeface="Space Grotesk"/>
              </a:defRPr>
            </a:lvl3pPr>
            <a:lvl4pPr algn="l">
              <a:defRPr sz="1150" b="1">
                <a:solidFill>
                  <a:srgbClr val="7926CB"/>
                </a:solidFill>
                <a:latin typeface="Space Grotesk"/>
                <a:ea typeface="Space Grotesk"/>
                <a:cs typeface="Space Grotesk"/>
              </a:defRPr>
            </a:lvl4pPr>
            <a:lvl5pPr algn="l">
              <a:defRPr sz="1150" b="1">
                <a:solidFill>
                  <a:srgbClr val="7926CB"/>
                </a:solidFill>
                <a:latin typeface="Space Grotesk"/>
                <a:ea typeface="Space Grotesk"/>
                <a:cs typeface="Space Grotesk"/>
              </a:defRPr>
            </a:lvl5pPr>
            <a:lvl6pPr algn="l">
              <a:defRPr sz="1150" b="1">
                <a:solidFill>
                  <a:srgbClr val="7926CB"/>
                </a:solidFill>
                <a:latin typeface="Space Grotesk"/>
                <a:ea typeface="Space Grotesk"/>
                <a:cs typeface="Space Grotesk"/>
              </a:defRPr>
            </a:lvl6pPr>
            <a:lvl7pPr algn="l">
              <a:defRPr sz="1150" b="1">
                <a:solidFill>
                  <a:srgbClr val="7926CB"/>
                </a:solidFill>
                <a:latin typeface="Space Grotesk"/>
                <a:ea typeface="Space Grotesk"/>
                <a:cs typeface="Space Grotesk"/>
              </a:defRPr>
            </a:lvl7pPr>
            <a:lvl8pPr algn="l">
              <a:defRPr sz="1150" b="1">
                <a:solidFill>
                  <a:srgbClr val="7926CB"/>
                </a:solidFill>
                <a:latin typeface="Space Grotesk"/>
                <a:ea typeface="Space Grotesk"/>
                <a:cs typeface="Space Grotesk"/>
              </a:defRPr>
            </a:lvl8pPr>
            <a:lvl9pPr algn="l">
              <a:defRPr sz="1150" b="1">
                <a:solidFill>
                  <a:srgbClr val="7926CB"/>
                </a:solidFill>
                <a:latin typeface="Space Grotesk"/>
                <a:ea typeface="Space Grotesk"/>
                <a:cs typeface="Space Grotesk"/>
              </a:defRPr>
            </a:lvl9pPr>
          </a:lstStyle>
          <a:p xmlns:a="http://schemas.openxmlformats.org/drawingml/2006/main">
            <a:pPr algn="l">
              <a:lnSpc>
                <a:spcPct val="100000"/>
              </a:lnSpc>
              <a:buNone/>
              <a:defRPr sz="1150" b="1">
                <a:solidFill>
                  <a:srgbClr val="7926CB"/>
                </a:solidFill>
                <a:latin typeface="Space Grotesk"/>
                <a:ea typeface="Space Grotesk"/>
                <a:cs typeface="Space Grotesk"/>
              </a:defRPr>
            </a:pPr>
            <a:r>
              <a:rPr sz="1150" b="1">
                <a:solidFill>
                  <a:srgbClr val="7926CB"/>
                </a:solidFill>
                <a:latin typeface="Space Grotesk"/>
                <a:ea typeface="Space Grotesk"/>
                <a:cs typeface="Space Grotesk"/>
              </a:rPr>
              <a:t>Aware</a:t>
            </a:r>
          </a:p>
        </p:txBody>
      </p:sp>
      <p:sp>
        <p:nvSpPr>
          <p:cNvPr id="13" name="A.L.E.R.T. copy Aware">
            <a:extLst xmlns:a="http://schemas.openxmlformats.org/drawingml/2006/main">
              <a:ext uri="{FF2B5EF4-FFF2-40B4-BE49-F238E27FC236}">
                <a16:creationId xmlns:a16="http://schemas.microsoft.com/office/drawing/2014/main" id="{6D01E12F-CE71-4C1C-A176-489C60C8578C}"/>
              </a:ext>
            </a:extLst>
          </p:cNvPr>
          <p:cNvSpPr>
            <a:spLocks xmlns:a="http://schemas.openxmlformats.org/drawingml/2006/main" noGrp="1"/>
          </p:cNvSpPr>
          <p:nvPr/>
        </p:nvSpPr>
        <p:spPr>
          <a:xfrm xmlns:a="http://schemas.openxmlformats.org/drawingml/2006/main">
            <a:off x="685800" y="3962400"/>
            <a:ext cx="2971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0">
                <a:solidFill>
                  <a:srgbClr val="23143A"/>
                </a:solidFill>
                <a:latin typeface="Arial"/>
                <a:ea typeface="Arial"/>
                <a:cs typeface="Arial"/>
              </a:defRPr>
            </a:defPPr>
            <a:lvl1pPr algn="l">
              <a:defRPr sz="980" b="0">
                <a:solidFill>
                  <a:srgbClr val="23143A"/>
                </a:solidFill>
                <a:latin typeface="Arial"/>
                <a:ea typeface="Arial"/>
                <a:cs typeface="Arial"/>
              </a:defRPr>
            </a:lvl1pPr>
            <a:lvl2pPr algn="l">
              <a:defRPr sz="980" b="0">
                <a:solidFill>
                  <a:srgbClr val="23143A"/>
                </a:solidFill>
                <a:latin typeface="Arial"/>
                <a:ea typeface="Arial"/>
                <a:cs typeface="Arial"/>
              </a:defRPr>
            </a:lvl2pPr>
            <a:lvl3pPr algn="l">
              <a:defRPr sz="980" b="0">
                <a:solidFill>
                  <a:srgbClr val="23143A"/>
                </a:solidFill>
                <a:latin typeface="Arial"/>
                <a:ea typeface="Arial"/>
                <a:cs typeface="Arial"/>
              </a:defRPr>
            </a:lvl3pPr>
            <a:lvl4pPr algn="l">
              <a:defRPr sz="980" b="0">
                <a:solidFill>
                  <a:srgbClr val="23143A"/>
                </a:solidFill>
                <a:latin typeface="Arial"/>
                <a:ea typeface="Arial"/>
                <a:cs typeface="Arial"/>
              </a:defRPr>
            </a:lvl4pPr>
            <a:lvl5pPr algn="l">
              <a:defRPr sz="980" b="0">
                <a:solidFill>
                  <a:srgbClr val="23143A"/>
                </a:solidFill>
                <a:latin typeface="Arial"/>
                <a:ea typeface="Arial"/>
                <a:cs typeface="Arial"/>
              </a:defRPr>
            </a:lvl5pPr>
            <a:lvl6pPr algn="l">
              <a:defRPr sz="980" b="0">
                <a:solidFill>
                  <a:srgbClr val="23143A"/>
                </a:solidFill>
                <a:latin typeface="Arial"/>
                <a:ea typeface="Arial"/>
                <a:cs typeface="Arial"/>
              </a:defRPr>
            </a:lvl6pPr>
            <a:lvl7pPr algn="l">
              <a:defRPr sz="980" b="0">
                <a:solidFill>
                  <a:srgbClr val="23143A"/>
                </a:solidFill>
                <a:latin typeface="Arial"/>
                <a:ea typeface="Arial"/>
                <a:cs typeface="Arial"/>
              </a:defRPr>
            </a:lvl7pPr>
            <a:lvl8pPr algn="l">
              <a:defRPr sz="980" b="0">
                <a:solidFill>
                  <a:srgbClr val="23143A"/>
                </a:solidFill>
                <a:latin typeface="Arial"/>
                <a:ea typeface="Arial"/>
                <a:cs typeface="Arial"/>
              </a:defRPr>
            </a:lvl8pPr>
            <a:lvl9pPr algn="l">
              <a:defRPr sz="980" b="0">
                <a:solidFill>
                  <a:srgbClr val="23143A"/>
                </a:solidFill>
                <a:latin typeface="Arial"/>
                <a:ea typeface="Arial"/>
                <a:cs typeface="Arial"/>
              </a:defRPr>
            </a:lvl9pPr>
          </a:lstStyle>
          <a:p xmlns:a="http://schemas.openxmlformats.org/drawingml/2006/main">
            <a:pPr algn="l">
              <a:lnSpc>
                <a:spcPct val="100000"/>
              </a:lnSpc>
              <a:buNone/>
              <a:defRPr sz="980" b="0">
                <a:solidFill>
                  <a:srgbClr val="23143A"/>
                </a:solidFill>
                <a:latin typeface="Arial"/>
                <a:ea typeface="Arial"/>
                <a:cs typeface="Arial"/>
              </a:defRPr>
            </a:pPr>
            <a:r>
              <a:rPr sz="980" b="0">
                <a:solidFill>
                  <a:srgbClr val="23143A"/>
                </a:solidFill>
                <a:latin typeface="Arial"/>
                <a:ea typeface="Arial"/>
                <a:cs typeface="Arial"/>
              </a:rPr>
              <a:t>Scan ahead for turning cars, opening doors, debris, and changing road conditions.</a:t>
            </a:r>
          </a:p>
        </p:txBody>
      </p:sp>
      <p:sp>
        <p:nvSpPr>
          <p:cNvPr id="14" name="A.L.E.R.T. initial L">
            <a:extLst xmlns:a="http://schemas.openxmlformats.org/drawingml/2006/main">
              <a:ext uri="{FF2B5EF4-FFF2-40B4-BE49-F238E27FC236}">
                <a16:creationId xmlns:a16="http://schemas.microsoft.com/office/drawing/2014/main" id="{2B611508-B6BF-4F17-95A3-C276CB1AF358}"/>
              </a:ext>
            </a:extLst>
          </p:cNvPr>
          <p:cNvSpPr>
            <a:spLocks xmlns:a="http://schemas.openxmlformats.org/drawingml/2006/main" noGrp="1"/>
          </p:cNvSpPr>
          <p:nvPr/>
        </p:nvSpPr>
        <p:spPr>
          <a:xfrm xmlns:a="http://schemas.openxmlformats.org/drawingml/2006/main">
            <a:off x="419100" y="46767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FF0180"/>
                </a:solidFill>
                <a:latin typeface="Space Grotesk"/>
                <a:ea typeface="Space Grotesk"/>
                <a:cs typeface="Space Grotesk"/>
              </a:defRPr>
            </a:defPPr>
            <a:lvl1pPr algn="l">
              <a:defRPr sz="1350" b="1">
                <a:solidFill>
                  <a:srgbClr val="FF0180"/>
                </a:solidFill>
                <a:latin typeface="Space Grotesk"/>
                <a:ea typeface="Space Grotesk"/>
                <a:cs typeface="Space Grotesk"/>
              </a:defRPr>
            </a:lvl1pPr>
            <a:lvl2pPr algn="l">
              <a:defRPr sz="1350" b="1">
                <a:solidFill>
                  <a:srgbClr val="FF0180"/>
                </a:solidFill>
                <a:latin typeface="Space Grotesk"/>
                <a:ea typeface="Space Grotesk"/>
                <a:cs typeface="Space Grotesk"/>
              </a:defRPr>
            </a:lvl2pPr>
            <a:lvl3pPr algn="l">
              <a:defRPr sz="1350" b="1">
                <a:solidFill>
                  <a:srgbClr val="FF0180"/>
                </a:solidFill>
                <a:latin typeface="Space Grotesk"/>
                <a:ea typeface="Space Grotesk"/>
                <a:cs typeface="Space Grotesk"/>
              </a:defRPr>
            </a:lvl3pPr>
            <a:lvl4pPr algn="l">
              <a:defRPr sz="1350" b="1">
                <a:solidFill>
                  <a:srgbClr val="FF0180"/>
                </a:solidFill>
                <a:latin typeface="Space Grotesk"/>
                <a:ea typeface="Space Grotesk"/>
                <a:cs typeface="Space Grotesk"/>
              </a:defRPr>
            </a:lvl4pPr>
            <a:lvl5pPr algn="l">
              <a:defRPr sz="1350" b="1">
                <a:solidFill>
                  <a:srgbClr val="FF0180"/>
                </a:solidFill>
                <a:latin typeface="Space Grotesk"/>
                <a:ea typeface="Space Grotesk"/>
                <a:cs typeface="Space Grotesk"/>
              </a:defRPr>
            </a:lvl5pPr>
            <a:lvl6pPr algn="l">
              <a:defRPr sz="1350" b="1">
                <a:solidFill>
                  <a:srgbClr val="FF0180"/>
                </a:solidFill>
                <a:latin typeface="Space Grotesk"/>
                <a:ea typeface="Space Grotesk"/>
                <a:cs typeface="Space Grotesk"/>
              </a:defRPr>
            </a:lvl6pPr>
            <a:lvl7pPr algn="l">
              <a:defRPr sz="1350" b="1">
                <a:solidFill>
                  <a:srgbClr val="FF0180"/>
                </a:solidFill>
                <a:latin typeface="Space Grotesk"/>
                <a:ea typeface="Space Grotesk"/>
                <a:cs typeface="Space Grotesk"/>
              </a:defRPr>
            </a:lvl7pPr>
            <a:lvl8pPr algn="l">
              <a:defRPr sz="1350" b="1">
                <a:solidFill>
                  <a:srgbClr val="FF0180"/>
                </a:solidFill>
                <a:latin typeface="Space Grotesk"/>
                <a:ea typeface="Space Grotesk"/>
                <a:cs typeface="Space Grotesk"/>
              </a:defRPr>
            </a:lvl8pPr>
            <a:lvl9pPr algn="l">
              <a:defRPr sz="1350" b="1">
                <a:solidFill>
                  <a:srgbClr val="FF0180"/>
                </a:solidFill>
                <a:latin typeface="Space Grotesk"/>
                <a:ea typeface="Space Grotesk"/>
                <a:cs typeface="Space Grotesk"/>
              </a:defRPr>
            </a:lvl9pPr>
          </a:lstStyle>
          <a:p xmlns:a="http://schemas.openxmlformats.org/drawingml/2006/main">
            <a:pPr algn="l">
              <a:lnSpc>
                <a:spcPct val="100000"/>
              </a:lnSpc>
              <a:buNone/>
              <a:defRPr sz="1350" b="1">
                <a:solidFill>
                  <a:srgbClr val="FF0180"/>
                </a:solidFill>
                <a:latin typeface="Space Grotesk"/>
                <a:ea typeface="Space Grotesk"/>
                <a:cs typeface="Space Grotesk"/>
              </a:defRPr>
            </a:pPr>
            <a:r>
              <a:rPr sz="1350" b="1">
                <a:solidFill>
                  <a:srgbClr val="FF0180"/>
                </a:solidFill>
                <a:latin typeface="Space Grotesk"/>
                <a:ea typeface="Space Grotesk"/>
                <a:cs typeface="Space Grotesk"/>
              </a:rPr>
              <a:t>L</a:t>
            </a:r>
          </a:p>
        </p:txBody>
      </p:sp>
      <p:sp>
        <p:nvSpPr>
          <p:cNvPr id="15" name="A.L.E.R.T. heading Lawful">
            <a:extLst xmlns:a="http://schemas.openxmlformats.org/drawingml/2006/main">
              <a:ext uri="{FF2B5EF4-FFF2-40B4-BE49-F238E27FC236}">
                <a16:creationId xmlns:a16="http://schemas.microsoft.com/office/drawing/2014/main" id="{F56541CC-26FF-48F7-B3B6-B5FB2C6D8FD0}"/>
              </a:ext>
            </a:extLst>
          </p:cNvPr>
          <p:cNvSpPr>
            <a:spLocks xmlns:a="http://schemas.openxmlformats.org/drawingml/2006/main" noGrp="1"/>
          </p:cNvSpPr>
          <p:nvPr/>
        </p:nvSpPr>
        <p:spPr>
          <a:xfrm xmlns:a="http://schemas.openxmlformats.org/drawingml/2006/main">
            <a:off x="685800" y="4676775"/>
            <a:ext cx="2971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7926CB"/>
                </a:solidFill>
                <a:latin typeface="Space Grotesk"/>
                <a:ea typeface="Space Grotesk"/>
                <a:cs typeface="Space Grotesk"/>
              </a:defRPr>
            </a:defPPr>
            <a:lvl1pPr algn="l">
              <a:defRPr sz="1150" b="1">
                <a:solidFill>
                  <a:srgbClr val="7926CB"/>
                </a:solidFill>
                <a:latin typeface="Space Grotesk"/>
                <a:ea typeface="Space Grotesk"/>
                <a:cs typeface="Space Grotesk"/>
              </a:defRPr>
            </a:lvl1pPr>
            <a:lvl2pPr algn="l">
              <a:defRPr sz="1150" b="1">
                <a:solidFill>
                  <a:srgbClr val="7926CB"/>
                </a:solidFill>
                <a:latin typeface="Space Grotesk"/>
                <a:ea typeface="Space Grotesk"/>
                <a:cs typeface="Space Grotesk"/>
              </a:defRPr>
            </a:lvl2pPr>
            <a:lvl3pPr algn="l">
              <a:defRPr sz="1150" b="1">
                <a:solidFill>
                  <a:srgbClr val="7926CB"/>
                </a:solidFill>
                <a:latin typeface="Space Grotesk"/>
                <a:ea typeface="Space Grotesk"/>
                <a:cs typeface="Space Grotesk"/>
              </a:defRPr>
            </a:lvl3pPr>
            <a:lvl4pPr algn="l">
              <a:defRPr sz="1150" b="1">
                <a:solidFill>
                  <a:srgbClr val="7926CB"/>
                </a:solidFill>
                <a:latin typeface="Space Grotesk"/>
                <a:ea typeface="Space Grotesk"/>
                <a:cs typeface="Space Grotesk"/>
              </a:defRPr>
            </a:lvl4pPr>
            <a:lvl5pPr algn="l">
              <a:defRPr sz="1150" b="1">
                <a:solidFill>
                  <a:srgbClr val="7926CB"/>
                </a:solidFill>
                <a:latin typeface="Space Grotesk"/>
                <a:ea typeface="Space Grotesk"/>
                <a:cs typeface="Space Grotesk"/>
              </a:defRPr>
            </a:lvl5pPr>
            <a:lvl6pPr algn="l">
              <a:defRPr sz="1150" b="1">
                <a:solidFill>
                  <a:srgbClr val="7926CB"/>
                </a:solidFill>
                <a:latin typeface="Space Grotesk"/>
                <a:ea typeface="Space Grotesk"/>
                <a:cs typeface="Space Grotesk"/>
              </a:defRPr>
            </a:lvl6pPr>
            <a:lvl7pPr algn="l">
              <a:defRPr sz="1150" b="1">
                <a:solidFill>
                  <a:srgbClr val="7926CB"/>
                </a:solidFill>
                <a:latin typeface="Space Grotesk"/>
                <a:ea typeface="Space Grotesk"/>
                <a:cs typeface="Space Grotesk"/>
              </a:defRPr>
            </a:lvl7pPr>
            <a:lvl8pPr algn="l">
              <a:defRPr sz="1150" b="1">
                <a:solidFill>
                  <a:srgbClr val="7926CB"/>
                </a:solidFill>
                <a:latin typeface="Space Grotesk"/>
                <a:ea typeface="Space Grotesk"/>
                <a:cs typeface="Space Grotesk"/>
              </a:defRPr>
            </a:lvl8pPr>
            <a:lvl9pPr algn="l">
              <a:defRPr sz="1150" b="1">
                <a:solidFill>
                  <a:srgbClr val="7926CB"/>
                </a:solidFill>
                <a:latin typeface="Space Grotesk"/>
                <a:ea typeface="Space Grotesk"/>
                <a:cs typeface="Space Grotesk"/>
              </a:defRPr>
            </a:lvl9pPr>
          </a:lstStyle>
          <a:p xmlns:a="http://schemas.openxmlformats.org/drawingml/2006/main">
            <a:pPr algn="l">
              <a:lnSpc>
                <a:spcPct val="100000"/>
              </a:lnSpc>
              <a:buNone/>
              <a:defRPr sz="1150" b="1">
                <a:solidFill>
                  <a:srgbClr val="7926CB"/>
                </a:solidFill>
                <a:latin typeface="Space Grotesk"/>
                <a:ea typeface="Space Grotesk"/>
                <a:cs typeface="Space Grotesk"/>
              </a:defRPr>
            </a:pPr>
            <a:r>
              <a:rPr sz="1150" b="1">
                <a:solidFill>
                  <a:srgbClr val="7926CB"/>
                </a:solidFill>
                <a:latin typeface="Space Grotesk"/>
                <a:ea typeface="Space Grotesk"/>
                <a:cs typeface="Space Grotesk"/>
              </a:rPr>
              <a:t>Lawful</a:t>
            </a:r>
          </a:p>
        </p:txBody>
      </p:sp>
      <p:sp>
        <p:nvSpPr>
          <p:cNvPr id="16" name="A.L.E.R.T. copy Lawful">
            <a:extLst xmlns:a="http://schemas.openxmlformats.org/drawingml/2006/main">
              <a:ext uri="{FF2B5EF4-FFF2-40B4-BE49-F238E27FC236}">
                <a16:creationId xmlns:a16="http://schemas.microsoft.com/office/drawing/2014/main" id="{4A101F30-D92E-407A-99AD-8F37D7782DBE}"/>
              </a:ext>
            </a:extLst>
          </p:cNvPr>
          <p:cNvSpPr>
            <a:spLocks xmlns:a="http://schemas.openxmlformats.org/drawingml/2006/main" noGrp="1"/>
          </p:cNvSpPr>
          <p:nvPr/>
        </p:nvSpPr>
        <p:spPr>
          <a:xfrm xmlns:a="http://schemas.openxmlformats.org/drawingml/2006/main">
            <a:off x="685800" y="4876800"/>
            <a:ext cx="2971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0">
                <a:solidFill>
                  <a:srgbClr val="23143A"/>
                </a:solidFill>
                <a:latin typeface="Arial"/>
                <a:ea typeface="Arial"/>
                <a:cs typeface="Arial"/>
              </a:defRPr>
            </a:defPPr>
            <a:lvl1pPr algn="l">
              <a:defRPr sz="980" b="0">
                <a:solidFill>
                  <a:srgbClr val="23143A"/>
                </a:solidFill>
                <a:latin typeface="Arial"/>
                <a:ea typeface="Arial"/>
                <a:cs typeface="Arial"/>
              </a:defRPr>
            </a:lvl1pPr>
            <a:lvl2pPr algn="l">
              <a:defRPr sz="980" b="0">
                <a:solidFill>
                  <a:srgbClr val="23143A"/>
                </a:solidFill>
                <a:latin typeface="Arial"/>
                <a:ea typeface="Arial"/>
                <a:cs typeface="Arial"/>
              </a:defRPr>
            </a:lvl2pPr>
            <a:lvl3pPr algn="l">
              <a:defRPr sz="980" b="0">
                <a:solidFill>
                  <a:srgbClr val="23143A"/>
                </a:solidFill>
                <a:latin typeface="Arial"/>
                <a:ea typeface="Arial"/>
                <a:cs typeface="Arial"/>
              </a:defRPr>
            </a:lvl3pPr>
            <a:lvl4pPr algn="l">
              <a:defRPr sz="980" b="0">
                <a:solidFill>
                  <a:srgbClr val="23143A"/>
                </a:solidFill>
                <a:latin typeface="Arial"/>
                <a:ea typeface="Arial"/>
                <a:cs typeface="Arial"/>
              </a:defRPr>
            </a:lvl4pPr>
            <a:lvl5pPr algn="l">
              <a:defRPr sz="980" b="0">
                <a:solidFill>
                  <a:srgbClr val="23143A"/>
                </a:solidFill>
                <a:latin typeface="Arial"/>
                <a:ea typeface="Arial"/>
                <a:cs typeface="Arial"/>
              </a:defRPr>
            </a:lvl5pPr>
            <a:lvl6pPr algn="l">
              <a:defRPr sz="980" b="0">
                <a:solidFill>
                  <a:srgbClr val="23143A"/>
                </a:solidFill>
                <a:latin typeface="Arial"/>
                <a:ea typeface="Arial"/>
                <a:cs typeface="Arial"/>
              </a:defRPr>
            </a:lvl6pPr>
            <a:lvl7pPr algn="l">
              <a:defRPr sz="980" b="0">
                <a:solidFill>
                  <a:srgbClr val="23143A"/>
                </a:solidFill>
                <a:latin typeface="Arial"/>
                <a:ea typeface="Arial"/>
                <a:cs typeface="Arial"/>
              </a:defRPr>
            </a:lvl7pPr>
            <a:lvl8pPr algn="l">
              <a:defRPr sz="980" b="0">
                <a:solidFill>
                  <a:srgbClr val="23143A"/>
                </a:solidFill>
                <a:latin typeface="Arial"/>
                <a:ea typeface="Arial"/>
                <a:cs typeface="Arial"/>
              </a:defRPr>
            </a:lvl8pPr>
            <a:lvl9pPr algn="l">
              <a:defRPr sz="980" b="0">
                <a:solidFill>
                  <a:srgbClr val="23143A"/>
                </a:solidFill>
                <a:latin typeface="Arial"/>
                <a:ea typeface="Arial"/>
                <a:cs typeface="Arial"/>
              </a:defRPr>
            </a:lvl9pPr>
          </a:lstStyle>
          <a:p xmlns:a="http://schemas.openxmlformats.org/drawingml/2006/main">
            <a:pPr algn="l">
              <a:lnSpc>
                <a:spcPct val="100000"/>
              </a:lnSpc>
              <a:buNone/>
              <a:defRPr sz="980" b="0">
                <a:solidFill>
                  <a:srgbClr val="23143A"/>
                </a:solidFill>
                <a:latin typeface="Arial"/>
                <a:ea typeface="Arial"/>
                <a:cs typeface="Arial"/>
              </a:defRPr>
            </a:pPr>
            <a:r>
              <a:rPr sz="980" b="0">
                <a:solidFill>
                  <a:srgbClr val="23143A"/>
                </a:solidFill>
                <a:latin typeface="Arial"/>
                <a:ea typeface="Arial"/>
                <a:cs typeface="Arial"/>
              </a:rPr>
              <a:t>Ride predictably with traffic, obey signals, and use the correct lane position.</a:t>
            </a:r>
          </a:p>
        </p:txBody>
      </p:sp>
      <p:sp>
        <p:nvSpPr>
          <p:cNvPr id="17" name="A.L.E.R.T. initial E">
            <a:extLst xmlns:a="http://schemas.openxmlformats.org/drawingml/2006/main">
              <a:ext uri="{FF2B5EF4-FFF2-40B4-BE49-F238E27FC236}">
                <a16:creationId xmlns:a16="http://schemas.microsoft.com/office/drawing/2014/main" id="{93BB9AE0-C68A-43E7-8B81-E38833CC263E}"/>
              </a:ext>
            </a:extLst>
          </p:cNvPr>
          <p:cNvSpPr>
            <a:spLocks xmlns:a="http://schemas.openxmlformats.org/drawingml/2006/main" noGrp="1"/>
          </p:cNvSpPr>
          <p:nvPr/>
        </p:nvSpPr>
        <p:spPr>
          <a:xfrm xmlns:a="http://schemas.openxmlformats.org/drawingml/2006/main">
            <a:off x="419100" y="55911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FF0180"/>
                </a:solidFill>
                <a:latin typeface="Space Grotesk"/>
                <a:ea typeface="Space Grotesk"/>
                <a:cs typeface="Space Grotesk"/>
              </a:defRPr>
            </a:defPPr>
            <a:lvl1pPr algn="l">
              <a:defRPr sz="1350" b="1">
                <a:solidFill>
                  <a:srgbClr val="FF0180"/>
                </a:solidFill>
                <a:latin typeface="Space Grotesk"/>
                <a:ea typeface="Space Grotesk"/>
                <a:cs typeface="Space Grotesk"/>
              </a:defRPr>
            </a:lvl1pPr>
            <a:lvl2pPr algn="l">
              <a:defRPr sz="1350" b="1">
                <a:solidFill>
                  <a:srgbClr val="FF0180"/>
                </a:solidFill>
                <a:latin typeface="Space Grotesk"/>
                <a:ea typeface="Space Grotesk"/>
                <a:cs typeface="Space Grotesk"/>
              </a:defRPr>
            </a:lvl2pPr>
            <a:lvl3pPr algn="l">
              <a:defRPr sz="1350" b="1">
                <a:solidFill>
                  <a:srgbClr val="FF0180"/>
                </a:solidFill>
                <a:latin typeface="Space Grotesk"/>
                <a:ea typeface="Space Grotesk"/>
                <a:cs typeface="Space Grotesk"/>
              </a:defRPr>
            </a:lvl3pPr>
            <a:lvl4pPr algn="l">
              <a:defRPr sz="1350" b="1">
                <a:solidFill>
                  <a:srgbClr val="FF0180"/>
                </a:solidFill>
                <a:latin typeface="Space Grotesk"/>
                <a:ea typeface="Space Grotesk"/>
                <a:cs typeface="Space Grotesk"/>
              </a:defRPr>
            </a:lvl4pPr>
            <a:lvl5pPr algn="l">
              <a:defRPr sz="1350" b="1">
                <a:solidFill>
                  <a:srgbClr val="FF0180"/>
                </a:solidFill>
                <a:latin typeface="Space Grotesk"/>
                <a:ea typeface="Space Grotesk"/>
                <a:cs typeface="Space Grotesk"/>
              </a:defRPr>
            </a:lvl5pPr>
            <a:lvl6pPr algn="l">
              <a:defRPr sz="1350" b="1">
                <a:solidFill>
                  <a:srgbClr val="FF0180"/>
                </a:solidFill>
                <a:latin typeface="Space Grotesk"/>
                <a:ea typeface="Space Grotesk"/>
                <a:cs typeface="Space Grotesk"/>
              </a:defRPr>
            </a:lvl6pPr>
            <a:lvl7pPr algn="l">
              <a:defRPr sz="1350" b="1">
                <a:solidFill>
                  <a:srgbClr val="FF0180"/>
                </a:solidFill>
                <a:latin typeface="Space Grotesk"/>
                <a:ea typeface="Space Grotesk"/>
                <a:cs typeface="Space Grotesk"/>
              </a:defRPr>
            </a:lvl7pPr>
            <a:lvl8pPr algn="l">
              <a:defRPr sz="1350" b="1">
                <a:solidFill>
                  <a:srgbClr val="FF0180"/>
                </a:solidFill>
                <a:latin typeface="Space Grotesk"/>
                <a:ea typeface="Space Grotesk"/>
                <a:cs typeface="Space Grotesk"/>
              </a:defRPr>
            </a:lvl8pPr>
            <a:lvl9pPr algn="l">
              <a:defRPr sz="1350" b="1">
                <a:solidFill>
                  <a:srgbClr val="FF0180"/>
                </a:solidFill>
                <a:latin typeface="Space Grotesk"/>
                <a:ea typeface="Space Grotesk"/>
                <a:cs typeface="Space Grotesk"/>
              </a:defRPr>
            </a:lvl9pPr>
          </a:lstStyle>
          <a:p xmlns:a="http://schemas.openxmlformats.org/drawingml/2006/main">
            <a:pPr algn="l">
              <a:lnSpc>
                <a:spcPct val="100000"/>
              </a:lnSpc>
              <a:buNone/>
              <a:defRPr sz="1350" b="1">
                <a:solidFill>
                  <a:srgbClr val="FF0180"/>
                </a:solidFill>
                <a:latin typeface="Space Grotesk"/>
                <a:ea typeface="Space Grotesk"/>
                <a:cs typeface="Space Grotesk"/>
              </a:defRPr>
            </a:pPr>
            <a:r>
              <a:rPr sz="1350" b="1">
                <a:solidFill>
                  <a:srgbClr val="FF0180"/>
                </a:solidFill>
                <a:latin typeface="Space Grotesk"/>
                <a:ea typeface="Space Grotesk"/>
                <a:cs typeface="Space Grotesk"/>
              </a:rPr>
              <a:t>E</a:t>
            </a:r>
          </a:p>
        </p:txBody>
      </p:sp>
      <p:sp>
        <p:nvSpPr>
          <p:cNvPr id="18" name="A.L.E.R.T. heading Eye-catching">
            <a:extLst xmlns:a="http://schemas.openxmlformats.org/drawingml/2006/main">
              <a:ext uri="{FF2B5EF4-FFF2-40B4-BE49-F238E27FC236}">
                <a16:creationId xmlns:a16="http://schemas.microsoft.com/office/drawing/2014/main" id="{1B094867-96A8-4158-A276-2856E504F464}"/>
              </a:ext>
            </a:extLst>
          </p:cNvPr>
          <p:cNvSpPr>
            <a:spLocks xmlns:a="http://schemas.openxmlformats.org/drawingml/2006/main" noGrp="1"/>
          </p:cNvSpPr>
          <p:nvPr/>
        </p:nvSpPr>
        <p:spPr>
          <a:xfrm xmlns:a="http://schemas.openxmlformats.org/drawingml/2006/main">
            <a:off x="685800" y="5591175"/>
            <a:ext cx="2971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7926CB"/>
                </a:solidFill>
                <a:latin typeface="Space Grotesk"/>
                <a:ea typeface="Space Grotesk"/>
                <a:cs typeface="Space Grotesk"/>
              </a:defRPr>
            </a:defPPr>
            <a:lvl1pPr algn="l">
              <a:defRPr sz="1150" b="1">
                <a:solidFill>
                  <a:srgbClr val="7926CB"/>
                </a:solidFill>
                <a:latin typeface="Space Grotesk"/>
                <a:ea typeface="Space Grotesk"/>
                <a:cs typeface="Space Grotesk"/>
              </a:defRPr>
            </a:lvl1pPr>
            <a:lvl2pPr algn="l">
              <a:defRPr sz="1150" b="1">
                <a:solidFill>
                  <a:srgbClr val="7926CB"/>
                </a:solidFill>
                <a:latin typeface="Space Grotesk"/>
                <a:ea typeface="Space Grotesk"/>
                <a:cs typeface="Space Grotesk"/>
              </a:defRPr>
            </a:lvl2pPr>
            <a:lvl3pPr algn="l">
              <a:defRPr sz="1150" b="1">
                <a:solidFill>
                  <a:srgbClr val="7926CB"/>
                </a:solidFill>
                <a:latin typeface="Space Grotesk"/>
                <a:ea typeface="Space Grotesk"/>
                <a:cs typeface="Space Grotesk"/>
              </a:defRPr>
            </a:lvl3pPr>
            <a:lvl4pPr algn="l">
              <a:defRPr sz="1150" b="1">
                <a:solidFill>
                  <a:srgbClr val="7926CB"/>
                </a:solidFill>
                <a:latin typeface="Space Grotesk"/>
                <a:ea typeface="Space Grotesk"/>
                <a:cs typeface="Space Grotesk"/>
              </a:defRPr>
            </a:lvl4pPr>
            <a:lvl5pPr algn="l">
              <a:defRPr sz="1150" b="1">
                <a:solidFill>
                  <a:srgbClr val="7926CB"/>
                </a:solidFill>
                <a:latin typeface="Space Grotesk"/>
                <a:ea typeface="Space Grotesk"/>
                <a:cs typeface="Space Grotesk"/>
              </a:defRPr>
            </a:lvl5pPr>
            <a:lvl6pPr algn="l">
              <a:defRPr sz="1150" b="1">
                <a:solidFill>
                  <a:srgbClr val="7926CB"/>
                </a:solidFill>
                <a:latin typeface="Space Grotesk"/>
                <a:ea typeface="Space Grotesk"/>
                <a:cs typeface="Space Grotesk"/>
              </a:defRPr>
            </a:lvl6pPr>
            <a:lvl7pPr algn="l">
              <a:defRPr sz="1150" b="1">
                <a:solidFill>
                  <a:srgbClr val="7926CB"/>
                </a:solidFill>
                <a:latin typeface="Space Grotesk"/>
                <a:ea typeface="Space Grotesk"/>
                <a:cs typeface="Space Grotesk"/>
              </a:defRPr>
            </a:lvl7pPr>
            <a:lvl8pPr algn="l">
              <a:defRPr sz="1150" b="1">
                <a:solidFill>
                  <a:srgbClr val="7926CB"/>
                </a:solidFill>
                <a:latin typeface="Space Grotesk"/>
                <a:ea typeface="Space Grotesk"/>
                <a:cs typeface="Space Grotesk"/>
              </a:defRPr>
            </a:lvl8pPr>
            <a:lvl9pPr algn="l">
              <a:defRPr sz="1150" b="1">
                <a:solidFill>
                  <a:srgbClr val="7926CB"/>
                </a:solidFill>
                <a:latin typeface="Space Grotesk"/>
                <a:ea typeface="Space Grotesk"/>
                <a:cs typeface="Space Grotesk"/>
              </a:defRPr>
            </a:lvl9pPr>
          </a:lstStyle>
          <a:p xmlns:a="http://schemas.openxmlformats.org/drawingml/2006/main">
            <a:pPr algn="l">
              <a:lnSpc>
                <a:spcPct val="100000"/>
              </a:lnSpc>
              <a:buNone/>
              <a:defRPr sz="1150" b="1">
                <a:solidFill>
                  <a:srgbClr val="7926CB"/>
                </a:solidFill>
                <a:latin typeface="Space Grotesk"/>
                <a:ea typeface="Space Grotesk"/>
                <a:cs typeface="Space Grotesk"/>
              </a:defRPr>
            </a:pPr>
            <a:r>
              <a:rPr sz="1150" b="1">
                <a:solidFill>
                  <a:srgbClr val="7926CB"/>
                </a:solidFill>
                <a:latin typeface="Space Grotesk"/>
                <a:ea typeface="Space Grotesk"/>
                <a:cs typeface="Space Grotesk"/>
              </a:rPr>
              <a:t>Eye-catching</a:t>
            </a:r>
          </a:p>
        </p:txBody>
      </p:sp>
      <p:sp>
        <p:nvSpPr>
          <p:cNvPr id="19" name="A.L.E.R.T. copy Eye-catching">
            <a:extLst xmlns:a="http://schemas.openxmlformats.org/drawingml/2006/main">
              <a:ext uri="{FF2B5EF4-FFF2-40B4-BE49-F238E27FC236}">
                <a16:creationId xmlns:a16="http://schemas.microsoft.com/office/drawing/2014/main" id="{BF84748D-BA33-414D-BDB1-62324273E39B}"/>
              </a:ext>
            </a:extLst>
          </p:cNvPr>
          <p:cNvSpPr>
            <a:spLocks xmlns:a="http://schemas.openxmlformats.org/drawingml/2006/main" noGrp="1"/>
          </p:cNvSpPr>
          <p:nvPr/>
        </p:nvSpPr>
        <p:spPr>
          <a:xfrm xmlns:a="http://schemas.openxmlformats.org/drawingml/2006/main">
            <a:off x="685800" y="5791200"/>
            <a:ext cx="2971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0">
                <a:solidFill>
                  <a:srgbClr val="23143A"/>
                </a:solidFill>
                <a:latin typeface="Arial"/>
                <a:ea typeface="Arial"/>
                <a:cs typeface="Arial"/>
              </a:defRPr>
            </a:defPPr>
            <a:lvl1pPr algn="l">
              <a:defRPr sz="980" b="0">
                <a:solidFill>
                  <a:srgbClr val="23143A"/>
                </a:solidFill>
                <a:latin typeface="Arial"/>
                <a:ea typeface="Arial"/>
                <a:cs typeface="Arial"/>
              </a:defRPr>
            </a:lvl1pPr>
            <a:lvl2pPr algn="l">
              <a:defRPr sz="980" b="0">
                <a:solidFill>
                  <a:srgbClr val="23143A"/>
                </a:solidFill>
                <a:latin typeface="Arial"/>
                <a:ea typeface="Arial"/>
                <a:cs typeface="Arial"/>
              </a:defRPr>
            </a:lvl2pPr>
            <a:lvl3pPr algn="l">
              <a:defRPr sz="980" b="0">
                <a:solidFill>
                  <a:srgbClr val="23143A"/>
                </a:solidFill>
                <a:latin typeface="Arial"/>
                <a:ea typeface="Arial"/>
                <a:cs typeface="Arial"/>
              </a:defRPr>
            </a:lvl3pPr>
            <a:lvl4pPr algn="l">
              <a:defRPr sz="980" b="0">
                <a:solidFill>
                  <a:srgbClr val="23143A"/>
                </a:solidFill>
                <a:latin typeface="Arial"/>
                <a:ea typeface="Arial"/>
                <a:cs typeface="Arial"/>
              </a:defRPr>
            </a:lvl4pPr>
            <a:lvl5pPr algn="l">
              <a:defRPr sz="980" b="0">
                <a:solidFill>
                  <a:srgbClr val="23143A"/>
                </a:solidFill>
                <a:latin typeface="Arial"/>
                <a:ea typeface="Arial"/>
                <a:cs typeface="Arial"/>
              </a:defRPr>
            </a:lvl5pPr>
            <a:lvl6pPr algn="l">
              <a:defRPr sz="980" b="0">
                <a:solidFill>
                  <a:srgbClr val="23143A"/>
                </a:solidFill>
                <a:latin typeface="Arial"/>
                <a:ea typeface="Arial"/>
                <a:cs typeface="Arial"/>
              </a:defRPr>
            </a:lvl6pPr>
            <a:lvl7pPr algn="l">
              <a:defRPr sz="980" b="0">
                <a:solidFill>
                  <a:srgbClr val="23143A"/>
                </a:solidFill>
                <a:latin typeface="Arial"/>
                <a:ea typeface="Arial"/>
                <a:cs typeface="Arial"/>
              </a:defRPr>
            </a:lvl7pPr>
            <a:lvl8pPr algn="l">
              <a:defRPr sz="980" b="0">
                <a:solidFill>
                  <a:srgbClr val="23143A"/>
                </a:solidFill>
                <a:latin typeface="Arial"/>
                <a:ea typeface="Arial"/>
                <a:cs typeface="Arial"/>
              </a:defRPr>
            </a:lvl8pPr>
            <a:lvl9pPr algn="l">
              <a:defRPr sz="980" b="0">
                <a:solidFill>
                  <a:srgbClr val="23143A"/>
                </a:solidFill>
                <a:latin typeface="Arial"/>
                <a:ea typeface="Arial"/>
                <a:cs typeface="Arial"/>
              </a:defRPr>
            </a:lvl9pPr>
          </a:lstStyle>
          <a:p xmlns:a="http://schemas.openxmlformats.org/drawingml/2006/main">
            <a:pPr algn="l">
              <a:lnSpc>
                <a:spcPct val="100000"/>
              </a:lnSpc>
              <a:buNone/>
              <a:defRPr sz="980" b="0">
                <a:solidFill>
                  <a:srgbClr val="23143A"/>
                </a:solidFill>
                <a:latin typeface="Arial"/>
                <a:ea typeface="Arial"/>
                <a:cs typeface="Arial"/>
              </a:defRPr>
            </a:pPr>
            <a:r>
              <a:rPr sz="980" b="0">
                <a:solidFill>
                  <a:srgbClr val="23143A"/>
                </a:solidFill>
                <a:latin typeface="Arial"/>
                <a:ea typeface="Arial"/>
                <a:cs typeface="Arial"/>
              </a:rPr>
              <a:t>Use bright lights, visible clothing, and a road position where drivers can see you.</a:t>
            </a:r>
          </a:p>
        </p:txBody>
      </p:sp>
      <p:sp>
        <p:nvSpPr>
          <p:cNvPr id="20" name="A.L.E.R.T. initial R">
            <a:extLst xmlns:a="http://schemas.openxmlformats.org/drawingml/2006/main">
              <a:ext uri="{FF2B5EF4-FFF2-40B4-BE49-F238E27FC236}">
                <a16:creationId xmlns:a16="http://schemas.microsoft.com/office/drawing/2014/main" id="{A1482575-45D1-49B1-A451-C2D5A4931DF3}"/>
              </a:ext>
            </a:extLst>
          </p:cNvPr>
          <p:cNvSpPr>
            <a:spLocks xmlns:a="http://schemas.openxmlformats.org/drawingml/2006/main" noGrp="1"/>
          </p:cNvSpPr>
          <p:nvPr/>
        </p:nvSpPr>
        <p:spPr>
          <a:xfrm xmlns:a="http://schemas.openxmlformats.org/drawingml/2006/main">
            <a:off x="419100" y="65055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FF0180"/>
                </a:solidFill>
                <a:latin typeface="Space Grotesk"/>
                <a:ea typeface="Space Grotesk"/>
                <a:cs typeface="Space Grotesk"/>
              </a:defRPr>
            </a:defPPr>
            <a:lvl1pPr algn="l">
              <a:defRPr sz="1350" b="1">
                <a:solidFill>
                  <a:srgbClr val="FF0180"/>
                </a:solidFill>
                <a:latin typeface="Space Grotesk"/>
                <a:ea typeface="Space Grotesk"/>
                <a:cs typeface="Space Grotesk"/>
              </a:defRPr>
            </a:lvl1pPr>
            <a:lvl2pPr algn="l">
              <a:defRPr sz="1350" b="1">
                <a:solidFill>
                  <a:srgbClr val="FF0180"/>
                </a:solidFill>
                <a:latin typeface="Space Grotesk"/>
                <a:ea typeface="Space Grotesk"/>
                <a:cs typeface="Space Grotesk"/>
              </a:defRPr>
            </a:lvl2pPr>
            <a:lvl3pPr algn="l">
              <a:defRPr sz="1350" b="1">
                <a:solidFill>
                  <a:srgbClr val="FF0180"/>
                </a:solidFill>
                <a:latin typeface="Space Grotesk"/>
                <a:ea typeface="Space Grotesk"/>
                <a:cs typeface="Space Grotesk"/>
              </a:defRPr>
            </a:lvl3pPr>
            <a:lvl4pPr algn="l">
              <a:defRPr sz="1350" b="1">
                <a:solidFill>
                  <a:srgbClr val="FF0180"/>
                </a:solidFill>
                <a:latin typeface="Space Grotesk"/>
                <a:ea typeface="Space Grotesk"/>
                <a:cs typeface="Space Grotesk"/>
              </a:defRPr>
            </a:lvl4pPr>
            <a:lvl5pPr algn="l">
              <a:defRPr sz="1350" b="1">
                <a:solidFill>
                  <a:srgbClr val="FF0180"/>
                </a:solidFill>
                <a:latin typeface="Space Grotesk"/>
                <a:ea typeface="Space Grotesk"/>
                <a:cs typeface="Space Grotesk"/>
              </a:defRPr>
            </a:lvl5pPr>
            <a:lvl6pPr algn="l">
              <a:defRPr sz="1350" b="1">
                <a:solidFill>
                  <a:srgbClr val="FF0180"/>
                </a:solidFill>
                <a:latin typeface="Space Grotesk"/>
                <a:ea typeface="Space Grotesk"/>
                <a:cs typeface="Space Grotesk"/>
              </a:defRPr>
            </a:lvl6pPr>
            <a:lvl7pPr algn="l">
              <a:defRPr sz="1350" b="1">
                <a:solidFill>
                  <a:srgbClr val="FF0180"/>
                </a:solidFill>
                <a:latin typeface="Space Grotesk"/>
                <a:ea typeface="Space Grotesk"/>
                <a:cs typeface="Space Grotesk"/>
              </a:defRPr>
            </a:lvl7pPr>
            <a:lvl8pPr algn="l">
              <a:defRPr sz="1350" b="1">
                <a:solidFill>
                  <a:srgbClr val="FF0180"/>
                </a:solidFill>
                <a:latin typeface="Space Grotesk"/>
                <a:ea typeface="Space Grotesk"/>
                <a:cs typeface="Space Grotesk"/>
              </a:defRPr>
            </a:lvl8pPr>
            <a:lvl9pPr algn="l">
              <a:defRPr sz="1350" b="1">
                <a:solidFill>
                  <a:srgbClr val="FF0180"/>
                </a:solidFill>
                <a:latin typeface="Space Grotesk"/>
                <a:ea typeface="Space Grotesk"/>
                <a:cs typeface="Space Grotesk"/>
              </a:defRPr>
            </a:lvl9pPr>
          </a:lstStyle>
          <a:p xmlns:a="http://schemas.openxmlformats.org/drawingml/2006/main">
            <a:pPr algn="l">
              <a:lnSpc>
                <a:spcPct val="100000"/>
              </a:lnSpc>
              <a:buNone/>
              <a:defRPr sz="1350" b="1">
                <a:solidFill>
                  <a:srgbClr val="FF0180"/>
                </a:solidFill>
                <a:latin typeface="Space Grotesk"/>
                <a:ea typeface="Space Grotesk"/>
                <a:cs typeface="Space Grotesk"/>
              </a:defRPr>
            </a:pPr>
            <a:r>
              <a:rPr sz="1350" b="1">
                <a:solidFill>
                  <a:srgbClr val="FF0180"/>
                </a:solidFill>
                <a:latin typeface="Space Grotesk"/>
                <a:ea typeface="Space Grotesk"/>
                <a:cs typeface="Space Grotesk"/>
              </a:rPr>
              <a:t>R</a:t>
            </a:r>
          </a:p>
        </p:txBody>
      </p:sp>
      <p:sp>
        <p:nvSpPr>
          <p:cNvPr id="21" name="A.L.E.R.T. heading Ride ready">
            <a:extLst xmlns:a="http://schemas.openxmlformats.org/drawingml/2006/main">
              <a:ext uri="{FF2B5EF4-FFF2-40B4-BE49-F238E27FC236}">
                <a16:creationId xmlns:a16="http://schemas.microsoft.com/office/drawing/2014/main" id="{5BB48177-0E23-4354-BDBC-00C6E84BE1E7}"/>
              </a:ext>
            </a:extLst>
          </p:cNvPr>
          <p:cNvSpPr>
            <a:spLocks xmlns:a="http://schemas.openxmlformats.org/drawingml/2006/main" noGrp="1"/>
          </p:cNvSpPr>
          <p:nvPr/>
        </p:nvSpPr>
        <p:spPr>
          <a:xfrm xmlns:a="http://schemas.openxmlformats.org/drawingml/2006/main">
            <a:off x="685800" y="6505575"/>
            <a:ext cx="2971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7926CB"/>
                </a:solidFill>
                <a:latin typeface="Space Grotesk"/>
                <a:ea typeface="Space Grotesk"/>
                <a:cs typeface="Space Grotesk"/>
              </a:defRPr>
            </a:defPPr>
            <a:lvl1pPr algn="l">
              <a:defRPr sz="1150" b="1">
                <a:solidFill>
                  <a:srgbClr val="7926CB"/>
                </a:solidFill>
                <a:latin typeface="Space Grotesk"/>
                <a:ea typeface="Space Grotesk"/>
                <a:cs typeface="Space Grotesk"/>
              </a:defRPr>
            </a:lvl1pPr>
            <a:lvl2pPr algn="l">
              <a:defRPr sz="1150" b="1">
                <a:solidFill>
                  <a:srgbClr val="7926CB"/>
                </a:solidFill>
                <a:latin typeface="Space Grotesk"/>
                <a:ea typeface="Space Grotesk"/>
                <a:cs typeface="Space Grotesk"/>
              </a:defRPr>
            </a:lvl2pPr>
            <a:lvl3pPr algn="l">
              <a:defRPr sz="1150" b="1">
                <a:solidFill>
                  <a:srgbClr val="7926CB"/>
                </a:solidFill>
                <a:latin typeface="Space Grotesk"/>
                <a:ea typeface="Space Grotesk"/>
                <a:cs typeface="Space Grotesk"/>
              </a:defRPr>
            </a:lvl3pPr>
            <a:lvl4pPr algn="l">
              <a:defRPr sz="1150" b="1">
                <a:solidFill>
                  <a:srgbClr val="7926CB"/>
                </a:solidFill>
                <a:latin typeface="Space Grotesk"/>
                <a:ea typeface="Space Grotesk"/>
                <a:cs typeface="Space Grotesk"/>
              </a:defRPr>
            </a:lvl4pPr>
            <a:lvl5pPr algn="l">
              <a:defRPr sz="1150" b="1">
                <a:solidFill>
                  <a:srgbClr val="7926CB"/>
                </a:solidFill>
                <a:latin typeface="Space Grotesk"/>
                <a:ea typeface="Space Grotesk"/>
                <a:cs typeface="Space Grotesk"/>
              </a:defRPr>
            </a:lvl5pPr>
            <a:lvl6pPr algn="l">
              <a:defRPr sz="1150" b="1">
                <a:solidFill>
                  <a:srgbClr val="7926CB"/>
                </a:solidFill>
                <a:latin typeface="Space Grotesk"/>
                <a:ea typeface="Space Grotesk"/>
                <a:cs typeface="Space Grotesk"/>
              </a:defRPr>
            </a:lvl6pPr>
            <a:lvl7pPr algn="l">
              <a:defRPr sz="1150" b="1">
                <a:solidFill>
                  <a:srgbClr val="7926CB"/>
                </a:solidFill>
                <a:latin typeface="Space Grotesk"/>
                <a:ea typeface="Space Grotesk"/>
                <a:cs typeface="Space Grotesk"/>
              </a:defRPr>
            </a:lvl7pPr>
            <a:lvl8pPr algn="l">
              <a:defRPr sz="1150" b="1">
                <a:solidFill>
                  <a:srgbClr val="7926CB"/>
                </a:solidFill>
                <a:latin typeface="Space Grotesk"/>
                <a:ea typeface="Space Grotesk"/>
                <a:cs typeface="Space Grotesk"/>
              </a:defRPr>
            </a:lvl8pPr>
            <a:lvl9pPr algn="l">
              <a:defRPr sz="1150" b="1">
                <a:solidFill>
                  <a:srgbClr val="7926CB"/>
                </a:solidFill>
                <a:latin typeface="Space Grotesk"/>
                <a:ea typeface="Space Grotesk"/>
                <a:cs typeface="Space Grotesk"/>
              </a:defRPr>
            </a:lvl9pPr>
          </a:lstStyle>
          <a:p xmlns:a="http://schemas.openxmlformats.org/drawingml/2006/main">
            <a:pPr algn="l">
              <a:lnSpc>
                <a:spcPct val="100000"/>
              </a:lnSpc>
              <a:buNone/>
              <a:defRPr sz="1150" b="1">
                <a:solidFill>
                  <a:srgbClr val="7926CB"/>
                </a:solidFill>
                <a:latin typeface="Space Grotesk"/>
                <a:ea typeface="Space Grotesk"/>
                <a:cs typeface="Space Grotesk"/>
              </a:defRPr>
            </a:pPr>
            <a:r>
              <a:rPr sz="1150" b="1">
                <a:solidFill>
                  <a:srgbClr val="7926CB"/>
                </a:solidFill>
                <a:latin typeface="Space Grotesk"/>
                <a:ea typeface="Space Grotesk"/>
                <a:cs typeface="Space Grotesk"/>
              </a:rPr>
              <a:t>Ride ready</a:t>
            </a:r>
          </a:p>
        </p:txBody>
      </p:sp>
      <p:sp>
        <p:nvSpPr>
          <p:cNvPr id="22" name="A.L.E.R.T. copy Ride ready">
            <a:extLst xmlns:a="http://schemas.openxmlformats.org/drawingml/2006/main">
              <a:ext uri="{FF2B5EF4-FFF2-40B4-BE49-F238E27FC236}">
                <a16:creationId xmlns:a16="http://schemas.microsoft.com/office/drawing/2014/main" id="{B20086B2-EDEC-4E7E-94A4-0487964ADA35}"/>
              </a:ext>
            </a:extLst>
          </p:cNvPr>
          <p:cNvSpPr>
            <a:spLocks xmlns:a="http://schemas.openxmlformats.org/drawingml/2006/main" noGrp="1"/>
          </p:cNvSpPr>
          <p:nvPr/>
        </p:nvSpPr>
        <p:spPr>
          <a:xfrm xmlns:a="http://schemas.openxmlformats.org/drawingml/2006/main">
            <a:off x="685800" y="6705600"/>
            <a:ext cx="2971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0">
                <a:solidFill>
                  <a:srgbClr val="23143A"/>
                </a:solidFill>
                <a:latin typeface="Arial"/>
                <a:ea typeface="Arial"/>
                <a:cs typeface="Arial"/>
              </a:defRPr>
            </a:defPPr>
            <a:lvl1pPr algn="l">
              <a:defRPr sz="980" b="0">
                <a:solidFill>
                  <a:srgbClr val="23143A"/>
                </a:solidFill>
                <a:latin typeface="Arial"/>
                <a:ea typeface="Arial"/>
                <a:cs typeface="Arial"/>
              </a:defRPr>
            </a:lvl1pPr>
            <a:lvl2pPr algn="l">
              <a:defRPr sz="980" b="0">
                <a:solidFill>
                  <a:srgbClr val="23143A"/>
                </a:solidFill>
                <a:latin typeface="Arial"/>
                <a:ea typeface="Arial"/>
                <a:cs typeface="Arial"/>
              </a:defRPr>
            </a:lvl2pPr>
            <a:lvl3pPr algn="l">
              <a:defRPr sz="980" b="0">
                <a:solidFill>
                  <a:srgbClr val="23143A"/>
                </a:solidFill>
                <a:latin typeface="Arial"/>
                <a:ea typeface="Arial"/>
                <a:cs typeface="Arial"/>
              </a:defRPr>
            </a:lvl3pPr>
            <a:lvl4pPr algn="l">
              <a:defRPr sz="980" b="0">
                <a:solidFill>
                  <a:srgbClr val="23143A"/>
                </a:solidFill>
                <a:latin typeface="Arial"/>
                <a:ea typeface="Arial"/>
                <a:cs typeface="Arial"/>
              </a:defRPr>
            </a:lvl4pPr>
            <a:lvl5pPr algn="l">
              <a:defRPr sz="980" b="0">
                <a:solidFill>
                  <a:srgbClr val="23143A"/>
                </a:solidFill>
                <a:latin typeface="Arial"/>
                <a:ea typeface="Arial"/>
                <a:cs typeface="Arial"/>
              </a:defRPr>
            </a:lvl5pPr>
            <a:lvl6pPr algn="l">
              <a:defRPr sz="980" b="0">
                <a:solidFill>
                  <a:srgbClr val="23143A"/>
                </a:solidFill>
                <a:latin typeface="Arial"/>
                <a:ea typeface="Arial"/>
                <a:cs typeface="Arial"/>
              </a:defRPr>
            </a:lvl6pPr>
            <a:lvl7pPr algn="l">
              <a:defRPr sz="980" b="0">
                <a:solidFill>
                  <a:srgbClr val="23143A"/>
                </a:solidFill>
                <a:latin typeface="Arial"/>
                <a:ea typeface="Arial"/>
                <a:cs typeface="Arial"/>
              </a:defRPr>
            </a:lvl7pPr>
            <a:lvl8pPr algn="l">
              <a:defRPr sz="980" b="0">
                <a:solidFill>
                  <a:srgbClr val="23143A"/>
                </a:solidFill>
                <a:latin typeface="Arial"/>
                <a:ea typeface="Arial"/>
                <a:cs typeface="Arial"/>
              </a:defRPr>
            </a:lvl8pPr>
            <a:lvl9pPr algn="l">
              <a:defRPr sz="980" b="0">
                <a:solidFill>
                  <a:srgbClr val="23143A"/>
                </a:solidFill>
                <a:latin typeface="Arial"/>
                <a:ea typeface="Arial"/>
                <a:cs typeface="Arial"/>
              </a:defRPr>
            </a:lvl9pPr>
          </a:lstStyle>
          <a:p xmlns:a="http://schemas.openxmlformats.org/drawingml/2006/main">
            <a:pPr algn="l">
              <a:lnSpc>
                <a:spcPct val="100000"/>
              </a:lnSpc>
              <a:buNone/>
              <a:defRPr sz="980" b="0">
                <a:solidFill>
                  <a:srgbClr val="23143A"/>
                </a:solidFill>
                <a:latin typeface="Arial"/>
                <a:ea typeface="Arial"/>
                <a:cs typeface="Arial"/>
              </a:defRPr>
            </a:pPr>
            <a:r>
              <a:rPr sz="980" b="0">
                <a:solidFill>
                  <a:srgbClr val="23143A"/>
                </a:solidFill>
                <a:latin typeface="Arial"/>
                <a:ea typeface="Arial"/>
                <a:cs typeface="Arial"/>
              </a:rPr>
              <a:t>Check your bike, helmet, route, weather, and supplies before rolling out.</a:t>
            </a:r>
          </a:p>
        </p:txBody>
      </p:sp>
      <p:sp>
        <p:nvSpPr>
          <p:cNvPr id="23" name="A.L.E.R.T. initial T">
            <a:extLst xmlns:a="http://schemas.openxmlformats.org/drawingml/2006/main">
              <a:ext uri="{FF2B5EF4-FFF2-40B4-BE49-F238E27FC236}">
                <a16:creationId xmlns:a16="http://schemas.microsoft.com/office/drawing/2014/main" id="{B5DC6295-937A-420C-8EA5-8CC25C0EF98D}"/>
              </a:ext>
            </a:extLst>
          </p:cNvPr>
          <p:cNvSpPr>
            <a:spLocks xmlns:a="http://schemas.openxmlformats.org/drawingml/2006/main" noGrp="1"/>
          </p:cNvSpPr>
          <p:nvPr/>
        </p:nvSpPr>
        <p:spPr>
          <a:xfrm xmlns:a="http://schemas.openxmlformats.org/drawingml/2006/main">
            <a:off x="419100" y="7419975"/>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FF0180"/>
                </a:solidFill>
                <a:latin typeface="Space Grotesk"/>
                <a:ea typeface="Space Grotesk"/>
                <a:cs typeface="Space Grotesk"/>
              </a:defRPr>
            </a:defPPr>
            <a:lvl1pPr algn="l">
              <a:defRPr sz="1350" b="1">
                <a:solidFill>
                  <a:srgbClr val="FF0180"/>
                </a:solidFill>
                <a:latin typeface="Space Grotesk"/>
                <a:ea typeface="Space Grotesk"/>
                <a:cs typeface="Space Grotesk"/>
              </a:defRPr>
            </a:lvl1pPr>
            <a:lvl2pPr algn="l">
              <a:defRPr sz="1350" b="1">
                <a:solidFill>
                  <a:srgbClr val="FF0180"/>
                </a:solidFill>
                <a:latin typeface="Space Grotesk"/>
                <a:ea typeface="Space Grotesk"/>
                <a:cs typeface="Space Grotesk"/>
              </a:defRPr>
            </a:lvl2pPr>
            <a:lvl3pPr algn="l">
              <a:defRPr sz="1350" b="1">
                <a:solidFill>
                  <a:srgbClr val="FF0180"/>
                </a:solidFill>
                <a:latin typeface="Space Grotesk"/>
                <a:ea typeface="Space Grotesk"/>
                <a:cs typeface="Space Grotesk"/>
              </a:defRPr>
            </a:lvl3pPr>
            <a:lvl4pPr algn="l">
              <a:defRPr sz="1350" b="1">
                <a:solidFill>
                  <a:srgbClr val="FF0180"/>
                </a:solidFill>
                <a:latin typeface="Space Grotesk"/>
                <a:ea typeface="Space Grotesk"/>
                <a:cs typeface="Space Grotesk"/>
              </a:defRPr>
            </a:lvl4pPr>
            <a:lvl5pPr algn="l">
              <a:defRPr sz="1350" b="1">
                <a:solidFill>
                  <a:srgbClr val="FF0180"/>
                </a:solidFill>
                <a:latin typeface="Space Grotesk"/>
                <a:ea typeface="Space Grotesk"/>
                <a:cs typeface="Space Grotesk"/>
              </a:defRPr>
            </a:lvl5pPr>
            <a:lvl6pPr algn="l">
              <a:defRPr sz="1350" b="1">
                <a:solidFill>
                  <a:srgbClr val="FF0180"/>
                </a:solidFill>
                <a:latin typeface="Space Grotesk"/>
                <a:ea typeface="Space Grotesk"/>
                <a:cs typeface="Space Grotesk"/>
              </a:defRPr>
            </a:lvl6pPr>
            <a:lvl7pPr algn="l">
              <a:defRPr sz="1350" b="1">
                <a:solidFill>
                  <a:srgbClr val="FF0180"/>
                </a:solidFill>
                <a:latin typeface="Space Grotesk"/>
                <a:ea typeface="Space Grotesk"/>
                <a:cs typeface="Space Grotesk"/>
              </a:defRPr>
            </a:lvl7pPr>
            <a:lvl8pPr algn="l">
              <a:defRPr sz="1350" b="1">
                <a:solidFill>
                  <a:srgbClr val="FF0180"/>
                </a:solidFill>
                <a:latin typeface="Space Grotesk"/>
                <a:ea typeface="Space Grotesk"/>
                <a:cs typeface="Space Grotesk"/>
              </a:defRPr>
            </a:lvl8pPr>
            <a:lvl9pPr algn="l">
              <a:defRPr sz="1350" b="1">
                <a:solidFill>
                  <a:srgbClr val="FF0180"/>
                </a:solidFill>
                <a:latin typeface="Space Grotesk"/>
                <a:ea typeface="Space Grotesk"/>
                <a:cs typeface="Space Grotesk"/>
              </a:defRPr>
            </a:lvl9pPr>
          </a:lstStyle>
          <a:p xmlns:a="http://schemas.openxmlformats.org/drawingml/2006/main">
            <a:pPr algn="l">
              <a:lnSpc>
                <a:spcPct val="100000"/>
              </a:lnSpc>
              <a:buNone/>
              <a:defRPr sz="1350" b="1">
                <a:solidFill>
                  <a:srgbClr val="FF0180"/>
                </a:solidFill>
                <a:latin typeface="Space Grotesk"/>
                <a:ea typeface="Space Grotesk"/>
                <a:cs typeface="Space Grotesk"/>
              </a:defRPr>
            </a:pPr>
            <a:r>
              <a:rPr sz="1350" b="1">
                <a:solidFill>
                  <a:srgbClr val="FF0180"/>
                </a:solidFill>
                <a:latin typeface="Space Grotesk"/>
                <a:ea typeface="Space Grotesk"/>
                <a:cs typeface="Space Grotesk"/>
              </a:rPr>
              <a:t>T</a:t>
            </a:r>
          </a:p>
        </p:txBody>
      </p:sp>
      <p:sp>
        <p:nvSpPr>
          <p:cNvPr id="24" name="A.L.E.R.T. heading Telegraph">
            <a:extLst xmlns:a="http://schemas.openxmlformats.org/drawingml/2006/main">
              <a:ext uri="{FF2B5EF4-FFF2-40B4-BE49-F238E27FC236}">
                <a16:creationId xmlns:a16="http://schemas.microsoft.com/office/drawing/2014/main" id="{74B8C105-E4A6-4C05-8F91-42DEAA9C8695}"/>
              </a:ext>
            </a:extLst>
          </p:cNvPr>
          <p:cNvSpPr>
            <a:spLocks xmlns:a="http://schemas.openxmlformats.org/drawingml/2006/main" noGrp="1"/>
          </p:cNvSpPr>
          <p:nvPr/>
        </p:nvSpPr>
        <p:spPr>
          <a:xfrm xmlns:a="http://schemas.openxmlformats.org/drawingml/2006/main">
            <a:off x="685800" y="7419975"/>
            <a:ext cx="2971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7926CB"/>
                </a:solidFill>
                <a:latin typeface="Space Grotesk"/>
                <a:ea typeface="Space Grotesk"/>
                <a:cs typeface="Space Grotesk"/>
              </a:defRPr>
            </a:defPPr>
            <a:lvl1pPr algn="l">
              <a:defRPr sz="1150" b="1">
                <a:solidFill>
                  <a:srgbClr val="7926CB"/>
                </a:solidFill>
                <a:latin typeface="Space Grotesk"/>
                <a:ea typeface="Space Grotesk"/>
                <a:cs typeface="Space Grotesk"/>
              </a:defRPr>
            </a:lvl1pPr>
            <a:lvl2pPr algn="l">
              <a:defRPr sz="1150" b="1">
                <a:solidFill>
                  <a:srgbClr val="7926CB"/>
                </a:solidFill>
                <a:latin typeface="Space Grotesk"/>
                <a:ea typeface="Space Grotesk"/>
                <a:cs typeface="Space Grotesk"/>
              </a:defRPr>
            </a:lvl2pPr>
            <a:lvl3pPr algn="l">
              <a:defRPr sz="1150" b="1">
                <a:solidFill>
                  <a:srgbClr val="7926CB"/>
                </a:solidFill>
                <a:latin typeface="Space Grotesk"/>
                <a:ea typeface="Space Grotesk"/>
                <a:cs typeface="Space Grotesk"/>
              </a:defRPr>
            </a:lvl3pPr>
            <a:lvl4pPr algn="l">
              <a:defRPr sz="1150" b="1">
                <a:solidFill>
                  <a:srgbClr val="7926CB"/>
                </a:solidFill>
                <a:latin typeface="Space Grotesk"/>
                <a:ea typeface="Space Grotesk"/>
                <a:cs typeface="Space Grotesk"/>
              </a:defRPr>
            </a:lvl4pPr>
            <a:lvl5pPr algn="l">
              <a:defRPr sz="1150" b="1">
                <a:solidFill>
                  <a:srgbClr val="7926CB"/>
                </a:solidFill>
                <a:latin typeface="Space Grotesk"/>
                <a:ea typeface="Space Grotesk"/>
                <a:cs typeface="Space Grotesk"/>
              </a:defRPr>
            </a:lvl5pPr>
            <a:lvl6pPr algn="l">
              <a:defRPr sz="1150" b="1">
                <a:solidFill>
                  <a:srgbClr val="7926CB"/>
                </a:solidFill>
                <a:latin typeface="Space Grotesk"/>
                <a:ea typeface="Space Grotesk"/>
                <a:cs typeface="Space Grotesk"/>
              </a:defRPr>
            </a:lvl6pPr>
            <a:lvl7pPr algn="l">
              <a:defRPr sz="1150" b="1">
                <a:solidFill>
                  <a:srgbClr val="7926CB"/>
                </a:solidFill>
                <a:latin typeface="Space Grotesk"/>
                <a:ea typeface="Space Grotesk"/>
                <a:cs typeface="Space Grotesk"/>
              </a:defRPr>
            </a:lvl7pPr>
            <a:lvl8pPr algn="l">
              <a:defRPr sz="1150" b="1">
                <a:solidFill>
                  <a:srgbClr val="7926CB"/>
                </a:solidFill>
                <a:latin typeface="Space Grotesk"/>
                <a:ea typeface="Space Grotesk"/>
                <a:cs typeface="Space Grotesk"/>
              </a:defRPr>
            </a:lvl8pPr>
            <a:lvl9pPr algn="l">
              <a:defRPr sz="1150" b="1">
                <a:solidFill>
                  <a:srgbClr val="7926CB"/>
                </a:solidFill>
                <a:latin typeface="Space Grotesk"/>
                <a:ea typeface="Space Grotesk"/>
                <a:cs typeface="Space Grotesk"/>
              </a:defRPr>
            </a:lvl9pPr>
          </a:lstStyle>
          <a:p xmlns:a="http://schemas.openxmlformats.org/drawingml/2006/main">
            <a:pPr algn="l">
              <a:lnSpc>
                <a:spcPct val="100000"/>
              </a:lnSpc>
              <a:buNone/>
              <a:defRPr sz="1150" b="1">
                <a:solidFill>
                  <a:srgbClr val="7926CB"/>
                </a:solidFill>
                <a:latin typeface="Space Grotesk"/>
                <a:ea typeface="Space Grotesk"/>
                <a:cs typeface="Space Grotesk"/>
              </a:defRPr>
            </a:pPr>
            <a:r>
              <a:rPr sz="1150" b="1">
                <a:solidFill>
                  <a:srgbClr val="7926CB"/>
                </a:solidFill>
                <a:latin typeface="Space Grotesk"/>
                <a:ea typeface="Space Grotesk"/>
                <a:cs typeface="Space Grotesk"/>
              </a:rPr>
              <a:t>Telegraph</a:t>
            </a:r>
          </a:p>
        </p:txBody>
      </p:sp>
      <p:sp>
        <p:nvSpPr>
          <p:cNvPr id="25" name="A.L.E.R.T. copy Telegraph">
            <a:extLst xmlns:a="http://schemas.openxmlformats.org/drawingml/2006/main">
              <a:ext uri="{FF2B5EF4-FFF2-40B4-BE49-F238E27FC236}">
                <a16:creationId xmlns:a16="http://schemas.microsoft.com/office/drawing/2014/main" id="{0C9E8987-420E-4469-8DE2-A24532625AB4}"/>
              </a:ext>
            </a:extLst>
          </p:cNvPr>
          <p:cNvSpPr>
            <a:spLocks xmlns:a="http://schemas.openxmlformats.org/drawingml/2006/main" noGrp="1"/>
          </p:cNvSpPr>
          <p:nvPr/>
        </p:nvSpPr>
        <p:spPr>
          <a:xfrm xmlns:a="http://schemas.openxmlformats.org/drawingml/2006/main">
            <a:off x="685800" y="7620000"/>
            <a:ext cx="2971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0">
                <a:solidFill>
                  <a:srgbClr val="23143A"/>
                </a:solidFill>
                <a:latin typeface="Arial"/>
                <a:ea typeface="Arial"/>
                <a:cs typeface="Arial"/>
              </a:defRPr>
            </a:defPPr>
            <a:lvl1pPr algn="l">
              <a:defRPr sz="980" b="0">
                <a:solidFill>
                  <a:srgbClr val="23143A"/>
                </a:solidFill>
                <a:latin typeface="Arial"/>
                <a:ea typeface="Arial"/>
                <a:cs typeface="Arial"/>
              </a:defRPr>
            </a:lvl1pPr>
            <a:lvl2pPr algn="l">
              <a:defRPr sz="980" b="0">
                <a:solidFill>
                  <a:srgbClr val="23143A"/>
                </a:solidFill>
                <a:latin typeface="Arial"/>
                <a:ea typeface="Arial"/>
                <a:cs typeface="Arial"/>
              </a:defRPr>
            </a:lvl2pPr>
            <a:lvl3pPr algn="l">
              <a:defRPr sz="980" b="0">
                <a:solidFill>
                  <a:srgbClr val="23143A"/>
                </a:solidFill>
                <a:latin typeface="Arial"/>
                <a:ea typeface="Arial"/>
                <a:cs typeface="Arial"/>
              </a:defRPr>
            </a:lvl3pPr>
            <a:lvl4pPr algn="l">
              <a:defRPr sz="980" b="0">
                <a:solidFill>
                  <a:srgbClr val="23143A"/>
                </a:solidFill>
                <a:latin typeface="Arial"/>
                <a:ea typeface="Arial"/>
                <a:cs typeface="Arial"/>
              </a:defRPr>
            </a:lvl4pPr>
            <a:lvl5pPr algn="l">
              <a:defRPr sz="980" b="0">
                <a:solidFill>
                  <a:srgbClr val="23143A"/>
                </a:solidFill>
                <a:latin typeface="Arial"/>
                <a:ea typeface="Arial"/>
                <a:cs typeface="Arial"/>
              </a:defRPr>
            </a:lvl5pPr>
            <a:lvl6pPr algn="l">
              <a:defRPr sz="980" b="0">
                <a:solidFill>
                  <a:srgbClr val="23143A"/>
                </a:solidFill>
                <a:latin typeface="Arial"/>
                <a:ea typeface="Arial"/>
                <a:cs typeface="Arial"/>
              </a:defRPr>
            </a:lvl6pPr>
            <a:lvl7pPr algn="l">
              <a:defRPr sz="980" b="0">
                <a:solidFill>
                  <a:srgbClr val="23143A"/>
                </a:solidFill>
                <a:latin typeface="Arial"/>
                <a:ea typeface="Arial"/>
                <a:cs typeface="Arial"/>
              </a:defRPr>
            </a:lvl7pPr>
            <a:lvl8pPr algn="l">
              <a:defRPr sz="980" b="0">
                <a:solidFill>
                  <a:srgbClr val="23143A"/>
                </a:solidFill>
                <a:latin typeface="Arial"/>
                <a:ea typeface="Arial"/>
                <a:cs typeface="Arial"/>
              </a:defRPr>
            </a:lvl8pPr>
            <a:lvl9pPr algn="l">
              <a:defRPr sz="980" b="0">
                <a:solidFill>
                  <a:srgbClr val="23143A"/>
                </a:solidFill>
                <a:latin typeface="Arial"/>
                <a:ea typeface="Arial"/>
                <a:cs typeface="Arial"/>
              </a:defRPr>
            </a:lvl9pPr>
          </a:lstStyle>
          <a:p xmlns:a="http://schemas.openxmlformats.org/drawingml/2006/main">
            <a:pPr algn="l">
              <a:lnSpc>
                <a:spcPct val="100000"/>
              </a:lnSpc>
              <a:buNone/>
              <a:defRPr sz="980" b="0">
                <a:solidFill>
                  <a:srgbClr val="23143A"/>
                </a:solidFill>
                <a:latin typeface="Arial"/>
                <a:ea typeface="Arial"/>
                <a:cs typeface="Arial"/>
              </a:defRPr>
            </a:pPr>
            <a:r>
              <a:rPr sz="980" b="0">
                <a:solidFill>
                  <a:srgbClr val="23143A"/>
                </a:solidFill>
                <a:latin typeface="Arial"/>
                <a:ea typeface="Arial"/>
                <a:cs typeface="Arial"/>
              </a:rPr>
              <a:t>Signal, look, and position yourself early so every move is easy to understand.</a:t>
            </a:r>
          </a:p>
        </p:txBody>
      </p:sp>
      <p:sp>
        <p:nvSpPr>
          <p:cNvPr id="26" name="Arizona rules heading">
            <a:extLst xmlns:a="http://schemas.openxmlformats.org/drawingml/2006/main">
              <a:ext uri="{FF2B5EF4-FFF2-40B4-BE49-F238E27FC236}">
                <a16:creationId xmlns:a16="http://schemas.microsoft.com/office/drawing/2014/main" id="{3F43A29C-885E-4C43-B860-9B90AC22C371}"/>
              </a:ext>
            </a:extLst>
          </p:cNvPr>
          <p:cNvSpPr>
            <a:spLocks xmlns:a="http://schemas.openxmlformats.org/drawingml/2006/main" noGrp="1"/>
          </p:cNvSpPr>
          <p:nvPr/>
        </p:nvSpPr>
        <p:spPr>
          <a:xfrm xmlns:a="http://schemas.openxmlformats.org/drawingml/2006/main">
            <a:off x="4048125" y="3390900"/>
            <a:ext cx="32956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0" b="1">
                <a:solidFill>
                  <a:srgbClr val="7926CB"/>
                </a:solidFill>
                <a:latin typeface="Space Grotesk"/>
                <a:ea typeface="Space Grotesk"/>
                <a:cs typeface="Space Grotesk"/>
              </a:defRPr>
            </a:defPPr>
            <a:lvl1pPr algn="l">
              <a:defRPr sz="1420" b="1">
                <a:solidFill>
                  <a:srgbClr val="7926CB"/>
                </a:solidFill>
                <a:latin typeface="Space Grotesk"/>
                <a:ea typeface="Space Grotesk"/>
                <a:cs typeface="Space Grotesk"/>
              </a:defRPr>
            </a:lvl1pPr>
            <a:lvl2pPr algn="l">
              <a:defRPr sz="1420" b="1">
                <a:solidFill>
                  <a:srgbClr val="7926CB"/>
                </a:solidFill>
                <a:latin typeface="Space Grotesk"/>
                <a:ea typeface="Space Grotesk"/>
                <a:cs typeface="Space Grotesk"/>
              </a:defRPr>
            </a:lvl2pPr>
            <a:lvl3pPr algn="l">
              <a:defRPr sz="1420" b="1">
                <a:solidFill>
                  <a:srgbClr val="7926CB"/>
                </a:solidFill>
                <a:latin typeface="Space Grotesk"/>
                <a:ea typeface="Space Grotesk"/>
                <a:cs typeface="Space Grotesk"/>
              </a:defRPr>
            </a:lvl3pPr>
            <a:lvl4pPr algn="l">
              <a:defRPr sz="1420" b="1">
                <a:solidFill>
                  <a:srgbClr val="7926CB"/>
                </a:solidFill>
                <a:latin typeface="Space Grotesk"/>
                <a:ea typeface="Space Grotesk"/>
                <a:cs typeface="Space Grotesk"/>
              </a:defRPr>
            </a:lvl4pPr>
            <a:lvl5pPr algn="l">
              <a:defRPr sz="1420" b="1">
                <a:solidFill>
                  <a:srgbClr val="7926CB"/>
                </a:solidFill>
                <a:latin typeface="Space Grotesk"/>
                <a:ea typeface="Space Grotesk"/>
                <a:cs typeface="Space Grotesk"/>
              </a:defRPr>
            </a:lvl5pPr>
            <a:lvl6pPr algn="l">
              <a:defRPr sz="1420" b="1">
                <a:solidFill>
                  <a:srgbClr val="7926CB"/>
                </a:solidFill>
                <a:latin typeface="Space Grotesk"/>
                <a:ea typeface="Space Grotesk"/>
                <a:cs typeface="Space Grotesk"/>
              </a:defRPr>
            </a:lvl6pPr>
            <a:lvl7pPr algn="l">
              <a:defRPr sz="1420" b="1">
                <a:solidFill>
                  <a:srgbClr val="7926CB"/>
                </a:solidFill>
                <a:latin typeface="Space Grotesk"/>
                <a:ea typeface="Space Grotesk"/>
                <a:cs typeface="Space Grotesk"/>
              </a:defRPr>
            </a:lvl7pPr>
            <a:lvl8pPr algn="l">
              <a:defRPr sz="1420" b="1">
                <a:solidFill>
                  <a:srgbClr val="7926CB"/>
                </a:solidFill>
                <a:latin typeface="Space Grotesk"/>
                <a:ea typeface="Space Grotesk"/>
                <a:cs typeface="Space Grotesk"/>
              </a:defRPr>
            </a:lvl8pPr>
            <a:lvl9pPr algn="l">
              <a:defRPr sz="1420" b="1">
                <a:solidFill>
                  <a:srgbClr val="7926CB"/>
                </a:solidFill>
                <a:latin typeface="Space Grotesk"/>
                <a:ea typeface="Space Grotesk"/>
                <a:cs typeface="Space Grotesk"/>
              </a:defRPr>
            </a:lvl9pPr>
          </a:lstStyle>
          <a:p xmlns:a="http://schemas.openxmlformats.org/drawingml/2006/main">
            <a:pPr algn="l">
              <a:lnSpc>
                <a:spcPct val="100000"/>
              </a:lnSpc>
              <a:buNone/>
              <a:defRPr sz="1420" b="1">
                <a:solidFill>
                  <a:srgbClr val="7926CB"/>
                </a:solidFill>
                <a:latin typeface="Space Grotesk"/>
                <a:ea typeface="Space Grotesk"/>
                <a:cs typeface="Space Grotesk"/>
              </a:defRPr>
            </a:pPr>
            <a:r>
              <a:rPr sz="1420" b="1">
                <a:solidFill>
                  <a:srgbClr val="7926CB"/>
                </a:solidFill>
                <a:latin typeface="Space Grotesk"/>
                <a:ea typeface="Space Grotesk"/>
                <a:cs typeface="Space Grotesk"/>
              </a:rPr>
              <a:t>ARIZONA RULES AT A GLANCE</a:t>
            </a:r>
          </a:p>
        </p:txBody>
      </p:sp>
      <p:sp>
        <p:nvSpPr>
          <p:cNvPr id="27" name="Passing distance heading">
            <a:extLst xmlns:a="http://schemas.openxmlformats.org/drawingml/2006/main">
              <a:ext uri="{FF2B5EF4-FFF2-40B4-BE49-F238E27FC236}">
                <a16:creationId xmlns:a16="http://schemas.microsoft.com/office/drawing/2014/main" id="{4795AF73-7ED5-4955-8C7F-E3AB12AF9041}"/>
              </a:ext>
            </a:extLst>
          </p:cNvPr>
          <p:cNvSpPr>
            <a:spLocks xmlns:a="http://schemas.openxmlformats.org/drawingml/2006/main" noGrp="1"/>
          </p:cNvSpPr>
          <p:nvPr/>
        </p:nvSpPr>
        <p:spPr>
          <a:xfrm xmlns:a="http://schemas.openxmlformats.org/drawingml/2006/main">
            <a:off x="4048125" y="3762375"/>
            <a:ext cx="3295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0" b="1">
                <a:solidFill>
                  <a:srgbClr val="7926CB"/>
                </a:solidFill>
                <a:latin typeface="Space Grotesk"/>
                <a:ea typeface="Space Grotesk"/>
                <a:cs typeface="Space Grotesk"/>
              </a:defRPr>
            </a:defPPr>
            <a:lvl1pPr algn="l">
              <a:defRPr sz="1120" b="1">
                <a:solidFill>
                  <a:srgbClr val="7926CB"/>
                </a:solidFill>
                <a:latin typeface="Space Grotesk"/>
                <a:ea typeface="Space Grotesk"/>
                <a:cs typeface="Space Grotesk"/>
              </a:defRPr>
            </a:lvl1pPr>
            <a:lvl2pPr algn="l">
              <a:defRPr sz="1120" b="1">
                <a:solidFill>
                  <a:srgbClr val="7926CB"/>
                </a:solidFill>
                <a:latin typeface="Space Grotesk"/>
                <a:ea typeface="Space Grotesk"/>
                <a:cs typeface="Space Grotesk"/>
              </a:defRPr>
            </a:lvl2pPr>
            <a:lvl3pPr algn="l">
              <a:defRPr sz="1120" b="1">
                <a:solidFill>
                  <a:srgbClr val="7926CB"/>
                </a:solidFill>
                <a:latin typeface="Space Grotesk"/>
                <a:ea typeface="Space Grotesk"/>
                <a:cs typeface="Space Grotesk"/>
              </a:defRPr>
            </a:lvl3pPr>
            <a:lvl4pPr algn="l">
              <a:defRPr sz="1120" b="1">
                <a:solidFill>
                  <a:srgbClr val="7926CB"/>
                </a:solidFill>
                <a:latin typeface="Space Grotesk"/>
                <a:ea typeface="Space Grotesk"/>
                <a:cs typeface="Space Grotesk"/>
              </a:defRPr>
            </a:lvl4pPr>
            <a:lvl5pPr algn="l">
              <a:defRPr sz="1120" b="1">
                <a:solidFill>
                  <a:srgbClr val="7926CB"/>
                </a:solidFill>
                <a:latin typeface="Space Grotesk"/>
                <a:ea typeface="Space Grotesk"/>
                <a:cs typeface="Space Grotesk"/>
              </a:defRPr>
            </a:lvl5pPr>
            <a:lvl6pPr algn="l">
              <a:defRPr sz="1120" b="1">
                <a:solidFill>
                  <a:srgbClr val="7926CB"/>
                </a:solidFill>
                <a:latin typeface="Space Grotesk"/>
                <a:ea typeface="Space Grotesk"/>
                <a:cs typeface="Space Grotesk"/>
              </a:defRPr>
            </a:lvl6pPr>
            <a:lvl7pPr algn="l">
              <a:defRPr sz="1120" b="1">
                <a:solidFill>
                  <a:srgbClr val="7926CB"/>
                </a:solidFill>
                <a:latin typeface="Space Grotesk"/>
                <a:ea typeface="Space Grotesk"/>
                <a:cs typeface="Space Grotesk"/>
              </a:defRPr>
            </a:lvl7pPr>
            <a:lvl8pPr algn="l">
              <a:defRPr sz="1120" b="1">
                <a:solidFill>
                  <a:srgbClr val="7926CB"/>
                </a:solidFill>
                <a:latin typeface="Space Grotesk"/>
                <a:ea typeface="Space Grotesk"/>
                <a:cs typeface="Space Grotesk"/>
              </a:defRPr>
            </a:lvl8pPr>
            <a:lvl9pPr algn="l">
              <a:defRPr sz="1120" b="1">
                <a:solidFill>
                  <a:srgbClr val="7926CB"/>
                </a:solidFill>
                <a:latin typeface="Space Grotesk"/>
                <a:ea typeface="Space Grotesk"/>
                <a:cs typeface="Space Grotesk"/>
              </a:defRPr>
            </a:lvl9pPr>
          </a:lstStyle>
          <a:p xmlns:a="http://schemas.openxmlformats.org/drawingml/2006/main">
            <a:pPr algn="l">
              <a:lnSpc>
                <a:spcPct val="97000"/>
              </a:lnSpc>
              <a:buNone/>
              <a:defRPr sz="1120" b="1">
                <a:solidFill>
                  <a:srgbClr val="7926CB"/>
                </a:solidFill>
                <a:latin typeface="Space Grotesk"/>
                <a:ea typeface="Space Grotesk"/>
                <a:cs typeface="Space Grotesk"/>
              </a:defRPr>
            </a:pPr>
            <a:r>
              <a:rPr sz="1120" b="1">
                <a:solidFill>
                  <a:srgbClr val="7926CB"/>
                </a:solidFill>
                <a:latin typeface="Space Grotesk"/>
                <a:ea typeface="Space Grotesk"/>
                <a:cs typeface="Space Grotesk"/>
              </a:rPr>
              <a:t>Passing distance</a:t>
            </a:r>
          </a:p>
        </p:txBody>
      </p:sp>
      <p:sp>
        <p:nvSpPr>
          <p:cNvPr id="28" name="Passing distance copy">
            <a:extLst xmlns:a="http://schemas.openxmlformats.org/drawingml/2006/main">
              <a:ext uri="{FF2B5EF4-FFF2-40B4-BE49-F238E27FC236}">
                <a16:creationId xmlns:a16="http://schemas.microsoft.com/office/drawing/2014/main" id="{88D49C69-6D9A-4039-9815-872713324C0A}"/>
              </a:ext>
            </a:extLst>
          </p:cNvPr>
          <p:cNvSpPr>
            <a:spLocks xmlns:a="http://schemas.openxmlformats.org/drawingml/2006/main" noGrp="1"/>
          </p:cNvSpPr>
          <p:nvPr/>
        </p:nvSpPr>
        <p:spPr>
          <a:xfrm xmlns:a="http://schemas.openxmlformats.org/drawingml/2006/main">
            <a:off x="4048125" y="3952875"/>
            <a:ext cx="3295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0" b="0">
                <a:solidFill>
                  <a:srgbClr val="23143A"/>
                </a:solidFill>
                <a:latin typeface="Arial"/>
                <a:ea typeface="Arial"/>
                <a:cs typeface="Arial"/>
              </a:defRPr>
            </a:defPPr>
            <a:lvl1pPr algn="l">
              <a:defRPr sz="1010" b="0">
                <a:solidFill>
                  <a:srgbClr val="23143A"/>
                </a:solidFill>
                <a:latin typeface="Arial"/>
                <a:ea typeface="Arial"/>
                <a:cs typeface="Arial"/>
              </a:defRPr>
            </a:lvl1pPr>
            <a:lvl2pPr algn="l">
              <a:defRPr sz="1010" b="0">
                <a:solidFill>
                  <a:srgbClr val="23143A"/>
                </a:solidFill>
                <a:latin typeface="Arial"/>
                <a:ea typeface="Arial"/>
                <a:cs typeface="Arial"/>
              </a:defRPr>
            </a:lvl2pPr>
            <a:lvl3pPr algn="l">
              <a:defRPr sz="1010" b="0">
                <a:solidFill>
                  <a:srgbClr val="23143A"/>
                </a:solidFill>
                <a:latin typeface="Arial"/>
                <a:ea typeface="Arial"/>
                <a:cs typeface="Arial"/>
              </a:defRPr>
            </a:lvl3pPr>
            <a:lvl4pPr algn="l">
              <a:defRPr sz="1010" b="0">
                <a:solidFill>
                  <a:srgbClr val="23143A"/>
                </a:solidFill>
                <a:latin typeface="Arial"/>
                <a:ea typeface="Arial"/>
                <a:cs typeface="Arial"/>
              </a:defRPr>
            </a:lvl4pPr>
            <a:lvl5pPr algn="l">
              <a:defRPr sz="1010" b="0">
                <a:solidFill>
                  <a:srgbClr val="23143A"/>
                </a:solidFill>
                <a:latin typeface="Arial"/>
                <a:ea typeface="Arial"/>
                <a:cs typeface="Arial"/>
              </a:defRPr>
            </a:lvl5pPr>
            <a:lvl6pPr algn="l">
              <a:defRPr sz="1010" b="0">
                <a:solidFill>
                  <a:srgbClr val="23143A"/>
                </a:solidFill>
                <a:latin typeface="Arial"/>
                <a:ea typeface="Arial"/>
                <a:cs typeface="Arial"/>
              </a:defRPr>
            </a:lvl6pPr>
            <a:lvl7pPr algn="l">
              <a:defRPr sz="1010" b="0">
                <a:solidFill>
                  <a:srgbClr val="23143A"/>
                </a:solidFill>
                <a:latin typeface="Arial"/>
                <a:ea typeface="Arial"/>
                <a:cs typeface="Arial"/>
              </a:defRPr>
            </a:lvl7pPr>
            <a:lvl8pPr algn="l">
              <a:defRPr sz="1010" b="0">
                <a:solidFill>
                  <a:srgbClr val="23143A"/>
                </a:solidFill>
                <a:latin typeface="Arial"/>
                <a:ea typeface="Arial"/>
                <a:cs typeface="Arial"/>
              </a:defRPr>
            </a:lvl8pPr>
            <a:lvl9pPr algn="l">
              <a:defRPr sz="1010" b="0">
                <a:solidFill>
                  <a:srgbClr val="23143A"/>
                </a:solidFill>
                <a:latin typeface="Arial"/>
                <a:ea typeface="Arial"/>
                <a:cs typeface="Arial"/>
              </a:defRPr>
            </a:lvl9pPr>
          </a:lstStyle>
          <a:p xmlns:a="http://schemas.openxmlformats.org/drawingml/2006/main">
            <a:pPr algn="l">
              <a:lnSpc>
                <a:spcPct val="102000"/>
              </a:lnSpc>
              <a:buNone/>
              <a:defRPr sz="1010" b="0">
                <a:solidFill>
                  <a:srgbClr val="23143A"/>
                </a:solidFill>
                <a:latin typeface="Arial"/>
                <a:ea typeface="Arial"/>
                <a:cs typeface="Arial"/>
              </a:defRPr>
            </a:pPr>
            <a:r>
              <a:rPr sz="1010" b="0">
                <a:solidFill>
                  <a:srgbClr val="23143A"/>
                </a:solidFill>
                <a:latin typeface="Arial"/>
                <a:ea typeface="Arial"/>
                <a:cs typeface="Arial"/>
              </a:rPr>
              <a:t>Arizona law requires at least three feet when passing a bicycle traveling in the same direction, until safely past.</a:t>
            </a:r>
          </a:p>
        </p:txBody>
      </p:sp>
      <p:sp>
        <p:nvSpPr>
          <p:cNvPr id="29" name="Rider rights heading">
            <a:extLst xmlns:a="http://schemas.openxmlformats.org/drawingml/2006/main">
              <a:ext uri="{FF2B5EF4-FFF2-40B4-BE49-F238E27FC236}">
                <a16:creationId xmlns:a16="http://schemas.microsoft.com/office/drawing/2014/main" id="{77E2CD46-A8F2-4B19-9B5D-7202EB142F97}"/>
              </a:ext>
            </a:extLst>
          </p:cNvPr>
          <p:cNvSpPr>
            <a:spLocks xmlns:a="http://schemas.openxmlformats.org/drawingml/2006/main" noGrp="1"/>
          </p:cNvSpPr>
          <p:nvPr/>
        </p:nvSpPr>
        <p:spPr>
          <a:xfrm xmlns:a="http://schemas.openxmlformats.org/drawingml/2006/main">
            <a:off x="4048125" y="4772025"/>
            <a:ext cx="3295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0" b="1">
                <a:solidFill>
                  <a:srgbClr val="7926CB"/>
                </a:solidFill>
                <a:latin typeface="Space Grotesk"/>
                <a:ea typeface="Space Grotesk"/>
                <a:cs typeface="Space Grotesk"/>
              </a:defRPr>
            </a:defPPr>
            <a:lvl1pPr algn="l">
              <a:defRPr sz="1120" b="1">
                <a:solidFill>
                  <a:srgbClr val="7926CB"/>
                </a:solidFill>
                <a:latin typeface="Space Grotesk"/>
                <a:ea typeface="Space Grotesk"/>
                <a:cs typeface="Space Grotesk"/>
              </a:defRPr>
            </a:lvl1pPr>
            <a:lvl2pPr algn="l">
              <a:defRPr sz="1120" b="1">
                <a:solidFill>
                  <a:srgbClr val="7926CB"/>
                </a:solidFill>
                <a:latin typeface="Space Grotesk"/>
                <a:ea typeface="Space Grotesk"/>
                <a:cs typeface="Space Grotesk"/>
              </a:defRPr>
            </a:lvl2pPr>
            <a:lvl3pPr algn="l">
              <a:defRPr sz="1120" b="1">
                <a:solidFill>
                  <a:srgbClr val="7926CB"/>
                </a:solidFill>
                <a:latin typeface="Space Grotesk"/>
                <a:ea typeface="Space Grotesk"/>
                <a:cs typeface="Space Grotesk"/>
              </a:defRPr>
            </a:lvl3pPr>
            <a:lvl4pPr algn="l">
              <a:defRPr sz="1120" b="1">
                <a:solidFill>
                  <a:srgbClr val="7926CB"/>
                </a:solidFill>
                <a:latin typeface="Space Grotesk"/>
                <a:ea typeface="Space Grotesk"/>
                <a:cs typeface="Space Grotesk"/>
              </a:defRPr>
            </a:lvl4pPr>
            <a:lvl5pPr algn="l">
              <a:defRPr sz="1120" b="1">
                <a:solidFill>
                  <a:srgbClr val="7926CB"/>
                </a:solidFill>
                <a:latin typeface="Space Grotesk"/>
                <a:ea typeface="Space Grotesk"/>
                <a:cs typeface="Space Grotesk"/>
              </a:defRPr>
            </a:lvl5pPr>
            <a:lvl6pPr algn="l">
              <a:defRPr sz="1120" b="1">
                <a:solidFill>
                  <a:srgbClr val="7926CB"/>
                </a:solidFill>
                <a:latin typeface="Space Grotesk"/>
                <a:ea typeface="Space Grotesk"/>
                <a:cs typeface="Space Grotesk"/>
              </a:defRPr>
            </a:lvl6pPr>
            <a:lvl7pPr algn="l">
              <a:defRPr sz="1120" b="1">
                <a:solidFill>
                  <a:srgbClr val="7926CB"/>
                </a:solidFill>
                <a:latin typeface="Space Grotesk"/>
                <a:ea typeface="Space Grotesk"/>
                <a:cs typeface="Space Grotesk"/>
              </a:defRPr>
            </a:lvl7pPr>
            <a:lvl8pPr algn="l">
              <a:defRPr sz="1120" b="1">
                <a:solidFill>
                  <a:srgbClr val="7926CB"/>
                </a:solidFill>
                <a:latin typeface="Space Grotesk"/>
                <a:ea typeface="Space Grotesk"/>
                <a:cs typeface="Space Grotesk"/>
              </a:defRPr>
            </a:lvl8pPr>
            <a:lvl9pPr algn="l">
              <a:defRPr sz="1120" b="1">
                <a:solidFill>
                  <a:srgbClr val="7926CB"/>
                </a:solidFill>
                <a:latin typeface="Space Grotesk"/>
                <a:ea typeface="Space Grotesk"/>
                <a:cs typeface="Space Grotesk"/>
              </a:defRPr>
            </a:lvl9pPr>
          </a:lstStyle>
          <a:p xmlns:a="http://schemas.openxmlformats.org/drawingml/2006/main">
            <a:pPr algn="l">
              <a:lnSpc>
                <a:spcPct val="97000"/>
              </a:lnSpc>
              <a:buNone/>
              <a:defRPr sz="1120" b="1">
                <a:solidFill>
                  <a:srgbClr val="7926CB"/>
                </a:solidFill>
                <a:latin typeface="Space Grotesk"/>
                <a:ea typeface="Space Grotesk"/>
                <a:cs typeface="Space Grotesk"/>
              </a:defRPr>
            </a:pPr>
            <a:r>
              <a:rPr sz="1120" b="1">
                <a:solidFill>
                  <a:srgbClr val="7926CB"/>
                </a:solidFill>
                <a:latin typeface="Space Grotesk"/>
                <a:ea typeface="Space Grotesk"/>
                <a:cs typeface="Space Grotesk"/>
              </a:rPr>
              <a:t>Rider rights</a:t>
            </a:r>
          </a:p>
        </p:txBody>
      </p:sp>
      <p:sp>
        <p:nvSpPr>
          <p:cNvPr id="30" name="Rider rights copy">
            <a:extLst xmlns:a="http://schemas.openxmlformats.org/drawingml/2006/main">
              <a:ext uri="{FF2B5EF4-FFF2-40B4-BE49-F238E27FC236}">
                <a16:creationId xmlns:a16="http://schemas.microsoft.com/office/drawing/2014/main" id="{D0255767-26A1-405F-808B-63651C5D3C2F}"/>
              </a:ext>
            </a:extLst>
          </p:cNvPr>
          <p:cNvSpPr>
            <a:spLocks xmlns:a="http://schemas.openxmlformats.org/drawingml/2006/main" noGrp="1"/>
          </p:cNvSpPr>
          <p:nvPr/>
        </p:nvSpPr>
        <p:spPr>
          <a:xfrm xmlns:a="http://schemas.openxmlformats.org/drawingml/2006/main">
            <a:off x="4048125" y="4962525"/>
            <a:ext cx="3295650"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0" b="0">
                <a:solidFill>
                  <a:srgbClr val="23143A"/>
                </a:solidFill>
                <a:latin typeface="Arial"/>
                <a:ea typeface="Arial"/>
                <a:cs typeface="Arial"/>
              </a:defRPr>
            </a:defPPr>
            <a:lvl1pPr algn="l">
              <a:defRPr sz="1010" b="0">
                <a:solidFill>
                  <a:srgbClr val="23143A"/>
                </a:solidFill>
                <a:latin typeface="Arial"/>
                <a:ea typeface="Arial"/>
                <a:cs typeface="Arial"/>
              </a:defRPr>
            </a:lvl1pPr>
            <a:lvl2pPr algn="l">
              <a:defRPr sz="1010" b="0">
                <a:solidFill>
                  <a:srgbClr val="23143A"/>
                </a:solidFill>
                <a:latin typeface="Arial"/>
                <a:ea typeface="Arial"/>
                <a:cs typeface="Arial"/>
              </a:defRPr>
            </a:lvl2pPr>
            <a:lvl3pPr algn="l">
              <a:defRPr sz="1010" b="0">
                <a:solidFill>
                  <a:srgbClr val="23143A"/>
                </a:solidFill>
                <a:latin typeface="Arial"/>
                <a:ea typeface="Arial"/>
                <a:cs typeface="Arial"/>
              </a:defRPr>
            </a:lvl3pPr>
            <a:lvl4pPr algn="l">
              <a:defRPr sz="1010" b="0">
                <a:solidFill>
                  <a:srgbClr val="23143A"/>
                </a:solidFill>
                <a:latin typeface="Arial"/>
                <a:ea typeface="Arial"/>
                <a:cs typeface="Arial"/>
              </a:defRPr>
            </a:lvl4pPr>
            <a:lvl5pPr algn="l">
              <a:defRPr sz="1010" b="0">
                <a:solidFill>
                  <a:srgbClr val="23143A"/>
                </a:solidFill>
                <a:latin typeface="Arial"/>
                <a:ea typeface="Arial"/>
                <a:cs typeface="Arial"/>
              </a:defRPr>
            </a:lvl5pPr>
            <a:lvl6pPr algn="l">
              <a:defRPr sz="1010" b="0">
                <a:solidFill>
                  <a:srgbClr val="23143A"/>
                </a:solidFill>
                <a:latin typeface="Arial"/>
                <a:ea typeface="Arial"/>
                <a:cs typeface="Arial"/>
              </a:defRPr>
            </a:lvl6pPr>
            <a:lvl7pPr algn="l">
              <a:defRPr sz="1010" b="0">
                <a:solidFill>
                  <a:srgbClr val="23143A"/>
                </a:solidFill>
                <a:latin typeface="Arial"/>
                <a:ea typeface="Arial"/>
                <a:cs typeface="Arial"/>
              </a:defRPr>
            </a:lvl7pPr>
            <a:lvl8pPr algn="l">
              <a:defRPr sz="1010" b="0">
                <a:solidFill>
                  <a:srgbClr val="23143A"/>
                </a:solidFill>
                <a:latin typeface="Arial"/>
                <a:ea typeface="Arial"/>
                <a:cs typeface="Arial"/>
              </a:defRPr>
            </a:lvl8pPr>
            <a:lvl9pPr algn="l">
              <a:defRPr sz="1010" b="0">
                <a:solidFill>
                  <a:srgbClr val="23143A"/>
                </a:solidFill>
                <a:latin typeface="Arial"/>
                <a:ea typeface="Arial"/>
                <a:cs typeface="Arial"/>
              </a:defRPr>
            </a:lvl9pPr>
          </a:lstStyle>
          <a:p xmlns:a="http://schemas.openxmlformats.org/drawingml/2006/main">
            <a:pPr algn="l">
              <a:lnSpc>
                <a:spcPct val="102000"/>
              </a:lnSpc>
              <a:buNone/>
              <a:defRPr sz="1010" b="0">
                <a:solidFill>
                  <a:srgbClr val="23143A"/>
                </a:solidFill>
                <a:latin typeface="Arial"/>
                <a:ea typeface="Arial"/>
                <a:cs typeface="Arial"/>
              </a:defRPr>
            </a:pPr>
            <a:r>
              <a:rPr sz="1010" b="0">
                <a:solidFill>
                  <a:srgbClr val="23143A"/>
                </a:solidFill>
                <a:latin typeface="Arial"/>
                <a:ea typeface="Arial"/>
                <a:cs typeface="Arial"/>
              </a:rPr>
              <a:t>On a roadway or adjoining shoulder, bicyclists have the applicable rights and duties of vehicle drivers. Ride with traffic and obey signs and signals. Arizona’s keep-right rule has exceptions, including passing, left turns, hazards, and lanes too narrow to share safely.</a:t>
            </a:r>
          </a:p>
        </p:txBody>
      </p:sp>
      <p:sp>
        <p:nvSpPr>
          <p:cNvPr id="31" name="At night heading">
            <a:extLst xmlns:a="http://schemas.openxmlformats.org/drawingml/2006/main">
              <a:ext uri="{FF2B5EF4-FFF2-40B4-BE49-F238E27FC236}">
                <a16:creationId xmlns:a16="http://schemas.microsoft.com/office/drawing/2014/main" id="{AB7C3BDA-7B46-487D-9B2C-EE401C7A5DB4}"/>
              </a:ext>
            </a:extLst>
          </p:cNvPr>
          <p:cNvSpPr>
            <a:spLocks xmlns:a="http://schemas.openxmlformats.org/drawingml/2006/main" noGrp="1"/>
          </p:cNvSpPr>
          <p:nvPr/>
        </p:nvSpPr>
        <p:spPr>
          <a:xfrm xmlns:a="http://schemas.openxmlformats.org/drawingml/2006/main">
            <a:off x="4048125" y="6457950"/>
            <a:ext cx="3295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0" b="1">
                <a:solidFill>
                  <a:srgbClr val="7926CB"/>
                </a:solidFill>
                <a:latin typeface="Space Grotesk"/>
                <a:ea typeface="Space Grotesk"/>
                <a:cs typeface="Space Grotesk"/>
              </a:defRPr>
            </a:defPPr>
            <a:lvl1pPr algn="l">
              <a:defRPr sz="1120" b="1">
                <a:solidFill>
                  <a:srgbClr val="7926CB"/>
                </a:solidFill>
                <a:latin typeface="Space Grotesk"/>
                <a:ea typeface="Space Grotesk"/>
                <a:cs typeface="Space Grotesk"/>
              </a:defRPr>
            </a:lvl1pPr>
            <a:lvl2pPr algn="l">
              <a:defRPr sz="1120" b="1">
                <a:solidFill>
                  <a:srgbClr val="7926CB"/>
                </a:solidFill>
                <a:latin typeface="Space Grotesk"/>
                <a:ea typeface="Space Grotesk"/>
                <a:cs typeface="Space Grotesk"/>
              </a:defRPr>
            </a:lvl2pPr>
            <a:lvl3pPr algn="l">
              <a:defRPr sz="1120" b="1">
                <a:solidFill>
                  <a:srgbClr val="7926CB"/>
                </a:solidFill>
                <a:latin typeface="Space Grotesk"/>
                <a:ea typeface="Space Grotesk"/>
                <a:cs typeface="Space Grotesk"/>
              </a:defRPr>
            </a:lvl3pPr>
            <a:lvl4pPr algn="l">
              <a:defRPr sz="1120" b="1">
                <a:solidFill>
                  <a:srgbClr val="7926CB"/>
                </a:solidFill>
                <a:latin typeface="Space Grotesk"/>
                <a:ea typeface="Space Grotesk"/>
                <a:cs typeface="Space Grotesk"/>
              </a:defRPr>
            </a:lvl4pPr>
            <a:lvl5pPr algn="l">
              <a:defRPr sz="1120" b="1">
                <a:solidFill>
                  <a:srgbClr val="7926CB"/>
                </a:solidFill>
                <a:latin typeface="Space Grotesk"/>
                <a:ea typeface="Space Grotesk"/>
                <a:cs typeface="Space Grotesk"/>
              </a:defRPr>
            </a:lvl5pPr>
            <a:lvl6pPr algn="l">
              <a:defRPr sz="1120" b="1">
                <a:solidFill>
                  <a:srgbClr val="7926CB"/>
                </a:solidFill>
                <a:latin typeface="Space Grotesk"/>
                <a:ea typeface="Space Grotesk"/>
                <a:cs typeface="Space Grotesk"/>
              </a:defRPr>
            </a:lvl6pPr>
            <a:lvl7pPr algn="l">
              <a:defRPr sz="1120" b="1">
                <a:solidFill>
                  <a:srgbClr val="7926CB"/>
                </a:solidFill>
                <a:latin typeface="Space Grotesk"/>
                <a:ea typeface="Space Grotesk"/>
                <a:cs typeface="Space Grotesk"/>
              </a:defRPr>
            </a:lvl7pPr>
            <a:lvl8pPr algn="l">
              <a:defRPr sz="1120" b="1">
                <a:solidFill>
                  <a:srgbClr val="7926CB"/>
                </a:solidFill>
                <a:latin typeface="Space Grotesk"/>
                <a:ea typeface="Space Grotesk"/>
                <a:cs typeface="Space Grotesk"/>
              </a:defRPr>
            </a:lvl8pPr>
            <a:lvl9pPr algn="l">
              <a:defRPr sz="1120" b="1">
                <a:solidFill>
                  <a:srgbClr val="7926CB"/>
                </a:solidFill>
                <a:latin typeface="Space Grotesk"/>
                <a:ea typeface="Space Grotesk"/>
                <a:cs typeface="Space Grotesk"/>
              </a:defRPr>
            </a:lvl9pPr>
          </a:lstStyle>
          <a:p xmlns:a="http://schemas.openxmlformats.org/drawingml/2006/main">
            <a:pPr algn="l">
              <a:lnSpc>
                <a:spcPct val="97000"/>
              </a:lnSpc>
              <a:buNone/>
              <a:defRPr sz="1120" b="1">
                <a:solidFill>
                  <a:srgbClr val="7926CB"/>
                </a:solidFill>
                <a:latin typeface="Space Grotesk"/>
                <a:ea typeface="Space Grotesk"/>
                <a:cs typeface="Space Grotesk"/>
              </a:defRPr>
            </a:pPr>
            <a:r>
              <a:rPr sz="1120" b="1">
                <a:solidFill>
                  <a:srgbClr val="7926CB"/>
                </a:solidFill>
                <a:latin typeface="Space Grotesk"/>
                <a:ea typeface="Space Grotesk"/>
                <a:cs typeface="Space Grotesk"/>
              </a:rPr>
              <a:t>At night</a:t>
            </a:r>
          </a:p>
        </p:txBody>
      </p:sp>
      <p:sp>
        <p:nvSpPr>
          <p:cNvPr id="32" name="At night copy">
            <a:extLst xmlns:a="http://schemas.openxmlformats.org/drawingml/2006/main">
              <a:ext uri="{FF2B5EF4-FFF2-40B4-BE49-F238E27FC236}">
                <a16:creationId xmlns:a16="http://schemas.microsoft.com/office/drawing/2014/main" id="{CB6F8B63-292D-4041-8287-8EC7F233CACF}"/>
              </a:ext>
            </a:extLst>
          </p:cNvPr>
          <p:cNvSpPr>
            <a:spLocks xmlns:a="http://schemas.openxmlformats.org/drawingml/2006/main" noGrp="1"/>
          </p:cNvSpPr>
          <p:nvPr/>
        </p:nvSpPr>
        <p:spPr>
          <a:xfrm xmlns:a="http://schemas.openxmlformats.org/drawingml/2006/main">
            <a:off x="4048125" y="6648450"/>
            <a:ext cx="3295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0" b="0">
                <a:solidFill>
                  <a:srgbClr val="23143A"/>
                </a:solidFill>
                <a:latin typeface="Arial"/>
                <a:ea typeface="Arial"/>
                <a:cs typeface="Arial"/>
              </a:defRPr>
            </a:defPPr>
            <a:lvl1pPr algn="l">
              <a:defRPr sz="1010" b="0">
                <a:solidFill>
                  <a:srgbClr val="23143A"/>
                </a:solidFill>
                <a:latin typeface="Arial"/>
                <a:ea typeface="Arial"/>
                <a:cs typeface="Arial"/>
              </a:defRPr>
            </a:lvl1pPr>
            <a:lvl2pPr algn="l">
              <a:defRPr sz="1010" b="0">
                <a:solidFill>
                  <a:srgbClr val="23143A"/>
                </a:solidFill>
                <a:latin typeface="Arial"/>
                <a:ea typeface="Arial"/>
                <a:cs typeface="Arial"/>
              </a:defRPr>
            </a:lvl2pPr>
            <a:lvl3pPr algn="l">
              <a:defRPr sz="1010" b="0">
                <a:solidFill>
                  <a:srgbClr val="23143A"/>
                </a:solidFill>
                <a:latin typeface="Arial"/>
                <a:ea typeface="Arial"/>
                <a:cs typeface="Arial"/>
              </a:defRPr>
            </a:lvl3pPr>
            <a:lvl4pPr algn="l">
              <a:defRPr sz="1010" b="0">
                <a:solidFill>
                  <a:srgbClr val="23143A"/>
                </a:solidFill>
                <a:latin typeface="Arial"/>
                <a:ea typeface="Arial"/>
                <a:cs typeface="Arial"/>
              </a:defRPr>
            </a:lvl4pPr>
            <a:lvl5pPr algn="l">
              <a:defRPr sz="1010" b="0">
                <a:solidFill>
                  <a:srgbClr val="23143A"/>
                </a:solidFill>
                <a:latin typeface="Arial"/>
                <a:ea typeface="Arial"/>
                <a:cs typeface="Arial"/>
              </a:defRPr>
            </a:lvl5pPr>
            <a:lvl6pPr algn="l">
              <a:defRPr sz="1010" b="0">
                <a:solidFill>
                  <a:srgbClr val="23143A"/>
                </a:solidFill>
                <a:latin typeface="Arial"/>
                <a:ea typeface="Arial"/>
                <a:cs typeface="Arial"/>
              </a:defRPr>
            </a:lvl6pPr>
            <a:lvl7pPr algn="l">
              <a:defRPr sz="1010" b="0">
                <a:solidFill>
                  <a:srgbClr val="23143A"/>
                </a:solidFill>
                <a:latin typeface="Arial"/>
                <a:ea typeface="Arial"/>
                <a:cs typeface="Arial"/>
              </a:defRPr>
            </a:lvl7pPr>
            <a:lvl8pPr algn="l">
              <a:defRPr sz="1010" b="0">
                <a:solidFill>
                  <a:srgbClr val="23143A"/>
                </a:solidFill>
                <a:latin typeface="Arial"/>
                <a:ea typeface="Arial"/>
                <a:cs typeface="Arial"/>
              </a:defRPr>
            </a:lvl8pPr>
            <a:lvl9pPr algn="l">
              <a:defRPr sz="1010" b="0">
                <a:solidFill>
                  <a:srgbClr val="23143A"/>
                </a:solidFill>
                <a:latin typeface="Arial"/>
                <a:ea typeface="Arial"/>
                <a:cs typeface="Arial"/>
              </a:defRPr>
            </a:lvl9pPr>
          </a:lstStyle>
          <a:p xmlns:a="http://schemas.openxmlformats.org/drawingml/2006/main">
            <a:pPr algn="l">
              <a:lnSpc>
                <a:spcPct val="102000"/>
              </a:lnSpc>
              <a:buNone/>
              <a:defRPr sz="1010" b="0">
                <a:solidFill>
                  <a:srgbClr val="23143A"/>
                </a:solidFill>
                <a:latin typeface="Arial"/>
                <a:ea typeface="Arial"/>
                <a:cs typeface="Arial"/>
              </a:defRPr>
            </a:pPr>
            <a:r>
              <a:rPr sz="1010" b="0">
                <a:solidFill>
                  <a:srgbClr val="23143A"/>
                </a:solidFill>
                <a:latin typeface="Arial"/>
                <a:ea typeface="Arial"/>
                <a:cs typeface="Arial"/>
              </a:rPr>
              <a:t>At night: a white front lamp visible from 500 feet and an approved red rear reflector are required. A red rear lamp may be added; it does not replace the reflector.</a:t>
            </a:r>
          </a:p>
        </p:txBody>
      </p:sp>
      <p:sp>
        <p:nvSpPr>
          <p:cNvPr id="33" name="Arizona rules links">
            <a:extLst xmlns:a="http://schemas.openxmlformats.org/drawingml/2006/main">
              <a:ext uri="{FF2B5EF4-FFF2-40B4-BE49-F238E27FC236}">
                <a16:creationId xmlns:a16="http://schemas.microsoft.com/office/drawing/2014/main" id="{4D9CFCEE-0F6F-4576-AE3C-A21A2413133B}"/>
              </a:ext>
            </a:extLst>
          </p:cNvPr>
          <p:cNvSpPr>
            <a:spLocks xmlns:a="http://schemas.openxmlformats.org/drawingml/2006/main" noGrp="1"/>
          </p:cNvSpPr>
          <p:nvPr/>
        </p:nvSpPr>
        <p:spPr>
          <a:xfrm xmlns:a="http://schemas.openxmlformats.org/drawingml/2006/main">
            <a:off x="4048125" y="7524750"/>
            <a:ext cx="3295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0" b="1">
                <a:solidFill>
                  <a:srgbClr val="35125F"/>
                </a:solidFill>
                <a:latin typeface="Arial"/>
                <a:ea typeface="Arial"/>
                <a:cs typeface="Arial"/>
              </a:defRPr>
            </a:defPPr>
            <a:lvl1pPr algn="l">
              <a:defRPr sz="980" b="1">
                <a:solidFill>
                  <a:srgbClr val="35125F"/>
                </a:solidFill>
                <a:latin typeface="Arial"/>
                <a:ea typeface="Arial"/>
                <a:cs typeface="Arial"/>
              </a:defRPr>
            </a:lvl1pPr>
            <a:lvl2pPr algn="l">
              <a:defRPr sz="980" b="1">
                <a:solidFill>
                  <a:srgbClr val="35125F"/>
                </a:solidFill>
                <a:latin typeface="Arial"/>
                <a:ea typeface="Arial"/>
                <a:cs typeface="Arial"/>
              </a:defRPr>
            </a:lvl2pPr>
            <a:lvl3pPr algn="l">
              <a:defRPr sz="980" b="1">
                <a:solidFill>
                  <a:srgbClr val="35125F"/>
                </a:solidFill>
                <a:latin typeface="Arial"/>
                <a:ea typeface="Arial"/>
                <a:cs typeface="Arial"/>
              </a:defRPr>
            </a:lvl3pPr>
            <a:lvl4pPr algn="l">
              <a:defRPr sz="980" b="1">
                <a:solidFill>
                  <a:srgbClr val="35125F"/>
                </a:solidFill>
                <a:latin typeface="Arial"/>
                <a:ea typeface="Arial"/>
                <a:cs typeface="Arial"/>
              </a:defRPr>
            </a:lvl4pPr>
            <a:lvl5pPr algn="l">
              <a:defRPr sz="980" b="1">
                <a:solidFill>
                  <a:srgbClr val="35125F"/>
                </a:solidFill>
                <a:latin typeface="Arial"/>
                <a:ea typeface="Arial"/>
                <a:cs typeface="Arial"/>
              </a:defRPr>
            </a:lvl5pPr>
            <a:lvl6pPr algn="l">
              <a:defRPr sz="980" b="1">
                <a:solidFill>
                  <a:srgbClr val="35125F"/>
                </a:solidFill>
                <a:latin typeface="Arial"/>
                <a:ea typeface="Arial"/>
                <a:cs typeface="Arial"/>
              </a:defRPr>
            </a:lvl6pPr>
            <a:lvl7pPr algn="l">
              <a:defRPr sz="980" b="1">
                <a:solidFill>
                  <a:srgbClr val="35125F"/>
                </a:solidFill>
                <a:latin typeface="Arial"/>
                <a:ea typeface="Arial"/>
                <a:cs typeface="Arial"/>
              </a:defRPr>
            </a:lvl7pPr>
            <a:lvl8pPr algn="l">
              <a:defRPr sz="980" b="1">
                <a:solidFill>
                  <a:srgbClr val="35125F"/>
                </a:solidFill>
                <a:latin typeface="Arial"/>
                <a:ea typeface="Arial"/>
                <a:cs typeface="Arial"/>
              </a:defRPr>
            </a:lvl8pPr>
            <a:lvl9pPr algn="l">
              <a:defRPr sz="980" b="1">
                <a:solidFill>
                  <a:srgbClr val="35125F"/>
                </a:solidFill>
                <a:latin typeface="Arial"/>
                <a:ea typeface="Arial"/>
                <a:cs typeface="Arial"/>
              </a:defRPr>
            </a:lvl9pPr>
          </a:lstStyle>
          <a:p xmlns:a="http://schemas.openxmlformats.org/drawingml/2006/main">
            <a:pPr algn="l">
              <a:lnSpc>
                <a:spcPct val="100000"/>
              </a:lnSpc>
              <a:buNone/>
              <a:defRPr sz="980" b="1">
                <a:solidFill>
                  <a:srgbClr val="35125F"/>
                </a:solidFill>
                <a:latin typeface="Arial"/>
                <a:ea typeface="Arial"/>
                <a:cs typeface="Arial"/>
              </a:defRPr>
            </a:pPr>
            <a:r>
              <a:rPr sz="980" b="1">
                <a:solidFill>
                  <a:srgbClr val="35125F"/>
                </a:solidFill>
                <a:latin typeface="Arial"/>
                <a:ea typeface="Arial"/>
                <a:cs typeface="Arial"/>
              </a:rPr>
              <a:t>Check current Arizona rules and travel conditions at azdot.gov and az511.gov.</a:t>
            </a:r>
          </a:p>
        </p:txBody>
      </p:sp>
      <p:sp>
        <p:nvSpPr>
          <p:cNvPr id="34" name="Arizona safe signaling qualifier">
            <a:extLst xmlns:a="http://schemas.openxmlformats.org/drawingml/2006/main">
              <a:ext uri="{FF2B5EF4-FFF2-40B4-BE49-F238E27FC236}">
                <a16:creationId xmlns:a16="http://schemas.microsoft.com/office/drawing/2014/main" id="{3194A1C2-2DB7-43AB-9BBC-89BE2B333BEC}"/>
              </a:ext>
            </a:extLst>
          </p:cNvPr>
          <p:cNvSpPr>
            <a:spLocks xmlns:a="http://schemas.openxmlformats.org/drawingml/2006/main" noGrp="1"/>
          </p:cNvSpPr>
          <p:nvPr/>
        </p:nvSpPr>
        <p:spPr>
          <a:xfrm xmlns:a="http://schemas.openxmlformats.org/drawingml/2006/main">
            <a:off x="419100" y="8486775"/>
            <a:ext cx="693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1">
                <a:solidFill>
                  <a:srgbClr val="35125F"/>
                </a:solidFill>
                <a:latin typeface="Arial"/>
                <a:ea typeface="Arial"/>
                <a:cs typeface="Arial"/>
              </a:defRPr>
            </a:defPPr>
            <a:lvl1pPr algn="l">
              <a:defRPr sz="1000" b="1">
                <a:solidFill>
                  <a:srgbClr val="35125F"/>
                </a:solidFill>
                <a:latin typeface="Arial"/>
                <a:ea typeface="Arial"/>
                <a:cs typeface="Arial"/>
              </a:defRPr>
            </a:lvl1pPr>
            <a:lvl2pPr algn="l">
              <a:defRPr sz="1000" b="1">
                <a:solidFill>
                  <a:srgbClr val="35125F"/>
                </a:solidFill>
                <a:latin typeface="Arial"/>
                <a:ea typeface="Arial"/>
                <a:cs typeface="Arial"/>
              </a:defRPr>
            </a:lvl2pPr>
            <a:lvl3pPr algn="l">
              <a:defRPr sz="1000" b="1">
                <a:solidFill>
                  <a:srgbClr val="35125F"/>
                </a:solidFill>
                <a:latin typeface="Arial"/>
                <a:ea typeface="Arial"/>
                <a:cs typeface="Arial"/>
              </a:defRPr>
            </a:lvl3pPr>
            <a:lvl4pPr algn="l">
              <a:defRPr sz="1000" b="1">
                <a:solidFill>
                  <a:srgbClr val="35125F"/>
                </a:solidFill>
                <a:latin typeface="Arial"/>
                <a:ea typeface="Arial"/>
                <a:cs typeface="Arial"/>
              </a:defRPr>
            </a:lvl4pPr>
            <a:lvl5pPr algn="l">
              <a:defRPr sz="1000" b="1">
                <a:solidFill>
                  <a:srgbClr val="35125F"/>
                </a:solidFill>
                <a:latin typeface="Arial"/>
                <a:ea typeface="Arial"/>
                <a:cs typeface="Arial"/>
              </a:defRPr>
            </a:lvl5pPr>
            <a:lvl6pPr algn="l">
              <a:defRPr sz="1000" b="1">
                <a:solidFill>
                  <a:srgbClr val="35125F"/>
                </a:solidFill>
                <a:latin typeface="Arial"/>
                <a:ea typeface="Arial"/>
                <a:cs typeface="Arial"/>
              </a:defRPr>
            </a:lvl6pPr>
            <a:lvl7pPr algn="l">
              <a:defRPr sz="1000" b="1">
                <a:solidFill>
                  <a:srgbClr val="35125F"/>
                </a:solidFill>
                <a:latin typeface="Arial"/>
                <a:ea typeface="Arial"/>
                <a:cs typeface="Arial"/>
              </a:defRPr>
            </a:lvl7pPr>
            <a:lvl8pPr algn="l">
              <a:defRPr sz="1000" b="1">
                <a:solidFill>
                  <a:srgbClr val="35125F"/>
                </a:solidFill>
                <a:latin typeface="Arial"/>
                <a:ea typeface="Arial"/>
                <a:cs typeface="Arial"/>
              </a:defRPr>
            </a:lvl8pPr>
            <a:lvl9pPr algn="l">
              <a:defRPr sz="1000" b="1">
                <a:solidFill>
                  <a:srgbClr val="35125F"/>
                </a:solidFill>
                <a:latin typeface="Arial"/>
                <a:ea typeface="Arial"/>
                <a:cs typeface="Arial"/>
              </a:defRPr>
            </a:lvl9pPr>
          </a:lstStyle>
          <a:p xmlns:a="http://schemas.openxmlformats.org/drawingml/2006/main">
            <a:pPr algn="l">
              <a:lnSpc>
                <a:spcPct val="100000"/>
              </a:lnSpc>
              <a:buNone/>
              <a:defRPr sz="1000" b="1">
                <a:solidFill>
                  <a:srgbClr val="35125F"/>
                </a:solidFill>
                <a:latin typeface="Arial"/>
                <a:ea typeface="Arial"/>
                <a:cs typeface="Arial"/>
              </a:defRPr>
            </a:pPr>
            <a:r>
              <a:rPr sz="1000" b="1">
                <a:solidFill>
                  <a:srgbClr val="35125F"/>
                </a:solidFill>
                <a:latin typeface="Arial"/>
                <a:ea typeface="Arial"/>
                <a:cs typeface="Arial"/>
              </a:rPr>
              <a:t>Look first. Signal only when safe; move only when clear.</a:t>
            </a:r>
          </a:p>
        </p:txBody>
      </p:sp>
      <p:sp>
        <p:nvSpPr>
          <p:cNvPr id="35" name="Arizona page one footer">
            <a:extLst xmlns:a="http://schemas.openxmlformats.org/drawingml/2006/main">
              <a:ext uri="{FF2B5EF4-FFF2-40B4-BE49-F238E27FC236}">
                <a16:creationId xmlns:a16="http://schemas.microsoft.com/office/drawing/2014/main" id="{1D71E0DB-E770-4E19-861F-A6E88F79A509}"/>
              </a:ext>
            </a:extLst>
          </p:cNvPr>
          <p:cNvSpPr>
            <a:spLocks xmlns:a="http://schemas.openxmlformats.org/drawingml/2006/main" noGrp="1"/>
          </p:cNvSpPr>
          <p:nvPr/>
        </p:nvSpPr>
        <p:spPr>
          <a:xfrm xmlns:a="http://schemas.openxmlformats.org/drawingml/2006/main">
            <a:off x="0" y="9144000"/>
            <a:ext cx="7772400" cy="9144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36" name="">
            <a:extLst xmlns:a="http://schemas.openxmlformats.org/drawingml/2006/main">
              <a:ext uri="{FF2B5EF4-FFF2-40B4-BE49-F238E27FC236}">
                <a16:creationId xmlns:a16="http://schemas.microsoft.com/office/drawing/2014/main" id="{42B96893-945D-4F80-98DD-4F459D03AD59}"/>
              </a:ext>
            </a:extLst>
          </p:cNvPr>
          <p:cNvPicPr>
            <a:picLocks xmlns:a="http://schemas.openxmlformats.org/drawingml/2006/main" noChangeAspect="1"/>
          </p:cNvPicPr>
          <p:nvPr/>
        </p:nvPicPr>
        <p:blipFill>
          <a:blip xmlns:r="http://schemas.openxmlformats.org/officeDocument/2006/relationships" xmlns:a="http://schemas.openxmlformats.org/drawingml/2006/main" r:embed="R80e04d1c328f4115"/>
          <a:stretch xmlns:a="http://schemas.openxmlformats.org/drawingml/2006/main"/>
        </p:blipFill>
        <p:spPr>
          <a:xfrm xmlns:a="http://schemas.openxmlformats.org/drawingml/2006/main">
            <a:off x="285750" y="9334500"/>
            <a:ext cx="514350" cy="514350"/>
          </a:xfrm>
          <a:prstGeom xmlns:a="http://schemas.openxmlformats.org/drawingml/2006/main" prst="rect">
            <a:avLst/>
          </a:prstGeom>
        </p:spPr>
      </p:pic>
      <p:sp>
        <p:nvSpPr>
          <p:cNvPr id="37" name="Arizona page one footer brand">
            <a:extLst xmlns:a="http://schemas.openxmlformats.org/drawingml/2006/main">
              <a:ext uri="{FF2B5EF4-FFF2-40B4-BE49-F238E27FC236}">
                <a16:creationId xmlns:a16="http://schemas.microsoft.com/office/drawing/2014/main" id="{FF011973-3B6E-41F8-8195-E252695FD46C}"/>
              </a:ext>
            </a:extLst>
          </p:cNvPr>
          <p:cNvSpPr>
            <a:spLocks xmlns:a="http://schemas.openxmlformats.org/drawingml/2006/main" noGrp="1"/>
          </p:cNvSpPr>
          <p:nvPr/>
        </p:nvSpPr>
        <p:spPr>
          <a:xfrm xmlns:a="http://schemas.openxmlformats.org/drawingml/2006/main">
            <a:off x="971550" y="934402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0A"/>
                </a:solidFill>
                <a:latin typeface="Space Grotesk"/>
                <a:ea typeface="Space Grotesk"/>
                <a:cs typeface="Space Grotesk"/>
              </a:defRPr>
            </a:defPPr>
            <a:lvl1pPr algn="l">
              <a:defRPr sz="1200" b="1">
                <a:solidFill>
                  <a:srgbClr val="FFFF0A"/>
                </a:solidFill>
                <a:latin typeface="Space Grotesk"/>
                <a:ea typeface="Space Grotesk"/>
                <a:cs typeface="Space Grotesk"/>
              </a:defRPr>
            </a:lvl1pPr>
            <a:lvl2pPr algn="l">
              <a:defRPr sz="1200" b="1">
                <a:solidFill>
                  <a:srgbClr val="FFFF0A"/>
                </a:solidFill>
                <a:latin typeface="Space Grotesk"/>
                <a:ea typeface="Space Grotesk"/>
                <a:cs typeface="Space Grotesk"/>
              </a:defRPr>
            </a:lvl2pPr>
            <a:lvl3pPr algn="l">
              <a:defRPr sz="1200" b="1">
                <a:solidFill>
                  <a:srgbClr val="FFFF0A"/>
                </a:solidFill>
                <a:latin typeface="Space Grotesk"/>
                <a:ea typeface="Space Grotesk"/>
                <a:cs typeface="Space Grotesk"/>
              </a:defRPr>
            </a:lvl3pPr>
            <a:lvl4pPr algn="l">
              <a:defRPr sz="1200" b="1">
                <a:solidFill>
                  <a:srgbClr val="FFFF0A"/>
                </a:solidFill>
                <a:latin typeface="Space Grotesk"/>
                <a:ea typeface="Space Grotesk"/>
                <a:cs typeface="Space Grotesk"/>
              </a:defRPr>
            </a:lvl4pPr>
            <a:lvl5pPr algn="l">
              <a:defRPr sz="1200" b="1">
                <a:solidFill>
                  <a:srgbClr val="FFFF0A"/>
                </a:solidFill>
                <a:latin typeface="Space Grotesk"/>
                <a:ea typeface="Space Grotesk"/>
                <a:cs typeface="Space Grotesk"/>
              </a:defRPr>
            </a:lvl5pPr>
            <a:lvl6pPr algn="l">
              <a:defRPr sz="1200" b="1">
                <a:solidFill>
                  <a:srgbClr val="FFFF0A"/>
                </a:solidFill>
                <a:latin typeface="Space Grotesk"/>
                <a:ea typeface="Space Grotesk"/>
                <a:cs typeface="Space Grotesk"/>
              </a:defRPr>
            </a:lvl6pPr>
            <a:lvl7pPr algn="l">
              <a:defRPr sz="1200" b="1">
                <a:solidFill>
                  <a:srgbClr val="FFFF0A"/>
                </a:solidFill>
                <a:latin typeface="Space Grotesk"/>
                <a:ea typeface="Space Grotesk"/>
                <a:cs typeface="Space Grotesk"/>
              </a:defRPr>
            </a:lvl7pPr>
            <a:lvl8pPr algn="l">
              <a:defRPr sz="1200" b="1">
                <a:solidFill>
                  <a:srgbClr val="FFFF0A"/>
                </a:solidFill>
                <a:latin typeface="Space Grotesk"/>
                <a:ea typeface="Space Grotesk"/>
                <a:cs typeface="Space Grotesk"/>
              </a:defRPr>
            </a:lvl8pPr>
            <a:lvl9pPr algn="l">
              <a:defRPr sz="1200" b="1">
                <a:solidFill>
                  <a:srgbClr val="FFFF0A"/>
                </a:solidFill>
                <a:latin typeface="Space Grotesk"/>
                <a:ea typeface="Space Grotesk"/>
                <a:cs typeface="Space Grotesk"/>
              </a:defRPr>
            </a:lvl9pPr>
          </a:lstStyle>
          <a:p xmlns:a="http://schemas.openxmlformats.org/drawingml/2006/main">
            <a:pPr algn="l">
              <a:lnSpc>
                <a:spcPct val="100000"/>
              </a:lnSpc>
              <a:buNone/>
              <a:defRPr sz="1200" b="1">
                <a:solidFill>
                  <a:srgbClr val="FFFF0A"/>
                </a:solidFill>
                <a:latin typeface="Space Grotesk"/>
                <a:ea typeface="Space Grotesk"/>
                <a:cs typeface="Space Grotesk"/>
              </a:defRPr>
            </a:pPr>
            <a:r>
              <a:rPr sz="1200" b="1">
                <a:solidFill>
                  <a:srgbClr val="FFFF0A"/>
                </a:solidFill>
                <a:latin typeface="Space Grotesk"/>
                <a:ea typeface="Space Grotesk"/>
                <a:cs typeface="Space Grotesk"/>
              </a:rPr>
              <a:t>3 FEET PLEASE</a:t>
            </a:r>
          </a:p>
        </p:txBody>
      </p:sp>
      <p:sp>
        <p:nvSpPr>
          <p:cNvPr id="38" name="Arizona page one footer website">
            <a:extLst xmlns:a="http://schemas.openxmlformats.org/drawingml/2006/main">
              <a:ext uri="{FF2B5EF4-FFF2-40B4-BE49-F238E27FC236}">
                <a16:creationId xmlns:a16="http://schemas.microsoft.com/office/drawing/2014/main" id="{DE64DE5D-9B3E-447D-9E22-E5368B6D1689}"/>
              </a:ext>
            </a:extLst>
          </p:cNvPr>
          <p:cNvSpPr>
            <a:spLocks xmlns:a="http://schemas.openxmlformats.org/drawingml/2006/main" noGrp="1"/>
          </p:cNvSpPr>
          <p:nvPr/>
        </p:nvSpPr>
        <p:spPr>
          <a:xfrm xmlns:a="http://schemas.openxmlformats.org/drawingml/2006/main">
            <a:off x="971550" y="9610725"/>
            <a:ext cx="4572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FFFFFF"/>
                </a:solidFill>
                <a:latin typeface="Arial"/>
                <a:ea typeface="Arial"/>
                <a:cs typeface="Arial"/>
              </a:defRPr>
            </a:defPPr>
            <a:lvl1pPr algn="l">
              <a:defRPr sz="1050" b="1">
                <a:solidFill>
                  <a:srgbClr val="FFFFFF"/>
                </a:solidFill>
                <a:latin typeface="Arial"/>
                <a:ea typeface="Arial"/>
                <a:cs typeface="Arial"/>
              </a:defRPr>
            </a:lvl1pPr>
            <a:lvl2pPr algn="l">
              <a:defRPr sz="1050" b="1">
                <a:solidFill>
                  <a:srgbClr val="FFFFFF"/>
                </a:solidFill>
                <a:latin typeface="Arial"/>
                <a:ea typeface="Arial"/>
                <a:cs typeface="Arial"/>
              </a:defRPr>
            </a:lvl2pPr>
            <a:lvl3pPr algn="l">
              <a:defRPr sz="1050" b="1">
                <a:solidFill>
                  <a:srgbClr val="FFFFFF"/>
                </a:solidFill>
                <a:latin typeface="Arial"/>
                <a:ea typeface="Arial"/>
                <a:cs typeface="Arial"/>
              </a:defRPr>
            </a:lvl3pPr>
            <a:lvl4pPr algn="l">
              <a:defRPr sz="1050" b="1">
                <a:solidFill>
                  <a:srgbClr val="FFFFFF"/>
                </a:solidFill>
                <a:latin typeface="Arial"/>
                <a:ea typeface="Arial"/>
                <a:cs typeface="Arial"/>
              </a:defRPr>
            </a:lvl4pPr>
            <a:lvl5pPr algn="l">
              <a:defRPr sz="1050" b="1">
                <a:solidFill>
                  <a:srgbClr val="FFFFFF"/>
                </a:solidFill>
                <a:latin typeface="Arial"/>
                <a:ea typeface="Arial"/>
                <a:cs typeface="Arial"/>
              </a:defRPr>
            </a:lvl5pPr>
            <a:lvl6pPr algn="l">
              <a:defRPr sz="1050" b="1">
                <a:solidFill>
                  <a:srgbClr val="FFFFFF"/>
                </a:solidFill>
                <a:latin typeface="Arial"/>
                <a:ea typeface="Arial"/>
                <a:cs typeface="Arial"/>
              </a:defRPr>
            </a:lvl6pPr>
            <a:lvl7pPr algn="l">
              <a:defRPr sz="1050" b="1">
                <a:solidFill>
                  <a:srgbClr val="FFFFFF"/>
                </a:solidFill>
                <a:latin typeface="Arial"/>
                <a:ea typeface="Arial"/>
                <a:cs typeface="Arial"/>
              </a:defRPr>
            </a:lvl7pPr>
            <a:lvl8pPr algn="l">
              <a:defRPr sz="1050" b="1">
                <a:solidFill>
                  <a:srgbClr val="FFFFFF"/>
                </a:solidFill>
                <a:latin typeface="Arial"/>
                <a:ea typeface="Arial"/>
                <a:cs typeface="Arial"/>
              </a:defRPr>
            </a:lvl8pPr>
            <a:lvl9pPr algn="l">
              <a:defRPr sz="1050" b="1">
                <a:solidFill>
                  <a:srgbClr val="FFFFFF"/>
                </a:solidFill>
                <a:latin typeface="Arial"/>
                <a:ea typeface="Arial"/>
                <a:cs typeface="Arial"/>
              </a:defRPr>
            </a:lvl9pPr>
          </a:lstStyle>
          <a:p xmlns:a="http://schemas.openxmlformats.org/drawingml/2006/main">
            <a:pPr algn="l">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3fp.org · Find groups and public rides.</a:t>
            </a:r>
          </a:p>
        </p:txBody>
      </p:sp>
      <p:sp>
        <p:nvSpPr>
          <p:cNvPr id="39" name="QR code white quiet zone">
            <a:extLst xmlns:a="http://schemas.openxmlformats.org/drawingml/2006/main">
              <a:ext uri="{FF2B5EF4-FFF2-40B4-BE49-F238E27FC236}">
                <a16:creationId xmlns:a16="http://schemas.microsoft.com/office/drawing/2014/main" id="{8C95199B-219B-4843-8CCF-2FDFA3028C4B}"/>
              </a:ext>
            </a:extLst>
          </p:cNvPr>
          <p:cNvSpPr>
            <a:spLocks xmlns:a="http://schemas.openxmlformats.org/drawingml/2006/main" noGrp="1"/>
          </p:cNvSpPr>
          <p:nvPr/>
        </p:nvSpPr>
        <p:spPr>
          <a:xfrm xmlns:a="http://schemas.openxmlformats.org/drawingml/2006/main">
            <a:off x="6858000" y="9239250"/>
            <a:ext cx="6667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40" name="">
            <a:extLst xmlns:a="http://schemas.openxmlformats.org/drawingml/2006/main">
              <a:ext uri="{FF2B5EF4-FFF2-40B4-BE49-F238E27FC236}">
                <a16:creationId xmlns:a16="http://schemas.microsoft.com/office/drawing/2014/main" id="{5338D87B-D979-4D01-BA6F-85BAAB971F95}"/>
              </a:ext>
            </a:extLst>
          </p:cNvPr>
          <p:cNvPicPr>
            <a:picLocks xmlns:a="http://schemas.openxmlformats.org/drawingml/2006/main" noChangeAspect="1"/>
          </p:cNvPicPr>
          <p:nvPr/>
        </p:nvPicPr>
        <p:blipFill>
          <a:blip xmlns:r="http://schemas.openxmlformats.org/officeDocument/2006/relationships" xmlns:a="http://schemas.openxmlformats.org/drawingml/2006/main" r:embed="R4e08267280664a22"/>
          <a:stretch xmlns:a="http://schemas.openxmlformats.org/drawingml/2006/main"/>
        </p:blipFill>
        <p:spPr>
          <a:xfrm xmlns:a="http://schemas.openxmlformats.org/drawingml/2006/main">
            <a:off x="6896100" y="9277350"/>
            <a:ext cx="590550" cy="590550"/>
          </a:xfrm>
          <a:prstGeom xmlns:a="http://schemas.openxmlformats.org/drawingml/2006/main" prst="rect">
            <a:avLst/>
          </a:prstGeom>
        </p:spPr>
      </p:pic>
    </p:spTree>
    <p:extLst>
      <p:ext uri="{BB962C8B-B14F-4D97-AF65-F5344CB8AC3E}">
        <p14:creationId xmlns:p14="http://schemas.microsoft.com/office/powerpoint/2010/main" val="376615373"/>
      </p:ext>
    </p:extLst>
  </p:cSld>
</p:sld>
</file>

<file path=ppt/slides/slide2.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41" name="">
            <a:extLst xmlns:a="http://schemas.openxmlformats.org/drawingml/2006/main">
              <a:ext uri="{FF2B5EF4-FFF2-40B4-BE49-F238E27FC236}">
                <a16:creationId xmlns:a16="http://schemas.microsoft.com/office/drawing/2014/main" id="{AF697F4E-D163-4D4B-A0C3-5C42C09729E2}"/>
              </a:ext>
            </a:extLst>
          </p:cNvPr>
          <p:cNvPicPr>
            <a:picLocks xmlns:a="http://schemas.openxmlformats.org/drawingml/2006/main" noChangeAspect="1"/>
          </p:cNvPicPr>
          <p:nvPr/>
        </p:nvPicPr>
        <p:blipFill>
          <a:blip xmlns:r="http://schemas.openxmlformats.org/officeDocument/2006/relationships" xmlns:a="http://schemas.openxmlformats.org/drawingml/2006/main" r:embed="R7ceec43a2946438d"/>
          <a:srcRect xmlns:a="http://schemas.openxmlformats.org/drawingml/2006/main" l="0" t="10145" r="0" b="10145"/>
          <a:stretch xmlns:a="http://schemas.openxmlformats.org/drawingml/2006/main">
            <a:fillRect l="0" t="0" r="0" b="0"/>
          </a:stretch>
        </p:blipFill>
        <p:spPr>
          <a:xfrm xmlns:a="http://schemas.openxmlformats.org/drawingml/2006/main">
            <a:off x="0" y="0"/>
            <a:ext cx="1752600" cy="2095500"/>
          </a:xfrm>
          <a:prstGeom xmlns:a="http://schemas.openxmlformats.org/drawingml/2006/main" prst="rect">
            <a:avLst/>
          </a:prstGeom>
        </p:spPr>
      </p:pic>
      <p:sp>
        <p:nvSpPr>
          <p:cNvPr id="2" name="Arizona conditions title ground">
            <a:extLst xmlns:a="http://schemas.openxmlformats.org/drawingml/2006/main">
              <a:ext uri="{FF2B5EF4-FFF2-40B4-BE49-F238E27FC236}">
                <a16:creationId xmlns:a16="http://schemas.microsoft.com/office/drawing/2014/main" id="{C0CB2069-ACE5-4C8D-BB6A-03030F6C6B9A}"/>
              </a:ext>
            </a:extLst>
          </p:cNvPr>
          <p:cNvSpPr>
            <a:spLocks xmlns:a="http://schemas.openxmlformats.org/drawingml/2006/main" noGrp="1"/>
          </p:cNvSpPr>
          <p:nvPr/>
        </p:nvSpPr>
        <p:spPr>
          <a:xfrm xmlns:a="http://schemas.openxmlformats.org/drawingml/2006/main">
            <a:off x="1752600" y="0"/>
            <a:ext cx="6019800" cy="20955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sp>
        <p:nvSpPr>
          <p:cNvPr id="3" name="Arizona conditions title">
            <a:extLst xmlns:a="http://schemas.openxmlformats.org/drawingml/2006/main">
              <a:ext uri="{FF2B5EF4-FFF2-40B4-BE49-F238E27FC236}">
                <a16:creationId xmlns:a16="http://schemas.microsoft.com/office/drawing/2014/main" id="{96F52A15-A94E-4F75-8751-A255CF1DFD4F}"/>
              </a:ext>
            </a:extLst>
          </p:cNvPr>
          <p:cNvSpPr>
            <a:spLocks xmlns:a="http://schemas.openxmlformats.org/drawingml/2006/main" noGrp="1"/>
          </p:cNvSpPr>
          <p:nvPr/>
        </p:nvSpPr>
        <p:spPr>
          <a:xfrm xmlns:a="http://schemas.openxmlformats.org/drawingml/2006/main">
            <a:off x="2114550" y="381000"/>
            <a:ext cx="5257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1">
                <a:solidFill>
                  <a:srgbClr val="FFFF0A"/>
                </a:solidFill>
                <a:latin typeface="Space Grotesk"/>
                <a:ea typeface="Space Grotesk"/>
                <a:cs typeface="Space Grotesk"/>
              </a:defRPr>
            </a:defPPr>
            <a:lvl1pPr algn="l">
              <a:defRPr sz="2200" b="1">
                <a:solidFill>
                  <a:srgbClr val="FFFF0A"/>
                </a:solidFill>
                <a:latin typeface="Space Grotesk"/>
                <a:ea typeface="Space Grotesk"/>
                <a:cs typeface="Space Grotesk"/>
              </a:defRPr>
            </a:lvl1pPr>
            <a:lvl2pPr algn="l">
              <a:defRPr sz="2200" b="1">
                <a:solidFill>
                  <a:srgbClr val="FFFF0A"/>
                </a:solidFill>
                <a:latin typeface="Space Grotesk"/>
                <a:ea typeface="Space Grotesk"/>
                <a:cs typeface="Space Grotesk"/>
              </a:defRPr>
            </a:lvl2pPr>
            <a:lvl3pPr algn="l">
              <a:defRPr sz="2200" b="1">
                <a:solidFill>
                  <a:srgbClr val="FFFF0A"/>
                </a:solidFill>
                <a:latin typeface="Space Grotesk"/>
                <a:ea typeface="Space Grotesk"/>
                <a:cs typeface="Space Grotesk"/>
              </a:defRPr>
            </a:lvl3pPr>
            <a:lvl4pPr algn="l">
              <a:defRPr sz="2200" b="1">
                <a:solidFill>
                  <a:srgbClr val="FFFF0A"/>
                </a:solidFill>
                <a:latin typeface="Space Grotesk"/>
                <a:ea typeface="Space Grotesk"/>
                <a:cs typeface="Space Grotesk"/>
              </a:defRPr>
            </a:lvl4pPr>
            <a:lvl5pPr algn="l">
              <a:defRPr sz="2200" b="1">
                <a:solidFill>
                  <a:srgbClr val="FFFF0A"/>
                </a:solidFill>
                <a:latin typeface="Space Grotesk"/>
                <a:ea typeface="Space Grotesk"/>
                <a:cs typeface="Space Grotesk"/>
              </a:defRPr>
            </a:lvl5pPr>
            <a:lvl6pPr algn="l">
              <a:defRPr sz="2200" b="1">
                <a:solidFill>
                  <a:srgbClr val="FFFF0A"/>
                </a:solidFill>
                <a:latin typeface="Space Grotesk"/>
                <a:ea typeface="Space Grotesk"/>
                <a:cs typeface="Space Grotesk"/>
              </a:defRPr>
            </a:lvl6pPr>
            <a:lvl7pPr algn="l">
              <a:defRPr sz="2200" b="1">
                <a:solidFill>
                  <a:srgbClr val="FFFF0A"/>
                </a:solidFill>
                <a:latin typeface="Space Grotesk"/>
                <a:ea typeface="Space Grotesk"/>
                <a:cs typeface="Space Grotesk"/>
              </a:defRPr>
            </a:lvl7pPr>
            <a:lvl8pPr algn="l">
              <a:defRPr sz="2200" b="1">
                <a:solidFill>
                  <a:srgbClr val="FFFF0A"/>
                </a:solidFill>
                <a:latin typeface="Space Grotesk"/>
                <a:ea typeface="Space Grotesk"/>
                <a:cs typeface="Space Grotesk"/>
              </a:defRPr>
            </a:lvl8pPr>
            <a:lvl9pPr algn="l">
              <a:defRPr sz="2200" b="1">
                <a:solidFill>
                  <a:srgbClr val="FFFF0A"/>
                </a:solidFill>
                <a:latin typeface="Space Grotesk"/>
                <a:ea typeface="Space Grotesk"/>
                <a:cs typeface="Space Grotesk"/>
              </a:defRPr>
            </a:lvl9pPr>
          </a:lstStyle>
          <a:p xmlns:a="http://schemas.openxmlformats.org/drawingml/2006/main">
            <a:pPr algn="l">
              <a:lnSpc>
                <a:spcPct val="96000"/>
              </a:lnSpc>
              <a:buNone/>
              <a:defRPr sz="2200" b="1">
                <a:solidFill>
                  <a:srgbClr val="FFFF0A"/>
                </a:solidFill>
                <a:latin typeface="Space Grotesk"/>
                <a:ea typeface="Space Grotesk"/>
                <a:cs typeface="Space Grotesk"/>
              </a:defRPr>
            </a:pPr>
            <a:r>
              <a:rPr sz="2200" b="1">
                <a:solidFill>
                  <a:srgbClr val="FFFF0A"/>
                </a:solidFill>
                <a:latin typeface="Space Grotesk"/>
                <a:ea typeface="Space Grotesk"/>
                <a:cs typeface="Space Grotesk"/>
              </a:rPr>
              <a:t>CHECK THE CONDITIONS</a:t>
            </a:r>
          </a:p>
          <a:p xmlns:a="http://schemas.openxmlformats.org/drawingml/2006/main">
            <a:pPr algn="l">
              <a:lnSpc>
                <a:spcPct val="96000"/>
              </a:lnSpc>
              <a:buNone/>
              <a:defRPr sz="2200" b="1">
                <a:solidFill>
                  <a:srgbClr val="FFFF0A"/>
                </a:solidFill>
                <a:latin typeface="Space Grotesk"/>
                <a:ea typeface="Space Grotesk"/>
                <a:cs typeface="Space Grotesk"/>
              </a:defRPr>
            </a:pPr>
            <a:r>
              <a:rPr sz="2200" b="1">
                <a:solidFill>
                  <a:srgbClr val="FFFF0A"/>
                </a:solidFill>
                <a:latin typeface="Space Grotesk"/>
                <a:ea typeface="Space Grotesk"/>
                <a:cs typeface="Space Grotesk"/>
              </a:rPr>
              <a:t>BEFORE YOU RIDE.</a:t>
            </a:r>
          </a:p>
        </p:txBody>
      </p:sp>
      <p:sp>
        <p:nvSpPr>
          <p:cNvPr id="4" name="Arizona conditions subhead">
            <a:extLst xmlns:a="http://schemas.openxmlformats.org/drawingml/2006/main">
              <a:ext uri="{FF2B5EF4-FFF2-40B4-BE49-F238E27FC236}">
                <a16:creationId xmlns:a16="http://schemas.microsoft.com/office/drawing/2014/main" id="{599BD52F-C6D8-459D-A3D8-3BA6E37DB987}"/>
              </a:ext>
            </a:extLst>
          </p:cNvPr>
          <p:cNvSpPr>
            <a:spLocks xmlns:a="http://schemas.openxmlformats.org/drawingml/2006/main" noGrp="1"/>
          </p:cNvSpPr>
          <p:nvPr/>
        </p:nvSpPr>
        <p:spPr>
          <a:xfrm xmlns:a="http://schemas.openxmlformats.org/drawingml/2006/main">
            <a:off x="2133600" y="1362075"/>
            <a:ext cx="525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FFFFFF"/>
                </a:solidFill>
                <a:latin typeface="Arial"/>
                <a:ea typeface="Arial"/>
                <a:cs typeface="Arial"/>
              </a:defRPr>
            </a:defPPr>
            <a:lvl1pPr algn="l">
              <a:defRPr sz="1150" b="1">
                <a:solidFill>
                  <a:srgbClr val="FFFFFF"/>
                </a:solidFill>
                <a:latin typeface="Arial"/>
                <a:ea typeface="Arial"/>
                <a:cs typeface="Arial"/>
              </a:defRPr>
            </a:lvl1pPr>
            <a:lvl2pPr algn="l">
              <a:defRPr sz="1150" b="1">
                <a:solidFill>
                  <a:srgbClr val="FFFFFF"/>
                </a:solidFill>
                <a:latin typeface="Arial"/>
                <a:ea typeface="Arial"/>
                <a:cs typeface="Arial"/>
              </a:defRPr>
            </a:lvl2pPr>
            <a:lvl3pPr algn="l">
              <a:defRPr sz="1150" b="1">
                <a:solidFill>
                  <a:srgbClr val="FFFFFF"/>
                </a:solidFill>
                <a:latin typeface="Arial"/>
                <a:ea typeface="Arial"/>
                <a:cs typeface="Arial"/>
              </a:defRPr>
            </a:lvl3pPr>
            <a:lvl4pPr algn="l">
              <a:defRPr sz="1150" b="1">
                <a:solidFill>
                  <a:srgbClr val="FFFFFF"/>
                </a:solidFill>
                <a:latin typeface="Arial"/>
                <a:ea typeface="Arial"/>
                <a:cs typeface="Arial"/>
              </a:defRPr>
            </a:lvl4pPr>
            <a:lvl5pPr algn="l">
              <a:defRPr sz="1150" b="1">
                <a:solidFill>
                  <a:srgbClr val="FFFFFF"/>
                </a:solidFill>
                <a:latin typeface="Arial"/>
                <a:ea typeface="Arial"/>
                <a:cs typeface="Arial"/>
              </a:defRPr>
            </a:lvl5pPr>
            <a:lvl6pPr algn="l">
              <a:defRPr sz="1150" b="1">
                <a:solidFill>
                  <a:srgbClr val="FFFFFF"/>
                </a:solidFill>
                <a:latin typeface="Arial"/>
                <a:ea typeface="Arial"/>
                <a:cs typeface="Arial"/>
              </a:defRPr>
            </a:lvl6pPr>
            <a:lvl7pPr algn="l">
              <a:defRPr sz="1150" b="1">
                <a:solidFill>
                  <a:srgbClr val="FFFFFF"/>
                </a:solidFill>
                <a:latin typeface="Arial"/>
                <a:ea typeface="Arial"/>
                <a:cs typeface="Arial"/>
              </a:defRPr>
            </a:lvl7pPr>
            <a:lvl8pPr algn="l">
              <a:defRPr sz="1150" b="1">
                <a:solidFill>
                  <a:srgbClr val="FFFFFF"/>
                </a:solidFill>
                <a:latin typeface="Arial"/>
                <a:ea typeface="Arial"/>
                <a:cs typeface="Arial"/>
              </a:defRPr>
            </a:lvl8pPr>
            <a:lvl9pPr algn="l">
              <a:defRPr sz="1150" b="1">
                <a:solidFill>
                  <a:srgbClr val="FFFFFF"/>
                </a:solidFill>
                <a:latin typeface="Arial"/>
                <a:ea typeface="Arial"/>
                <a:cs typeface="Arial"/>
              </a:defRPr>
            </a:lvl9pPr>
          </a:lstStyle>
          <a:p xmlns:a="http://schemas.openxmlformats.org/drawingml/2006/main">
            <a:pPr algn="l">
              <a:lnSpc>
                <a:spcPct val="100000"/>
              </a:lnSpc>
              <a:buNone/>
              <a:defRPr sz="1150" b="1">
                <a:solidFill>
                  <a:srgbClr val="FFFFFF"/>
                </a:solidFill>
                <a:latin typeface="Arial"/>
                <a:ea typeface="Arial"/>
                <a:cs typeface="Arial"/>
              </a:defRPr>
            </a:pPr>
            <a:r>
              <a:rPr sz="1150" b="1">
                <a:solidFill>
                  <a:srgbClr val="FFFFFF"/>
                </a:solidFill>
                <a:latin typeface="Arial"/>
                <a:ea typeface="Arial"/>
                <a:cs typeface="Arial"/>
              </a:rPr>
              <a:t>Arizona edition · Weather, route, and crash guidance</a:t>
            </a:r>
          </a:p>
        </p:txBody>
      </p:sp>
      <p:sp>
        <p:nvSpPr>
          <p:cNvPr id="5" name="Arizona conditions top website">
            <a:extLst xmlns:a="http://schemas.openxmlformats.org/drawingml/2006/main">
              <a:ext uri="{FF2B5EF4-FFF2-40B4-BE49-F238E27FC236}">
                <a16:creationId xmlns:a16="http://schemas.microsoft.com/office/drawing/2014/main" id="{5D879341-C1DC-4D43-865A-EE9B0D0061A5}"/>
              </a:ext>
            </a:extLst>
          </p:cNvPr>
          <p:cNvSpPr>
            <a:spLocks xmlns:a="http://schemas.openxmlformats.org/drawingml/2006/main" noGrp="1"/>
          </p:cNvSpPr>
          <p:nvPr/>
        </p:nvSpPr>
        <p:spPr>
          <a:xfrm xmlns:a="http://schemas.openxmlformats.org/drawingml/2006/main">
            <a:off x="2133600" y="1695450"/>
            <a:ext cx="17621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1">
                <a:solidFill>
                  <a:srgbClr val="FFFF0A"/>
                </a:solidFill>
                <a:latin typeface="Space Grotesk"/>
                <a:ea typeface="Space Grotesk"/>
                <a:cs typeface="Space Grotesk"/>
              </a:defRPr>
            </a:defPPr>
            <a:lvl1pPr algn="l">
              <a:defRPr sz="1250" b="1">
                <a:solidFill>
                  <a:srgbClr val="FFFF0A"/>
                </a:solidFill>
                <a:latin typeface="Space Grotesk"/>
                <a:ea typeface="Space Grotesk"/>
                <a:cs typeface="Space Grotesk"/>
              </a:defRPr>
            </a:lvl1pPr>
            <a:lvl2pPr algn="l">
              <a:defRPr sz="1250" b="1">
                <a:solidFill>
                  <a:srgbClr val="FFFF0A"/>
                </a:solidFill>
                <a:latin typeface="Space Grotesk"/>
                <a:ea typeface="Space Grotesk"/>
                <a:cs typeface="Space Grotesk"/>
              </a:defRPr>
            </a:lvl2pPr>
            <a:lvl3pPr algn="l">
              <a:defRPr sz="1250" b="1">
                <a:solidFill>
                  <a:srgbClr val="FFFF0A"/>
                </a:solidFill>
                <a:latin typeface="Space Grotesk"/>
                <a:ea typeface="Space Grotesk"/>
                <a:cs typeface="Space Grotesk"/>
              </a:defRPr>
            </a:lvl3pPr>
            <a:lvl4pPr algn="l">
              <a:defRPr sz="1250" b="1">
                <a:solidFill>
                  <a:srgbClr val="FFFF0A"/>
                </a:solidFill>
                <a:latin typeface="Space Grotesk"/>
                <a:ea typeface="Space Grotesk"/>
                <a:cs typeface="Space Grotesk"/>
              </a:defRPr>
            </a:lvl4pPr>
            <a:lvl5pPr algn="l">
              <a:defRPr sz="1250" b="1">
                <a:solidFill>
                  <a:srgbClr val="FFFF0A"/>
                </a:solidFill>
                <a:latin typeface="Space Grotesk"/>
                <a:ea typeface="Space Grotesk"/>
                <a:cs typeface="Space Grotesk"/>
              </a:defRPr>
            </a:lvl5pPr>
            <a:lvl6pPr algn="l">
              <a:defRPr sz="1250" b="1">
                <a:solidFill>
                  <a:srgbClr val="FFFF0A"/>
                </a:solidFill>
                <a:latin typeface="Space Grotesk"/>
                <a:ea typeface="Space Grotesk"/>
                <a:cs typeface="Space Grotesk"/>
              </a:defRPr>
            </a:lvl6pPr>
            <a:lvl7pPr algn="l">
              <a:defRPr sz="1250" b="1">
                <a:solidFill>
                  <a:srgbClr val="FFFF0A"/>
                </a:solidFill>
                <a:latin typeface="Space Grotesk"/>
                <a:ea typeface="Space Grotesk"/>
                <a:cs typeface="Space Grotesk"/>
              </a:defRPr>
            </a:lvl7pPr>
            <a:lvl8pPr algn="l">
              <a:defRPr sz="1250" b="1">
                <a:solidFill>
                  <a:srgbClr val="FFFF0A"/>
                </a:solidFill>
                <a:latin typeface="Space Grotesk"/>
                <a:ea typeface="Space Grotesk"/>
                <a:cs typeface="Space Grotesk"/>
              </a:defRPr>
            </a:lvl8pPr>
            <a:lvl9pPr algn="l">
              <a:defRPr sz="1250" b="1">
                <a:solidFill>
                  <a:srgbClr val="FFFF0A"/>
                </a:solidFill>
                <a:latin typeface="Space Grotesk"/>
                <a:ea typeface="Space Grotesk"/>
                <a:cs typeface="Space Grotesk"/>
              </a:defRPr>
            </a:lvl9pPr>
          </a:lstStyle>
          <a:p xmlns:a="http://schemas.openxmlformats.org/drawingml/2006/main">
            <a:pPr algn="l">
              <a:lnSpc>
                <a:spcPct val="100000"/>
              </a:lnSpc>
              <a:buNone/>
              <a:defRPr sz="1250" b="1">
                <a:solidFill>
                  <a:srgbClr val="FFFF0A"/>
                </a:solidFill>
                <a:latin typeface="Space Grotesk"/>
                <a:ea typeface="Space Grotesk"/>
                <a:cs typeface="Space Grotesk"/>
              </a:defRPr>
            </a:pPr>
            <a:r>
              <a:rPr sz="1250" b="1">
                <a:solidFill>
                  <a:srgbClr val="FFFF0A"/>
                </a:solidFill>
                <a:latin typeface="Space Grotesk"/>
                <a:ea typeface="Space Grotesk"/>
                <a:cs typeface="Space Grotesk"/>
              </a:rPr>
              <a:t>3fp.org</a:t>
            </a:r>
          </a:p>
        </p:txBody>
      </p:sp>
      <p:sp>
        <p:nvSpPr>
          <p:cNvPr id="6" name="Arizona conditions header edge">
            <a:extLst xmlns:a="http://schemas.openxmlformats.org/drawingml/2006/main">
              <a:ext uri="{FF2B5EF4-FFF2-40B4-BE49-F238E27FC236}">
                <a16:creationId xmlns:a16="http://schemas.microsoft.com/office/drawing/2014/main" id="{4557B6D6-88BF-4F6B-AD43-A14DCCA4DD92}"/>
              </a:ext>
            </a:extLst>
          </p:cNvPr>
          <p:cNvSpPr>
            <a:spLocks xmlns:a="http://schemas.openxmlformats.org/drawingml/2006/main" noGrp="1"/>
          </p:cNvSpPr>
          <p:nvPr/>
        </p:nvSpPr>
        <p:spPr>
          <a:xfrm xmlns:a="http://schemas.openxmlformats.org/drawingml/2006/main">
            <a:off x="0" y="2095500"/>
            <a:ext cx="7772400" cy="57150"/>
          </a:xfrm>
          <a:prstGeom xmlns:a="http://schemas.openxmlformats.org/drawingml/2006/main" prst="rect">
            <a:avLst/>
          </a:prstGeom>
          <a:solidFill xmlns:a="http://schemas.openxmlformats.org/drawingml/2006/main">
            <a:srgbClr val="FF0180"/>
          </a:solidFill>
          <a:ln xmlns:a="http://schemas.openxmlformats.org/drawingml/2006/main" w="0">
            <a:noFill/>
            <a:prstDash val="solid"/>
          </a:ln>
        </p:spPr>
      </p:sp>
      <p:sp>
        <p:nvSpPr>
          <p:cNvPr id="7" name="Arizona conditions section heading">
            <a:extLst xmlns:a="http://schemas.openxmlformats.org/drawingml/2006/main">
              <a:ext uri="{FF2B5EF4-FFF2-40B4-BE49-F238E27FC236}">
                <a16:creationId xmlns:a16="http://schemas.microsoft.com/office/drawing/2014/main" id="{3215E27A-7252-4C31-8992-9D06D6D9BA6C}"/>
              </a:ext>
            </a:extLst>
          </p:cNvPr>
          <p:cNvSpPr>
            <a:spLocks xmlns:a="http://schemas.openxmlformats.org/drawingml/2006/main" noGrp="1"/>
          </p:cNvSpPr>
          <p:nvPr/>
        </p:nvSpPr>
        <p:spPr>
          <a:xfrm xmlns:a="http://schemas.openxmlformats.org/drawingml/2006/main">
            <a:off x="419100" y="2438400"/>
            <a:ext cx="323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7926CB"/>
                </a:solidFill>
                <a:latin typeface="Space Grotesk"/>
                <a:ea typeface="Space Grotesk"/>
                <a:cs typeface="Space Grotesk"/>
              </a:defRPr>
            </a:defPPr>
            <a:lvl1pPr algn="l">
              <a:defRPr sz="1400" b="1">
                <a:solidFill>
                  <a:srgbClr val="7926CB"/>
                </a:solidFill>
                <a:latin typeface="Space Grotesk"/>
                <a:ea typeface="Space Grotesk"/>
                <a:cs typeface="Space Grotesk"/>
              </a:defRPr>
            </a:lvl1pPr>
            <a:lvl2pPr algn="l">
              <a:defRPr sz="1400" b="1">
                <a:solidFill>
                  <a:srgbClr val="7926CB"/>
                </a:solidFill>
                <a:latin typeface="Space Grotesk"/>
                <a:ea typeface="Space Grotesk"/>
                <a:cs typeface="Space Grotesk"/>
              </a:defRPr>
            </a:lvl2pPr>
            <a:lvl3pPr algn="l">
              <a:defRPr sz="1400" b="1">
                <a:solidFill>
                  <a:srgbClr val="7926CB"/>
                </a:solidFill>
                <a:latin typeface="Space Grotesk"/>
                <a:ea typeface="Space Grotesk"/>
                <a:cs typeface="Space Grotesk"/>
              </a:defRPr>
            </a:lvl3pPr>
            <a:lvl4pPr algn="l">
              <a:defRPr sz="1400" b="1">
                <a:solidFill>
                  <a:srgbClr val="7926CB"/>
                </a:solidFill>
                <a:latin typeface="Space Grotesk"/>
                <a:ea typeface="Space Grotesk"/>
                <a:cs typeface="Space Grotesk"/>
              </a:defRPr>
            </a:lvl4pPr>
            <a:lvl5pPr algn="l">
              <a:defRPr sz="1400" b="1">
                <a:solidFill>
                  <a:srgbClr val="7926CB"/>
                </a:solidFill>
                <a:latin typeface="Space Grotesk"/>
                <a:ea typeface="Space Grotesk"/>
                <a:cs typeface="Space Grotesk"/>
              </a:defRPr>
            </a:lvl5pPr>
            <a:lvl6pPr algn="l">
              <a:defRPr sz="1400" b="1">
                <a:solidFill>
                  <a:srgbClr val="7926CB"/>
                </a:solidFill>
                <a:latin typeface="Space Grotesk"/>
                <a:ea typeface="Space Grotesk"/>
                <a:cs typeface="Space Grotesk"/>
              </a:defRPr>
            </a:lvl6pPr>
            <a:lvl7pPr algn="l">
              <a:defRPr sz="1400" b="1">
                <a:solidFill>
                  <a:srgbClr val="7926CB"/>
                </a:solidFill>
                <a:latin typeface="Space Grotesk"/>
                <a:ea typeface="Space Grotesk"/>
                <a:cs typeface="Space Grotesk"/>
              </a:defRPr>
            </a:lvl7pPr>
            <a:lvl8pPr algn="l">
              <a:defRPr sz="1400" b="1">
                <a:solidFill>
                  <a:srgbClr val="7926CB"/>
                </a:solidFill>
                <a:latin typeface="Space Grotesk"/>
                <a:ea typeface="Space Grotesk"/>
                <a:cs typeface="Space Grotesk"/>
              </a:defRPr>
            </a:lvl8pPr>
            <a:lvl9pPr algn="l">
              <a:defRPr sz="1400" b="1">
                <a:solidFill>
                  <a:srgbClr val="7926CB"/>
                </a:solidFill>
                <a:latin typeface="Space Grotesk"/>
                <a:ea typeface="Space Grotesk"/>
                <a:cs typeface="Space Grotesk"/>
              </a:defRPr>
            </a:lvl9pPr>
          </a:lstStyle>
          <a:p xmlns:a="http://schemas.openxmlformats.org/drawingml/2006/main">
            <a:pPr algn="l">
              <a:lnSpc>
                <a:spcPct val="100000"/>
              </a:lnSpc>
              <a:buNone/>
              <a:defRPr sz="1400" b="1">
                <a:solidFill>
                  <a:srgbClr val="7926CB"/>
                </a:solidFill>
                <a:latin typeface="Space Grotesk"/>
                <a:ea typeface="Space Grotesk"/>
                <a:cs typeface="Space Grotesk"/>
              </a:defRPr>
            </a:pPr>
            <a:r>
              <a:rPr sz="1400" b="1">
                <a:solidFill>
                  <a:srgbClr val="7926CB"/>
                </a:solidFill>
                <a:latin typeface="Space Grotesk"/>
                <a:ea typeface="Space Grotesk"/>
                <a:cs typeface="Space Grotesk"/>
              </a:rPr>
              <a:t>WEATHER + ROUTE</a:t>
            </a:r>
          </a:p>
        </p:txBody>
      </p:sp>
      <p:sp>
        <p:nvSpPr>
          <p:cNvPr id="8" name="HEAT heading">
            <a:extLst xmlns:a="http://schemas.openxmlformats.org/drawingml/2006/main">
              <a:ext uri="{FF2B5EF4-FFF2-40B4-BE49-F238E27FC236}">
                <a16:creationId xmlns:a16="http://schemas.microsoft.com/office/drawing/2014/main" id="{CAF6A7E1-9997-4A8E-A2E8-CBBB88288850}"/>
              </a:ext>
            </a:extLst>
          </p:cNvPr>
          <p:cNvSpPr>
            <a:spLocks xmlns:a="http://schemas.openxmlformats.org/drawingml/2006/main" noGrp="1"/>
          </p:cNvSpPr>
          <p:nvPr/>
        </p:nvSpPr>
        <p:spPr>
          <a:xfrm xmlns:a="http://schemas.openxmlformats.org/drawingml/2006/main">
            <a:off x="419100" y="2781300"/>
            <a:ext cx="323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7926CB"/>
                </a:solidFill>
                <a:latin typeface="Space Grotesk"/>
                <a:ea typeface="Space Grotesk"/>
                <a:cs typeface="Space Grotesk"/>
              </a:defRPr>
            </a:defPPr>
            <a:lvl1pPr algn="l">
              <a:defRPr sz="1100" b="1">
                <a:solidFill>
                  <a:srgbClr val="7926CB"/>
                </a:solidFill>
                <a:latin typeface="Space Grotesk"/>
                <a:ea typeface="Space Grotesk"/>
                <a:cs typeface="Space Grotesk"/>
              </a:defRPr>
            </a:lvl1pPr>
            <a:lvl2pPr algn="l">
              <a:defRPr sz="1100" b="1">
                <a:solidFill>
                  <a:srgbClr val="7926CB"/>
                </a:solidFill>
                <a:latin typeface="Space Grotesk"/>
                <a:ea typeface="Space Grotesk"/>
                <a:cs typeface="Space Grotesk"/>
              </a:defRPr>
            </a:lvl2pPr>
            <a:lvl3pPr algn="l">
              <a:defRPr sz="1100" b="1">
                <a:solidFill>
                  <a:srgbClr val="7926CB"/>
                </a:solidFill>
                <a:latin typeface="Space Grotesk"/>
                <a:ea typeface="Space Grotesk"/>
                <a:cs typeface="Space Grotesk"/>
              </a:defRPr>
            </a:lvl3pPr>
            <a:lvl4pPr algn="l">
              <a:defRPr sz="1100" b="1">
                <a:solidFill>
                  <a:srgbClr val="7926CB"/>
                </a:solidFill>
                <a:latin typeface="Space Grotesk"/>
                <a:ea typeface="Space Grotesk"/>
                <a:cs typeface="Space Grotesk"/>
              </a:defRPr>
            </a:lvl4pPr>
            <a:lvl5pPr algn="l">
              <a:defRPr sz="1100" b="1">
                <a:solidFill>
                  <a:srgbClr val="7926CB"/>
                </a:solidFill>
                <a:latin typeface="Space Grotesk"/>
                <a:ea typeface="Space Grotesk"/>
                <a:cs typeface="Space Grotesk"/>
              </a:defRPr>
            </a:lvl5pPr>
            <a:lvl6pPr algn="l">
              <a:defRPr sz="1100" b="1">
                <a:solidFill>
                  <a:srgbClr val="7926CB"/>
                </a:solidFill>
                <a:latin typeface="Space Grotesk"/>
                <a:ea typeface="Space Grotesk"/>
                <a:cs typeface="Space Grotesk"/>
              </a:defRPr>
            </a:lvl6pPr>
            <a:lvl7pPr algn="l">
              <a:defRPr sz="1100" b="1">
                <a:solidFill>
                  <a:srgbClr val="7926CB"/>
                </a:solidFill>
                <a:latin typeface="Space Grotesk"/>
                <a:ea typeface="Space Grotesk"/>
                <a:cs typeface="Space Grotesk"/>
              </a:defRPr>
            </a:lvl7pPr>
            <a:lvl8pPr algn="l">
              <a:defRPr sz="1100" b="1">
                <a:solidFill>
                  <a:srgbClr val="7926CB"/>
                </a:solidFill>
                <a:latin typeface="Space Grotesk"/>
                <a:ea typeface="Space Grotesk"/>
                <a:cs typeface="Space Grotesk"/>
              </a:defRPr>
            </a:lvl8pPr>
            <a:lvl9pPr algn="l">
              <a:defRPr sz="1100" b="1">
                <a:solidFill>
                  <a:srgbClr val="7926CB"/>
                </a:solidFill>
                <a:latin typeface="Space Grotesk"/>
                <a:ea typeface="Space Grotesk"/>
                <a:cs typeface="Space Grotesk"/>
              </a:defRPr>
            </a:lvl9pPr>
          </a:lstStyle>
          <a:p xmlns:a="http://schemas.openxmlformats.org/drawingml/2006/main">
            <a:pPr algn="l">
              <a:lnSpc>
                <a:spcPct val="97000"/>
              </a:lnSpc>
              <a:buNone/>
              <a:defRPr sz="1100" b="1">
                <a:solidFill>
                  <a:srgbClr val="7926CB"/>
                </a:solidFill>
                <a:latin typeface="Space Grotesk"/>
                <a:ea typeface="Space Grotesk"/>
                <a:cs typeface="Space Grotesk"/>
              </a:defRPr>
            </a:pPr>
            <a:r>
              <a:rPr sz="1100" b="1">
                <a:solidFill>
                  <a:srgbClr val="7926CB"/>
                </a:solidFill>
                <a:latin typeface="Space Grotesk"/>
                <a:ea typeface="Space Grotesk"/>
                <a:cs typeface="Space Grotesk"/>
              </a:rPr>
              <a:t>HEAT</a:t>
            </a:r>
          </a:p>
        </p:txBody>
      </p:sp>
      <p:sp>
        <p:nvSpPr>
          <p:cNvPr id="9" name="HEAT copy">
            <a:extLst xmlns:a="http://schemas.openxmlformats.org/drawingml/2006/main">
              <a:ext uri="{FF2B5EF4-FFF2-40B4-BE49-F238E27FC236}">
                <a16:creationId xmlns:a16="http://schemas.microsoft.com/office/drawing/2014/main" id="{332B185C-5004-4C5B-AC4D-F182AF435AEC}"/>
              </a:ext>
            </a:extLst>
          </p:cNvPr>
          <p:cNvSpPr>
            <a:spLocks xmlns:a="http://schemas.openxmlformats.org/drawingml/2006/main" noGrp="1"/>
          </p:cNvSpPr>
          <p:nvPr/>
        </p:nvSpPr>
        <p:spPr>
          <a:xfrm xmlns:a="http://schemas.openxmlformats.org/drawingml/2006/main">
            <a:off x="419100" y="2962275"/>
            <a:ext cx="3238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0" b="0">
                <a:solidFill>
                  <a:srgbClr val="23143A"/>
                </a:solidFill>
                <a:latin typeface="Arial"/>
                <a:ea typeface="Arial"/>
                <a:cs typeface="Arial"/>
              </a:defRPr>
            </a:defPPr>
            <a:lvl1pPr algn="l">
              <a:defRPr sz="970" b="0">
                <a:solidFill>
                  <a:srgbClr val="23143A"/>
                </a:solidFill>
                <a:latin typeface="Arial"/>
                <a:ea typeface="Arial"/>
                <a:cs typeface="Arial"/>
              </a:defRPr>
            </a:lvl1pPr>
            <a:lvl2pPr algn="l">
              <a:defRPr sz="970" b="0">
                <a:solidFill>
                  <a:srgbClr val="23143A"/>
                </a:solidFill>
                <a:latin typeface="Arial"/>
                <a:ea typeface="Arial"/>
                <a:cs typeface="Arial"/>
              </a:defRPr>
            </a:lvl2pPr>
            <a:lvl3pPr algn="l">
              <a:defRPr sz="970" b="0">
                <a:solidFill>
                  <a:srgbClr val="23143A"/>
                </a:solidFill>
                <a:latin typeface="Arial"/>
                <a:ea typeface="Arial"/>
                <a:cs typeface="Arial"/>
              </a:defRPr>
            </a:lvl3pPr>
            <a:lvl4pPr algn="l">
              <a:defRPr sz="970" b="0">
                <a:solidFill>
                  <a:srgbClr val="23143A"/>
                </a:solidFill>
                <a:latin typeface="Arial"/>
                <a:ea typeface="Arial"/>
                <a:cs typeface="Arial"/>
              </a:defRPr>
            </a:lvl4pPr>
            <a:lvl5pPr algn="l">
              <a:defRPr sz="970" b="0">
                <a:solidFill>
                  <a:srgbClr val="23143A"/>
                </a:solidFill>
                <a:latin typeface="Arial"/>
                <a:ea typeface="Arial"/>
                <a:cs typeface="Arial"/>
              </a:defRPr>
            </a:lvl5pPr>
            <a:lvl6pPr algn="l">
              <a:defRPr sz="970" b="0">
                <a:solidFill>
                  <a:srgbClr val="23143A"/>
                </a:solidFill>
                <a:latin typeface="Arial"/>
                <a:ea typeface="Arial"/>
                <a:cs typeface="Arial"/>
              </a:defRPr>
            </a:lvl6pPr>
            <a:lvl7pPr algn="l">
              <a:defRPr sz="970" b="0">
                <a:solidFill>
                  <a:srgbClr val="23143A"/>
                </a:solidFill>
                <a:latin typeface="Arial"/>
                <a:ea typeface="Arial"/>
                <a:cs typeface="Arial"/>
              </a:defRPr>
            </a:lvl7pPr>
            <a:lvl8pPr algn="l">
              <a:defRPr sz="970" b="0">
                <a:solidFill>
                  <a:srgbClr val="23143A"/>
                </a:solidFill>
                <a:latin typeface="Arial"/>
                <a:ea typeface="Arial"/>
                <a:cs typeface="Arial"/>
              </a:defRPr>
            </a:lvl8pPr>
            <a:lvl9pPr algn="l">
              <a:defRPr sz="970" b="0">
                <a:solidFill>
                  <a:srgbClr val="23143A"/>
                </a:solidFill>
                <a:latin typeface="Arial"/>
                <a:ea typeface="Arial"/>
                <a:cs typeface="Arial"/>
              </a:defRPr>
            </a:lvl9pPr>
          </a:lstStyle>
          <a:p xmlns:a="http://schemas.openxmlformats.org/drawingml/2006/main">
            <a:pPr algn="l">
              <a:lnSpc>
                <a:spcPct val="102000"/>
              </a:lnSpc>
              <a:buNone/>
              <a:defRPr sz="970" b="0">
                <a:solidFill>
                  <a:srgbClr val="23143A"/>
                </a:solidFill>
                <a:latin typeface="Arial"/>
                <a:ea typeface="Arial"/>
                <a:cs typeface="Arial"/>
              </a:defRPr>
            </a:pPr>
            <a:r>
              <a:rPr sz="970" b="0">
                <a:solidFill>
                  <a:srgbClr val="23143A"/>
                </a:solidFill>
                <a:latin typeface="Arial"/>
                <a:ea typeface="Arial"/>
                <a:cs typeface="Arial"/>
              </a:rPr>
              <a:t>Check the forecast and heat alerts. Carry water, plan shade and breaks, and choose a cooler time when possible. Stop in a safe place if you feel unwell. Confusion or collapse in the heat can be an emergency: call 911 and begin cooling.</a:t>
            </a:r>
          </a:p>
        </p:txBody>
      </p:sp>
      <p:sp>
        <p:nvSpPr>
          <p:cNvPr id="10" name="STORMS, DUST + FLOODING heading">
            <a:extLst xmlns:a="http://schemas.openxmlformats.org/drawingml/2006/main">
              <a:ext uri="{FF2B5EF4-FFF2-40B4-BE49-F238E27FC236}">
                <a16:creationId xmlns:a16="http://schemas.microsoft.com/office/drawing/2014/main" id="{ACAEC589-08F6-4688-B833-E1D94838DF6D}"/>
              </a:ext>
            </a:extLst>
          </p:cNvPr>
          <p:cNvSpPr>
            <a:spLocks xmlns:a="http://schemas.openxmlformats.org/drawingml/2006/main" noGrp="1"/>
          </p:cNvSpPr>
          <p:nvPr/>
        </p:nvSpPr>
        <p:spPr>
          <a:xfrm xmlns:a="http://schemas.openxmlformats.org/drawingml/2006/main">
            <a:off x="419100" y="3905250"/>
            <a:ext cx="323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97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STORMS, DUST + FLOODING</a:t>
            </a:r>
          </a:p>
        </p:txBody>
      </p:sp>
      <p:sp>
        <p:nvSpPr>
          <p:cNvPr id="11" name="STORMS, DUST + FLOODING copy">
            <a:extLst xmlns:a="http://schemas.openxmlformats.org/drawingml/2006/main">
              <a:ext uri="{FF2B5EF4-FFF2-40B4-BE49-F238E27FC236}">
                <a16:creationId xmlns:a16="http://schemas.microsoft.com/office/drawing/2014/main" id="{705D942B-AC67-42C2-933F-F84427C24690}"/>
              </a:ext>
            </a:extLst>
          </p:cNvPr>
          <p:cNvSpPr>
            <a:spLocks xmlns:a="http://schemas.openxmlformats.org/drawingml/2006/main" noGrp="1"/>
          </p:cNvSpPr>
          <p:nvPr/>
        </p:nvSpPr>
        <p:spPr>
          <a:xfrm xmlns:a="http://schemas.openxmlformats.org/drawingml/2006/main">
            <a:off x="419100" y="4086225"/>
            <a:ext cx="32385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0" b="0">
                <a:solidFill>
                  <a:srgbClr val="23143A"/>
                </a:solidFill>
                <a:latin typeface="Arial"/>
                <a:ea typeface="Arial"/>
                <a:cs typeface="Arial"/>
              </a:defRPr>
            </a:defPPr>
            <a:lvl1pPr algn="l">
              <a:defRPr sz="970" b="0">
                <a:solidFill>
                  <a:srgbClr val="23143A"/>
                </a:solidFill>
                <a:latin typeface="Arial"/>
                <a:ea typeface="Arial"/>
                <a:cs typeface="Arial"/>
              </a:defRPr>
            </a:lvl1pPr>
            <a:lvl2pPr algn="l">
              <a:defRPr sz="970" b="0">
                <a:solidFill>
                  <a:srgbClr val="23143A"/>
                </a:solidFill>
                <a:latin typeface="Arial"/>
                <a:ea typeface="Arial"/>
                <a:cs typeface="Arial"/>
              </a:defRPr>
            </a:lvl2pPr>
            <a:lvl3pPr algn="l">
              <a:defRPr sz="970" b="0">
                <a:solidFill>
                  <a:srgbClr val="23143A"/>
                </a:solidFill>
                <a:latin typeface="Arial"/>
                <a:ea typeface="Arial"/>
                <a:cs typeface="Arial"/>
              </a:defRPr>
            </a:lvl3pPr>
            <a:lvl4pPr algn="l">
              <a:defRPr sz="970" b="0">
                <a:solidFill>
                  <a:srgbClr val="23143A"/>
                </a:solidFill>
                <a:latin typeface="Arial"/>
                <a:ea typeface="Arial"/>
                <a:cs typeface="Arial"/>
              </a:defRPr>
            </a:lvl4pPr>
            <a:lvl5pPr algn="l">
              <a:defRPr sz="970" b="0">
                <a:solidFill>
                  <a:srgbClr val="23143A"/>
                </a:solidFill>
                <a:latin typeface="Arial"/>
                <a:ea typeface="Arial"/>
                <a:cs typeface="Arial"/>
              </a:defRPr>
            </a:lvl5pPr>
            <a:lvl6pPr algn="l">
              <a:defRPr sz="970" b="0">
                <a:solidFill>
                  <a:srgbClr val="23143A"/>
                </a:solidFill>
                <a:latin typeface="Arial"/>
                <a:ea typeface="Arial"/>
                <a:cs typeface="Arial"/>
              </a:defRPr>
            </a:lvl6pPr>
            <a:lvl7pPr algn="l">
              <a:defRPr sz="970" b="0">
                <a:solidFill>
                  <a:srgbClr val="23143A"/>
                </a:solidFill>
                <a:latin typeface="Arial"/>
                <a:ea typeface="Arial"/>
                <a:cs typeface="Arial"/>
              </a:defRPr>
            </a:lvl7pPr>
            <a:lvl8pPr algn="l">
              <a:defRPr sz="970" b="0">
                <a:solidFill>
                  <a:srgbClr val="23143A"/>
                </a:solidFill>
                <a:latin typeface="Arial"/>
                <a:ea typeface="Arial"/>
                <a:cs typeface="Arial"/>
              </a:defRPr>
            </a:lvl8pPr>
            <a:lvl9pPr algn="l">
              <a:defRPr sz="970" b="0">
                <a:solidFill>
                  <a:srgbClr val="23143A"/>
                </a:solidFill>
                <a:latin typeface="Arial"/>
                <a:ea typeface="Arial"/>
                <a:cs typeface="Arial"/>
              </a:defRPr>
            </a:lvl9pPr>
          </a:lstStyle>
          <a:p xmlns:a="http://schemas.openxmlformats.org/drawingml/2006/main">
            <a:pPr algn="l">
              <a:lnSpc>
                <a:spcPct val="102000"/>
              </a:lnSpc>
              <a:buNone/>
              <a:defRPr sz="970" b="0">
                <a:solidFill>
                  <a:srgbClr val="23143A"/>
                </a:solidFill>
                <a:latin typeface="Arial"/>
                <a:ea typeface="Arial"/>
                <a:cs typeface="Arial"/>
              </a:defRPr>
            </a:pPr>
            <a:r>
              <a:rPr sz="970" b="0">
                <a:solidFill>
                  <a:srgbClr val="23143A"/>
                </a:solidFill>
                <a:latin typeface="Arial"/>
                <a:ea typeface="Arial"/>
                <a:cs typeface="Arial"/>
              </a:rPr>
              <a:t>Check alerts before leaving. Stop safely off the road if conditions turn unsafe. For thunder, shelter inside a sturdy building or hard-topped vehicle. Never enter flooded water; seek higher ground if flooding threatens.</a:t>
            </a:r>
          </a:p>
        </p:txBody>
      </p:sp>
      <p:sp>
        <p:nvSpPr>
          <p:cNvPr id="12" name="ROUTE heading">
            <a:extLst xmlns:a="http://schemas.openxmlformats.org/drawingml/2006/main">
              <a:ext uri="{FF2B5EF4-FFF2-40B4-BE49-F238E27FC236}">
                <a16:creationId xmlns:a16="http://schemas.microsoft.com/office/drawing/2014/main" id="{3FDA49AF-417F-4494-BA10-2D50830630C9}"/>
              </a:ext>
            </a:extLst>
          </p:cNvPr>
          <p:cNvSpPr>
            <a:spLocks xmlns:a="http://schemas.openxmlformats.org/drawingml/2006/main" noGrp="1"/>
          </p:cNvSpPr>
          <p:nvPr/>
        </p:nvSpPr>
        <p:spPr>
          <a:xfrm xmlns:a="http://schemas.openxmlformats.org/drawingml/2006/main">
            <a:off x="419100" y="5010150"/>
            <a:ext cx="323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7926CB"/>
                </a:solidFill>
                <a:latin typeface="Space Grotesk"/>
                <a:ea typeface="Space Grotesk"/>
                <a:cs typeface="Space Grotesk"/>
              </a:defRPr>
            </a:defPPr>
            <a:lvl1pPr algn="l">
              <a:defRPr sz="1100" b="1">
                <a:solidFill>
                  <a:srgbClr val="7926CB"/>
                </a:solidFill>
                <a:latin typeface="Space Grotesk"/>
                <a:ea typeface="Space Grotesk"/>
                <a:cs typeface="Space Grotesk"/>
              </a:defRPr>
            </a:lvl1pPr>
            <a:lvl2pPr algn="l">
              <a:defRPr sz="1100" b="1">
                <a:solidFill>
                  <a:srgbClr val="7926CB"/>
                </a:solidFill>
                <a:latin typeface="Space Grotesk"/>
                <a:ea typeface="Space Grotesk"/>
                <a:cs typeface="Space Grotesk"/>
              </a:defRPr>
            </a:lvl2pPr>
            <a:lvl3pPr algn="l">
              <a:defRPr sz="1100" b="1">
                <a:solidFill>
                  <a:srgbClr val="7926CB"/>
                </a:solidFill>
                <a:latin typeface="Space Grotesk"/>
                <a:ea typeface="Space Grotesk"/>
                <a:cs typeface="Space Grotesk"/>
              </a:defRPr>
            </a:lvl3pPr>
            <a:lvl4pPr algn="l">
              <a:defRPr sz="1100" b="1">
                <a:solidFill>
                  <a:srgbClr val="7926CB"/>
                </a:solidFill>
                <a:latin typeface="Space Grotesk"/>
                <a:ea typeface="Space Grotesk"/>
                <a:cs typeface="Space Grotesk"/>
              </a:defRPr>
            </a:lvl4pPr>
            <a:lvl5pPr algn="l">
              <a:defRPr sz="1100" b="1">
                <a:solidFill>
                  <a:srgbClr val="7926CB"/>
                </a:solidFill>
                <a:latin typeface="Space Grotesk"/>
                <a:ea typeface="Space Grotesk"/>
                <a:cs typeface="Space Grotesk"/>
              </a:defRPr>
            </a:lvl5pPr>
            <a:lvl6pPr algn="l">
              <a:defRPr sz="1100" b="1">
                <a:solidFill>
                  <a:srgbClr val="7926CB"/>
                </a:solidFill>
                <a:latin typeface="Space Grotesk"/>
                <a:ea typeface="Space Grotesk"/>
                <a:cs typeface="Space Grotesk"/>
              </a:defRPr>
            </a:lvl6pPr>
            <a:lvl7pPr algn="l">
              <a:defRPr sz="1100" b="1">
                <a:solidFill>
                  <a:srgbClr val="7926CB"/>
                </a:solidFill>
                <a:latin typeface="Space Grotesk"/>
                <a:ea typeface="Space Grotesk"/>
                <a:cs typeface="Space Grotesk"/>
              </a:defRPr>
            </a:lvl7pPr>
            <a:lvl8pPr algn="l">
              <a:defRPr sz="1100" b="1">
                <a:solidFill>
                  <a:srgbClr val="7926CB"/>
                </a:solidFill>
                <a:latin typeface="Space Grotesk"/>
                <a:ea typeface="Space Grotesk"/>
                <a:cs typeface="Space Grotesk"/>
              </a:defRPr>
            </a:lvl8pPr>
            <a:lvl9pPr algn="l">
              <a:defRPr sz="1100" b="1">
                <a:solidFill>
                  <a:srgbClr val="7926CB"/>
                </a:solidFill>
                <a:latin typeface="Space Grotesk"/>
                <a:ea typeface="Space Grotesk"/>
                <a:cs typeface="Space Grotesk"/>
              </a:defRPr>
            </a:lvl9pPr>
          </a:lstStyle>
          <a:p xmlns:a="http://schemas.openxmlformats.org/drawingml/2006/main">
            <a:pPr algn="l">
              <a:lnSpc>
                <a:spcPct val="97000"/>
              </a:lnSpc>
              <a:buNone/>
              <a:defRPr sz="1100" b="1">
                <a:solidFill>
                  <a:srgbClr val="7926CB"/>
                </a:solidFill>
                <a:latin typeface="Space Grotesk"/>
                <a:ea typeface="Space Grotesk"/>
                <a:cs typeface="Space Grotesk"/>
              </a:defRPr>
            </a:pPr>
            <a:r>
              <a:rPr sz="1100" b="1">
                <a:solidFill>
                  <a:srgbClr val="7926CB"/>
                </a:solidFill>
                <a:latin typeface="Space Grotesk"/>
                <a:ea typeface="Space Grotesk"/>
                <a:cs typeface="Space Grotesk"/>
              </a:rPr>
              <a:t>ROUTE</a:t>
            </a:r>
          </a:p>
        </p:txBody>
      </p:sp>
      <p:sp>
        <p:nvSpPr>
          <p:cNvPr id="13" name="ROUTE copy">
            <a:extLst xmlns:a="http://schemas.openxmlformats.org/drawingml/2006/main">
              <a:ext uri="{FF2B5EF4-FFF2-40B4-BE49-F238E27FC236}">
                <a16:creationId xmlns:a16="http://schemas.microsoft.com/office/drawing/2014/main" id="{A9463409-33A1-4663-B10C-DAAF469ED0CE}"/>
              </a:ext>
            </a:extLst>
          </p:cNvPr>
          <p:cNvSpPr>
            <a:spLocks xmlns:a="http://schemas.openxmlformats.org/drawingml/2006/main" noGrp="1"/>
          </p:cNvSpPr>
          <p:nvPr/>
        </p:nvSpPr>
        <p:spPr>
          <a:xfrm xmlns:a="http://schemas.openxmlformats.org/drawingml/2006/main">
            <a:off x="419100" y="51911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0" b="0">
                <a:solidFill>
                  <a:srgbClr val="23143A"/>
                </a:solidFill>
                <a:latin typeface="Arial"/>
                <a:ea typeface="Arial"/>
                <a:cs typeface="Arial"/>
              </a:defRPr>
            </a:defPPr>
            <a:lvl1pPr algn="l">
              <a:defRPr sz="970" b="0">
                <a:solidFill>
                  <a:srgbClr val="23143A"/>
                </a:solidFill>
                <a:latin typeface="Arial"/>
                <a:ea typeface="Arial"/>
                <a:cs typeface="Arial"/>
              </a:defRPr>
            </a:lvl1pPr>
            <a:lvl2pPr algn="l">
              <a:defRPr sz="970" b="0">
                <a:solidFill>
                  <a:srgbClr val="23143A"/>
                </a:solidFill>
                <a:latin typeface="Arial"/>
                <a:ea typeface="Arial"/>
                <a:cs typeface="Arial"/>
              </a:defRPr>
            </a:lvl2pPr>
            <a:lvl3pPr algn="l">
              <a:defRPr sz="970" b="0">
                <a:solidFill>
                  <a:srgbClr val="23143A"/>
                </a:solidFill>
                <a:latin typeface="Arial"/>
                <a:ea typeface="Arial"/>
                <a:cs typeface="Arial"/>
              </a:defRPr>
            </a:lvl3pPr>
            <a:lvl4pPr algn="l">
              <a:defRPr sz="970" b="0">
                <a:solidFill>
                  <a:srgbClr val="23143A"/>
                </a:solidFill>
                <a:latin typeface="Arial"/>
                <a:ea typeface="Arial"/>
                <a:cs typeface="Arial"/>
              </a:defRPr>
            </a:lvl4pPr>
            <a:lvl5pPr algn="l">
              <a:defRPr sz="970" b="0">
                <a:solidFill>
                  <a:srgbClr val="23143A"/>
                </a:solidFill>
                <a:latin typeface="Arial"/>
                <a:ea typeface="Arial"/>
                <a:cs typeface="Arial"/>
              </a:defRPr>
            </a:lvl5pPr>
            <a:lvl6pPr algn="l">
              <a:defRPr sz="970" b="0">
                <a:solidFill>
                  <a:srgbClr val="23143A"/>
                </a:solidFill>
                <a:latin typeface="Arial"/>
                <a:ea typeface="Arial"/>
                <a:cs typeface="Arial"/>
              </a:defRPr>
            </a:lvl6pPr>
            <a:lvl7pPr algn="l">
              <a:defRPr sz="970" b="0">
                <a:solidFill>
                  <a:srgbClr val="23143A"/>
                </a:solidFill>
                <a:latin typeface="Arial"/>
                <a:ea typeface="Arial"/>
                <a:cs typeface="Arial"/>
              </a:defRPr>
            </a:lvl7pPr>
            <a:lvl8pPr algn="l">
              <a:defRPr sz="970" b="0">
                <a:solidFill>
                  <a:srgbClr val="23143A"/>
                </a:solidFill>
                <a:latin typeface="Arial"/>
                <a:ea typeface="Arial"/>
                <a:cs typeface="Arial"/>
              </a:defRPr>
            </a:lvl8pPr>
            <a:lvl9pPr algn="l">
              <a:defRPr sz="970" b="0">
                <a:solidFill>
                  <a:srgbClr val="23143A"/>
                </a:solidFill>
                <a:latin typeface="Arial"/>
                <a:ea typeface="Arial"/>
                <a:cs typeface="Arial"/>
              </a:defRPr>
            </a:lvl9pPr>
          </a:lstStyle>
          <a:p xmlns:a="http://schemas.openxmlformats.org/drawingml/2006/main">
            <a:pPr algn="l">
              <a:lnSpc>
                <a:spcPct val="102000"/>
              </a:lnSpc>
              <a:buNone/>
              <a:defRPr sz="970" b="0">
                <a:solidFill>
                  <a:srgbClr val="23143A"/>
                </a:solidFill>
                <a:latin typeface="Arial"/>
                <a:ea typeface="Arial"/>
                <a:cs typeface="Arial"/>
              </a:defRPr>
            </a:pPr>
            <a:r>
              <a:rPr sz="970" b="0">
                <a:solidFill>
                  <a:srgbClr val="23143A"/>
                </a:solidFill>
                <a:latin typeface="Arial"/>
                <a:ea typeface="Arial"/>
                <a:cs typeface="Arial"/>
              </a:rPr>
              <a:t>Check for road work, closures, and changing conditions before you leave. Choose a route that fits your experience and the conditions.</a:t>
            </a:r>
          </a:p>
        </p:txBody>
      </p:sp>
      <p:sp>
        <p:nvSpPr>
          <p:cNvPr id="14" name="VISIBILITY heading">
            <a:extLst xmlns:a="http://schemas.openxmlformats.org/drawingml/2006/main">
              <a:ext uri="{FF2B5EF4-FFF2-40B4-BE49-F238E27FC236}">
                <a16:creationId xmlns:a16="http://schemas.microsoft.com/office/drawing/2014/main" id="{76D9BC54-8ED3-46FB-AA6F-E46407882F22}"/>
              </a:ext>
            </a:extLst>
          </p:cNvPr>
          <p:cNvSpPr>
            <a:spLocks xmlns:a="http://schemas.openxmlformats.org/drawingml/2006/main" noGrp="1"/>
          </p:cNvSpPr>
          <p:nvPr/>
        </p:nvSpPr>
        <p:spPr>
          <a:xfrm xmlns:a="http://schemas.openxmlformats.org/drawingml/2006/main">
            <a:off x="419100" y="5829300"/>
            <a:ext cx="3238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7926CB"/>
                </a:solidFill>
                <a:latin typeface="Space Grotesk"/>
                <a:ea typeface="Space Grotesk"/>
                <a:cs typeface="Space Grotesk"/>
              </a:defRPr>
            </a:defPPr>
            <a:lvl1pPr algn="l">
              <a:defRPr sz="1100" b="1">
                <a:solidFill>
                  <a:srgbClr val="7926CB"/>
                </a:solidFill>
                <a:latin typeface="Space Grotesk"/>
                <a:ea typeface="Space Grotesk"/>
                <a:cs typeface="Space Grotesk"/>
              </a:defRPr>
            </a:lvl1pPr>
            <a:lvl2pPr algn="l">
              <a:defRPr sz="1100" b="1">
                <a:solidFill>
                  <a:srgbClr val="7926CB"/>
                </a:solidFill>
                <a:latin typeface="Space Grotesk"/>
                <a:ea typeface="Space Grotesk"/>
                <a:cs typeface="Space Grotesk"/>
              </a:defRPr>
            </a:lvl2pPr>
            <a:lvl3pPr algn="l">
              <a:defRPr sz="1100" b="1">
                <a:solidFill>
                  <a:srgbClr val="7926CB"/>
                </a:solidFill>
                <a:latin typeface="Space Grotesk"/>
                <a:ea typeface="Space Grotesk"/>
                <a:cs typeface="Space Grotesk"/>
              </a:defRPr>
            </a:lvl3pPr>
            <a:lvl4pPr algn="l">
              <a:defRPr sz="1100" b="1">
                <a:solidFill>
                  <a:srgbClr val="7926CB"/>
                </a:solidFill>
                <a:latin typeface="Space Grotesk"/>
                <a:ea typeface="Space Grotesk"/>
                <a:cs typeface="Space Grotesk"/>
              </a:defRPr>
            </a:lvl4pPr>
            <a:lvl5pPr algn="l">
              <a:defRPr sz="1100" b="1">
                <a:solidFill>
                  <a:srgbClr val="7926CB"/>
                </a:solidFill>
                <a:latin typeface="Space Grotesk"/>
                <a:ea typeface="Space Grotesk"/>
                <a:cs typeface="Space Grotesk"/>
              </a:defRPr>
            </a:lvl5pPr>
            <a:lvl6pPr algn="l">
              <a:defRPr sz="1100" b="1">
                <a:solidFill>
                  <a:srgbClr val="7926CB"/>
                </a:solidFill>
                <a:latin typeface="Space Grotesk"/>
                <a:ea typeface="Space Grotesk"/>
                <a:cs typeface="Space Grotesk"/>
              </a:defRPr>
            </a:lvl6pPr>
            <a:lvl7pPr algn="l">
              <a:defRPr sz="1100" b="1">
                <a:solidFill>
                  <a:srgbClr val="7926CB"/>
                </a:solidFill>
                <a:latin typeface="Space Grotesk"/>
                <a:ea typeface="Space Grotesk"/>
                <a:cs typeface="Space Grotesk"/>
              </a:defRPr>
            </a:lvl7pPr>
            <a:lvl8pPr algn="l">
              <a:defRPr sz="1100" b="1">
                <a:solidFill>
                  <a:srgbClr val="7926CB"/>
                </a:solidFill>
                <a:latin typeface="Space Grotesk"/>
                <a:ea typeface="Space Grotesk"/>
                <a:cs typeface="Space Grotesk"/>
              </a:defRPr>
            </a:lvl8pPr>
            <a:lvl9pPr algn="l">
              <a:defRPr sz="1100" b="1">
                <a:solidFill>
                  <a:srgbClr val="7926CB"/>
                </a:solidFill>
                <a:latin typeface="Space Grotesk"/>
                <a:ea typeface="Space Grotesk"/>
                <a:cs typeface="Space Grotesk"/>
              </a:defRPr>
            </a:lvl9pPr>
          </a:lstStyle>
          <a:p xmlns:a="http://schemas.openxmlformats.org/drawingml/2006/main">
            <a:pPr algn="l">
              <a:lnSpc>
                <a:spcPct val="97000"/>
              </a:lnSpc>
              <a:buNone/>
              <a:defRPr sz="1100" b="1">
                <a:solidFill>
                  <a:srgbClr val="7926CB"/>
                </a:solidFill>
                <a:latin typeface="Space Grotesk"/>
                <a:ea typeface="Space Grotesk"/>
                <a:cs typeface="Space Grotesk"/>
              </a:defRPr>
            </a:pPr>
            <a:r>
              <a:rPr sz="1100" b="1">
                <a:solidFill>
                  <a:srgbClr val="7926CB"/>
                </a:solidFill>
                <a:latin typeface="Space Grotesk"/>
                <a:ea typeface="Space Grotesk"/>
                <a:cs typeface="Space Grotesk"/>
              </a:rPr>
              <a:t>VISIBILITY</a:t>
            </a:r>
          </a:p>
        </p:txBody>
      </p:sp>
      <p:sp>
        <p:nvSpPr>
          <p:cNvPr id="15" name="VISIBILITY copy">
            <a:extLst xmlns:a="http://schemas.openxmlformats.org/drawingml/2006/main">
              <a:ext uri="{FF2B5EF4-FFF2-40B4-BE49-F238E27FC236}">
                <a16:creationId xmlns:a16="http://schemas.microsoft.com/office/drawing/2014/main" id="{4554F78D-4147-402B-ADC9-57FE97C8D975}"/>
              </a:ext>
            </a:extLst>
          </p:cNvPr>
          <p:cNvSpPr>
            <a:spLocks xmlns:a="http://schemas.openxmlformats.org/drawingml/2006/main" noGrp="1"/>
          </p:cNvSpPr>
          <p:nvPr/>
        </p:nvSpPr>
        <p:spPr>
          <a:xfrm xmlns:a="http://schemas.openxmlformats.org/drawingml/2006/main">
            <a:off x="419100" y="6010275"/>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0" b="0">
                <a:solidFill>
                  <a:srgbClr val="23143A"/>
                </a:solidFill>
                <a:latin typeface="Arial"/>
                <a:ea typeface="Arial"/>
                <a:cs typeface="Arial"/>
              </a:defRPr>
            </a:defPPr>
            <a:lvl1pPr algn="l">
              <a:defRPr sz="970" b="0">
                <a:solidFill>
                  <a:srgbClr val="23143A"/>
                </a:solidFill>
                <a:latin typeface="Arial"/>
                <a:ea typeface="Arial"/>
                <a:cs typeface="Arial"/>
              </a:defRPr>
            </a:lvl1pPr>
            <a:lvl2pPr algn="l">
              <a:defRPr sz="970" b="0">
                <a:solidFill>
                  <a:srgbClr val="23143A"/>
                </a:solidFill>
                <a:latin typeface="Arial"/>
                <a:ea typeface="Arial"/>
                <a:cs typeface="Arial"/>
              </a:defRPr>
            </a:lvl2pPr>
            <a:lvl3pPr algn="l">
              <a:defRPr sz="970" b="0">
                <a:solidFill>
                  <a:srgbClr val="23143A"/>
                </a:solidFill>
                <a:latin typeface="Arial"/>
                <a:ea typeface="Arial"/>
                <a:cs typeface="Arial"/>
              </a:defRPr>
            </a:lvl3pPr>
            <a:lvl4pPr algn="l">
              <a:defRPr sz="970" b="0">
                <a:solidFill>
                  <a:srgbClr val="23143A"/>
                </a:solidFill>
                <a:latin typeface="Arial"/>
                <a:ea typeface="Arial"/>
                <a:cs typeface="Arial"/>
              </a:defRPr>
            </a:lvl4pPr>
            <a:lvl5pPr algn="l">
              <a:defRPr sz="970" b="0">
                <a:solidFill>
                  <a:srgbClr val="23143A"/>
                </a:solidFill>
                <a:latin typeface="Arial"/>
                <a:ea typeface="Arial"/>
                <a:cs typeface="Arial"/>
              </a:defRPr>
            </a:lvl5pPr>
            <a:lvl6pPr algn="l">
              <a:defRPr sz="970" b="0">
                <a:solidFill>
                  <a:srgbClr val="23143A"/>
                </a:solidFill>
                <a:latin typeface="Arial"/>
                <a:ea typeface="Arial"/>
                <a:cs typeface="Arial"/>
              </a:defRPr>
            </a:lvl6pPr>
            <a:lvl7pPr algn="l">
              <a:defRPr sz="970" b="0">
                <a:solidFill>
                  <a:srgbClr val="23143A"/>
                </a:solidFill>
                <a:latin typeface="Arial"/>
                <a:ea typeface="Arial"/>
                <a:cs typeface="Arial"/>
              </a:defRPr>
            </a:lvl7pPr>
            <a:lvl8pPr algn="l">
              <a:defRPr sz="970" b="0">
                <a:solidFill>
                  <a:srgbClr val="23143A"/>
                </a:solidFill>
                <a:latin typeface="Arial"/>
                <a:ea typeface="Arial"/>
                <a:cs typeface="Arial"/>
              </a:defRPr>
            </a:lvl8pPr>
            <a:lvl9pPr algn="l">
              <a:defRPr sz="970" b="0">
                <a:solidFill>
                  <a:srgbClr val="23143A"/>
                </a:solidFill>
                <a:latin typeface="Arial"/>
                <a:ea typeface="Arial"/>
                <a:cs typeface="Arial"/>
              </a:defRPr>
            </a:lvl9pPr>
          </a:lstStyle>
          <a:p xmlns:a="http://schemas.openxmlformats.org/drawingml/2006/main">
            <a:pPr algn="l">
              <a:lnSpc>
                <a:spcPct val="102000"/>
              </a:lnSpc>
              <a:buNone/>
              <a:defRPr sz="970" b="0">
                <a:solidFill>
                  <a:srgbClr val="23143A"/>
                </a:solidFill>
                <a:latin typeface="Arial"/>
                <a:ea typeface="Arial"/>
                <a:cs typeface="Arial"/>
              </a:defRPr>
            </a:pPr>
            <a:r>
              <a:rPr sz="970" b="0">
                <a:solidFill>
                  <a:srgbClr val="23143A"/>
                </a:solidFill>
                <a:latin typeface="Arial"/>
                <a:ea typeface="Arial"/>
                <a:cs typeface="Arial"/>
              </a:rPr>
              <a:t>Use a front white light and rear reflector at night as Arizona law requires. Add a working red rear light. Check mounts, aim, and charge; avoid glare.</a:t>
            </a:r>
          </a:p>
        </p:txBody>
      </p:sp>
      <p:sp>
        <p:nvSpPr>
          <p:cNvPr id="16" name="Arizona resources heading">
            <a:extLst xmlns:a="http://schemas.openxmlformats.org/drawingml/2006/main">
              <a:ext uri="{FF2B5EF4-FFF2-40B4-BE49-F238E27FC236}">
                <a16:creationId xmlns:a16="http://schemas.microsoft.com/office/drawing/2014/main" id="{56E72CAE-21A0-4993-BEC0-F735BDA14DA1}"/>
              </a:ext>
            </a:extLst>
          </p:cNvPr>
          <p:cNvSpPr>
            <a:spLocks xmlns:a="http://schemas.openxmlformats.org/drawingml/2006/main" noGrp="1"/>
          </p:cNvSpPr>
          <p:nvPr/>
        </p:nvSpPr>
        <p:spPr>
          <a:xfrm xmlns:a="http://schemas.openxmlformats.org/drawingml/2006/main">
            <a:off x="419100" y="6772275"/>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30" b="1">
                <a:solidFill>
                  <a:srgbClr val="7926CB"/>
                </a:solidFill>
                <a:latin typeface="Space Grotesk"/>
                <a:ea typeface="Space Grotesk"/>
                <a:cs typeface="Space Grotesk"/>
              </a:defRPr>
            </a:defPPr>
            <a:lvl1pPr algn="l">
              <a:defRPr sz="1130" b="1">
                <a:solidFill>
                  <a:srgbClr val="7926CB"/>
                </a:solidFill>
                <a:latin typeface="Space Grotesk"/>
                <a:ea typeface="Space Grotesk"/>
                <a:cs typeface="Space Grotesk"/>
              </a:defRPr>
            </a:lvl1pPr>
            <a:lvl2pPr algn="l">
              <a:defRPr sz="1130" b="1">
                <a:solidFill>
                  <a:srgbClr val="7926CB"/>
                </a:solidFill>
                <a:latin typeface="Space Grotesk"/>
                <a:ea typeface="Space Grotesk"/>
                <a:cs typeface="Space Grotesk"/>
              </a:defRPr>
            </a:lvl2pPr>
            <a:lvl3pPr algn="l">
              <a:defRPr sz="1130" b="1">
                <a:solidFill>
                  <a:srgbClr val="7926CB"/>
                </a:solidFill>
                <a:latin typeface="Space Grotesk"/>
                <a:ea typeface="Space Grotesk"/>
                <a:cs typeface="Space Grotesk"/>
              </a:defRPr>
            </a:lvl3pPr>
            <a:lvl4pPr algn="l">
              <a:defRPr sz="1130" b="1">
                <a:solidFill>
                  <a:srgbClr val="7926CB"/>
                </a:solidFill>
                <a:latin typeface="Space Grotesk"/>
                <a:ea typeface="Space Grotesk"/>
                <a:cs typeface="Space Grotesk"/>
              </a:defRPr>
            </a:lvl4pPr>
            <a:lvl5pPr algn="l">
              <a:defRPr sz="1130" b="1">
                <a:solidFill>
                  <a:srgbClr val="7926CB"/>
                </a:solidFill>
                <a:latin typeface="Space Grotesk"/>
                <a:ea typeface="Space Grotesk"/>
                <a:cs typeface="Space Grotesk"/>
              </a:defRPr>
            </a:lvl5pPr>
            <a:lvl6pPr algn="l">
              <a:defRPr sz="1130" b="1">
                <a:solidFill>
                  <a:srgbClr val="7926CB"/>
                </a:solidFill>
                <a:latin typeface="Space Grotesk"/>
                <a:ea typeface="Space Grotesk"/>
                <a:cs typeface="Space Grotesk"/>
              </a:defRPr>
            </a:lvl6pPr>
            <a:lvl7pPr algn="l">
              <a:defRPr sz="1130" b="1">
                <a:solidFill>
                  <a:srgbClr val="7926CB"/>
                </a:solidFill>
                <a:latin typeface="Space Grotesk"/>
                <a:ea typeface="Space Grotesk"/>
                <a:cs typeface="Space Grotesk"/>
              </a:defRPr>
            </a:lvl7pPr>
            <a:lvl8pPr algn="l">
              <a:defRPr sz="1130" b="1">
                <a:solidFill>
                  <a:srgbClr val="7926CB"/>
                </a:solidFill>
                <a:latin typeface="Space Grotesk"/>
                <a:ea typeface="Space Grotesk"/>
                <a:cs typeface="Space Grotesk"/>
              </a:defRPr>
            </a:lvl8pPr>
            <a:lvl9pPr algn="l">
              <a:defRPr sz="1130" b="1">
                <a:solidFill>
                  <a:srgbClr val="7926CB"/>
                </a:solidFill>
                <a:latin typeface="Space Grotesk"/>
                <a:ea typeface="Space Grotesk"/>
                <a:cs typeface="Space Grotesk"/>
              </a:defRPr>
            </a:lvl9pPr>
          </a:lstStyle>
          <a:p xmlns:a="http://schemas.openxmlformats.org/drawingml/2006/main">
            <a:pPr algn="l">
              <a:lnSpc>
                <a:spcPct val="100000"/>
              </a:lnSpc>
              <a:buNone/>
              <a:defRPr sz="1130" b="1">
                <a:solidFill>
                  <a:srgbClr val="7926CB"/>
                </a:solidFill>
                <a:latin typeface="Space Grotesk"/>
                <a:ea typeface="Space Grotesk"/>
                <a:cs typeface="Space Grotesk"/>
              </a:defRPr>
            </a:pPr>
            <a:r>
              <a:rPr sz="1130" b="1">
                <a:solidFill>
                  <a:srgbClr val="7926CB"/>
                </a:solidFill>
                <a:latin typeface="Space Grotesk"/>
                <a:ea typeface="Space Grotesk"/>
                <a:cs typeface="Space Grotesk"/>
              </a:rPr>
              <a:t>ARIZONA RESOURCES</a:t>
            </a:r>
          </a:p>
        </p:txBody>
      </p:sp>
      <p:sp>
        <p:nvSpPr>
          <p:cNvPr id="17" name="Arizona resources list">
            <a:extLst xmlns:a="http://schemas.openxmlformats.org/drawingml/2006/main">
              <a:ext uri="{FF2B5EF4-FFF2-40B4-BE49-F238E27FC236}">
                <a16:creationId xmlns:a16="http://schemas.microsoft.com/office/drawing/2014/main" id="{B1F81F24-2AC0-4328-A8C0-EB9B614CCD36}"/>
              </a:ext>
            </a:extLst>
          </p:cNvPr>
          <p:cNvSpPr>
            <a:spLocks xmlns:a="http://schemas.openxmlformats.org/drawingml/2006/main" noGrp="1"/>
          </p:cNvSpPr>
          <p:nvPr/>
        </p:nvSpPr>
        <p:spPr>
          <a:xfrm xmlns:a="http://schemas.openxmlformats.org/drawingml/2006/main">
            <a:off x="419100" y="7029450"/>
            <a:ext cx="3238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0" b="0">
                <a:solidFill>
                  <a:srgbClr val="23143A"/>
                </a:solidFill>
                <a:latin typeface="Arial"/>
                <a:ea typeface="Arial"/>
                <a:cs typeface="Arial"/>
              </a:defRPr>
            </a:defPPr>
            <a:lvl1pPr algn="l">
              <a:defRPr sz="930" b="0">
                <a:solidFill>
                  <a:srgbClr val="23143A"/>
                </a:solidFill>
                <a:latin typeface="Arial"/>
                <a:ea typeface="Arial"/>
                <a:cs typeface="Arial"/>
              </a:defRPr>
            </a:lvl1pPr>
            <a:lvl2pPr algn="l">
              <a:defRPr sz="930" b="0">
                <a:solidFill>
                  <a:srgbClr val="23143A"/>
                </a:solidFill>
                <a:latin typeface="Arial"/>
                <a:ea typeface="Arial"/>
                <a:cs typeface="Arial"/>
              </a:defRPr>
            </a:lvl2pPr>
            <a:lvl3pPr algn="l">
              <a:defRPr sz="930" b="0">
                <a:solidFill>
                  <a:srgbClr val="23143A"/>
                </a:solidFill>
                <a:latin typeface="Arial"/>
                <a:ea typeface="Arial"/>
                <a:cs typeface="Arial"/>
              </a:defRPr>
            </a:lvl3pPr>
            <a:lvl4pPr algn="l">
              <a:defRPr sz="930" b="0">
                <a:solidFill>
                  <a:srgbClr val="23143A"/>
                </a:solidFill>
                <a:latin typeface="Arial"/>
                <a:ea typeface="Arial"/>
                <a:cs typeface="Arial"/>
              </a:defRPr>
            </a:lvl4pPr>
            <a:lvl5pPr algn="l">
              <a:defRPr sz="930" b="0">
                <a:solidFill>
                  <a:srgbClr val="23143A"/>
                </a:solidFill>
                <a:latin typeface="Arial"/>
                <a:ea typeface="Arial"/>
                <a:cs typeface="Arial"/>
              </a:defRPr>
            </a:lvl5pPr>
            <a:lvl6pPr algn="l">
              <a:defRPr sz="930" b="0">
                <a:solidFill>
                  <a:srgbClr val="23143A"/>
                </a:solidFill>
                <a:latin typeface="Arial"/>
                <a:ea typeface="Arial"/>
                <a:cs typeface="Arial"/>
              </a:defRPr>
            </a:lvl6pPr>
            <a:lvl7pPr algn="l">
              <a:defRPr sz="930" b="0">
                <a:solidFill>
                  <a:srgbClr val="23143A"/>
                </a:solidFill>
                <a:latin typeface="Arial"/>
                <a:ea typeface="Arial"/>
                <a:cs typeface="Arial"/>
              </a:defRPr>
            </a:lvl7pPr>
            <a:lvl8pPr algn="l">
              <a:defRPr sz="930" b="0">
                <a:solidFill>
                  <a:srgbClr val="23143A"/>
                </a:solidFill>
                <a:latin typeface="Arial"/>
                <a:ea typeface="Arial"/>
                <a:cs typeface="Arial"/>
              </a:defRPr>
            </a:lvl8pPr>
            <a:lvl9pPr algn="l">
              <a:defRPr sz="930" b="0">
                <a:solidFill>
                  <a:srgbClr val="23143A"/>
                </a:solidFill>
                <a:latin typeface="Arial"/>
                <a:ea typeface="Arial"/>
                <a:cs typeface="Arial"/>
              </a:defRPr>
            </a:lvl9pPr>
          </a:lstStyle>
          <a:p xmlns:a="http://schemas.openxmlformats.org/drawingml/2006/main">
            <a:pPr algn="l">
              <a:lnSpc>
                <a:spcPct val="100000"/>
              </a:lnSpc>
              <a:buNone/>
              <a:defRPr sz="930" b="0">
                <a:solidFill>
                  <a:srgbClr val="23143A"/>
                </a:solidFill>
                <a:latin typeface="Arial"/>
                <a:ea typeface="Arial"/>
                <a:cs typeface="Arial"/>
              </a:defRPr>
            </a:pPr>
            <a:r>
              <a:rPr sz="930" b="0">
                <a:solidFill>
                  <a:srgbClr val="23143A"/>
                </a:solidFill>
                <a:latin typeface="Arial"/>
                <a:ea typeface="Arial"/>
                <a:cs typeface="Arial"/>
              </a:rPr>
              <a:t>ADOT bicycle information · AZ 511 road conditions · National Weather Service alerts · Arizona heat safety</a:t>
            </a:r>
          </a:p>
        </p:txBody>
      </p:sp>
      <p:sp>
        <p:nvSpPr>
          <p:cNvPr id="18" name="Arizona crash heading">
            <a:extLst xmlns:a="http://schemas.openxmlformats.org/drawingml/2006/main">
              <a:ext uri="{FF2B5EF4-FFF2-40B4-BE49-F238E27FC236}">
                <a16:creationId xmlns:a16="http://schemas.microsoft.com/office/drawing/2014/main" id="{EFD7C3EC-07F8-4FF4-A0E7-2B3EC3E2C105}"/>
              </a:ext>
            </a:extLst>
          </p:cNvPr>
          <p:cNvSpPr>
            <a:spLocks xmlns:a="http://schemas.openxmlformats.org/drawingml/2006/main" noGrp="1"/>
          </p:cNvSpPr>
          <p:nvPr/>
        </p:nvSpPr>
        <p:spPr>
          <a:xfrm xmlns:a="http://schemas.openxmlformats.org/drawingml/2006/main">
            <a:off x="4029075" y="2438400"/>
            <a:ext cx="333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7926CB"/>
                </a:solidFill>
                <a:latin typeface="Space Grotesk"/>
                <a:ea typeface="Space Grotesk"/>
                <a:cs typeface="Space Grotesk"/>
              </a:defRPr>
            </a:defPPr>
            <a:lvl1pPr algn="l">
              <a:defRPr sz="1400" b="1">
                <a:solidFill>
                  <a:srgbClr val="7926CB"/>
                </a:solidFill>
                <a:latin typeface="Space Grotesk"/>
                <a:ea typeface="Space Grotesk"/>
                <a:cs typeface="Space Grotesk"/>
              </a:defRPr>
            </a:lvl1pPr>
            <a:lvl2pPr algn="l">
              <a:defRPr sz="1400" b="1">
                <a:solidFill>
                  <a:srgbClr val="7926CB"/>
                </a:solidFill>
                <a:latin typeface="Space Grotesk"/>
                <a:ea typeface="Space Grotesk"/>
                <a:cs typeface="Space Grotesk"/>
              </a:defRPr>
            </a:lvl2pPr>
            <a:lvl3pPr algn="l">
              <a:defRPr sz="1400" b="1">
                <a:solidFill>
                  <a:srgbClr val="7926CB"/>
                </a:solidFill>
                <a:latin typeface="Space Grotesk"/>
                <a:ea typeface="Space Grotesk"/>
                <a:cs typeface="Space Grotesk"/>
              </a:defRPr>
            </a:lvl3pPr>
            <a:lvl4pPr algn="l">
              <a:defRPr sz="1400" b="1">
                <a:solidFill>
                  <a:srgbClr val="7926CB"/>
                </a:solidFill>
                <a:latin typeface="Space Grotesk"/>
                <a:ea typeface="Space Grotesk"/>
                <a:cs typeface="Space Grotesk"/>
              </a:defRPr>
            </a:lvl4pPr>
            <a:lvl5pPr algn="l">
              <a:defRPr sz="1400" b="1">
                <a:solidFill>
                  <a:srgbClr val="7926CB"/>
                </a:solidFill>
                <a:latin typeface="Space Grotesk"/>
                <a:ea typeface="Space Grotesk"/>
                <a:cs typeface="Space Grotesk"/>
              </a:defRPr>
            </a:lvl5pPr>
            <a:lvl6pPr algn="l">
              <a:defRPr sz="1400" b="1">
                <a:solidFill>
                  <a:srgbClr val="7926CB"/>
                </a:solidFill>
                <a:latin typeface="Space Grotesk"/>
                <a:ea typeface="Space Grotesk"/>
                <a:cs typeface="Space Grotesk"/>
              </a:defRPr>
            </a:lvl6pPr>
            <a:lvl7pPr algn="l">
              <a:defRPr sz="1400" b="1">
                <a:solidFill>
                  <a:srgbClr val="7926CB"/>
                </a:solidFill>
                <a:latin typeface="Space Grotesk"/>
                <a:ea typeface="Space Grotesk"/>
                <a:cs typeface="Space Grotesk"/>
              </a:defRPr>
            </a:lvl7pPr>
            <a:lvl8pPr algn="l">
              <a:defRPr sz="1400" b="1">
                <a:solidFill>
                  <a:srgbClr val="7926CB"/>
                </a:solidFill>
                <a:latin typeface="Space Grotesk"/>
                <a:ea typeface="Space Grotesk"/>
                <a:cs typeface="Space Grotesk"/>
              </a:defRPr>
            </a:lvl8pPr>
            <a:lvl9pPr algn="l">
              <a:defRPr sz="1400" b="1">
                <a:solidFill>
                  <a:srgbClr val="7926CB"/>
                </a:solidFill>
                <a:latin typeface="Space Grotesk"/>
                <a:ea typeface="Space Grotesk"/>
                <a:cs typeface="Space Grotesk"/>
              </a:defRPr>
            </a:lvl9pPr>
          </a:lstStyle>
          <a:p xmlns:a="http://schemas.openxmlformats.org/drawingml/2006/main">
            <a:pPr algn="l">
              <a:lnSpc>
                <a:spcPct val="100000"/>
              </a:lnSpc>
              <a:buNone/>
              <a:defRPr sz="1400" b="1">
                <a:solidFill>
                  <a:srgbClr val="7926CB"/>
                </a:solidFill>
                <a:latin typeface="Space Grotesk"/>
                <a:ea typeface="Space Grotesk"/>
                <a:cs typeface="Space Grotesk"/>
              </a:defRPr>
            </a:pPr>
            <a:r>
              <a:rPr sz="1400" b="1">
                <a:solidFill>
                  <a:srgbClr val="7926CB"/>
                </a:solidFill>
                <a:latin typeface="Space Grotesk"/>
                <a:ea typeface="Space Grotesk"/>
                <a:cs typeface="Space Grotesk"/>
              </a:rPr>
              <a:t>You matter.</a:t>
            </a:r>
          </a:p>
        </p:txBody>
      </p:sp>
      <p:sp>
        <p:nvSpPr>
          <p:cNvPr id="19" name="Arizona crash support">
            <a:extLst xmlns:a="http://schemas.openxmlformats.org/drawingml/2006/main">
              <a:ext uri="{FF2B5EF4-FFF2-40B4-BE49-F238E27FC236}">
                <a16:creationId xmlns:a16="http://schemas.microsoft.com/office/drawing/2014/main" id="{D12D5503-A554-4D5A-93A6-9EEC571A0CA9}"/>
              </a:ext>
            </a:extLst>
          </p:cNvPr>
          <p:cNvSpPr>
            <a:spLocks xmlns:a="http://schemas.openxmlformats.org/drawingml/2006/main" noGrp="1"/>
          </p:cNvSpPr>
          <p:nvPr/>
        </p:nvSpPr>
        <p:spPr>
          <a:xfrm xmlns:a="http://schemas.openxmlformats.org/drawingml/2006/main">
            <a:off x="4029075" y="2657475"/>
            <a:ext cx="3333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0" b="1">
                <a:solidFill>
                  <a:srgbClr val="7926CB"/>
                </a:solidFill>
                <a:latin typeface="Space Grotesk"/>
                <a:ea typeface="Space Grotesk"/>
                <a:cs typeface="Space Grotesk"/>
              </a:defRPr>
            </a:defPPr>
            <a:lvl1pPr algn="l">
              <a:defRPr sz="940" b="1">
                <a:solidFill>
                  <a:srgbClr val="7926CB"/>
                </a:solidFill>
                <a:latin typeface="Space Grotesk"/>
                <a:ea typeface="Space Grotesk"/>
                <a:cs typeface="Space Grotesk"/>
              </a:defRPr>
            </a:lvl1pPr>
            <a:lvl2pPr algn="l">
              <a:defRPr sz="940" b="1">
                <a:solidFill>
                  <a:srgbClr val="7926CB"/>
                </a:solidFill>
                <a:latin typeface="Space Grotesk"/>
                <a:ea typeface="Space Grotesk"/>
                <a:cs typeface="Space Grotesk"/>
              </a:defRPr>
            </a:lvl2pPr>
            <a:lvl3pPr algn="l">
              <a:defRPr sz="940" b="1">
                <a:solidFill>
                  <a:srgbClr val="7926CB"/>
                </a:solidFill>
                <a:latin typeface="Space Grotesk"/>
                <a:ea typeface="Space Grotesk"/>
                <a:cs typeface="Space Grotesk"/>
              </a:defRPr>
            </a:lvl3pPr>
            <a:lvl4pPr algn="l">
              <a:defRPr sz="940" b="1">
                <a:solidFill>
                  <a:srgbClr val="7926CB"/>
                </a:solidFill>
                <a:latin typeface="Space Grotesk"/>
                <a:ea typeface="Space Grotesk"/>
                <a:cs typeface="Space Grotesk"/>
              </a:defRPr>
            </a:lvl4pPr>
            <a:lvl5pPr algn="l">
              <a:defRPr sz="940" b="1">
                <a:solidFill>
                  <a:srgbClr val="7926CB"/>
                </a:solidFill>
                <a:latin typeface="Space Grotesk"/>
                <a:ea typeface="Space Grotesk"/>
                <a:cs typeface="Space Grotesk"/>
              </a:defRPr>
            </a:lvl5pPr>
            <a:lvl6pPr algn="l">
              <a:defRPr sz="940" b="1">
                <a:solidFill>
                  <a:srgbClr val="7926CB"/>
                </a:solidFill>
                <a:latin typeface="Space Grotesk"/>
                <a:ea typeface="Space Grotesk"/>
                <a:cs typeface="Space Grotesk"/>
              </a:defRPr>
            </a:lvl6pPr>
            <a:lvl7pPr algn="l">
              <a:defRPr sz="940" b="1">
                <a:solidFill>
                  <a:srgbClr val="7926CB"/>
                </a:solidFill>
                <a:latin typeface="Space Grotesk"/>
                <a:ea typeface="Space Grotesk"/>
                <a:cs typeface="Space Grotesk"/>
              </a:defRPr>
            </a:lvl7pPr>
            <a:lvl8pPr algn="l">
              <a:defRPr sz="940" b="1">
                <a:solidFill>
                  <a:srgbClr val="7926CB"/>
                </a:solidFill>
                <a:latin typeface="Space Grotesk"/>
                <a:ea typeface="Space Grotesk"/>
                <a:cs typeface="Space Grotesk"/>
              </a:defRPr>
            </a:lvl8pPr>
            <a:lvl9pPr algn="l">
              <a:defRPr sz="940" b="1">
                <a:solidFill>
                  <a:srgbClr val="7926CB"/>
                </a:solidFill>
                <a:latin typeface="Space Grotesk"/>
                <a:ea typeface="Space Grotesk"/>
                <a:cs typeface="Space Grotesk"/>
              </a:defRPr>
            </a:lvl9pPr>
          </a:lstStyle>
          <a:p xmlns:a="http://schemas.openxmlformats.org/drawingml/2006/main">
            <a:pPr algn="l">
              <a:lnSpc>
                <a:spcPct val="100000"/>
              </a:lnSpc>
              <a:buNone/>
              <a:defRPr sz="940" b="1">
                <a:solidFill>
                  <a:srgbClr val="7926CB"/>
                </a:solidFill>
                <a:latin typeface="Space Grotesk"/>
                <a:ea typeface="Space Grotesk"/>
                <a:cs typeface="Space Grotesk"/>
              </a:defRPr>
            </a:pPr>
            <a:r>
              <a:rPr sz="940" b="1">
                <a:solidFill>
                  <a:srgbClr val="7926CB"/>
                </a:solidFill>
                <a:latin typeface="Space Grotesk"/>
                <a:ea typeface="Space Grotesk"/>
                <a:cs typeface="Space Grotesk"/>
              </a:rPr>
              <a:t>Care comes first.</a:t>
            </a:r>
          </a:p>
        </p:txBody>
      </p:sp>
      <p:sp>
        <p:nvSpPr>
          <p:cNvPr id="20" name="Crash step 01 number">
            <a:extLst xmlns:a="http://schemas.openxmlformats.org/drawingml/2006/main">
              <a:ext uri="{FF2B5EF4-FFF2-40B4-BE49-F238E27FC236}">
                <a16:creationId xmlns:a16="http://schemas.microsoft.com/office/drawing/2014/main" id="{F38E47B2-FE14-467A-8A14-3CC28DD49718}"/>
              </a:ext>
            </a:extLst>
          </p:cNvPr>
          <p:cNvSpPr>
            <a:spLocks xmlns:a="http://schemas.openxmlformats.org/drawingml/2006/main" noGrp="1"/>
          </p:cNvSpPr>
          <p:nvPr/>
        </p:nvSpPr>
        <p:spPr>
          <a:xfrm xmlns:a="http://schemas.openxmlformats.org/drawingml/2006/main">
            <a:off x="4029075" y="27813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FF0180"/>
                </a:solidFill>
                <a:latin typeface="Space Grotesk"/>
                <a:ea typeface="Space Grotesk"/>
                <a:cs typeface="Space Grotesk"/>
              </a:defRPr>
            </a:defPPr>
            <a:lvl1pPr algn="l">
              <a:defRPr sz="1150" b="1">
                <a:solidFill>
                  <a:srgbClr val="FF0180"/>
                </a:solidFill>
                <a:latin typeface="Space Grotesk"/>
                <a:ea typeface="Space Grotesk"/>
                <a:cs typeface="Space Grotesk"/>
              </a:defRPr>
            </a:lvl1pPr>
            <a:lvl2pPr algn="l">
              <a:defRPr sz="1150" b="1">
                <a:solidFill>
                  <a:srgbClr val="FF0180"/>
                </a:solidFill>
                <a:latin typeface="Space Grotesk"/>
                <a:ea typeface="Space Grotesk"/>
                <a:cs typeface="Space Grotesk"/>
              </a:defRPr>
            </a:lvl2pPr>
            <a:lvl3pPr algn="l">
              <a:defRPr sz="1150" b="1">
                <a:solidFill>
                  <a:srgbClr val="FF0180"/>
                </a:solidFill>
                <a:latin typeface="Space Grotesk"/>
                <a:ea typeface="Space Grotesk"/>
                <a:cs typeface="Space Grotesk"/>
              </a:defRPr>
            </a:lvl3pPr>
            <a:lvl4pPr algn="l">
              <a:defRPr sz="1150" b="1">
                <a:solidFill>
                  <a:srgbClr val="FF0180"/>
                </a:solidFill>
                <a:latin typeface="Space Grotesk"/>
                <a:ea typeface="Space Grotesk"/>
                <a:cs typeface="Space Grotesk"/>
              </a:defRPr>
            </a:lvl4pPr>
            <a:lvl5pPr algn="l">
              <a:defRPr sz="1150" b="1">
                <a:solidFill>
                  <a:srgbClr val="FF0180"/>
                </a:solidFill>
                <a:latin typeface="Space Grotesk"/>
                <a:ea typeface="Space Grotesk"/>
                <a:cs typeface="Space Grotesk"/>
              </a:defRPr>
            </a:lvl5pPr>
            <a:lvl6pPr algn="l">
              <a:defRPr sz="1150" b="1">
                <a:solidFill>
                  <a:srgbClr val="FF0180"/>
                </a:solidFill>
                <a:latin typeface="Space Grotesk"/>
                <a:ea typeface="Space Grotesk"/>
                <a:cs typeface="Space Grotesk"/>
              </a:defRPr>
            </a:lvl6pPr>
            <a:lvl7pPr algn="l">
              <a:defRPr sz="1150" b="1">
                <a:solidFill>
                  <a:srgbClr val="FF0180"/>
                </a:solidFill>
                <a:latin typeface="Space Grotesk"/>
                <a:ea typeface="Space Grotesk"/>
                <a:cs typeface="Space Grotesk"/>
              </a:defRPr>
            </a:lvl7pPr>
            <a:lvl8pPr algn="l">
              <a:defRPr sz="1150" b="1">
                <a:solidFill>
                  <a:srgbClr val="FF0180"/>
                </a:solidFill>
                <a:latin typeface="Space Grotesk"/>
                <a:ea typeface="Space Grotesk"/>
                <a:cs typeface="Space Grotesk"/>
              </a:defRPr>
            </a:lvl8pPr>
            <a:lvl9pPr algn="l">
              <a:defRPr sz="1150" b="1">
                <a:solidFill>
                  <a:srgbClr val="FF0180"/>
                </a:solidFill>
                <a:latin typeface="Space Grotesk"/>
                <a:ea typeface="Space Grotesk"/>
                <a:cs typeface="Space Grotesk"/>
              </a:defRPr>
            </a:lvl9pPr>
          </a:lstStyle>
          <a:p xmlns:a="http://schemas.openxmlformats.org/drawingml/2006/main">
            <a:pPr algn="l">
              <a:lnSpc>
                <a:spcPct val="100000"/>
              </a:lnSpc>
              <a:buNone/>
              <a:defRPr sz="1150" b="1">
                <a:solidFill>
                  <a:srgbClr val="FF0180"/>
                </a:solidFill>
                <a:latin typeface="Space Grotesk"/>
                <a:ea typeface="Space Grotesk"/>
                <a:cs typeface="Space Grotesk"/>
              </a:defRPr>
            </a:pPr>
            <a:r>
              <a:rPr sz="1150" b="1">
                <a:solidFill>
                  <a:srgbClr val="FF0180"/>
                </a:solidFill>
                <a:latin typeface="Space Grotesk"/>
                <a:ea typeface="Space Grotesk"/>
                <a:cs typeface="Space Grotesk"/>
              </a:rPr>
              <a:t>01</a:t>
            </a:r>
          </a:p>
        </p:txBody>
      </p:sp>
      <p:sp>
        <p:nvSpPr>
          <p:cNvPr id="21" name="Crash step 01 heading">
            <a:extLst xmlns:a="http://schemas.openxmlformats.org/drawingml/2006/main">
              <a:ext uri="{FF2B5EF4-FFF2-40B4-BE49-F238E27FC236}">
                <a16:creationId xmlns:a16="http://schemas.microsoft.com/office/drawing/2014/main" id="{299B3E89-2ED8-4DBD-ACC4-6C9E8DE3FDD8}"/>
              </a:ext>
            </a:extLst>
          </p:cNvPr>
          <p:cNvSpPr>
            <a:spLocks xmlns:a="http://schemas.openxmlformats.org/drawingml/2006/main" noGrp="1"/>
          </p:cNvSpPr>
          <p:nvPr/>
        </p:nvSpPr>
        <p:spPr>
          <a:xfrm xmlns:a="http://schemas.openxmlformats.org/drawingml/2006/main">
            <a:off x="4391025" y="2781300"/>
            <a:ext cx="2971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1">
                <a:solidFill>
                  <a:srgbClr val="7926CB"/>
                </a:solidFill>
                <a:latin typeface="Space Grotesk"/>
                <a:ea typeface="Space Grotesk"/>
                <a:cs typeface="Space Grotesk"/>
              </a:defRPr>
            </a:defPPr>
            <a:lvl1pPr algn="l">
              <a:defRPr sz="1020" b="1">
                <a:solidFill>
                  <a:srgbClr val="7926CB"/>
                </a:solidFill>
                <a:latin typeface="Space Grotesk"/>
                <a:ea typeface="Space Grotesk"/>
                <a:cs typeface="Space Grotesk"/>
              </a:defRPr>
            </a:lvl1pPr>
            <a:lvl2pPr algn="l">
              <a:defRPr sz="1020" b="1">
                <a:solidFill>
                  <a:srgbClr val="7926CB"/>
                </a:solidFill>
                <a:latin typeface="Space Grotesk"/>
                <a:ea typeface="Space Grotesk"/>
                <a:cs typeface="Space Grotesk"/>
              </a:defRPr>
            </a:lvl2pPr>
            <a:lvl3pPr algn="l">
              <a:defRPr sz="1020" b="1">
                <a:solidFill>
                  <a:srgbClr val="7926CB"/>
                </a:solidFill>
                <a:latin typeface="Space Grotesk"/>
                <a:ea typeface="Space Grotesk"/>
                <a:cs typeface="Space Grotesk"/>
              </a:defRPr>
            </a:lvl3pPr>
            <a:lvl4pPr algn="l">
              <a:defRPr sz="1020" b="1">
                <a:solidFill>
                  <a:srgbClr val="7926CB"/>
                </a:solidFill>
                <a:latin typeface="Space Grotesk"/>
                <a:ea typeface="Space Grotesk"/>
                <a:cs typeface="Space Grotesk"/>
              </a:defRPr>
            </a:lvl4pPr>
            <a:lvl5pPr algn="l">
              <a:defRPr sz="1020" b="1">
                <a:solidFill>
                  <a:srgbClr val="7926CB"/>
                </a:solidFill>
                <a:latin typeface="Space Grotesk"/>
                <a:ea typeface="Space Grotesk"/>
                <a:cs typeface="Space Grotesk"/>
              </a:defRPr>
            </a:lvl5pPr>
            <a:lvl6pPr algn="l">
              <a:defRPr sz="1020" b="1">
                <a:solidFill>
                  <a:srgbClr val="7926CB"/>
                </a:solidFill>
                <a:latin typeface="Space Grotesk"/>
                <a:ea typeface="Space Grotesk"/>
                <a:cs typeface="Space Grotesk"/>
              </a:defRPr>
            </a:lvl6pPr>
            <a:lvl7pPr algn="l">
              <a:defRPr sz="1020" b="1">
                <a:solidFill>
                  <a:srgbClr val="7926CB"/>
                </a:solidFill>
                <a:latin typeface="Space Grotesk"/>
                <a:ea typeface="Space Grotesk"/>
                <a:cs typeface="Space Grotesk"/>
              </a:defRPr>
            </a:lvl7pPr>
            <a:lvl8pPr algn="l">
              <a:defRPr sz="1020" b="1">
                <a:solidFill>
                  <a:srgbClr val="7926CB"/>
                </a:solidFill>
                <a:latin typeface="Space Grotesk"/>
                <a:ea typeface="Space Grotesk"/>
                <a:cs typeface="Space Grotesk"/>
              </a:defRPr>
            </a:lvl8pPr>
            <a:lvl9pPr algn="l">
              <a:defRPr sz="1020" b="1">
                <a:solidFill>
                  <a:srgbClr val="7926CB"/>
                </a:solidFill>
                <a:latin typeface="Space Grotesk"/>
                <a:ea typeface="Space Grotesk"/>
                <a:cs typeface="Space Grotesk"/>
              </a:defRPr>
            </a:lvl9pPr>
          </a:lstStyle>
          <a:p xmlns:a="http://schemas.openxmlformats.org/drawingml/2006/main">
            <a:pPr algn="l">
              <a:lnSpc>
                <a:spcPct val="100000"/>
              </a:lnSpc>
              <a:buNone/>
              <a:defRPr sz="1020" b="1">
                <a:solidFill>
                  <a:srgbClr val="7926CB"/>
                </a:solidFill>
                <a:latin typeface="Space Grotesk"/>
                <a:ea typeface="Space Grotesk"/>
                <a:cs typeface="Space Grotesk"/>
              </a:defRPr>
            </a:pPr>
            <a:r>
              <a:rPr sz="1020" b="1">
                <a:solidFill>
                  <a:srgbClr val="7926CB"/>
                </a:solidFill>
                <a:latin typeface="Space Grotesk"/>
                <a:ea typeface="Space Grotesk"/>
                <a:cs typeface="Space Grotesk"/>
              </a:rPr>
              <a:t>Get out of traffic and check for injuries.</a:t>
            </a:r>
          </a:p>
        </p:txBody>
      </p:sp>
      <p:sp>
        <p:nvSpPr>
          <p:cNvPr id="22" name="Crash step 01 copy">
            <a:extLst xmlns:a="http://schemas.openxmlformats.org/drawingml/2006/main">
              <a:ext uri="{FF2B5EF4-FFF2-40B4-BE49-F238E27FC236}">
                <a16:creationId xmlns:a16="http://schemas.microsoft.com/office/drawing/2014/main" id="{C3A1AD51-563C-43E2-962D-FEEA1442287F}"/>
              </a:ext>
            </a:extLst>
          </p:cNvPr>
          <p:cNvSpPr>
            <a:spLocks xmlns:a="http://schemas.openxmlformats.org/drawingml/2006/main" noGrp="1"/>
          </p:cNvSpPr>
          <p:nvPr/>
        </p:nvSpPr>
        <p:spPr>
          <a:xfrm xmlns:a="http://schemas.openxmlformats.org/drawingml/2006/main">
            <a:off x="4391025" y="3114675"/>
            <a:ext cx="2971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0" b="0">
                <a:solidFill>
                  <a:srgbClr val="23143A"/>
                </a:solidFill>
                <a:latin typeface="Arial"/>
                <a:ea typeface="Arial"/>
                <a:cs typeface="Arial"/>
              </a:defRPr>
            </a:defPPr>
            <a:lvl1pPr algn="l">
              <a:defRPr sz="930" b="0">
                <a:solidFill>
                  <a:srgbClr val="23143A"/>
                </a:solidFill>
                <a:latin typeface="Arial"/>
                <a:ea typeface="Arial"/>
                <a:cs typeface="Arial"/>
              </a:defRPr>
            </a:lvl1pPr>
            <a:lvl2pPr algn="l">
              <a:defRPr sz="930" b="0">
                <a:solidFill>
                  <a:srgbClr val="23143A"/>
                </a:solidFill>
                <a:latin typeface="Arial"/>
                <a:ea typeface="Arial"/>
                <a:cs typeface="Arial"/>
              </a:defRPr>
            </a:lvl2pPr>
            <a:lvl3pPr algn="l">
              <a:defRPr sz="930" b="0">
                <a:solidFill>
                  <a:srgbClr val="23143A"/>
                </a:solidFill>
                <a:latin typeface="Arial"/>
                <a:ea typeface="Arial"/>
                <a:cs typeface="Arial"/>
              </a:defRPr>
            </a:lvl3pPr>
            <a:lvl4pPr algn="l">
              <a:defRPr sz="930" b="0">
                <a:solidFill>
                  <a:srgbClr val="23143A"/>
                </a:solidFill>
                <a:latin typeface="Arial"/>
                <a:ea typeface="Arial"/>
                <a:cs typeface="Arial"/>
              </a:defRPr>
            </a:lvl4pPr>
            <a:lvl5pPr algn="l">
              <a:defRPr sz="930" b="0">
                <a:solidFill>
                  <a:srgbClr val="23143A"/>
                </a:solidFill>
                <a:latin typeface="Arial"/>
                <a:ea typeface="Arial"/>
                <a:cs typeface="Arial"/>
              </a:defRPr>
            </a:lvl5pPr>
            <a:lvl6pPr algn="l">
              <a:defRPr sz="930" b="0">
                <a:solidFill>
                  <a:srgbClr val="23143A"/>
                </a:solidFill>
                <a:latin typeface="Arial"/>
                <a:ea typeface="Arial"/>
                <a:cs typeface="Arial"/>
              </a:defRPr>
            </a:lvl6pPr>
            <a:lvl7pPr algn="l">
              <a:defRPr sz="930" b="0">
                <a:solidFill>
                  <a:srgbClr val="23143A"/>
                </a:solidFill>
                <a:latin typeface="Arial"/>
                <a:ea typeface="Arial"/>
                <a:cs typeface="Arial"/>
              </a:defRPr>
            </a:lvl7pPr>
            <a:lvl8pPr algn="l">
              <a:defRPr sz="930" b="0">
                <a:solidFill>
                  <a:srgbClr val="23143A"/>
                </a:solidFill>
                <a:latin typeface="Arial"/>
                <a:ea typeface="Arial"/>
                <a:cs typeface="Arial"/>
              </a:defRPr>
            </a:lvl8pPr>
            <a:lvl9pPr algn="l">
              <a:defRPr sz="930" b="0">
                <a:solidFill>
                  <a:srgbClr val="23143A"/>
                </a:solidFill>
                <a:latin typeface="Arial"/>
                <a:ea typeface="Arial"/>
                <a:cs typeface="Arial"/>
              </a:defRPr>
            </a:lvl9pPr>
          </a:lstStyle>
          <a:p xmlns:a="http://schemas.openxmlformats.org/drawingml/2006/main">
            <a:pPr algn="l">
              <a:lnSpc>
                <a:spcPct val="100000"/>
              </a:lnSpc>
              <a:buNone/>
              <a:defRPr sz="930" b="0">
                <a:solidFill>
                  <a:srgbClr val="23143A"/>
                </a:solidFill>
                <a:latin typeface="Arial"/>
                <a:ea typeface="Arial"/>
                <a:cs typeface="Arial"/>
              </a:defRPr>
            </a:pPr>
            <a:r>
              <a:rPr sz="930" b="0">
                <a:solidFill>
                  <a:srgbClr val="23143A"/>
                </a:solidFill>
                <a:latin typeface="Arial"/>
                <a:ea typeface="Arial"/>
                <a:cs typeface="Arial"/>
              </a:rPr>
              <a:t>Call 911 for serious injury, danger, or possible head, neck, or spine injury. Avoid unnecessary movement; follow dispatcher instructions.</a:t>
            </a:r>
          </a:p>
        </p:txBody>
      </p:sp>
      <p:sp>
        <p:nvSpPr>
          <p:cNvPr id="23" name="Crash step 02 number">
            <a:extLst xmlns:a="http://schemas.openxmlformats.org/drawingml/2006/main">
              <a:ext uri="{FF2B5EF4-FFF2-40B4-BE49-F238E27FC236}">
                <a16:creationId xmlns:a16="http://schemas.microsoft.com/office/drawing/2014/main" id="{9BDDF3BB-5A5E-4B02-9E7F-AA047159C574}"/>
              </a:ext>
            </a:extLst>
          </p:cNvPr>
          <p:cNvSpPr>
            <a:spLocks xmlns:a="http://schemas.openxmlformats.org/drawingml/2006/main" noGrp="1"/>
          </p:cNvSpPr>
          <p:nvPr/>
        </p:nvSpPr>
        <p:spPr>
          <a:xfrm xmlns:a="http://schemas.openxmlformats.org/drawingml/2006/main">
            <a:off x="4029075" y="39433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FF0180"/>
                </a:solidFill>
                <a:latin typeface="Space Grotesk"/>
                <a:ea typeface="Space Grotesk"/>
                <a:cs typeface="Space Grotesk"/>
              </a:defRPr>
            </a:defPPr>
            <a:lvl1pPr algn="l">
              <a:defRPr sz="1150" b="1">
                <a:solidFill>
                  <a:srgbClr val="FF0180"/>
                </a:solidFill>
                <a:latin typeface="Space Grotesk"/>
                <a:ea typeface="Space Grotesk"/>
                <a:cs typeface="Space Grotesk"/>
              </a:defRPr>
            </a:lvl1pPr>
            <a:lvl2pPr algn="l">
              <a:defRPr sz="1150" b="1">
                <a:solidFill>
                  <a:srgbClr val="FF0180"/>
                </a:solidFill>
                <a:latin typeface="Space Grotesk"/>
                <a:ea typeface="Space Grotesk"/>
                <a:cs typeface="Space Grotesk"/>
              </a:defRPr>
            </a:lvl2pPr>
            <a:lvl3pPr algn="l">
              <a:defRPr sz="1150" b="1">
                <a:solidFill>
                  <a:srgbClr val="FF0180"/>
                </a:solidFill>
                <a:latin typeface="Space Grotesk"/>
                <a:ea typeface="Space Grotesk"/>
                <a:cs typeface="Space Grotesk"/>
              </a:defRPr>
            </a:lvl3pPr>
            <a:lvl4pPr algn="l">
              <a:defRPr sz="1150" b="1">
                <a:solidFill>
                  <a:srgbClr val="FF0180"/>
                </a:solidFill>
                <a:latin typeface="Space Grotesk"/>
                <a:ea typeface="Space Grotesk"/>
                <a:cs typeface="Space Grotesk"/>
              </a:defRPr>
            </a:lvl4pPr>
            <a:lvl5pPr algn="l">
              <a:defRPr sz="1150" b="1">
                <a:solidFill>
                  <a:srgbClr val="FF0180"/>
                </a:solidFill>
                <a:latin typeface="Space Grotesk"/>
                <a:ea typeface="Space Grotesk"/>
                <a:cs typeface="Space Grotesk"/>
              </a:defRPr>
            </a:lvl5pPr>
            <a:lvl6pPr algn="l">
              <a:defRPr sz="1150" b="1">
                <a:solidFill>
                  <a:srgbClr val="FF0180"/>
                </a:solidFill>
                <a:latin typeface="Space Grotesk"/>
                <a:ea typeface="Space Grotesk"/>
                <a:cs typeface="Space Grotesk"/>
              </a:defRPr>
            </a:lvl6pPr>
            <a:lvl7pPr algn="l">
              <a:defRPr sz="1150" b="1">
                <a:solidFill>
                  <a:srgbClr val="FF0180"/>
                </a:solidFill>
                <a:latin typeface="Space Grotesk"/>
                <a:ea typeface="Space Grotesk"/>
                <a:cs typeface="Space Grotesk"/>
              </a:defRPr>
            </a:lvl7pPr>
            <a:lvl8pPr algn="l">
              <a:defRPr sz="1150" b="1">
                <a:solidFill>
                  <a:srgbClr val="FF0180"/>
                </a:solidFill>
                <a:latin typeface="Space Grotesk"/>
                <a:ea typeface="Space Grotesk"/>
                <a:cs typeface="Space Grotesk"/>
              </a:defRPr>
            </a:lvl8pPr>
            <a:lvl9pPr algn="l">
              <a:defRPr sz="1150" b="1">
                <a:solidFill>
                  <a:srgbClr val="FF0180"/>
                </a:solidFill>
                <a:latin typeface="Space Grotesk"/>
                <a:ea typeface="Space Grotesk"/>
                <a:cs typeface="Space Grotesk"/>
              </a:defRPr>
            </a:lvl9pPr>
          </a:lstStyle>
          <a:p xmlns:a="http://schemas.openxmlformats.org/drawingml/2006/main">
            <a:pPr algn="l">
              <a:lnSpc>
                <a:spcPct val="100000"/>
              </a:lnSpc>
              <a:buNone/>
              <a:defRPr sz="1150" b="1">
                <a:solidFill>
                  <a:srgbClr val="FF0180"/>
                </a:solidFill>
                <a:latin typeface="Space Grotesk"/>
                <a:ea typeface="Space Grotesk"/>
                <a:cs typeface="Space Grotesk"/>
              </a:defRPr>
            </a:pPr>
            <a:r>
              <a:rPr sz="1150" b="1">
                <a:solidFill>
                  <a:srgbClr val="FF0180"/>
                </a:solidFill>
                <a:latin typeface="Space Grotesk"/>
                <a:ea typeface="Space Grotesk"/>
                <a:cs typeface="Space Grotesk"/>
              </a:rPr>
              <a:t>02</a:t>
            </a:r>
          </a:p>
        </p:txBody>
      </p:sp>
      <p:sp>
        <p:nvSpPr>
          <p:cNvPr id="24" name="Crash step 02 heading">
            <a:extLst xmlns:a="http://schemas.openxmlformats.org/drawingml/2006/main">
              <a:ext uri="{FF2B5EF4-FFF2-40B4-BE49-F238E27FC236}">
                <a16:creationId xmlns:a16="http://schemas.microsoft.com/office/drawing/2014/main" id="{16945AFC-9CBB-4D57-86ED-997B4D5C5CED}"/>
              </a:ext>
            </a:extLst>
          </p:cNvPr>
          <p:cNvSpPr>
            <a:spLocks xmlns:a="http://schemas.openxmlformats.org/drawingml/2006/main" noGrp="1"/>
          </p:cNvSpPr>
          <p:nvPr/>
        </p:nvSpPr>
        <p:spPr>
          <a:xfrm xmlns:a="http://schemas.openxmlformats.org/drawingml/2006/main">
            <a:off x="4391025" y="3943350"/>
            <a:ext cx="2971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1">
                <a:solidFill>
                  <a:srgbClr val="7926CB"/>
                </a:solidFill>
                <a:latin typeface="Space Grotesk"/>
                <a:ea typeface="Space Grotesk"/>
                <a:cs typeface="Space Grotesk"/>
              </a:defRPr>
            </a:defPPr>
            <a:lvl1pPr algn="l">
              <a:defRPr sz="1020" b="1">
                <a:solidFill>
                  <a:srgbClr val="7926CB"/>
                </a:solidFill>
                <a:latin typeface="Space Grotesk"/>
                <a:ea typeface="Space Grotesk"/>
                <a:cs typeface="Space Grotesk"/>
              </a:defRPr>
            </a:lvl1pPr>
            <a:lvl2pPr algn="l">
              <a:defRPr sz="1020" b="1">
                <a:solidFill>
                  <a:srgbClr val="7926CB"/>
                </a:solidFill>
                <a:latin typeface="Space Grotesk"/>
                <a:ea typeface="Space Grotesk"/>
                <a:cs typeface="Space Grotesk"/>
              </a:defRPr>
            </a:lvl2pPr>
            <a:lvl3pPr algn="l">
              <a:defRPr sz="1020" b="1">
                <a:solidFill>
                  <a:srgbClr val="7926CB"/>
                </a:solidFill>
                <a:latin typeface="Space Grotesk"/>
                <a:ea typeface="Space Grotesk"/>
                <a:cs typeface="Space Grotesk"/>
              </a:defRPr>
            </a:lvl3pPr>
            <a:lvl4pPr algn="l">
              <a:defRPr sz="1020" b="1">
                <a:solidFill>
                  <a:srgbClr val="7926CB"/>
                </a:solidFill>
                <a:latin typeface="Space Grotesk"/>
                <a:ea typeface="Space Grotesk"/>
                <a:cs typeface="Space Grotesk"/>
              </a:defRPr>
            </a:lvl4pPr>
            <a:lvl5pPr algn="l">
              <a:defRPr sz="1020" b="1">
                <a:solidFill>
                  <a:srgbClr val="7926CB"/>
                </a:solidFill>
                <a:latin typeface="Space Grotesk"/>
                <a:ea typeface="Space Grotesk"/>
                <a:cs typeface="Space Grotesk"/>
              </a:defRPr>
            </a:lvl5pPr>
            <a:lvl6pPr algn="l">
              <a:defRPr sz="1020" b="1">
                <a:solidFill>
                  <a:srgbClr val="7926CB"/>
                </a:solidFill>
                <a:latin typeface="Space Grotesk"/>
                <a:ea typeface="Space Grotesk"/>
                <a:cs typeface="Space Grotesk"/>
              </a:defRPr>
            </a:lvl6pPr>
            <a:lvl7pPr algn="l">
              <a:defRPr sz="1020" b="1">
                <a:solidFill>
                  <a:srgbClr val="7926CB"/>
                </a:solidFill>
                <a:latin typeface="Space Grotesk"/>
                <a:ea typeface="Space Grotesk"/>
                <a:cs typeface="Space Grotesk"/>
              </a:defRPr>
            </a:lvl7pPr>
            <a:lvl8pPr algn="l">
              <a:defRPr sz="1020" b="1">
                <a:solidFill>
                  <a:srgbClr val="7926CB"/>
                </a:solidFill>
                <a:latin typeface="Space Grotesk"/>
                <a:ea typeface="Space Grotesk"/>
                <a:cs typeface="Space Grotesk"/>
              </a:defRPr>
            </a:lvl8pPr>
            <a:lvl9pPr algn="l">
              <a:defRPr sz="1020" b="1">
                <a:solidFill>
                  <a:srgbClr val="7926CB"/>
                </a:solidFill>
                <a:latin typeface="Space Grotesk"/>
                <a:ea typeface="Space Grotesk"/>
                <a:cs typeface="Space Grotesk"/>
              </a:defRPr>
            </a:lvl9pPr>
          </a:lstStyle>
          <a:p xmlns:a="http://schemas.openxmlformats.org/drawingml/2006/main">
            <a:pPr algn="l">
              <a:lnSpc>
                <a:spcPct val="100000"/>
              </a:lnSpc>
              <a:buNone/>
              <a:defRPr sz="1020" b="1">
                <a:solidFill>
                  <a:srgbClr val="7926CB"/>
                </a:solidFill>
                <a:latin typeface="Space Grotesk"/>
                <a:ea typeface="Space Grotesk"/>
                <a:cs typeface="Space Grotesk"/>
              </a:defRPr>
            </a:pPr>
            <a:r>
              <a:rPr sz="1020" b="1">
                <a:solidFill>
                  <a:srgbClr val="7926CB"/>
                </a:solidFill>
                <a:latin typeface="Space Grotesk"/>
                <a:ea typeface="Space Grotesk"/>
                <a:cs typeface="Space Grotesk"/>
              </a:rPr>
              <a:t>Call police and make a report.</a:t>
            </a:r>
          </a:p>
        </p:txBody>
      </p:sp>
      <p:sp>
        <p:nvSpPr>
          <p:cNvPr id="25" name="Crash step 02 copy">
            <a:extLst xmlns:a="http://schemas.openxmlformats.org/drawingml/2006/main">
              <a:ext uri="{FF2B5EF4-FFF2-40B4-BE49-F238E27FC236}">
                <a16:creationId xmlns:a16="http://schemas.microsoft.com/office/drawing/2014/main" id="{2F79CA3F-00D0-457B-819F-39C7AC1820E6}"/>
              </a:ext>
            </a:extLst>
          </p:cNvPr>
          <p:cNvSpPr>
            <a:spLocks xmlns:a="http://schemas.openxmlformats.org/drawingml/2006/main" noGrp="1"/>
          </p:cNvSpPr>
          <p:nvPr/>
        </p:nvSpPr>
        <p:spPr>
          <a:xfrm xmlns:a="http://schemas.openxmlformats.org/drawingml/2006/main">
            <a:off x="4391025" y="4276725"/>
            <a:ext cx="2971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0" b="0">
                <a:solidFill>
                  <a:srgbClr val="23143A"/>
                </a:solidFill>
                <a:latin typeface="Arial"/>
                <a:ea typeface="Arial"/>
                <a:cs typeface="Arial"/>
              </a:defRPr>
            </a:defPPr>
            <a:lvl1pPr algn="l">
              <a:defRPr sz="930" b="0">
                <a:solidFill>
                  <a:srgbClr val="23143A"/>
                </a:solidFill>
                <a:latin typeface="Arial"/>
                <a:ea typeface="Arial"/>
                <a:cs typeface="Arial"/>
              </a:defRPr>
            </a:lvl1pPr>
            <a:lvl2pPr algn="l">
              <a:defRPr sz="930" b="0">
                <a:solidFill>
                  <a:srgbClr val="23143A"/>
                </a:solidFill>
                <a:latin typeface="Arial"/>
                <a:ea typeface="Arial"/>
                <a:cs typeface="Arial"/>
              </a:defRPr>
            </a:lvl2pPr>
            <a:lvl3pPr algn="l">
              <a:defRPr sz="930" b="0">
                <a:solidFill>
                  <a:srgbClr val="23143A"/>
                </a:solidFill>
                <a:latin typeface="Arial"/>
                <a:ea typeface="Arial"/>
                <a:cs typeface="Arial"/>
              </a:defRPr>
            </a:lvl3pPr>
            <a:lvl4pPr algn="l">
              <a:defRPr sz="930" b="0">
                <a:solidFill>
                  <a:srgbClr val="23143A"/>
                </a:solidFill>
                <a:latin typeface="Arial"/>
                <a:ea typeface="Arial"/>
                <a:cs typeface="Arial"/>
              </a:defRPr>
            </a:lvl4pPr>
            <a:lvl5pPr algn="l">
              <a:defRPr sz="930" b="0">
                <a:solidFill>
                  <a:srgbClr val="23143A"/>
                </a:solidFill>
                <a:latin typeface="Arial"/>
                <a:ea typeface="Arial"/>
                <a:cs typeface="Arial"/>
              </a:defRPr>
            </a:lvl5pPr>
            <a:lvl6pPr algn="l">
              <a:defRPr sz="930" b="0">
                <a:solidFill>
                  <a:srgbClr val="23143A"/>
                </a:solidFill>
                <a:latin typeface="Arial"/>
                <a:ea typeface="Arial"/>
                <a:cs typeface="Arial"/>
              </a:defRPr>
            </a:lvl6pPr>
            <a:lvl7pPr algn="l">
              <a:defRPr sz="930" b="0">
                <a:solidFill>
                  <a:srgbClr val="23143A"/>
                </a:solidFill>
                <a:latin typeface="Arial"/>
                <a:ea typeface="Arial"/>
                <a:cs typeface="Arial"/>
              </a:defRPr>
            </a:lvl7pPr>
            <a:lvl8pPr algn="l">
              <a:defRPr sz="930" b="0">
                <a:solidFill>
                  <a:srgbClr val="23143A"/>
                </a:solidFill>
                <a:latin typeface="Arial"/>
                <a:ea typeface="Arial"/>
                <a:cs typeface="Arial"/>
              </a:defRPr>
            </a:lvl8pPr>
            <a:lvl9pPr algn="l">
              <a:defRPr sz="930" b="0">
                <a:solidFill>
                  <a:srgbClr val="23143A"/>
                </a:solidFill>
                <a:latin typeface="Arial"/>
                <a:ea typeface="Arial"/>
                <a:cs typeface="Arial"/>
              </a:defRPr>
            </a:lvl9pPr>
          </a:lstStyle>
          <a:p xmlns:a="http://schemas.openxmlformats.org/drawingml/2006/main">
            <a:pPr algn="l">
              <a:lnSpc>
                <a:spcPct val="100000"/>
              </a:lnSpc>
              <a:buNone/>
              <a:defRPr sz="930" b="0">
                <a:solidFill>
                  <a:srgbClr val="23143A"/>
                </a:solidFill>
                <a:latin typeface="Arial"/>
                <a:ea typeface="Arial"/>
                <a:cs typeface="Arial"/>
              </a:defRPr>
            </a:pPr>
            <a:r>
              <a:rPr sz="930" b="0">
                <a:solidFill>
                  <a:srgbClr val="23143A"/>
                </a:solidFill>
                <a:latin typeface="Arial"/>
                <a:ea typeface="Arial"/>
                <a:cs typeface="Arial"/>
              </a:rPr>
              <a:t>For an emergency, call 911. For other crashes, contact local law enforcement and follow Arizona and local reporting requirements.</a:t>
            </a:r>
          </a:p>
        </p:txBody>
      </p:sp>
      <p:sp>
        <p:nvSpPr>
          <p:cNvPr id="26" name="Crash step 03 number">
            <a:extLst xmlns:a="http://schemas.openxmlformats.org/drawingml/2006/main">
              <a:ext uri="{FF2B5EF4-FFF2-40B4-BE49-F238E27FC236}">
                <a16:creationId xmlns:a16="http://schemas.microsoft.com/office/drawing/2014/main" id="{348554F1-341E-436D-B944-3C0F00E7C57F}"/>
              </a:ext>
            </a:extLst>
          </p:cNvPr>
          <p:cNvSpPr>
            <a:spLocks xmlns:a="http://schemas.openxmlformats.org/drawingml/2006/main" noGrp="1"/>
          </p:cNvSpPr>
          <p:nvPr/>
        </p:nvSpPr>
        <p:spPr>
          <a:xfrm xmlns:a="http://schemas.openxmlformats.org/drawingml/2006/main">
            <a:off x="4029075" y="51054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FF0180"/>
                </a:solidFill>
                <a:latin typeface="Space Grotesk"/>
                <a:ea typeface="Space Grotesk"/>
                <a:cs typeface="Space Grotesk"/>
              </a:defRPr>
            </a:defPPr>
            <a:lvl1pPr algn="l">
              <a:defRPr sz="1150" b="1">
                <a:solidFill>
                  <a:srgbClr val="FF0180"/>
                </a:solidFill>
                <a:latin typeface="Space Grotesk"/>
                <a:ea typeface="Space Grotesk"/>
                <a:cs typeface="Space Grotesk"/>
              </a:defRPr>
            </a:lvl1pPr>
            <a:lvl2pPr algn="l">
              <a:defRPr sz="1150" b="1">
                <a:solidFill>
                  <a:srgbClr val="FF0180"/>
                </a:solidFill>
                <a:latin typeface="Space Grotesk"/>
                <a:ea typeface="Space Grotesk"/>
                <a:cs typeface="Space Grotesk"/>
              </a:defRPr>
            </a:lvl2pPr>
            <a:lvl3pPr algn="l">
              <a:defRPr sz="1150" b="1">
                <a:solidFill>
                  <a:srgbClr val="FF0180"/>
                </a:solidFill>
                <a:latin typeface="Space Grotesk"/>
                <a:ea typeface="Space Grotesk"/>
                <a:cs typeface="Space Grotesk"/>
              </a:defRPr>
            </a:lvl3pPr>
            <a:lvl4pPr algn="l">
              <a:defRPr sz="1150" b="1">
                <a:solidFill>
                  <a:srgbClr val="FF0180"/>
                </a:solidFill>
                <a:latin typeface="Space Grotesk"/>
                <a:ea typeface="Space Grotesk"/>
                <a:cs typeface="Space Grotesk"/>
              </a:defRPr>
            </a:lvl4pPr>
            <a:lvl5pPr algn="l">
              <a:defRPr sz="1150" b="1">
                <a:solidFill>
                  <a:srgbClr val="FF0180"/>
                </a:solidFill>
                <a:latin typeface="Space Grotesk"/>
                <a:ea typeface="Space Grotesk"/>
                <a:cs typeface="Space Grotesk"/>
              </a:defRPr>
            </a:lvl5pPr>
            <a:lvl6pPr algn="l">
              <a:defRPr sz="1150" b="1">
                <a:solidFill>
                  <a:srgbClr val="FF0180"/>
                </a:solidFill>
                <a:latin typeface="Space Grotesk"/>
                <a:ea typeface="Space Grotesk"/>
                <a:cs typeface="Space Grotesk"/>
              </a:defRPr>
            </a:lvl6pPr>
            <a:lvl7pPr algn="l">
              <a:defRPr sz="1150" b="1">
                <a:solidFill>
                  <a:srgbClr val="FF0180"/>
                </a:solidFill>
                <a:latin typeface="Space Grotesk"/>
                <a:ea typeface="Space Grotesk"/>
                <a:cs typeface="Space Grotesk"/>
              </a:defRPr>
            </a:lvl7pPr>
            <a:lvl8pPr algn="l">
              <a:defRPr sz="1150" b="1">
                <a:solidFill>
                  <a:srgbClr val="FF0180"/>
                </a:solidFill>
                <a:latin typeface="Space Grotesk"/>
                <a:ea typeface="Space Grotesk"/>
                <a:cs typeface="Space Grotesk"/>
              </a:defRPr>
            </a:lvl8pPr>
            <a:lvl9pPr algn="l">
              <a:defRPr sz="1150" b="1">
                <a:solidFill>
                  <a:srgbClr val="FF0180"/>
                </a:solidFill>
                <a:latin typeface="Space Grotesk"/>
                <a:ea typeface="Space Grotesk"/>
                <a:cs typeface="Space Grotesk"/>
              </a:defRPr>
            </a:lvl9pPr>
          </a:lstStyle>
          <a:p xmlns:a="http://schemas.openxmlformats.org/drawingml/2006/main">
            <a:pPr algn="l">
              <a:lnSpc>
                <a:spcPct val="100000"/>
              </a:lnSpc>
              <a:buNone/>
              <a:defRPr sz="1150" b="1">
                <a:solidFill>
                  <a:srgbClr val="FF0180"/>
                </a:solidFill>
                <a:latin typeface="Space Grotesk"/>
                <a:ea typeface="Space Grotesk"/>
                <a:cs typeface="Space Grotesk"/>
              </a:defRPr>
            </a:pPr>
            <a:r>
              <a:rPr sz="1150" b="1">
                <a:solidFill>
                  <a:srgbClr val="FF0180"/>
                </a:solidFill>
                <a:latin typeface="Space Grotesk"/>
                <a:ea typeface="Space Grotesk"/>
                <a:cs typeface="Space Grotesk"/>
              </a:rPr>
              <a:t>03</a:t>
            </a:r>
          </a:p>
        </p:txBody>
      </p:sp>
      <p:sp>
        <p:nvSpPr>
          <p:cNvPr id="27" name="Crash step 03 heading">
            <a:extLst xmlns:a="http://schemas.openxmlformats.org/drawingml/2006/main">
              <a:ext uri="{FF2B5EF4-FFF2-40B4-BE49-F238E27FC236}">
                <a16:creationId xmlns:a16="http://schemas.microsoft.com/office/drawing/2014/main" id="{4F9F0654-8C17-4C15-BB9A-53E5AA07EB86}"/>
              </a:ext>
            </a:extLst>
          </p:cNvPr>
          <p:cNvSpPr>
            <a:spLocks xmlns:a="http://schemas.openxmlformats.org/drawingml/2006/main" noGrp="1"/>
          </p:cNvSpPr>
          <p:nvPr/>
        </p:nvSpPr>
        <p:spPr>
          <a:xfrm xmlns:a="http://schemas.openxmlformats.org/drawingml/2006/main">
            <a:off x="4391025" y="5105400"/>
            <a:ext cx="2971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1">
                <a:solidFill>
                  <a:srgbClr val="7926CB"/>
                </a:solidFill>
                <a:latin typeface="Space Grotesk"/>
                <a:ea typeface="Space Grotesk"/>
                <a:cs typeface="Space Grotesk"/>
              </a:defRPr>
            </a:defPPr>
            <a:lvl1pPr algn="l">
              <a:defRPr sz="1020" b="1">
                <a:solidFill>
                  <a:srgbClr val="7926CB"/>
                </a:solidFill>
                <a:latin typeface="Space Grotesk"/>
                <a:ea typeface="Space Grotesk"/>
                <a:cs typeface="Space Grotesk"/>
              </a:defRPr>
            </a:lvl1pPr>
            <a:lvl2pPr algn="l">
              <a:defRPr sz="1020" b="1">
                <a:solidFill>
                  <a:srgbClr val="7926CB"/>
                </a:solidFill>
                <a:latin typeface="Space Grotesk"/>
                <a:ea typeface="Space Grotesk"/>
                <a:cs typeface="Space Grotesk"/>
              </a:defRPr>
            </a:lvl2pPr>
            <a:lvl3pPr algn="l">
              <a:defRPr sz="1020" b="1">
                <a:solidFill>
                  <a:srgbClr val="7926CB"/>
                </a:solidFill>
                <a:latin typeface="Space Grotesk"/>
                <a:ea typeface="Space Grotesk"/>
                <a:cs typeface="Space Grotesk"/>
              </a:defRPr>
            </a:lvl3pPr>
            <a:lvl4pPr algn="l">
              <a:defRPr sz="1020" b="1">
                <a:solidFill>
                  <a:srgbClr val="7926CB"/>
                </a:solidFill>
                <a:latin typeface="Space Grotesk"/>
                <a:ea typeface="Space Grotesk"/>
                <a:cs typeface="Space Grotesk"/>
              </a:defRPr>
            </a:lvl4pPr>
            <a:lvl5pPr algn="l">
              <a:defRPr sz="1020" b="1">
                <a:solidFill>
                  <a:srgbClr val="7926CB"/>
                </a:solidFill>
                <a:latin typeface="Space Grotesk"/>
                <a:ea typeface="Space Grotesk"/>
                <a:cs typeface="Space Grotesk"/>
              </a:defRPr>
            </a:lvl5pPr>
            <a:lvl6pPr algn="l">
              <a:defRPr sz="1020" b="1">
                <a:solidFill>
                  <a:srgbClr val="7926CB"/>
                </a:solidFill>
                <a:latin typeface="Space Grotesk"/>
                <a:ea typeface="Space Grotesk"/>
                <a:cs typeface="Space Grotesk"/>
              </a:defRPr>
            </a:lvl6pPr>
            <a:lvl7pPr algn="l">
              <a:defRPr sz="1020" b="1">
                <a:solidFill>
                  <a:srgbClr val="7926CB"/>
                </a:solidFill>
                <a:latin typeface="Space Grotesk"/>
                <a:ea typeface="Space Grotesk"/>
                <a:cs typeface="Space Grotesk"/>
              </a:defRPr>
            </a:lvl7pPr>
            <a:lvl8pPr algn="l">
              <a:defRPr sz="1020" b="1">
                <a:solidFill>
                  <a:srgbClr val="7926CB"/>
                </a:solidFill>
                <a:latin typeface="Space Grotesk"/>
                <a:ea typeface="Space Grotesk"/>
                <a:cs typeface="Space Grotesk"/>
              </a:defRPr>
            </a:lvl8pPr>
            <a:lvl9pPr algn="l">
              <a:defRPr sz="1020" b="1">
                <a:solidFill>
                  <a:srgbClr val="7926CB"/>
                </a:solidFill>
                <a:latin typeface="Space Grotesk"/>
                <a:ea typeface="Space Grotesk"/>
                <a:cs typeface="Space Grotesk"/>
              </a:defRPr>
            </a:lvl9pPr>
          </a:lstStyle>
          <a:p xmlns:a="http://schemas.openxmlformats.org/drawingml/2006/main">
            <a:pPr algn="l">
              <a:lnSpc>
                <a:spcPct val="100000"/>
              </a:lnSpc>
              <a:buNone/>
              <a:defRPr sz="1020" b="1">
                <a:solidFill>
                  <a:srgbClr val="7926CB"/>
                </a:solidFill>
                <a:latin typeface="Space Grotesk"/>
                <a:ea typeface="Space Grotesk"/>
                <a:cs typeface="Space Grotesk"/>
              </a:defRPr>
            </a:pPr>
            <a:r>
              <a:rPr sz="1020" b="1">
                <a:solidFill>
                  <a:srgbClr val="7926CB"/>
                </a:solidFill>
                <a:latin typeface="Space Grotesk"/>
                <a:ea typeface="Space Grotesk"/>
                <a:cs typeface="Space Grotesk"/>
              </a:rPr>
              <a:t>Photograph the scene and exchange information.</a:t>
            </a:r>
          </a:p>
        </p:txBody>
      </p:sp>
      <p:sp>
        <p:nvSpPr>
          <p:cNvPr id="28" name="Crash step 03 copy">
            <a:extLst xmlns:a="http://schemas.openxmlformats.org/drawingml/2006/main">
              <a:ext uri="{FF2B5EF4-FFF2-40B4-BE49-F238E27FC236}">
                <a16:creationId xmlns:a16="http://schemas.microsoft.com/office/drawing/2014/main" id="{A125275D-16AF-483B-AB89-611AE946CE8B}"/>
              </a:ext>
            </a:extLst>
          </p:cNvPr>
          <p:cNvSpPr>
            <a:spLocks xmlns:a="http://schemas.openxmlformats.org/drawingml/2006/main" noGrp="1"/>
          </p:cNvSpPr>
          <p:nvPr/>
        </p:nvSpPr>
        <p:spPr>
          <a:xfrm xmlns:a="http://schemas.openxmlformats.org/drawingml/2006/main">
            <a:off x="4391025" y="5438775"/>
            <a:ext cx="2971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0" b="0">
                <a:solidFill>
                  <a:srgbClr val="23143A"/>
                </a:solidFill>
                <a:latin typeface="Arial"/>
                <a:ea typeface="Arial"/>
                <a:cs typeface="Arial"/>
              </a:defRPr>
            </a:defPPr>
            <a:lvl1pPr algn="l">
              <a:defRPr sz="930" b="0">
                <a:solidFill>
                  <a:srgbClr val="23143A"/>
                </a:solidFill>
                <a:latin typeface="Arial"/>
                <a:ea typeface="Arial"/>
                <a:cs typeface="Arial"/>
              </a:defRPr>
            </a:lvl1pPr>
            <a:lvl2pPr algn="l">
              <a:defRPr sz="930" b="0">
                <a:solidFill>
                  <a:srgbClr val="23143A"/>
                </a:solidFill>
                <a:latin typeface="Arial"/>
                <a:ea typeface="Arial"/>
                <a:cs typeface="Arial"/>
              </a:defRPr>
            </a:lvl2pPr>
            <a:lvl3pPr algn="l">
              <a:defRPr sz="930" b="0">
                <a:solidFill>
                  <a:srgbClr val="23143A"/>
                </a:solidFill>
                <a:latin typeface="Arial"/>
                <a:ea typeface="Arial"/>
                <a:cs typeface="Arial"/>
              </a:defRPr>
            </a:lvl3pPr>
            <a:lvl4pPr algn="l">
              <a:defRPr sz="930" b="0">
                <a:solidFill>
                  <a:srgbClr val="23143A"/>
                </a:solidFill>
                <a:latin typeface="Arial"/>
                <a:ea typeface="Arial"/>
                <a:cs typeface="Arial"/>
              </a:defRPr>
            </a:lvl4pPr>
            <a:lvl5pPr algn="l">
              <a:defRPr sz="930" b="0">
                <a:solidFill>
                  <a:srgbClr val="23143A"/>
                </a:solidFill>
                <a:latin typeface="Arial"/>
                <a:ea typeface="Arial"/>
                <a:cs typeface="Arial"/>
              </a:defRPr>
            </a:lvl5pPr>
            <a:lvl6pPr algn="l">
              <a:defRPr sz="930" b="0">
                <a:solidFill>
                  <a:srgbClr val="23143A"/>
                </a:solidFill>
                <a:latin typeface="Arial"/>
                <a:ea typeface="Arial"/>
                <a:cs typeface="Arial"/>
              </a:defRPr>
            </a:lvl6pPr>
            <a:lvl7pPr algn="l">
              <a:defRPr sz="930" b="0">
                <a:solidFill>
                  <a:srgbClr val="23143A"/>
                </a:solidFill>
                <a:latin typeface="Arial"/>
                <a:ea typeface="Arial"/>
                <a:cs typeface="Arial"/>
              </a:defRPr>
            </a:lvl7pPr>
            <a:lvl8pPr algn="l">
              <a:defRPr sz="930" b="0">
                <a:solidFill>
                  <a:srgbClr val="23143A"/>
                </a:solidFill>
                <a:latin typeface="Arial"/>
                <a:ea typeface="Arial"/>
                <a:cs typeface="Arial"/>
              </a:defRPr>
            </a:lvl8pPr>
            <a:lvl9pPr algn="l">
              <a:defRPr sz="930" b="0">
                <a:solidFill>
                  <a:srgbClr val="23143A"/>
                </a:solidFill>
                <a:latin typeface="Arial"/>
                <a:ea typeface="Arial"/>
                <a:cs typeface="Arial"/>
              </a:defRPr>
            </a:lvl9pPr>
          </a:lstStyle>
          <a:p xmlns:a="http://schemas.openxmlformats.org/drawingml/2006/main">
            <a:pPr algn="l">
              <a:lnSpc>
                <a:spcPct val="100000"/>
              </a:lnSpc>
              <a:buNone/>
              <a:defRPr sz="930" b="0">
                <a:solidFill>
                  <a:srgbClr val="23143A"/>
                </a:solidFill>
                <a:latin typeface="Arial"/>
                <a:ea typeface="Arial"/>
                <a:cs typeface="Arial"/>
              </a:defRPr>
            </a:pPr>
            <a:r>
              <a:rPr sz="930" b="0">
                <a:solidFill>
                  <a:srgbClr val="23143A"/>
                </a:solidFill>
                <a:latin typeface="Arial"/>
                <a:ea typeface="Arial"/>
                <a:cs typeface="Arial"/>
              </a:rPr>
              <a:t>If it is safe, photograph the location, bicycle, vehicle, visible damage, and road conditions. Exchange names and contact, driver, and insurance details; note witness contacts.</a:t>
            </a:r>
          </a:p>
        </p:txBody>
      </p:sp>
      <p:sp>
        <p:nvSpPr>
          <p:cNvPr id="29" name="Crash step 04 number">
            <a:extLst xmlns:a="http://schemas.openxmlformats.org/drawingml/2006/main">
              <a:ext uri="{FF2B5EF4-FFF2-40B4-BE49-F238E27FC236}">
                <a16:creationId xmlns:a16="http://schemas.microsoft.com/office/drawing/2014/main" id="{ADBAC232-2F22-42CE-9C8B-9E1C105EF62B}"/>
              </a:ext>
            </a:extLst>
          </p:cNvPr>
          <p:cNvSpPr>
            <a:spLocks xmlns:a="http://schemas.openxmlformats.org/drawingml/2006/main" noGrp="1"/>
          </p:cNvSpPr>
          <p:nvPr/>
        </p:nvSpPr>
        <p:spPr>
          <a:xfrm xmlns:a="http://schemas.openxmlformats.org/drawingml/2006/main">
            <a:off x="4029075" y="626745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FF0180"/>
                </a:solidFill>
                <a:latin typeface="Space Grotesk"/>
                <a:ea typeface="Space Grotesk"/>
                <a:cs typeface="Space Grotesk"/>
              </a:defRPr>
            </a:defPPr>
            <a:lvl1pPr algn="l">
              <a:defRPr sz="1150" b="1">
                <a:solidFill>
                  <a:srgbClr val="FF0180"/>
                </a:solidFill>
                <a:latin typeface="Space Grotesk"/>
                <a:ea typeface="Space Grotesk"/>
                <a:cs typeface="Space Grotesk"/>
              </a:defRPr>
            </a:lvl1pPr>
            <a:lvl2pPr algn="l">
              <a:defRPr sz="1150" b="1">
                <a:solidFill>
                  <a:srgbClr val="FF0180"/>
                </a:solidFill>
                <a:latin typeface="Space Grotesk"/>
                <a:ea typeface="Space Grotesk"/>
                <a:cs typeface="Space Grotesk"/>
              </a:defRPr>
            </a:lvl2pPr>
            <a:lvl3pPr algn="l">
              <a:defRPr sz="1150" b="1">
                <a:solidFill>
                  <a:srgbClr val="FF0180"/>
                </a:solidFill>
                <a:latin typeface="Space Grotesk"/>
                <a:ea typeface="Space Grotesk"/>
                <a:cs typeface="Space Grotesk"/>
              </a:defRPr>
            </a:lvl3pPr>
            <a:lvl4pPr algn="l">
              <a:defRPr sz="1150" b="1">
                <a:solidFill>
                  <a:srgbClr val="FF0180"/>
                </a:solidFill>
                <a:latin typeface="Space Grotesk"/>
                <a:ea typeface="Space Grotesk"/>
                <a:cs typeface="Space Grotesk"/>
              </a:defRPr>
            </a:lvl4pPr>
            <a:lvl5pPr algn="l">
              <a:defRPr sz="1150" b="1">
                <a:solidFill>
                  <a:srgbClr val="FF0180"/>
                </a:solidFill>
                <a:latin typeface="Space Grotesk"/>
                <a:ea typeface="Space Grotesk"/>
                <a:cs typeface="Space Grotesk"/>
              </a:defRPr>
            </a:lvl5pPr>
            <a:lvl6pPr algn="l">
              <a:defRPr sz="1150" b="1">
                <a:solidFill>
                  <a:srgbClr val="FF0180"/>
                </a:solidFill>
                <a:latin typeface="Space Grotesk"/>
                <a:ea typeface="Space Grotesk"/>
                <a:cs typeface="Space Grotesk"/>
              </a:defRPr>
            </a:lvl6pPr>
            <a:lvl7pPr algn="l">
              <a:defRPr sz="1150" b="1">
                <a:solidFill>
                  <a:srgbClr val="FF0180"/>
                </a:solidFill>
                <a:latin typeface="Space Grotesk"/>
                <a:ea typeface="Space Grotesk"/>
                <a:cs typeface="Space Grotesk"/>
              </a:defRPr>
            </a:lvl7pPr>
            <a:lvl8pPr algn="l">
              <a:defRPr sz="1150" b="1">
                <a:solidFill>
                  <a:srgbClr val="FF0180"/>
                </a:solidFill>
                <a:latin typeface="Space Grotesk"/>
                <a:ea typeface="Space Grotesk"/>
                <a:cs typeface="Space Grotesk"/>
              </a:defRPr>
            </a:lvl8pPr>
            <a:lvl9pPr algn="l">
              <a:defRPr sz="1150" b="1">
                <a:solidFill>
                  <a:srgbClr val="FF0180"/>
                </a:solidFill>
                <a:latin typeface="Space Grotesk"/>
                <a:ea typeface="Space Grotesk"/>
                <a:cs typeface="Space Grotesk"/>
              </a:defRPr>
            </a:lvl9pPr>
          </a:lstStyle>
          <a:p xmlns:a="http://schemas.openxmlformats.org/drawingml/2006/main">
            <a:pPr algn="l">
              <a:lnSpc>
                <a:spcPct val="100000"/>
              </a:lnSpc>
              <a:buNone/>
              <a:defRPr sz="1150" b="1">
                <a:solidFill>
                  <a:srgbClr val="FF0180"/>
                </a:solidFill>
                <a:latin typeface="Space Grotesk"/>
                <a:ea typeface="Space Grotesk"/>
                <a:cs typeface="Space Grotesk"/>
              </a:defRPr>
            </a:pPr>
            <a:r>
              <a:rPr sz="1150" b="1">
                <a:solidFill>
                  <a:srgbClr val="FF0180"/>
                </a:solidFill>
                <a:latin typeface="Space Grotesk"/>
                <a:ea typeface="Space Grotesk"/>
                <a:cs typeface="Space Grotesk"/>
              </a:rPr>
              <a:t>04</a:t>
            </a:r>
          </a:p>
        </p:txBody>
      </p:sp>
      <p:sp>
        <p:nvSpPr>
          <p:cNvPr id="30" name="Crash step 04 heading">
            <a:extLst xmlns:a="http://schemas.openxmlformats.org/drawingml/2006/main">
              <a:ext uri="{FF2B5EF4-FFF2-40B4-BE49-F238E27FC236}">
                <a16:creationId xmlns:a16="http://schemas.microsoft.com/office/drawing/2014/main" id="{F41CECBB-B774-496B-B8A7-17957210BC93}"/>
              </a:ext>
            </a:extLst>
          </p:cNvPr>
          <p:cNvSpPr>
            <a:spLocks xmlns:a="http://schemas.openxmlformats.org/drawingml/2006/main" noGrp="1"/>
          </p:cNvSpPr>
          <p:nvPr/>
        </p:nvSpPr>
        <p:spPr>
          <a:xfrm xmlns:a="http://schemas.openxmlformats.org/drawingml/2006/main">
            <a:off x="4391025" y="6267450"/>
            <a:ext cx="2971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1">
                <a:solidFill>
                  <a:srgbClr val="7926CB"/>
                </a:solidFill>
                <a:latin typeface="Space Grotesk"/>
                <a:ea typeface="Space Grotesk"/>
                <a:cs typeface="Space Grotesk"/>
              </a:defRPr>
            </a:defPPr>
            <a:lvl1pPr algn="l">
              <a:defRPr sz="1020" b="1">
                <a:solidFill>
                  <a:srgbClr val="7926CB"/>
                </a:solidFill>
                <a:latin typeface="Space Grotesk"/>
                <a:ea typeface="Space Grotesk"/>
                <a:cs typeface="Space Grotesk"/>
              </a:defRPr>
            </a:lvl1pPr>
            <a:lvl2pPr algn="l">
              <a:defRPr sz="1020" b="1">
                <a:solidFill>
                  <a:srgbClr val="7926CB"/>
                </a:solidFill>
                <a:latin typeface="Space Grotesk"/>
                <a:ea typeface="Space Grotesk"/>
                <a:cs typeface="Space Grotesk"/>
              </a:defRPr>
            </a:lvl2pPr>
            <a:lvl3pPr algn="l">
              <a:defRPr sz="1020" b="1">
                <a:solidFill>
                  <a:srgbClr val="7926CB"/>
                </a:solidFill>
                <a:latin typeface="Space Grotesk"/>
                <a:ea typeface="Space Grotesk"/>
                <a:cs typeface="Space Grotesk"/>
              </a:defRPr>
            </a:lvl3pPr>
            <a:lvl4pPr algn="l">
              <a:defRPr sz="1020" b="1">
                <a:solidFill>
                  <a:srgbClr val="7926CB"/>
                </a:solidFill>
                <a:latin typeface="Space Grotesk"/>
                <a:ea typeface="Space Grotesk"/>
                <a:cs typeface="Space Grotesk"/>
              </a:defRPr>
            </a:lvl4pPr>
            <a:lvl5pPr algn="l">
              <a:defRPr sz="1020" b="1">
                <a:solidFill>
                  <a:srgbClr val="7926CB"/>
                </a:solidFill>
                <a:latin typeface="Space Grotesk"/>
                <a:ea typeface="Space Grotesk"/>
                <a:cs typeface="Space Grotesk"/>
              </a:defRPr>
            </a:lvl5pPr>
            <a:lvl6pPr algn="l">
              <a:defRPr sz="1020" b="1">
                <a:solidFill>
                  <a:srgbClr val="7926CB"/>
                </a:solidFill>
                <a:latin typeface="Space Grotesk"/>
                <a:ea typeface="Space Grotesk"/>
                <a:cs typeface="Space Grotesk"/>
              </a:defRPr>
            </a:lvl6pPr>
            <a:lvl7pPr algn="l">
              <a:defRPr sz="1020" b="1">
                <a:solidFill>
                  <a:srgbClr val="7926CB"/>
                </a:solidFill>
                <a:latin typeface="Space Grotesk"/>
                <a:ea typeface="Space Grotesk"/>
                <a:cs typeface="Space Grotesk"/>
              </a:defRPr>
            </a:lvl7pPr>
            <a:lvl8pPr algn="l">
              <a:defRPr sz="1020" b="1">
                <a:solidFill>
                  <a:srgbClr val="7926CB"/>
                </a:solidFill>
                <a:latin typeface="Space Grotesk"/>
                <a:ea typeface="Space Grotesk"/>
                <a:cs typeface="Space Grotesk"/>
              </a:defRPr>
            </a:lvl8pPr>
            <a:lvl9pPr algn="l">
              <a:defRPr sz="1020" b="1">
                <a:solidFill>
                  <a:srgbClr val="7926CB"/>
                </a:solidFill>
                <a:latin typeface="Space Grotesk"/>
                <a:ea typeface="Space Grotesk"/>
                <a:cs typeface="Space Grotesk"/>
              </a:defRPr>
            </a:lvl9pPr>
          </a:lstStyle>
          <a:p xmlns:a="http://schemas.openxmlformats.org/drawingml/2006/main">
            <a:pPr algn="l">
              <a:lnSpc>
                <a:spcPct val="100000"/>
              </a:lnSpc>
              <a:buNone/>
              <a:defRPr sz="1020" b="1">
                <a:solidFill>
                  <a:srgbClr val="7926CB"/>
                </a:solidFill>
                <a:latin typeface="Space Grotesk"/>
                <a:ea typeface="Space Grotesk"/>
                <a:cs typeface="Space Grotesk"/>
              </a:defRPr>
            </a:pPr>
            <a:r>
              <a:rPr sz="1020" b="1">
                <a:solidFill>
                  <a:srgbClr val="7926CB"/>
                </a:solidFill>
                <a:latin typeface="Space Grotesk"/>
                <a:ea typeface="Space Grotesk"/>
                <a:cs typeface="Space Grotesk"/>
              </a:rPr>
              <a:t>Seek medical care.</a:t>
            </a:r>
          </a:p>
        </p:txBody>
      </p:sp>
      <p:sp>
        <p:nvSpPr>
          <p:cNvPr id="31" name="Crash step 04 copy">
            <a:extLst xmlns:a="http://schemas.openxmlformats.org/drawingml/2006/main">
              <a:ext uri="{FF2B5EF4-FFF2-40B4-BE49-F238E27FC236}">
                <a16:creationId xmlns:a16="http://schemas.microsoft.com/office/drawing/2014/main" id="{114AEF31-320A-4702-B94D-241310CF458F}"/>
              </a:ext>
            </a:extLst>
          </p:cNvPr>
          <p:cNvSpPr>
            <a:spLocks xmlns:a="http://schemas.openxmlformats.org/drawingml/2006/main" noGrp="1"/>
          </p:cNvSpPr>
          <p:nvPr/>
        </p:nvSpPr>
        <p:spPr>
          <a:xfrm xmlns:a="http://schemas.openxmlformats.org/drawingml/2006/main">
            <a:off x="4391025" y="6600825"/>
            <a:ext cx="2971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0" b="0">
                <a:solidFill>
                  <a:srgbClr val="23143A"/>
                </a:solidFill>
                <a:latin typeface="Arial"/>
                <a:ea typeface="Arial"/>
                <a:cs typeface="Arial"/>
              </a:defRPr>
            </a:defPPr>
            <a:lvl1pPr algn="l">
              <a:defRPr sz="930" b="0">
                <a:solidFill>
                  <a:srgbClr val="23143A"/>
                </a:solidFill>
                <a:latin typeface="Arial"/>
                <a:ea typeface="Arial"/>
                <a:cs typeface="Arial"/>
              </a:defRPr>
            </a:lvl1pPr>
            <a:lvl2pPr algn="l">
              <a:defRPr sz="930" b="0">
                <a:solidFill>
                  <a:srgbClr val="23143A"/>
                </a:solidFill>
                <a:latin typeface="Arial"/>
                <a:ea typeface="Arial"/>
                <a:cs typeface="Arial"/>
              </a:defRPr>
            </a:lvl2pPr>
            <a:lvl3pPr algn="l">
              <a:defRPr sz="930" b="0">
                <a:solidFill>
                  <a:srgbClr val="23143A"/>
                </a:solidFill>
                <a:latin typeface="Arial"/>
                <a:ea typeface="Arial"/>
                <a:cs typeface="Arial"/>
              </a:defRPr>
            </a:lvl3pPr>
            <a:lvl4pPr algn="l">
              <a:defRPr sz="930" b="0">
                <a:solidFill>
                  <a:srgbClr val="23143A"/>
                </a:solidFill>
                <a:latin typeface="Arial"/>
                <a:ea typeface="Arial"/>
                <a:cs typeface="Arial"/>
              </a:defRPr>
            </a:lvl4pPr>
            <a:lvl5pPr algn="l">
              <a:defRPr sz="930" b="0">
                <a:solidFill>
                  <a:srgbClr val="23143A"/>
                </a:solidFill>
                <a:latin typeface="Arial"/>
                <a:ea typeface="Arial"/>
                <a:cs typeface="Arial"/>
              </a:defRPr>
            </a:lvl5pPr>
            <a:lvl6pPr algn="l">
              <a:defRPr sz="930" b="0">
                <a:solidFill>
                  <a:srgbClr val="23143A"/>
                </a:solidFill>
                <a:latin typeface="Arial"/>
                <a:ea typeface="Arial"/>
                <a:cs typeface="Arial"/>
              </a:defRPr>
            </a:lvl6pPr>
            <a:lvl7pPr algn="l">
              <a:defRPr sz="930" b="0">
                <a:solidFill>
                  <a:srgbClr val="23143A"/>
                </a:solidFill>
                <a:latin typeface="Arial"/>
                <a:ea typeface="Arial"/>
                <a:cs typeface="Arial"/>
              </a:defRPr>
            </a:lvl7pPr>
            <a:lvl8pPr algn="l">
              <a:defRPr sz="930" b="0">
                <a:solidFill>
                  <a:srgbClr val="23143A"/>
                </a:solidFill>
                <a:latin typeface="Arial"/>
                <a:ea typeface="Arial"/>
                <a:cs typeface="Arial"/>
              </a:defRPr>
            </a:lvl8pPr>
            <a:lvl9pPr algn="l">
              <a:defRPr sz="930" b="0">
                <a:solidFill>
                  <a:srgbClr val="23143A"/>
                </a:solidFill>
                <a:latin typeface="Arial"/>
                <a:ea typeface="Arial"/>
                <a:cs typeface="Arial"/>
              </a:defRPr>
            </a:lvl9pPr>
          </a:lstStyle>
          <a:p xmlns:a="http://schemas.openxmlformats.org/drawingml/2006/main">
            <a:pPr algn="l">
              <a:lnSpc>
                <a:spcPct val="100000"/>
              </a:lnSpc>
              <a:buNone/>
              <a:defRPr sz="930" b="0">
                <a:solidFill>
                  <a:srgbClr val="23143A"/>
                </a:solidFill>
                <a:latin typeface="Arial"/>
                <a:ea typeface="Arial"/>
                <a:cs typeface="Arial"/>
              </a:defRPr>
            </a:pPr>
            <a:r>
              <a:rPr sz="930" b="0">
                <a:solidFill>
                  <a:srgbClr val="23143A"/>
                </a:solidFill>
                <a:latin typeface="Arial"/>
                <a:ea typeface="Arial"/>
                <a:cs typeface="Arial"/>
              </a:rPr>
              <a:t>Get medical attention for injuries promptly; do not delay care for reports or photos. Follow a clinician’s advice.</a:t>
            </a:r>
          </a:p>
        </p:txBody>
      </p:sp>
      <p:sp>
        <p:nvSpPr>
          <p:cNvPr id="32" name="Crash step 05 number">
            <a:extLst xmlns:a="http://schemas.openxmlformats.org/drawingml/2006/main">
              <a:ext uri="{FF2B5EF4-FFF2-40B4-BE49-F238E27FC236}">
                <a16:creationId xmlns:a16="http://schemas.microsoft.com/office/drawing/2014/main" id="{6BB87414-BB83-4491-B0E4-476B8213B1E9}"/>
              </a:ext>
            </a:extLst>
          </p:cNvPr>
          <p:cNvSpPr>
            <a:spLocks xmlns:a="http://schemas.openxmlformats.org/drawingml/2006/main" noGrp="1"/>
          </p:cNvSpPr>
          <p:nvPr/>
        </p:nvSpPr>
        <p:spPr>
          <a:xfrm xmlns:a="http://schemas.openxmlformats.org/drawingml/2006/main">
            <a:off x="4029075" y="7429500"/>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FF0180"/>
                </a:solidFill>
                <a:latin typeface="Space Grotesk"/>
                <a:ea typeface="Space Grotesk"/>
                <a:cs typeface="Space Grotesk"/>
              </a:defRPr>
            </a:defPPr>
            <a:lvl1pPr algn="l">
              <a:defRPr sz="1150" b="1">
                <a:solidFill>
                  <a:srgbClr val="FF0180"/>
                </a:solidFill>
                <a:latin typeface="Space Grotesk"/>
                <a:ea typeface="Space Grotesk"/>
                <a:cs typeface="Space Grotesk"/>
              </a:defRPr>
            </a:lvl1pPr>
            <a:lvl2pPr algn="l">
              <a:defRPr sz="1150" b="1">
                <a:solidFill>
                  <a:srgbClr val="FF0180"/>
                </a:solidFill>
                <a:latin typeface="Space Grotesk"/>
                <a:ea typeface="Space Grotesk"/>
                <a:cs typeface="Space Grotesk"/>
              </a:defRPr>
            </a:lvl2pPr>
            <a:lvl3pPr algn="l">
              <a:defRPr sz="1150" b="1">
                <a:solidFill>
                  <a:srgbClr val="FF0180"/>
                </a:solidFill>
                <a:latin typeface="Space Grotesk"/>
                <a:ea typeface="Space Grotesk"/>
                <a:cs typeface="Space Grotesk"/>
              </a:defRPr>
            </a:lvl3pPr>
            <a:lvl4pPr algn="l">
              <a:defRPr sz="1150" b="1">
                <a:solidFill>
                  <a:srgbClr val="FF0180"/>
                </a:solidFill>
                <a:latin typeface="Space Grotesk"/>
                <a:ea typeface="Space Grotesk"/>
                <a:cs typeface="Space Grotesk"/>
              </a:defRPr>
            </a:lvl4pPr>
            <a:lvl5pPr algn="l">
              <a:defRPr sz="1150" b="1">
                <a:solidFill>
                  <a:srgbClr val="FF0180"/>
                </a:solidFill>
                <a:latin typeface="Space Grotesk"/>
                <a:ea typeface="Space Grotesk"/>
                <a:cs typeface="Space Grotesk"/>
              </a:defRPr>
            </a:lvl5pPr>
            <a:lvl6pPr algn="l">
              <a:defRPr sz="1150" b="1">
                <a:solidFill>
                  <a:srgbClr val="FF0180"/>
                </a:solidFill>
                <a:latin typeface="Space Grotesk"/>
                <a:ea typeface="Space Grotesk"/>
                <a:cs typeface="Space Grotesk"/>
              </a:defRPr>
            </a:lvl6pPr>
            <a:lvl7pPr algn="l">
              <a:defRPr sz="1150" b="1">
                <a:solidFill>
                  <a:srgbClr val="FF0180"/>
                </a:solidFill>
                <a:latin typeface="Space Grotesk"/>
                <a:ea typeface="Space Grotesk"/>
                <a:cs typeface="Space Grotesk"/>
              </a:defRPr>
            </a:lvl7pPr>
            <a:lvl8pPr algn="l">
              <a:defRPr sz="1150" b="1">
                <a:solidFill>
                  <a:srgbClr val="FF0180"/>
                </a:solidFill>
                <a:latin typeface="Space Grotesk"/>
                <a:ea typeface="Space Grotesk"/>
                <a:cs typeface="Space Grotesk"/>
              </a:defRPr>
            </a:lvl8pPr>
            <a:lvl9pPr algn="l">
              <a:defRPr sz="1150" b="1">
                <a:solidFill>
                  <a:srgbClr val="FF0180"/>
                </a:solidFill>
                <a:latin typeface="Space Grotesk"/>
                <a:ea typeface="Space Grotesk"/>
                <a:cs typeface="Space Grotesk"/>
              </a:defRPr>
            </a:lvl9pPr>
          </a:lstStyle>
          <a:p xmlns:a="http://schemas.openxmlformats.org/drawingml/2006/main">
            <a:pPr algn="l">
              <a:lnSpc>
                <a:spcPct val="100000"/>
              </a:lnSpc>
              <a:buNone/>
              <a:defRPr sz="1150" b="1">
                <a:solidFill>
                  <a:srgbClr val="FF0180"/>
                </a:solidFill>
                <a:latin typeface="Space Grotesk"/>
                <a:ea typeface="Space Grotesk"/>
                <a:cs typeface="Space Grotesk"/>
              </a:defRPr>
            </a:pPr>
            <a:r>
              <a:rPr sz="1150" b="1">
                <a:solidFill>
                  <a:srgbClr val="FF0180"/>
                </a:solidFill>
                <a:latin typeface="Space Grotesk"/>
                <a:ea typeface="Space Grotesk"/>
                <a:cs typeface="Space Grotesk"/>
              </a:rPr>
              <a:t>05</a:t>
            </a:r>
          </a:p>
        </p:txBody>
      </p:sp>
      <p:sp>
        <p:nvSpPr>
          <p:cNvPr id="33" name="Crash step 05 heading">
            <a:extLst xmlns:a="http://schemas.openxmlformats.org/drawingml/2006/main">
              <a:ext uri="{FF2B5EF4-FFF2-40B4-BE49-F238E27FC236}">
                <a16:creationId xmlns:a16="http://schemas.microsoft.com/office/drawing/2014/main" id="{19582922-4E75-48AA-AB6B-16549B8445A6}"/>
              </a:ext>
            </a:extLst>
          </p:cNvPr>
          <p:cNvSpPr>
            <a:spLocks xmlns:a="http://schemas.openxmlformats.org/drawingml/2006/main" noGrp="1"/>
          </p:cNvSpPr>
          <p:nvPr/>
        </p:nvSpPr>
        <p:spPr>
          <a:xfrm xmlns:a="http://schemas.openxmlformats.org/drawingml/2006/main">
            <a:off x="4391025" y="7429500"/>
            <a:ext cx="2971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b="1">
                <a:solidFill>
                  <a:srgbClr val="7926CB"/>
                </a:solidFill>
                <a:latin typeface="Space Grotesk"/>
                <a:ea typeface="Space Grotesk"/>
                <a:cs typeface="Space Grotesk"/>
              </a:defRPr>
            </a:defPPr>
            <a:lvl1pPr algn="l">
              <a:defRPr sz="1020" b="1">
                <a:solidFill>
                  <a:srgbClr val="7926CB"/>
                </a:solidFill>
                <a:latin typeface="Space Grotesk"/>
                <a:ea typeface="Space Grotesk"/>
                <a:cs typeface="Space Grotesk"/>
              </a:defRPr>
            </a:lvl1pPr>
            <a:lvl2pPr algn="l">
              <a:defRPr sz="1020" b="1">
                <a:solidFill>
                  <a:srgbClr val="7926CB"/>
                </a:solidFill>
                <a:latin typeface="Space Grotesk"/>
                <a:ea typeface="Space Grotesk"/>
                <a:cs typeface="Space Grotesk"/>
              </a:defRPr>
            </a:lvl2pPr>
            <a:lvl3pPr algn="l">
              <a:defRPr sz="1020" b="1">
                <a:solidFill>
                  <a:srgbClr val="7926CB"/>
                </a:solidFill>
                <a:latin typeface="Space Grotesk"/>
                <a:ea typeface="Space Grotesk"/>
                <a:cs typeface="Space Grotesk"/>
              </a:defRPr>
            </a:lvl3pPr>
            <a:lvl4pPr algn="l">
              <a:defRPr sz="1020" b="1">
                <a:solidFill>
                  <a:srgbClr val="7926CB"/>
                </a:solidFill>
                <a:latin typeface="Space Grotesk"/>
                <a:ea typeface="Space Grotesk"/>
                <a:cs typeface="Space Grotesk"/>
              </a:defRPr>
            </a:lvl4pPr>
            <a:lvl5pPr algn="l">
              <a:defRPr sz="1020" b="1">
                <a:solidFill>
                  <a:srgbClr val="7926CB"/>
                </a:solidFill>
                <a:latin typeface="Space Grotesk"/>
                <a:ea typeface="Space Grotesk"/>
                <a:cs typeface="Space Grotesk"/>
              </a:defRPr>
            </a:lvl5pPr>
            <a:lvl6pPr algn="l">
              <a:defRPr sz="1020" b="1">
                <a:solidFill>
                  <a:srgbClr val="7926CB"/>
                </a:solidFill>
                <a:latin typeface="Space Grotesk"/>
                <a:ea typeface="Space Grotesk"/>
                <a:cs typeface="Space Grotesk"/>
              </a:defRPr>
            </a:lvl6pPr>
            <a:lvl7pPr algn="l">
              <a:defRPr sz="1020" b="1">
                <a:solidFill>
                  <a:srgbClr val="7926CB"/>
                </a:solidFill>
                <a:latin typeface="Space Grotesk"/>
                <a:ea typeface="Space Grotesk"/>
                <a:cs typeface="Space Grotesk"/>
              </a:defRPr>
            </a:lvl7pPr>
            <a:lvl8pPr algn="l">
              <a:defRPr sz="1020" b="1">
                <a:solidFill>
                  <a:srgbClr val="7926CB"/>
                </a:solidFill>
                <a:latin typeface="Space Grotesk"/>
                <a:ea typeface="Space Grotesk"/>
                <a:cs typeface="Space Grotesk"/>
              </a:defRPr>
            </a:lvl8pPr>
            <a:lvl9pPr algn="l">
              <a:defRPr sz="1020" b="1">
                <a:solidFill>
                  <a:srgbClr val="7926CB"/>
                </a:solidFill>
                <a:latin typeface="Space Grotesk"/>
                <a:ea typeface="Space Grotesk"/>
                <a:cs typeface="Space Grotesk"/>
              </a:defRPr>
            </a:lvl9pPr>
          </a:lstStyle>
          <a:p xmlns:a="http://schemas.openxmlformats.org/drawingml/2006/main">
            <a:pPr algn="l">
              <a:lnSpc>
                <a:spcPct val="100000"/>
              </a:lnSpc>
              <a:buNone/>
              <a:defRPr sz="1020" b="1">
                <a:solidFill>
                  <a:srgbClr val="7926CB"/>
                </a:solidFill>
                <a:latin typeface="Space Grotesk"/>
                <a:ea typeface="Space Grotesk"/>
                <a:cs typeface="Space Grotesk"/>
              </a:defRPr>
            </a:pPr>
            <a:r>
              <a:rPr sz="1020" b="1">
                <a:solidFill>
                  <a:srgbClr val="7926CB"/>
                </a:solidFill>
                <a:latin typeface="Space Grotesk"/>
                <a:ea typeface="Space Grotesk"/>
                <a:cs typeface="Space Grotesk"/>
              </a:rPr>
              <a:t>Protect your records and your rights.</a:t>
            </a:r>
          </a:p>
        </p:txBody>
      </p:sp>
      <p:sp>
        <p:nvSpPr>
          <p:cNvPr id="34" name="Crash step 05 copy">
            <a:extLst xmlns:a="http://schemas.openxmlformats.org/drawingml/2006/main">
              <a:ext uri="{FF2B5EF4-FFF2-40B4-BE49-F238E27FC236}">
                <a16:creationId xmlns:a16="http://schemas.microsoft.com/office/drawing/2014/main" id="{C75742C3-3555-4CF3-9735-6F81C6E688CA}"/>
              </a:ext>
            </a:extLst>
          </p:cNvPr>
          <p:cNvSpPr>
            <a:spLocks xmlns:a="http://schemas.openxmlformats.org/drawingml/2006/main" noGrp="1"/>
          </p:cNvSpPr>
          <p:nvPr/>
        </p:nvSpPr>
        <p:spPr>
          <a:xfrm xmlns:a="http://schemas.openxmlformats.org/drawingml/2006/main">
            <a:off x="4391025" y="7762875"/>
            <a:ext cx="2971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0" b="0">
                <a:solidFill>
                  <a:srgbClr val="23143A"/>
                </a:solidFill>
                <a:latin typeface="Arial"/>
                <a:ea typeface="Arial"/>
                <a:cs typeface="Arial"/>
              </a:defRPr>
            </a:defPPr>
            <a:lvl1pPr algn="l">
              <a:defRPr sz="930" b="0">
                <a:solidFill>
                  <a:srgbClr val="23143A"/>
                </a:solidFill>
                <a:latin typeface="Arial"/>
                <a:ea typeface="Arial"/>
                <a:cs typeface="Arial"/>
              </a:defRPr>
            </a:lvl1pPr>
            <a:lvl2pPr algn="l">
              <a:defRPr sz="930" b="0">
                <a:solidFill>
                  <a:srgbClr val="23143A"/>
                </a:solidFill>
                <a:latin typeface="Arial"/>
                <a:ea typeface="Arial"/>
                <a:cs typeface="Arial"/>
              </a:defRPr>
            </a:lvl2pPr>
            <a:lvl3pPr algn="l">
              <a:defRPr sz="930" b="0">
                <a:solidFill>
                  <a:srgbClr val="23143A"/>
                </a:solidFill>
                <a:latin typeface="Arial"/>
                <a:ea typeface="Arial"/>
                <a:cs typeface="Arial"/>
              </a:defRPr>
            </a:lvl3pPr>
            <a:lvl4pPr algn="l">
              <a:defRPr sz="930" b="0">
                <a:solidFill>
                  <a:srgbClr val="23143A"/>
                </a:solidFill>
                <a:latin typeface="Arial"/>
                <a:ea typeface="Arial"/>
                <a:cs typeface="Arial"/>
              </a:defRPr>
            </a:lvl4pPr>
            <a:lvl5pPr algn="l">
              <a:defRPr sz="930" b="0">
                <a:solidFill>
                  <a:srgbClr val="23143A"/>
                </a:solidFill>
                <a:latin typeface="Arial"/>
                <a:ea typeface="Arial"/>
                <a:cs typeface="Arial"/>
              </a:defRPr>
            </a:lvl5pPr>
            <a:lvl6pPr algn="l">
              <a:defRPr sz="930" b="0">
                <a:solidFill>
                  <a:srgbClr val="23143A"/>
                </a:solidFill>
                <a:latin typeface="Arial"/>
                <a:ea typeface="Arial"/>
                <a:cs typeface="Arial"/>
              </a:defRPr>
            </a:lvl6pPr>
            <a:lvl7pPr algn="l">
              <a:defRPr sz="930" b="0">
                <a:solidFill>
                  <a:srgbClr val="23143A"/>
                </a:solidFill>
                <a:latin typeface="Arial"/>
                <a:ea typeface="Arial"/>
                <a:cs typeface="Arial"/>
              </a:defRPr>
            </a:lvl7pPr>
            <a:lvl8pPr algn="l">
              <a:defRPr sz="930" b="0">
                <a:solidFill>
                  <a:srgbClr val="23143A"/>
                </a:solidFill>
                <a:latin typeface="Arial"/>
                <a:ea typeface="Arial"/>
                <a:cs typeface="Arial"/>
              </a:defRPr>
            </a:lvl8pPr>
            <a:lvl9pPr algn="l">
              <a:defRPr sz="930" b="0">
                <a:solidFill>
                  <a:srgbClr val="23143A"/>
                </a:solidFill>
                <a:latin typeface="Arial"/>
                <a:ea typeface="Arial"/>
                <a:cs typeface="Arial"/>
              </a:defRPr>
            </a:lvl9pPr>
          </a:lstStyle>
          <a:p xmlns:a="http://schemas.openxmlformats.org/drawingml/2006/main">
            <a:pPr algn="l">
              <a:lnSpc>
                <a:spcPct val="100000"/>
              </a:lnSpc>
              <a:buNone/>
              <a:defRPr sz="930" b="0">
                <a:solidFill>
                  <a:srgbClr val="23143A"/>
                </a:solidFill>
                <a:latin typeface="Arial"/>
                <a:ea typeface="Arial"/>
                <a:cs typeface="Arial"/>
              </a:defRPr>
            </a:pPr>
            <a:r>
              <a:rPr sz="930" b="0">
                <a:solidFill>
                  <a:srgbClr val="23143A"/>
                </a:solidFill>
                <a:latin typeface="Arial"/>
                <a:ea typeface="Arial"/>
                <a:cs typeface="Arial"/>
              </a:rPr>
              <a:t>Save the report number, photos, medical and repair records, and related messages. Consider speaking with your insurer or a qualified attorney about your options.</a:t>
            </a:r>
          </a:p>
        </p:txBody>
      </p:sp>
      <p:sp>
        <p:nvSpPr>
          <p:cNvPr id="35" name="Arizona page two footer">
            <a:extLst xmlns:a="http://schemas.openxmlformats.org/drawingml/2006/main">
              <a:ext uri="{FF2B5EF4-FFF2-40B4-BE49-F238E27FC236}">
                <a16:creationId xmlns:a16="http://schemas.microsoft.com/office/drawing/2014/main" id="{0F69E671-17DA-413A-B2A3-80C09441284D}"/>
              </a:ext>
            </a:extLst>
          </p:cNvPr>
          <p:cNvSpPr>
            <a:spLocks xmlns:a="http://schemas.openxmlformats.org/drawingml/2006/main" noGrp="1"/>
          </p:cNvSpPr>
          <p:nvPr/>
        </p:nvSpPr>
        <p:spPr>
          <a:xfrm xmlns:a="http://schemas.openxmlformats.org/drawingml/2006/main">
            <a:off x="0" y="9144000"/>
            <a:ext cx="7772400" cy="9144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36" name="">
            <a:extLst xmlns:a="http://schemas.openxmlformats.org/drawingml/2006/main">
              <a:ext uri="{FF2B5EF4-FFF2-40B4-BE49-F238E27FC236}">
                <a16:creationId xmlns:a16="http://schemas.microsoft.com/office/drawing/2014/main" id="{FF189550-5344-457B-AAD1-2F7AD8452BBC}"/>
              </a:ext>
            </a:extLst>
          </p:cNvPr>
          <p:cNvPicPr>
            <a:picLocks xmlns:a="http://schemas.openxmlformats.org/drawingml/2006/main" noChangeAspect="1"/>
          </p:cNvPicPr>
          <p:nvPr/>
        </p:nvPicPr>
        <p:blipFill>
          <a:blip xmlns:r="http://schemas.openxmlformats.org/officeDocument/2006/relationships" xmlns:a="http://schemas.openxmlformats.org/drawingml/2006/main" r:embed="R7ed8514039c3419b"/>
          <a:stretch xmlns:a="http://schemas.openxmlformats.org/drawingml/2006/main"/>
        </p:blipFill>
        <p:spPr>
          <a:xfrm xmlns:a="http://schemas.openxmlformats.org/drawingml/2006/main">
            <a:off x="285750" y="9334500"/>
            <a:ext cx="514350" cy="514350"/>
          </a:xfrm>
          <a:prstGeom xmlns:a="http://schemas.openxmlformats.org/drawingml/2006/main" prst="rect">
            <a:avLst/>
          </a:prstGeom>
        </p:spPr>
      </p:pic>
      <p:sp>
        <p:nvSpPr>
          <p:cNvPr id="37" name="Arizona page two footer brand">
            <a:extLst xmlns:a="http://schemas.openxmlformats.org/drawingml/2006/main">
              <a:ext uri="{FF2B5EF4-FFF2-40B4-BE49-F238E27FC236}">
                <a16:creationId xmlns:a16="http://schemas.microsoft.com/office/drawing/2014/main" id="{1827FF3E-CFAD-4594-8DA4-F843AD0E00FA}"/>
              </a:ext>
            </a:extLst>
          </p:cNvPr>
          <p:cNvSpPr>
            <a:spLocks xmlns:a="http://schemas.openxmlformats.org/drawingml/2006/main" noGrp="1"/>
          </p:cNvSpPr>
          <p:nvPr/>
        </p:nvSpPr>
        <p:spPr>
          <a:xfrm xmlns:a="http://schemas.openxmlformats.org/drawingml/2006/main">
            <a:off x="971550" y="934402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0A"/>
                </a:solidFill>
                <a:latin typeface="Space Grotesk"/>
                <a:ea typeface="Space Grotesk"/>
                <a:cs typeface="Space Grotesk"/>
              </a:defRPr>
            </a:defPPr>
            <a:lvl1pPr algn="l">
              <a:defRPr sz="1200" b="1">
                <a:solidFill>
                  <a:srgbClr val="FFFF0A"/>
                </a:solidFill>
                <a:latin typeface="Space Grotesk"/>
                <a:ea typeface="Space Grotesk"/>
                <a:cs typeface="Space Grotesk"/>
              </a:defRPr>
            </a:lvl1pPr>
            <a:lvl2pPr algn="l">
              <a:defRPr sz="1200" b="1">
                <a:solidFill>
                  <a:srgbClr val="FFFF0A"/>
                </a:solidFill>
                <a:latin typeface="Space Grotesk"/>
                <a:ea typeface="Space Grotesk"/>
                <a:cs typeface="Space Grotesk"/>
              </a:defRPr>
            </a:lvl2pPr>
            <a:lvl3pPr algn="l">
              <a:defRPr sz="1200" b="1">
                <a:solidFill>
                  <a:srgbClr val="FFFF0A"/>
                </a:solidFill>
                <a:latin typeface="Space Grotesk"/>
                <a:ea typeface="Space Grotesk"/>
                <a:cs typeface="Space Grotesk"/>
              </a:defRPr>
            </a:lvl3pPr>
            <a:lvl4pPr algn="l">
              <a:defRPr sz="1200" b="1">
                <a:solidFill>
                  <a:srgbClr val="FFFF0A"/>
                </a:solidFill>
                <a:latin typeface="Space Grotesk"/>
                <a:ea typeface="Space Grotesk"/>
                <a:cs typeface="Space Grotesk"/>
              </a:defRPr>
            </a:lvl4pPr>
            <a:lvl5pPr algn="l">
              <a:defRPr sz="1200" b="1">
                <a:solidFill>
                  <a:srgbClr val="FFFF0A"/>
                </a:solidFill>
                <a:latin typeface="Space Grotesk"/>
                <a:ea typeface="Space Grotesk"/>
                <a:cs typeface="Space Grotesk"/>
              </a:defRPr>
            </a:lvl5pPr>
            <a:lvl6pPr algn="l">
              <a:defRPr sz="1200" b="1">
                <a:solidFill>
                  <a:srgbClr val="FFFF0A"/>
                </a:solidFill>
                <a:latin typeface="Space Grotesk"/>
                <a:ea typeface="Space Grotesk"/>
                <a:cs typeface="Space Grotesk"/>
              </a:defRPr>
            </a:lvl6pPr>
            <a:lvl7pPr algn="l">
              <a:defRPr sz="1200" b="1">
                <a:solidFill>
                  <a:srgbClr val="FFFF0A"/>
                </a:solidFill>
                <a:latin typeface="Space Grotesk"/>
                <a:ea typeface="Space Grotesk"/>
                <a:cs typeface="Space Grotesk"/>
              </a:defRPr>
            </a:lvl7pPr>
            <a:lvl8pPr algn="l">
              <a:defRPr sz="1200" b="1">
                <a:solidFill>
                  <a:srgbClr val="FFFF0A"/>
                </a:solidFill>
                <a:latin typeface="Space Grotesk"/>
                <a:ea typeface="Space Grotesk"/>
                <a:cs typeface="Space Grotesk"/>
              </a:defRPr>
            </a:lvl8pPr>
            <a:lvl9pPr algn="l">
              <a:defRPr sz="1200" b="1">
                <a:solidFill>
                  <a:srgbClr val="FFFF0A"/>
                </a:solidFill>
                <a:latin typeface="Space Grotesk"/>
                <a:ea typeface="Space Grotesk"/>
                <a:cs typeface="Space Grotesk"/>
              </a:defRPr>
            </a:lvl9pPr>
          </a:lstStyle>
          <a:p xmlns:a="http://schemas.openxmlformats.org/drawingml/2006/main">
            <a:pPr algn="l">
              <a:lnSpc>
                <a:spcPct val="100000"/>
              </a:lnSpc>
              <a:buNone/>
              <a:defRPr sz="1200" b="1">
                <a:solidFill>
                  <a:srgbClr val="FFFF0A"/>
                </a:solidFill>
                <a:latin typeface="Space Grotesk"/>
                <a:ea typeface="Space Grotesk"/>
                <a:cs typeface="Space Grotesk"/>
              </a:defRPr>
            </a:pPr>
            <a:r>
              <a:rPr sz="1200" b="1">
                <a:solidFill>
                  <a:srgbClr val="FFFF0A"/>
                </a:solidFill>
                <a:latin typeface="Space Grotesk"/>
                <a:ea typeface="Space Grotesk"/>
                <a:cs typeface="Space Grotesk"/>
              </a:rPr>
              <a:t>3 FEET PLEASE</a:t>
            </a:r>
          </a:p>
        </p:txBody>
      </p:sp>
      <p:sp>
        <p:nvSpPr>
          <p:cNvPr id="38" name="Arizona page two footer website">
            <a:extLst xmlns:a="http://schemas.openxmlformats.org/drawingml/2006/main">
              <a:ext uri="{FF2B5EF4-FFF2-40B4-BE49-F238E27FC236}">
                <a16:creationId xmlns:a16="http://schemas.microsoft.com/office/drawing/2014/main" id="{11E26AFD-B7B7-43B6-8B1E-160A5CCCF0EE}"/>
              </a:ext>
            </a:extLst>
          </p:cNvPr>
          <p:cNvSpPr>
            <a:spLocks xmlns:a="http://schemas.openxmlformats.org/drawingml/2006/main" noGrp="1"/>
          </p:cNvSpPr>
          <p:nvPr/>
        </p:nvSpPr>
        <p:spPr>
          <a:xfrm xmlns:a="http://schemas.openxmlformats.org/drawingml/2006/main">
            <a:off x="971550" y="9610725"/>
            <a:ext cx="4572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FFFFFF"/>
                </a:solidFill>
                <a:latin typeface="Arial"/>
                <a:ea typeface="Arial"/>
                <a:cs typeface="Arial"/>
              </a:defRPr>
            </a:defPPr>
            <a:lvl1pPr algn="l">
              <a:defRPr sz="1050" b="1">
                <a:solidFill>
                  <a:srgbClr val="FFFFFF"/>
                </a:solidFill>
                <a:latin typeface="Arial"/>
                <a:ea typeface="Arial"/>
                <a:cs typeface="Arial"/>
              </a:defRPr>
            </a:lvl1pPr>
            <a:lvl2pPr algn="l">
              <a:defRPr sz="1050" b="1">
                <a:solidFill>
                  <a:srgbClr val="FFFFFF"/>
                </a:solidFill>
                <a:latin typeface="Arial"/>
                <a:ea typeface="Arial"/>
                <a:cs typeface="Arial"/>
              </a:defRPr>
            </a:lvl2pPr>
            <a:lvl3pPr algn="l">
              <a:defRPr sz="1050" b="1">
                <a:solidFill>
                  <a:srgbClr val="FFFFFF"/>
                </a:solidFill>
                <a:latin typeface="Arial"/>
                <a:ea typeface="Arial"/>
                <a:cs typeface="Arial"/>
              </a:defRPr>
            </a:lvl3pPr>
            <a:lvl4pPr algn="l">
              <a:defRPr sz="1050" b="1">
                <a:solidFill>
                  <a:srgbClr val="FFFFFF"/>
                </a:solidFill>
                <a:latin typeface="Arial"/>
                <a:ea typeface="Arial"/>
                <a:cs typeface="Arial"/>
              </a:defRPr>
            </a:lvl4pPr>
            <a:lvl5pPr algn="l">
              <a:defRPr sz="1050" b="1">
                <a:solidFill>
                  <a:srgbClr val="FFFFFF"/>
                </a:solidFill>
                <a:latin typeface="Arial"/>
                <a:ea typeface="Arial"/>
                <a:cs typeface="Arial"/>
              </a:defRPr>
            </a:lvl5pPr>
            <a:lvl6pPr algn="l">
              <a:defRPr sz="1050" b="1">
                <a:solidFill>
                  <a:srgbClr val="FFFFFF"/>
                </a:solidFill>
                <a:latin typeface="Arial"/>
                <a:ea typeface="Arial"/>
                <a:cs typeface="Arial"/>
              </a:defRPr>
            </a:lvl6pPr>
            <a:lvl7pPr algn="l">
              <a:defRPr sz="1050" b="1">
                <a:solidFill>
                  <a:srgbClr val="FFFFFF"/>
                </a:solidFill>
                <a:latin typeface="Arial"/>
                <a:ea typeface="Arial"/>
                <a:cs typeface="Arial"/>
              </a:defRPr>
            </a:lvl7pPr>
            <a:lvl8pPr algn="l">
              <a:defRPr sz="1050" b="1">
                <a:solidFill>
                  <a:srgbClr val="FFFFFF"/>
                </a:solidFill>
                <a:latin typeface="Arial"/>
                <a:ea typeface="Arial"/>
                <a:cs typeface="Arial"/>
              </a:defRPr>
            </a:lvl8pPr>
            <a:lvl9pPr algn="l">
              <a:defRPr sz="1050" b="1">
                <a:solidFill>
                  <a:srgbClr val="FFFFFF"/>
                </a:solidFill>
                <a:latin typeface="Arial"/>
                <a:ea typeface="Arial"/>
                <a:cs typeface="Arial"/>
              </a:defRPr>
            </a:lvl9pPr>
          </a:lstStyle>
          <a:p xmlns:a="http://schemas.openxmlformats.org/drawingml/2006/main">
            <a:pPr algn="l">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3fp.org · Find groups and public rides.</a:t>
            </a:r>
          </a:p>
        </p:txBody>
      </p:sp>
      <p:sp>
        <p:nvSpPr>
          <p:cNvPr id="39" name="QR code white quiet zone">
            <a:extLst xmlns:a="http://schemas.openxmlformats.org/drawingml/2006/main">
              <a:ext uri="{FF2B5EF4-FFF2-40B4-BE49-F238E27FC236}">
                <a16:creationId xmlns:a16="http://schemas.microsoft.com/office/drawing/2014/main" id="{B92E0593-9866-40B9-9AC1-715C5218D8D4}"/>
              </a:ext>
            </a:extLst>
          </p:cNvPr>
          <p:cNvSpPr>
            <a:spLocks xmlns:a="http://schemas.openxmlformats.org/drawingml/2006/main" noGrp="1"/>
          </p:cNvSpPr>
          <p:nvPr/>
        </p:nvSpPr>
        <p:spPr>
          <a:xfrm xmlns:a="http://schemas.openxmlformats.org/drawingml/2006/main">
            <a:off x="6858000" y="9239250"/>
            <a:ext cx="6667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40" name="">
            <a:extLst xmlns:a="http://schemas.openxmlformats.org/drawingml/2006/main">
              <a:ext uri="{FF2B5EF4-FFF2-40B4-BE49-F238E27FC236}">
                <a16:creationId xmlns:a16="http://schemas.microsoft.com/office/drawing/2014/main" id="{C484962F-BCC7-42CE-8720-D287FDEC31CB}"/>
              </a:ext>
            </a:extLst>
          </p:cNvPr>
          <p:cNvPicPr>
            <a:picLocks xmlns:a="http://schemas.openxmlformats.org/drawingml/2006/main" noChangeAspect="1"/>
          </p:cNvPicPr>
          <p:nvPr/>
        </p:nvPicPr>
        <p:blipFill>
          <a:blip xmlns:r="http://schemas.openxmlformats.org/officeDocument/2006/relationships" xmlns:a="http://schemas.openxmlformats.org/drawingml/2006/main" r:embed="Ra9f50ce3d7e34b3f"/>
          <a:stretch xmlns:a="http://schemas.openxmlformats.org/drawingml/2006/main"/>
        </p:blipFill>
        <p:spPr>
          <a:xfrm xmlns:a="http://schemas.openxmlformats.org/drawingml/2006/main">
            <a:off x="6896100" y="9277350"/>
            <a:ext cx="590550" cy="590550"/>
          </a:xfrm>
          <a:prstGeom xmlns:a="http://schemas.openxmlformats.org/drawingml/2006/main" prst="rect">
            <a:avLst/>
          </a:prstGeom>
        </p:spPr>
      </p:pic>
    </p:spTree>
    <p:extLst>
      <p:ext uri="{BB962C8B-B14F-4D97-AF65-F5344CB8AC3E}">
        <p14:creationId xmlns:p14="http://schemas.microsoft.com/office/powerpoint/2010/main" val="8130210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2026-10-29T14:26:24.3380000Z</dcterms:created>
  <dcterms:modified xsi:type="dcterms:W3CDTF">2026-10-29T14:26:24.3390000Z</dcterms:modified>
</coreProperties>
</file>