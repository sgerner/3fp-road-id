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07ab8d2a9947e4" /><Relationship Type="http://schemas.openxmlformats.org/officeDocument/2006/relationships/extended-properties" Target="/docProps/app.xml" Id="Rf99fd1193b624972" /><Relationship Type="http://schemas.openxmlformats.org/officeDocument/2006/relationships/officeDocument" Target="/ppt/presentation.xml" Id="R881e2bfc3f42409a" /></Relationships>
</file>

<file path=ppt/presentation.xml><?xml version="1.0" encoding="utf-8"?>
<p:presentation xmlns:p="http://schemas.openxmlformats.org/presentationml/2006/main">
  <p:sldMasterIdLst>
    <p:sldMasterId xmlns:r="http://schemas.openxmlformats.org/officeDocument/2006/relationships" id="2147483648" r:id="Re17af3afb45b44f6"/>
  </p:sldMasterIdLst>
  <p:notesMasterIdLst>
    <p:notesMasterId xmlns:r="http://schemas.openxmlformats.org/officeDocument/2006/relationships" r:id="R90540d6fb2ba4232"/>
  </p:notesMasterIdLst>
  <p:sldIdLst>
    <p:sldId xmlns:r="http://schemas.openxmlformats.org/officeDocument/2006/relationships" id="256" r:id="Rfaa715d907cd44d4"/>
    <p:sldId xmlns:r="http://schemas.openxmlformats.org/officeDocument/2006/relationships" id="257" r:id="R675765e4f9ec4c3b"/>
    <p:sldId xmlns:r="http://schemas.openxmlformats.org/officeDocument/2006/relationships" id="258" r:id="R59ebbac8eb1c4b7a"/>
    <p:sldId xmlns:r="http://schemas.openxmlformats.org/officeDocument/2006/relationships" id="259" r:id="R42652cdc394048b4"/>
    <p:sldId xmlns:r="http://schemas.openxmlformats.org/officeDocument/2006/relationships" id="260" r:id="Rc08a1c35cb1c4b7f"/>
    <p:sldId xmlns:r="http://schemas.openxmlformats.org/officeDocument/2006/relationships" id="261" r:id="R12ec093f04ad4de6"/>
    <p:sldId xmlns:r="http://schemas.openxmlformats.org/officeDocument/2006/relationships" id="262" r:id="R4a056299c1a94612"/>
    <p:sldId xmlns:r="http://schemas.openxmlformats.org/officeDocument/2006/relationships" id="263" r:id="R73e698d7d88d41b9"/>
    <p:sldId xmlns:r="http://schemas.openxmlformats.org/officeDocument/2006/relationships" id="264" r:id="Ra3a52c8a6e524eb3"/>
    <p:sldId xmlns:r="http://schemas.openxmlformats.org/officeDocument/2006/relationships" id="265" r:id="Rf499a04cdccc42a6"/>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27b41a3cbf4246" /><Relationship Type="http://schemas.openxmlformats.org/officeDocument/2006/relationships/slideMaster" Target="/ppt/slideMasters/slideMaster1.xml" Id="Re17af3afb45b44f6" /><Relationship Type="http://schemas.openxmlformats.org/officeDocument/2006/relationships/notesMaster" Target="/ppt/notesMasters/notesMaster1.xml" Id="R90540d6fb2ba4232" /><Relationship Type="http://schemas.openxmlformats.org/officeDocument/2006/relationships/presProps" Target="/ppt/presProps.xml" Id="Raf5b8df704c147cb" /><Relationship Type="http://schemas.openxmlformats.org/officeDocument/2006/relationships/tableStyles" Target="/ppt/tableStyles.xml" Id="Rc0410e1c27534f90" /><Relationship Type="http://schemas.openxmlformats.org/officeDocument/2006/relationships/slide" Target="/ppt/slides/slide1.xml" Id="Rfaa715d907cd44d4" /><Relationship Type="http://schemas.openxmlformats.org/officeDocument/2006/relationships/slide" Target="/ppt/slides/slide2.xml" Id="R675765e4f9ec4c3b" /><Relationship Type="http://schemas.openxmlformats.org/officeDocument/2006/relationships/slide" Target="/ppt/slides/slide3.xml" Id="R59ebbac8eb1c4b7a" /><Relationship Type="http://schemas.openxmlformats.org/officeDocument/2006/relationships/slide" Target="/ppt/slides/slide4.xml" Id="R42652cdc394048b4" /><Relationship Type="http://schemas.openxmlformats.org/officeDocument/2006/relationships/slide" Target="/ppt/slides/slide5.xml" Id="Rc08a1c35cb1c4b7f" /><Relationship Type="http://schemas.openxmlformats.org/officeDocument/2006/relationships/slide" Target="/ppt/slides/slide6.xml" Id="R12ec093f04ad4de6" /><Relationship Type="http://schemas.openxmlformats.org/officeDocument/2006/relationships/slide" Target="/ppt/slides/slide7.xml" Id="R4a056299c1a94612" /><Relationship Type="http://schemas.openxmlformats.org/officeDocument/2006/relationships/slide" Target="/ppt/slides/slide8.xml" Id="R73e698d7d88d41b9" /><Relationship Type="http://schemas.openxmlformats.org/officeDocument/2006/relationships/slide" Target="/ppt/slides/slide9.xml" Id="Ra3a52c8a6e524eb3" /><Relationship Type="http://schemas.openxmlformats.org/officeDocument/2006/relationships/slide" Target="/ppt/slides/slide10.xml" Id="Rf499a04cdccc42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31bac3fbcb4f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c6742d53ad4988" /><Relationship Type="http://schemas.openxmlformats.org/officeDocument/2006/relationships/notesMaster" Target="/ppt/notesMasters/notesMaster1.xml" Id="R46dc49b08c9f44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5a53cabea74df2" /><Relationship Type="http://schemas.openxmlformats.org/officeDocument/2006/relationships/notesMaster" Target="/ppt/notesMasters/notesMaster1.xml" Id="R06051b47c3bf41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3ec7a4b286474f" /><Relationship Type="http://schemas.openxmlformats.org/officeDocument/2006/relationships/notesMaster" Target="/ppt/notesMasters/notesMaster1.xml" Id="R2af7358bd3304e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411bc99fb840e6" /><Relationship Type="http://schemas.openxmlformats.org/officeDocument/2006/relationships/notesMaster" Target="/ppt/notesMasters/notesMaster1.xml" Id="R686b2703b47e4f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81da57fcf444b8" /><Relationship Type="http://schemas.openxmlformats.org/officeDocument/2006/relationships/notesMaster" Target="/ppt/notesMasters/notesMaster1.xml" Id="Ra821019b506b40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52a2cec0a64c31" /><Relationship Type="http://schemas.openxmlformats.org/officeDocument/2006/relationships/notesMaster" Target="/ppt/notesMasters/notesMaster1.xml" Id="Rccda77d3c47f41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b1947cc4dc46f4" /><Relationship Type="http://schemas.openxmlformats.org/officeDocument/2006/relationships/notesMaster" Target="/ppt/notesMasters/notesMaster1.xml" Id="R6dc9edf0c4fc4b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6d9ba25d3641e8" /><Relationship Type="http://schemas.openxmlformats.org/officeDocument/2006/relationships/notesMaster" Target="/ppt/notesMasters/notesMaster1.xml" Id="R75f0a221818a43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5c71152ab54ee1" /><Relationship Type="http://schemas.openxmlformats.org/officeDocument/2006/relationships/notesMaster" Target="/ppt/notesMasters/notesMaster1.xml" Id="R10a977b5e1db45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d858ee91e14527" /><Relationship Type="http://schemas.openxmlformats.org/officeDocument/2006/relationships/notesMaster" Target="/ppt/notesMasters/notesMaster1.xml" Id="R86d679b4a6da4b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DAUGHTER | Placement: card front</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adult woman beside a commuter bicycle. This role represents a daughter;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DAUGHTER | Placement: card back</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adult woman beside a commuter bicycle. This role represents a daughter;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MOTHER | Placement: card front</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mother who rides a bicycle. Use the same purple studio campaign style, everyday clothing, and dignified natural pose.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MOTHER | Placement: card back</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mother who rides a bicycle. Use the same purple studio campaign style, everyday clothing, and dignified natural pose.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FATHER | Placement: card front</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older adult man beside a commuter bicycle. This role represents a father;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FATHER | Placement: card back</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older adult man beside a commuter bicycle. This role represents a father;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BROTHER | Placement: card front</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brother who rides a bicycle. Use an adult man in everyday clothing, with a natural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BROTHER | Placement: card back</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brother who rides a bicycle. Use an adult man in everyday clothing, with a natural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TEACHER | Placement: card front</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woman teacher who rides a bicycle. Use everyday clothing, a natural dignified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TEACHER | Placement: card back</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woman teacher who rides a bicycle. Use everyday clothing, a natural dignified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8ba01fef1048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7e1267748449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e49acec0d1845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edff028b4845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d009f3e28640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8b0b415b8c47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2CBF6F-16BA-4139-BDDB-63D4CB0F0041}"/>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5A37560-CA10-49D2-9AF7-8E29F813F90A}"/>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8607E1-F33F-414A-864E-B92695858C15}"/>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1462D4-EED2-47D4-8F8F-652CAC8F2D2A}"/>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D51B9A-1408-4329-A826-63F9BCEB5AA1}"/>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E10944-C34E-46F0-9CB9-312A22D459A2}"/>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FD6CB6-5331-4A2E-97C8-D6D840934E49}"/>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DDA9E3-30E2-4D85-BDF1-951FC443276D}"/>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E7E291-ACDB-4017-B61B-129D58500B84}"/>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219DAE-87BF-4FF3-9BBC-52A5C9330AF6}"/>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2f9413058b4de8" /><Relationship Type="http://schemas.openxmlformats.org/officeDocument/2006/relationships/slideLayout" Target="/ppt/slideLayouts/slideLayout1.xml" Id="Rf4538ccc58e8484e" /><Relationship Type="http://schemas.openxmlformats.org/officeDocument/2006/relationships/slideLayout" Target="/ppt/slideLayouts/slideLayout2.xml" Id="R1fab6d55af774d87" /><Relationship Type="http://schemas.openxmlformats.org/officeDocument/2006/relationships/slideLayout" Target="/ppt/slideLayouts/slideLayout3.xml" Id="R8fc5696906c74674" /><Relationship Type="http://schemas.openxmlformats.org/officeDocument/2006/relationships/slideLayout" Target="/ppt/slideLayouts/slideLayout4.xml" Id="Ra0413dbe057e4426" /><Relationship Type="http://schemas.openxmlformats.org/officeDocument/2006/relationships/slideLayout" Target="/ppt/slideLayouts/slideLayout5.xml" Id="R1928e7a2b8604059" /><Relationship Type="http://schemas.openxmlformats.org/officeDocument/2006/relationships/slideLayout" Target="/ppt/slideLayouts/slideLayout6.xml" Id="Rd2bdcaa513824c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538ccc58e8484e"/>
    <p:sldLayoutId xmlns:r="http://schemas.openxmlformats.org/officeDocument/2006/relationships" id="2147483650" r:id="R1fab6d55af774d87"/>
    <p:sldLayoutId xmlns:r="http://schemas.openxmlformats.org/officeDocument/2006/relationships" id="2147483651" r:id="R8fc5696906c74674"/>
    <p:sldLayoutId xmlns:r="http://schemas.openxmlformats.org/officeDocument/2006/relationships" id="2147483652" r:id="Ra0413dbe057e4426"/>
    <p:sldLayoutId xmlns:r="http://schemas.openxmlformats.org/officeDocument/2006/relationships" id="2147483653" r:id="R1928e7a2b8604059"/>
    <p:sldLayoutId xmlns:r="http://schemas.openxmlformats.org/officeDocument/2006/relationships" id="2147483654" r:id="Rd2bdcaa513824c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bb24c3053e4f22" /><Relationship Type="http://schemas.openxmlformats.org/officeDocument/2006/relationships/image" Target="/ppt/media/image.png" Id="R8c493e19543a4d00" /><Relationship Type="http://schemas.openxmlformats.org/officeDocument/2006/relationships/image" Target="/ppt/media/image2.png" Id="R378539c76d4f4949" /><Relationship Type="http://schemas.openxmlformats.org/officeDocument/2006/relationships/image" Target="/ppt/media/image3.png" Id="R1d071372b6de4c28" /><Relationship Type="http://schemas.openxmlformats.org/officeDocument/2006/relationships/notesSlide" Target="/ppt/notesSlides/notesSlide1.xml" Id="Re8a30c20327b4a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171da84acb44533" /><Relationship Type="http://schemas.openxmlformats.org/officeDocument/2006/relationships/image" Target="/ppt/media/image4.png" Id="Ra5f28ff259964442" /><Relationship Type="http://schemas.openxmlformats.org/officeDocument/2006/relationships/image" Target="/ppt/media/image5.png" Id="R582c5b38cfca4d1e" /><Relationship Type="http://schemas.openxmlformats.org/officeDocument/2006/relationships/notesSlide" Target="/ppt/notesSlides/notesSlide2.xml" Id="R73a53788084948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4e0af4fb0774428" /><Relationship Type="http://schemas.openxmlformats.org/officeDocument/2006/relationships/image" Target="/ppt/media/image6.png" Id="Rbd6ac6b2732f4ee2" /><Relationship Type="http://schemas.openxmlformats.org/officeDocument/2006/relationships/image" Target="/ppt/media/image7.png" Id="Rca31e12282b34f94" /><Relationship Type="http://schemas.openxmlformats.org/officeDocument/2006/relationships/image" Target="/ppt/media/image8.png" Id="Rd4adb28a7b8043d1" /><Relationship Type="http://schemas.openxmlformats.org/officeDocument/2006/relationships/notesSlide" Target="/ppt/notesSlides/notesSlide3.xml" Id="Rf9bb820dc16646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91c96bf7b14958" /><Relationship Type="http://schemas.openxmlformats.org/officeDocument/2006/relationships/image" Target="/ppt/media/image9.png" Id="R698d0df35bd64022" /><Relationship Type="http://schemas.openxmlformats.org/officeDocument/2006/relationships/image" Target="/ppt/media/image10.png" Id="R4d9295be492641a7" /><Relationship Type="http://schemas.openxmlformats.org/officeDocument/2006/relationships/notesSlide" Target="/ppt/notesSlides/notesSlide4.xml" Id="Rbd7facb964fb49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447e371ffd437d" /><Relationship Type="http://schemas.openxmlformats.org/officeDocument/2006/relationships/image" Target="/ppt/media/image11.png" Id="Ra0b5f159d8e3460a" /><Relationship Type="http://schemas.openxmlformats.org/officeDocument/2006/relationships/image" Target="/ppt/media/image12.png" Id="R7dacb022512643a6" /><Relationship Type="http://schemas.openxmlformats.org/officeDocument/2006/relationships/image" Target="/ppt/media/image13.png" Id="Rc10dfafacf704a6d" /><Relationship Type="http://schemas.openxmlformats.org/officeDocument/2006/relationships/notesSlide" Target="/ppt/notesSlides/notesSlide5.xml" Id="Rc22154a7ae8c4b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484a1f3f6e46ea" /><Relationship Type="http://schemas.openxmlformats.org/officeDocument/2006/relationships/image" Target="/ppt/media/image14.png" Id="R7a053714b3ad4c54" /><Relationship Type="http://schemas.openxmlformats.org/officeDocument/2006/relationships/image" Target="/ppt/media/image15.png" Id="Rc20ef6ff43be480c" /><Relationship Type="http://schemas.openxmlformats.org/officeDocument/2006/relationships/notesSlide" Target="/ppt/notesSlides/notesSlide6.xml" Id="R1c2379d332e848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8cde31ea3c4e6e" /><Relationship Type="http://schemas.openxmlformats.org/officeDocument/2006/relationships/image" Target="/ppt/media/image16.png" Id="R54dc5f02c550446a" /><Relationship Type="http://schemas.openxmlformats.org/officeDocument/2006/relationships/image" Target="/ppt/media/image17.png" Id="Rf1ab4e1f5d8b48fa" /><Relationship Type="http://schemas.openxmlformats.org/officeDocument/2006/relationships/image" Target="/ppt/media/image18.png" Id="Re52e188cf34848f7" /><Relationship Type="http://schemas.openxmlformats.org/officeDocument/2006/relationships/notesSlide" Target="/ppt/notesSlides/notesSlide7.xml" Id="R0d0a5f0b82784a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56967b8725b4c2a" /><Relationship Type="http://schemas.openxmlformats.org/officeDocument/2006/relationships/image" Target="/ppt/media/image19.png" Id="R008acf37b79a41db" /><Relationship Type="http://schemas.openxmlformats.org/officeDocument/2006/relationships/image" Target="/ppt/media/image20.png" Id="Rf270fc35f9024853" /><Relationship Type="http://schemas.openxmlformats.org/officeDocument/2006/relationships/notesSlide" Target="/ppt/notesSlides/notesSlide8.xml" Id="R80c2f97494ac43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24b109452344b0" /><Relationship Type="http://schemas.openxmlformats.org/officeDocument/2006/relationships/image" Target="/ppt/media/image21.png" Id="R36002fa35cdc4c06" /><Relationship Type="http://schemas.openxmlformats.org/officeDocument/2006/relationships/image" Target="/ppt/media/image22.png" Id="Red8a720615fb4060" /><Relationship Type="http://schemas.openxmlformats.org/officeDocument/2006/relationships/image" Target="/ppt/media/image23.png" Id="Rc2e35d29c46544ed" /><Relationship Type="http://schemas.openxmlformats.org/officeDocument/2006/relationships/notesSlide" Target="/ppt/notesSlides/notesSlide9.xml" Id="R06d81b3dfa2344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cefb67e9f434218" /><Relationship Type="http://schemas.openxmlformats.org/officeDocument/2006/relationships/image" Target="/ppt/media/image24.png" Id="Raef53ffe4e264af4" /><Relationship Type="http://schemas.openxmlformats.org/officeDocument/2006/relationships/image" Target="/ppt/media/image25.png" Id="R4daca57cc8794045" /><Relationship Type="http://schemas.openxmlformats.org/officeDocument/2006/relationships/notesSlide" Target="/ppt/notesSlides/notesSlide10.xml" Id="R4bc47351ca374a8f"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3C83526-48F5-4524-94C6-80E966683DCD}"/>
              </a:ext>
            </a:extLst>
          </p:cNvPr>
          <p:cNvPicPr>
            <a:picLocks xmlns:a="http://schemas.openxmlformats.org/drawingml/2006/main" noChangeAspect="1"/>
          </p:cNvPicPr>
          <p:nvPr/>
        </p:nvPicPr>
        <p:blipFill>
          <a:blip xmlns:r="http://schemas.openxmlformats.org/officeDocument/2006/relationships" xmlns:a="http://schemas.openxmlformats.org/drawingml/2006/main" r:embed="R8c493e19543a4d00"/>
          <a:srcRect xmlns:a="http://schemas.openxmlformats.org/drawingml/2006/main" l="20956" t="0" r="20956" b="0"/>
          <a:stretch xmlns:a="http://schemas.openxmlformats.org/drawingml/2006/main">
            <a:fillRect l="0" t="0" r="0" b="0"/>
          </a:stretch>
        </p:blipFill>
        <p:spPr>
          <a:xfrm xmlns:a="http://schemas.openxmlformats.org/drawingml/2006/main">
            <a:off x="0" y="0"/>
            <a:ext cx="2143125" cy="46101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A0BC8B09-FA9A-4C27-8F1D-CD493C4193CB}"/>
              </a:ext>
            </a:extLst>
          </p:cNvPr>
          <p:cNvSpPr>
            <a:spLocks xmlns:a="http://schemas.openxmlformats.org/drawingml/2006/main" noGrp="1"/>
          </p:cNvSpPr>
          <p:nvPr/>
        </p:nvSpPr>
        <p:spPr>
          <a:xfrm xmlns:a="http://schemas.openxmlformats.org/drawingml/2006/main">
            <a:off x="2143125" y="0"/>
            <a:ext cx="1514475" cy="46101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3D6BAA56-6D8F-4BBB-8B74-DE659FF50FCF}"/>
              </a:ext>
            </a:extLst>
          </p:cNvPr>
          <p:cNvSpPr>
            <a:spLocks xmlns:a="http://schemas.openxmlformats.org/drawingml/2006/main" noGrp="1"/>
          </p:cNvSpPr>
          <p:nvPr/>
        </p:nvSpPr>
        <p:spPr>
          <a:xfrm xmlns:a="http://schemas.openxmlformats.org/drawingml/2006/main">
            <a:off x="2266950" y="171450"/>
            <a:ext cx="1257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90" b="1">
                <a:solidFill>
                  <a:srgbClr val="FF0180"/>
                </a:solidFill>
                <a:latin typeface="Space Grotesk"/>
                <a:ea typeface="Space Grotesk"/>
                <a:cs typeface="Space Grotesk"/>
              </a:defRPr>
            </a:defPPr>
            <a:lvl1pPr>
              <a:defRPr sz="790" b="1">
                <a:solidFill>
                  <a:srgbClr val="FF0180"/>
                </a:solidFill>
                <a:latin typeface="Space Grotesk"/>
                <a:ea typeface="Space Grotesk"/>
                <a:cs typeface="Space Grotesk"/>
              </a:defRPr>
            </a:lvl1pPr>
            <a:lvl2pPr>
              <a:defRPr sz="790" b="1">
                <a:solidFill>
                  <a:srgbClr val="FF0180"/>
                </a:solidFill>
                <a:latin typeface="Space Grotesk"/>
                <a:ea typeface="Space Grotesk"/>
                <a:cs typeface="Space Grotesk"/>
              </a:defRPr>
            </a:lvl2pPr>
            <a:lvl3pPr>
              <a:defRPr sz="790" b="1">
                <a:solidFill>
                  <a:srgbClr val="FF0180"/>
                </a:solidFill>
                <a:latin typeface="Space Grotesk"/>
                <a:ea typeface="Space Grotesk"/>
                <a:cs typeface="Space Grotesk"/>
              </a:defRPr>
            </a:lvl3pPr>
            <a:lvl4pPr>
              <a:defRPr sz="790" b="1">
                <a:solidFill>
                  <a:srgbClr val="FF0180"/>
                </a:solidFill>
                <a:latin typeface="Space Grotesk"/>
                <a:ea typeface="Space Grotesk"/>
                <a:cs typeface="Space Grotesk"/>
              </a:defRPr>
            </a:lvl4pPr>
            <a:lvl5pPr>
              <a:defRPr sz="790" b="1">
                <a:solidFill>
                  <a:srgbClr val="FF0180"/>
                </a:solidFill>
                <a:latin typeface="Space Grotesk"/>
                <a:ea typeface="Space Grotesk"/>
                <a:cs typeface="Space Grotesk"/>
              </a:defRPr>
            </a:lvl5pPr>
            <a:lvl6pPr>
              <a:defRPr sz="790" b="1">
                <a:solidFill>
                  <a:srgbClr val="FF0180"/>
                </a:solidFill>
                <a:latin typeface="Space Grotesk"/>
                <a:ea typeface="Space Grotesk"/>
                <a:cs typeface="Space Grotesk"/>
              </a:defRPr>
            </a:lvl6pPr>
            <a:lvl7pPr>
              <a:defRPr sz="790" b="1">
                <a:solidFill>
                  <a:srgbClr val="FF0180"/>
                </a:solidFill>
                <a:latin typeface="Space Grotesk"/>
                <a:ea typeface="Space Grotesk"/>
                <a:cs typeface="Space Grotesk"/>
              </a:defRPr>
            </a:lvl7pPr>
            <a:lvl8pPr>
              <a:defRPr sz="790" b="1">
                <a:solidFill>
                  <a:srgbClr val="FF0180"/>
                </a:solidFill>
                <a:latin typeface="Space Grotesk"/>
                <a:ea typeface="Space Grotesk"/>
                <a:cs typeface="Space Grotesk"/>
              </a:defRPr>
            </a:lvl8pPr>
            <a:lvl9pPr>
              <a:defRPr sz="790" b="1">
                <a:solidFill>
                  <a:srgbClr val="FF0180"/>
                </a:solidFill>
                <a:latin typeface="Space Grotesk"/>
                <a:ea typeface="Space Grotesk"/>
                <a:cs typeface="Space Grotesk"/>
              </a:defRPr>
            </a:lvl9pPr>
          </a:lstStyle>
          <a:p xmlns:a="http://schemas.openxmlformats.org/drawingml/2006/main">
            <a:pPr>
              <a:lnSpc>
                <a:spcPct val="98000"/>
              </a:lnSpc>
              <a:buNone/>
              <a:defRPr sz="790" b="1">
                <a:solidFill>
                  <a:srgbClr val="FF0180"/>
                </a:solidFill>
                <a:latin typeface="Space Grotesk"/>
                <a:ea typeface="Space Grotesk"/>
                <a:cs typeface="Space Grotesk"/>
              </a:defRPr>
            </a:pPr>
            <a:r>
              <a:rPr sz="79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32004986-A6CA-46C1-A338-F8BDD98AC913}"/>
              </a:ext>
            </a:extLst>
          </p:cNvPr>
          <p:cNvSpPr>
            <a:spLocks xmlns:a="http://schemas.openxmlformats.org/drawingml/2006/main" noGrp="1"/>
          </p:cNvSpPr>
          <p:nvPr/>
        </p:nvSpPr>
        <p:spPr>
          <a:xfrm xmlns:a="http://schemas.openxmlformats.org/drawingml/2006/main">
            <a:off x="2266950" y="666750"/>
            <a:ext cx="1257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40" b="1">
                <a:solidFill>
                  <a:srgbClr val="FFFFFF"/>
                </a:solidFill>
                <a:latin typeface="Space Grotesk"/>
                <a:ea typeface="Space Grotesk"/>
                <a:cs typeface="Space Grotesk"/>
              </a:defRPr>
            </a:defPPr>
            <a:lvl1pPr>
              <a:defRPr sz="1440" b="1">
                <a:solidFill>
                  <a:srgbClr val="FFFFFF"/>
                </a:solidFill>
                <a:latin typeface="Space Grotesk"/>
                <a:ea typeface="Space Grotesk"/>
                <a:cs typeface="Space Grotesk"/>
              </a:defRPr>
            </a:lvl1pPr>
            <a:lvl2pPr>
              <a:defRPr sz="1440" b="1">
                <a:solidFill>
                  <a:srgbClr val="FFFFFF"/>
                </a:solidFill>
                <a:latin typeface="Space Grotesk"/>
                <a:ea typeface="Space Grotesk"/>
                <a:cs typeface="Space Grotesk"/>
              </a:defRPr>
            </a:lvl2pPr>
            <a:lvl3pPr>
              <a:defRPr sz="1440" b="1">
                <a:solidFill>
                  <a:srgbClr val="FFFFFF"/>
                </a:solidFill>
                <a:latin typeface="Space Grotesk"/>
                <a:ea typeface="Space Grotesk"/>
                <a:cs typeface="Space Grotesk"/>
              </a:defRPr>
            </a:lvl3pPr>
            <a:lvl4pPr>
              <a:defRPr sz="1440" b="1">
                <a:solidFill>
                  <a:srgbClr val="FFFFFF"/>
                </a:solidFill>
                <a:latin typeface="Space Grotesk"/>
                <a:ea typeface="Space Grotesk"/>
                <a:cs typeface="Space Grotesk"/>
              </a:defRPr>
            </a:lvl4pPr>
            <a:lvl5pPr>
              <a:defRPr sz="1440" b="1">
                <a:solidFill>
                  <a:srgbClr val="FFFFFF"/>
                </a:solidFill>
                <a:latin typeface="Space Grotesk"/>
                <a:ea typeface="Space Grotesk"/>
                <a:cs typeface="Space Grotesk"/>
              </a:defRPr>
            </a:lvl5pPr>
            <a:lvl6pPr>
              <a:defRPr sz="1440" b="1">
                <a:solidFill>
                  <a:srgbClr val="FFFFFF"/>
                </a:solidFill>
                <a:latin typeface="Space Grotesk"/>
                <a:ea typeface="Space Grotesk"/>
                <a:cs typeface="Space Grotesk"/>
              </a:defRPr>
            </a:lvl6pPr>
            <a:lvl7pPr>
              <a:defRPr sz="1440" b="1">
                <a:solidFill>
                  <a:srgbClr val="FFFFFF"/>
                </a:solidFill>
                <a:latin typeface="Space Grotesk"/>
                <a:ea typeface="Space Grotesk"/>
                <a:cs typeface="Space Grotesk"/>
              </a:defRPr>
            </a:lvl7pPr>
            <a:lvl8pPr>
              <a:defRPr sz="1440" b="1">
                <a:solidFill>
                  <a:srgbClr val="FFFFFF"/>
                </a:solidFill>
                <a:latin typeface="Space Grotesk"/>
                <a:ea typeface="Space Grotesk"/>
                <a:cs typeface="Space Grotesk"/>
              </a:defRPr>
            </a:lvl8pPr>
            <a:lvl9pPr>
              <a:defRPr sz="1440" b="1">
                <a:solidFill>
                  <a:srgbClr val="FFFFFF"/>
                </a:solidFill>
                <a:latin typeface="Space Grotesk"/>
                <a:ea typeface="Space Grotesk"/>
                <a:cs typeface="Space Grotesk"/>
              </a:defRPr>
            </a:lvl9pPr>
          </a:lstStyle>
          <a:p xmlns:a="http://schemas.openxmlformats.org/drawingml/2006/main">
            <a:pPr>
              <a:lnSpc>
                <a:spcPct val="98000"/>
              </a:lnSpc>
              <a:buNone/>
              <a:defRPr sz="1440" b="1">
                <a:solidFill>
                  <a:srgbClr val="FFFFFF"/>
                </a:solidFill>
                <a:latin typeface="Space Grotesk"/>
                <a:ea typeface="Space Grotesk"/>
                <a:cs typeface="Space Grotesk"/>
              </a:defRPr>
            </a:pPr>
            <a:r>
              <a:rPr sz="1440" b="1">
                <a:solidFill>
                  <a:srgbClr val="FFFFFF"/>
                </a:solidFill>
                <a:latin typeface="Space Grotesk"/>
                <a:ea typeface="Space Grotesk"/>
                <a:cs typeface="Space Grotesk"/>
              </a:rPr>
              <a:t>THAT’S A DAUGHTER YOU’RE PASSING.</a:t>
            </a:r>
          </a:p>
        </p:txBody>
      </p:sp>
      <p:sp>
        <p:nvSpPr>
          <p:cNvPr id="5" name="Driver action">
            <a:extLst xmlns:a="http://schemas.openxmlformats.org/drawingml/2006/main">
              <a:ext uri="{FF2B5EF4-FFF2-40B4-BE49-F238E27FC236}">
                <a16:creationId xmlns:a16="http://schemas.microsoft.com/office/drawing/2014/main" id="{FAB267B5-1EB7-4509-B83E-19B540A6BF95}"/>
              </a:ext>
            </a:extLst>
          </p:cNvPr>
          <p:cNvSpPr>
            <a:spLocks xmlns:a="http://schemas.openxmlformats.org/drawingml/2006/main" noGrp="1"/>
          </p:cNvSpPr>
          <p:nvPr/>
        </p:nvSpPr>
        <p:spPr>
          <a:xfrm xmlns:a="http://schemas.openxmlformats.org/drawingml/2006/main">
            <a:off x="2266950" y="2019300"/>
            <a:ext cx="1257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60" b="1">
                <a:solidFill>
                  <a:srgbClr val="FFFF0A"/>
                </a:solidFill>
                <a:latin typeface="Space Grotesk"/>
                <a:ea typeface="Space Grotesk"/>
                <a:cs typeface="Space Grotesk"/>
              </a:defRPr>
            </a:defPPr>
            <a:lvl1pPr>
              <a:defRPr sz="1560" b="1">
                <a:solidFill>
                  <a:srgbClr val="FFFF0A"/>
                </a:solidFill>
                <a:latin typeface="Space Grotesk"/>
                <a:ea typeface="Space Grotesk"/>
                <a:cs typeface="Space Grotesk"/>
              </a:defRPr>
            </a:lvl1pPr>
            <a:lvl2pPr>
              <a:defRPr sz="1560" b="1">
                <a:solidFill>
                  <a:srgbClr val="FFFF0A"/>
                </a:solidFill>
                <a:latin typeface="Space Grotesk"/>
                <a:ea typeface="Space Grotesk"/>
                <a:cs typeface="Space Grotesk"/>
              </a:defRPr>
            </a:lvl2pPr>
            <a:lvl3pPr>
              <a:defRPr sz="1560" b="1">
                <a:solidFill>
                  <a:srgbClr val="FFFF0A"/>
                </a:solidFill>
                <a:latin typeface="Space Grotesk"/>
                <a:ea typeface="Space Grotesk"/>
                <a:cs typeface="Space Grotesk"/>
              </a:defRPr>
            </a:lvl3pPr>
            <a:lvl4pPr>
              <a:defRPr sz="1560" b="1">
                <a:solidFill>
                  <a:srgbClr val="FFFF0A"/>
                </a:solidFill>
                <a:latin typeface="Space Grotesk"/>
                <a:ea typeface="Space Grotesk"/>
                <a:cs typeface="Space Grotesk"/>
              </a:defRPr>
            </a:lvl4pPr>
            <a:lvl5pPr>
              <a:defRPr sz="1560" b="1">
                <a:solidFill>
                  <a:srgbClr val="FFFF0A"/>
                </a:solidFill>
                <a:latin typeface="Space Grotesk"/>
                <a:ea typeface="Space Grotesk"/>
                <a:cs typeface="Space Grotesk"/>
              </a:defRPr>
            </a:lvl5pPr>
            <a:lvl6pPr>
              <a:defRPr sz="1560" b="1">
                <a:solidFill>
                  <a:srgbClr val="FFFF0A"/>
                </a:solidFill>
                <a:latin typeface="Space Grotesk"/>
                <a:ea typeface="Space Grotesk"/>
                <a:cs typeface="Space Grotesk"/>
              </a:defRPr>
            </a:lvl6pPr>
            <a:lvl7pPr>
              <a:defRPr sz="1560" b="1">
                <a:solidFill>
                  <a:srgbClr val="FFFF0A"/>
                </a:solidFill>
                <a:latin typeface="Space Grotesk"/>
                <a:ea typeface="Space Grotesk"/>
                <a:cs typeface="Space Grotesk"/>
              </a:defRPr>
            </a:lvl7pPr>
            <a:lvl8pPr>
              <a:defRPr sz="1560" b="1">
                <a:solidFill>
                  <a:srgbClr val="FFFF0A"/>
                </a:solidFill>
                <a:latin typeface="Space Grotesk"/>
                <a:ea typeface="Space Grotesk"/>
                <a:cs typeface="Space Grotesk"/>
              </a:defRPr>
            </a:lvl8pPr>
            <a:lvl9pPr>
              <a:defRPr sz="1560" b="1">
                <a:solidFill>
                  <a:srgbClr val="FFFF0A"/>
                </a:solidFill>
                <a:latin typeface="Space Grotesk"/>
                <a:ea typeface="Space Grotesk"/>
                <a:cs typeface="Space Grotesk"/>
              </a:defRPr>
            </a:lvl9pPr>
          </a:lstStyle>
          <a:p xmlns:a="http://schemas.openxmlformats.org/drawingml/2006/main">
            <a:pPr>
              <a:lnSpc>
                <a:spcPct val="98000"/>
              </a:lnSpc>
              <a:buNone/>
              <a:defRPr sz="1560" b="1">
                <a:solidFill>
                  <a:srgbClr val="FFFF0A"/>
                </a:solidFill>
                <a:latin typeface="Space Grotesk"/>
                <a:ea typeface="Space Grotesk"/>
                <a:cs typeface="Space Grotesk"/>
              </a:defRPr>
            </a:pPr>
            <a:r>
              <a:rPr sz="1560"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B466151D-02EE-4874-9A7A-8A72A765B891}"/>
              </a:ext>
            </a:extLst>
          </p:cNvPr>
          <p:cNvSpPr>
            <a:spLocks xmlns:a="http://schemas.openxmlformats.org/drawingml/2006/main" noGrp="1"/>
          </p:cNvSpPr>
          <p:nvPr/>
        </p:nvSpPr>
        <p:spPr>
          <a:xfrm xmlns:a="http://schemas.openxmlformats.org/drawingml/2006/main">
            <a:off x="2266950" y="2876550"/>
            <a:ext cx="12573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60" b="1">
                <a:solidFill>
                  <a:srgbClr val="FFFFFF"/>
                </a:solidFill>
                <a:latin typeface="Arial"/>
                <a:ea typeface="Arial"/>
                <a:cs typeface="Arial"/>
              </a:defRPr>
            </a:defPPr>
            <a:lvl1pPr>
              <a:defRPr sz="1060" b="1">
                <a:solidFill>
                  <a:srgbClr val="FFFFFF"/>
                </a:solidFill>
                <a:latin typeface="Arial"/>
                <a:ea typeface="Arial"/>
                <a:cs typeface="Arial"/>
              </a:defRPr>
            </a:lvl1pPr>
            <a:lvl2pPr>
              <a:defRPr sz="1060" b="1">
                <a:solidFill>
                  <a:srgbClr val="FFFFFF"/>
                </a:solidFill>
                <a:latin typeface="Arial"/>
                <a:ea typeface="Arial"/>
                <a:cs typeface="Arial"/>
              </a:defRPr>
            </a:lvl2pPr>
            <a:lvl3pPr>
              <a:defRPr sz="1060" b="1">
                <a:solidFill>
                  <a:srgbClr val="FFFFFF"/>
                </a:solidFill>
                <a:latin typeface="Arial"/>
                <a:ea typeface="Arial"/>
                <a:cs typeface="Arial"/>
              </a:defRPr>
            </a:lvl3pPr>
            <a:lvl4pPr>
              <a:defRPr sz="1060" b="1">
                <a:solidFill>
                  <a:srgbClr val="FFFFFF"/>
                </a:solidFill>
                <a:latin typeface="Arial"/>
                <a:ea typeface="Arial"/>
                <a:cs typeface="Arial"/>
              </a:defRPr>
            </a:lvl4pPr>
            <a:lvl5pPr>
              <a:defRPr sz="1060" b="1">
                <a:solidFill>
                  <a:srgbClr val="FFFFFF"/>
                </a:solidFill>
                <a:latin typeface="Arial"/>
                <a:ea typeface="Arial"/>
                <a:cs typeface="Arial"/>
              </a:defRPr>
            </a:lvl5pPr>
            <a:lvl6pPr>
              <a:defRPr sz="1060" b="1">
                <a:solidFill>
                  <a:srgbClr val="FFFFFF"/>
                </a:solidFill>
                <a:latin typeface="Arial"/>
                <a:ea typeface="Arial"/>
                <a:cs typeface="Arial"/>
              </a:defRPr>
            </a:lvl6pPr>
            <a:lvl7pPr>
              <a:defRPr sz="1060" b="1">
                <a:solidFill>
                  <a:srgbClr val="FFFFFF"/>
                </a:solidFill>
                <a:latin typeface="Arial"/>
                <a:ea typeface="Arial"/>
                <a:cs typeface="Arial"/>
              </a:defRPr>
            </a:lvl7pPr>
            <a:lvl8pPr>
              <a:defRPr sz="1060" b="1">
                <a:solidFill>
                  <a:srgbClr val="FFFFFF"/>
                </a:solidFill>
                <a:latin typeface="Arial"/>
                <a:ea typeface="Arial"/>
                <a:cs typeface="Arial"/>
              </a:defRPr>
            </a:lvl8pPr>
            <a:lvl9pPr>
              <a:defRPr sz="1060" b="1">
                <a:solidFill>
                  <a:srgbClr val="FFFFFF"/>
                </a:solidFill>
                <a:latin typeface="Arial"/>
                <a:ea typeface="Arial"/>
                <a:cs typeface="Arial"/>
              </a:defRPr>
            </a:lvl9pPr>
          </a:lstStyle>
          <a:p xmlns:a="http://schemas.openxmlformats.org/drawingml/2006/main">
            <a:pPr>
              <a:lnSpc>
                <a:spcPct val="98000"/>
              </a:lnSpc>
              <a:buNone/>
              <a:defRPr sz="1060" b="1">
                <a:solidFill>
                  <a:srgbClr val="FFFFFF"/>
                </a:solidFill>
                <a:latin typeface="Arial"/>
                <a:ea typeface="Arial"/>
                <a:cs typeface="Arial"/>
              </a:defRPr>
            </a:pPr>
            <a:r>
              <a:rPr sz="106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5608ACFD-4200-4594-87EF-6F42AF53672C}"/>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AF967498-4E67-4F95-8FA2-FBAD88C81A65}"/>
              </a:ext>
            </a:extLst>
          </p:cNvPr>
          <p:cNvPicPr>
            <a:picLocks xmlns:a="http://schemas.openxmlformats.org/drawingml/2006/main" noChangeAspect="1"/>
          </p:cNvPicPr>
          <p:nvPr/>
        </p:nvPicPr>
        <p:blipFill>
          <a:blip xmlns:r="http://schemas.openxmlformats.org/officeDocument/2006/relationships" xmlns:a="http://schemas.openxmlformats.org/drawingml/2006/main" r:embed="R378539c76d4f4949"/>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099E9CC8-3D59-4848-BD79-E2DBCFDB69D7}"/>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5BBEE520-8F16-419E-81C5-98A9DE6F9191}"/>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ED489CDF-7781-4B7E-80E4-F5E1B7C153EA}"/>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7CB1244F-C1B9-41FD-9665-39E883D7BA59}"/>
              </a:ext>
            </a:extLst>
          </p:cNvPr>
          <p:cNvPicPr>
            <a:picLocks xmlns:a="http://schemas.openxmlformats.org/drawingml/2006/main" noChangeAspect="1"/>
          </p:cNvPicPr>
          <p:nvPr/>
        </p:nvPicPr>
        <p:blipFill>
          <a:blip xmlns:r="http://schemas.openxmlformats.org/officeDocument/2006/relationships" xmlns:a="http://schemas.openxmlformats.org/drawingml/2006/main" r:embed="R1d071372b6de4c28"/>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836925291"/>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13" name="Card reverse title ground">
            <a:extLst xmlns:a="http://schemas.openxmlformats.org/drawingml/2006/main">
              <a:ext uri="{FF2B5EF4-FFF2-40B4-BE49-F238E27FC236}">
                <a16:creationId xmlns:a16="http://schemas.microsoft.com/office/drawing/2014/main" id="{0115E88B-7529-44BC-9A8C-14D8DA1F495B}"/>
              </a:ext>
            </a:extLst>
          </p:cNvPr>
          <p:cNvSpPr>
            <a:spLocks xmlns:a="http://schemas.openxmlformats.org/drawingml/2006/main" noGrp="1"/>
          </p:cNvSpPr>
          <p:nvPr/>
        </p:nvSpPr>
        <p:spPr>
          <a:xfrm xmlns:a="http://schemas.openxmlformats.org/drawingml/2006/main">
            <a:off x="0" y="0"/>
            <a:ext cx="3657600" cy="866775"/>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2" name="Card reverse title">
            <a:extLst xmlns:a="http://schemas.openxmlformats.org/drawingml/2006/main">
              <a:ext uri="{FF2B5EF4-FFF2-40B4-BE49-F238E27FC236}">
                <a16:creationId xmlns:a16="http://schemas.microsoft.com/office/drawing/2014/main" id="{53577980-9CC4-43BF-B9E9-7AA416F1EE17}"/>
              </a:ext>
            </a:extLst>
          </p:cNvPr>
          <p:cNvSpPr>
            <a:spLocks xmlns:a="http://schemas.openxmlformats.org/drawingml/2006/main" noGrp="1"/>
          </p:cNvSpPr>
          <p:nvPr/>
        </p:nvSpPr>
        <p:spPr>
          <a:xfrm xmlns:a="http://schemas.openxmlformats.org/drawingml/2006/main">
            <a:off x="209550" y="1905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00" b="1">
                <a:solidFill>
                  <a:srgbClr val="FFFF0A"/>
                </a:solidFill>
                <a:latin typeface="Space Grotesk"/>
                <a:ea typeface="Space Grotesk"/>
                <a:cs typeface="Space Grotesk"/>
              </a:defRPr>
            </a:defPPr>
            <a:lvl1pPr>
              <a:defRPr sz="2200" b="1">
                <a:solidFill>
                  <a:srgbClr val="FFFF0A"/>
                </a:solidFill>
                <a:latin typeface="Space Grotesk"/>
                <a:ea typeface="Space Grotesk"/>
                <a:cs typeface="Space Grotesk"/>
              </a:defRPr>
            </a:lvl1pPr>
            <a:lvl2pPr>
              <a:defRPr sz="2200" b="1">
                <a:solidFill>
                  <a:srgbClr val="FFFF0A"/>
                </a:solidFill>
                <a:latin typeface="Space Grotesk"/>
                <a:ea typeface="Space Grotesk"/>
                <a:cs typeface="Space Grotesk"/>
              </a:defRPr>
            </a:lvl2pPr>
            <a:lvl3pPr>
              <a:defRPr sz="2200" b="1">
                <a:solidFill>
                  <a:srgbClr val="FFFF0A"/>
                </a:solidFill>
                <a:latin typeface="Space Grotesk"/>
                <a:ea typeface="Space Grotesk"/>
                <a:cs typeface="Space Grotesk"/>
              </a:defRPr>
            </a:lvl3pPr>
            <a:lvl4pPr>
              <a:defRPr sz="2200" b="1">
                <a:solidFill>
                  <a:srgbClr val="FFFF0A"/>
                </a:solidFill>
                <a:latin typeface="Space Grotesk"/>
                <a:ea typeface="Space Grotesk"/>
                <a:cs typeface="Space Grotesk"/>
              </a:defRPr>
            </a:lvl4pPr>
            <a:lvl5pPr>
              <a:defRPr sz="2200" b="1">
                <a:solidFill>
                  <a:srgbClr val="FFFF0A"/>
                </a:solidFill>
                <a:latin typeface="Space Grotesk"/>
                <a:ea typeface="Space Grotesk"/>
                <a:cs typeface="Space Grotesk"/>
              </a:defRPr>
            </a:lvl5pPr>
            <a:lvl6pPr>
              <a:defRPr sz="2200" b="1">
                <a:solidFill>
                  <a:srgbClr val="FFFF0A"/>
                </a:solidFill>
                <a:latin typeface="Space Grotesk"/>
                <a:ea typeface="Space Grotesk"/>
                <a:cs typeface="Space Grotesk"/>
              </a:defRPr>
            </a:lvl6pPr>
            <a:lvl7pPr>
              <a:defRPr sz="2200" b="1">
                <a:solidFill>
                  <a:srgbClr val="FFFF0A"/>
                </a:solidFill>
                <a:latin typeface="Space Grotesk"/>
                <a:ea typeface="Space Grotesk"/>
                <a:cs typeface="Space Grotesk"/>
              </a:defRPr>
            </a:lvl7pPr>
            <a:lvl8pPr>
              <a:defRPr sz="2200" b="1">
                <a:solidFill>
                  <a:srgbClr val="FFFF0A"/>
                </a:solidFill>
                <a:latin typeface="Space Grotesk"/>
                <a:ea typeface="Space Grotesk"/>
                <a:cs typeface="Space Grotesk"/>
              </a:defRPr>
            </a:lvl8pPr>
            <a:lvl9pPr>
              <a:defRPr sz="2200" b="1">
                <a:solidFill>
                  <a:srgbClr val="FFFF0A"/>
                </a:solidFill>
                <a:latin typeface="Space Grotesk"/>
                <a:ea typeface="Space Grotesk"/>
                <a:cs typeface="Space Grotesk"/>
              </a:defRPr>
            </a:lvl9pPr>
          </a:lstStyle>
          <a:p xmlns:a="http://schemas.openxmlformats.org/drawingml/2006/main">
            <a:pPr>
              <a:lnSpc>
                <a:spcPct val="98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Pass with care</a:t>
            </a:r>
          </a:p>
        </p:txBody>
      </p:sp>
      <p:sp>
        <p:nvSpPr>
          <p:cNvPr id="3" name="Care instruction 1">
            <a:extLst xmlns:a="http://schemas.openxmlformats.org/drawingml/2006/main">
              <a:ext uri="{FF2B5EF4-FFF2-40B4-BE49-F238E27FC236}">
                <a16:creationId xmlns:a16="http://schemas.microsoft.com/office/drawing/2014/main" id="{69540553-7823-4863-8C8F-7208BC6AB492}"/>
              </a:ext>
            </a:extLst>
          </p:cNvPr>
          <p:cNvSpPr>
            <a:spLocks xmlns:a="http://schemas.openxmlformats.org/drawingml/2006/main" noGrp="1"/>
          </p:cNvSpPr>
          <p:nvPr/>
        </p:nvSpPr>
        <p:spPr>
          <a:xfrm xmlns:a="http://schemas.openxmlformats.org/drawingml/2006/main">
            <a:off x="238125" y="1143000"/>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20" b="1">
                <a:solidFill>
                  <a:srgbClr val="23143A"/>
                </a:solidFill>
                <a:latin typeface="Space Grotesk"/>
                <a:ea typeface="Space Grotesk"/>
                <a:cs typeface="Space Grotesk"/>
              </a:defRPr>
            </a:defPPr>
            <a:lvl1pPr>
              <a:defRPr sz="1620" b="1">
                <a:solidFill>
                  <a:srgbClr val="23143A"/>
                </a:solidFill>
                <a:latin typeface="Space Grotesk"/>
                <a:ea typeface="Space Grotesk"/>
                <a:cs typeface="Space Grotesk"/>
              </a:defRPr>
            </a:lvl1pPr>
            <a:lvl2pPr>
              <a:defRPr sz="1620" b="1">
                <a:solidFill>
                  <a:srgbClr val="23143A"/>
                </a:solidFill>
                <a:latin typeface="Space Grotesk"/>
                <a:ea typeface="Space Grotesk"/>
                <a:cs typeface="Space Grotesk"/>
              </a:defRPr>
            </a:lvl2pPr>
            <a:lvl3pPr>
              <a:defRPr sz="1620" b="1">
                <a:solidFill>
                  <a:srgbClr val="23143A"/>
                </a:solidFill>
                <a:latin typeface="Space Grotesk"/>
                <a:ea typeface="Space Grotesk"/>
                <a:cs typeface="Space Grotesk"/>
              </a:defRPr>
            </a:lvl3pPr>
            <a:lvl4pPr>
              <a:defRPr sz="1620" b="1">
                <a:solidFill>
                  <a:srgbClr val="23143A"/>
                </a:solidFill>
                <a:latin typeface="Space Grotesk"/>
                <a:ea typeface="Space Grotesk"/>
                <a:cs typeface="Space Grotesk"/>
              </a:defRPr>
            </a:lvl4pPr>
            <a:lvl5pPr>
              <a:defRPr sz="1620" b="1">
                <a:solidFill>
                  <a:srgbClr val="23143A"/>
                </a:solidFill>
                <a:latin typeface="Space Grotesk"/>
                <a:ea typeface="Space Grotesk"/>
                <a:cs typeface="Space Grotesk"/>
              </a:defRPr>
            </a:lvl5pPr>
            <a:lvl6pPr>
              <a:defRPr sz="1620" b="1">
                <a:solidFill>
                  <a:srgbClr val="23143A"/>
                </a:solidFill>
                <a:latin typeface="Space Grotesk"/>
                <a:ea typeface="Space Grotesk"/>
                <a:cs typeface="Space Grotesk"/>
              </a:defRPr>
            </a:lvl6pPr>
            <a:lvl7pPr>
              <a:defRPr sz="1620" b="1">
                <a:solidFill>
                  <a:srgbClr val="23143A"/>
                </a:solidFill>
                <a:latin typeface="Space Grotesk"/>
                <a:ea typeface="Space Grotesk"/>
                <a:cs typeface="Space Grotesk"/>
              </a:defRPr>
            </a:lvl7pPr>
            <a:lvl8pPr>
              <a:defRPr sz="1620" b="1">
                <a:solidFill>
                  <a:srgbClr val="23143A"/>
                </a:solidFill>
                <a:latin typeface="Space Grotesk"/>
                <a:ea typeface="Space Grotesk"/>
                <a:cs typeface="Space Grotesk"/>
              </a:defRPr>
            </a:lvl8pPr>
            <a:lvl9pPr>
              <a:defRPr sz="1620" b="1">
                <a:solidFill>
                  <a:srgbClr val="23143A"/>
                </a:solidFill>
                <a:latin typeface="Space Grotesk"/>
                <a:ea typeface="Space Grotesk"/>
                <a:cs typeface="Space Grotesk"/>
              </a:defRPr>
            </a:lvl9pPr>
          </a:lstStyle>
          <a:p xmlns:a="http://schemas.openxmlformats.org/drawingml/2006/main">
            <a:pPr>
              <a:lnSpc>
                <a:spcPct val="98000"/>
              </a:lnSpc>
              <a:buNone/>
              <a:defRPr sz="1620" b="1">
                <a:solidFill>
                  <a:srgbClr val="23143A"/>
                </a:solidFill>
                <a:latin typeface="Space Grotesk"/>
                <a:ea typeface="Space Grotesk"/>
                <a:cs typeface="Space Grotesk"/>
              </a:defRPr>
            </a:pPr>
            <a:r>
              <a:rPr sz="1620" b="1">
                <a:solidFill>
                  <a:srgbClr val="23143A"/>
                </a:solidFill>
                <a:latin typeface="Space Grotesk"/>
                <a:ea typeface="Space Grotesk"/>
                <a:cs typeface="Space Grotesk"/>
              </a:rPr>
              <a:t>No safe room to pass?</a:t>
            </a:r>
          </a:p>
        </p:txBody>
      </p:sp>
      <p:sp>
        <p:nvSpPr>
          <p:cNvPr id="4" name="Care instruction 2">
            <a:extLst xmlns:a="http://schemas.openxmlformats.org/drawingml/2006/main">
              <a:ext uri="{FF2B5EF4-FFF2-40B4-BE49-F238E27FC236}">
                <a16:creationId xmlns:a16="http://schemas.microsoft.com/office/drawing/2014/main" id="{114C8811-A5E0-4DB9-9856-79B174B35DFA}"/>
              </a:ext>
            </a:extLst>
          </p:cNvPr>
          <p:cNvSpPr>
            <a:spLocks xmlns:a="http://schemas.openxmlformats.org/drawingml/2006/main" noGrp="1"/>
          </p:cNvSpPr>
          <p:nvPr/>
        </p:nvSpPr>
        <p:spPr>
          <a:xfrm xmlns:a="http://schemas.openxmlformats.org/drawingml/2006/main">
            <a:off x="238125" y="2009775"/>
            <a:ext cx="318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40" b="1">
                <a:solidFill>
                  <a:srgbClr val="23143A"/>
                </a:solidFill>
                <a:latin typeface="Space Grotesk"/>
                <a:ea typeface="Space Grotesk"/>
                <a:cs typeface="Space Grotesk"/>
              </a:defRPr>
            </a:defPPr>
            <a:lvl1pPr>
              <a:defRPr sz="1540" b="1">
                <a:solidFill>
                  <a:srgbClr val="23143A"/>
                </a:solidFill>
                <a:latin typeface="Space Grotesk"/>
                <a:ea typeface="Space Grotesk"/>
                <a:cs typeface="Space Grotesk"/>
              </a:defRPr>
            </a:lvl1pPr>
            <a:lvl2pPr>
              <a:defRPr sz="1540" b="1">
                <a:solidFill>
                  <a:srgbClr val="23143A"/>
                </a:solidFill>
                <a:latin typeface="Space Grotesk"/>
                <a:ea typeface="Space Grotesk"/>
                <a:cs typeface="Space Grotesk"/>
              </a:defRPr>
            </a:lvl2pPr>
            <a:lvl3pPr>
              <a:defRPr sz="1540" b="1">
                <a:solidFill>
                  <a:srgbClr val="23143A"/>
                </a:solidFill>
                <a:latin typeface="Space Grotesk"/>
                <a:ea typeface="Space Grotesk"/>
                <a:cs typeface="Space Grotesk"/>
              </a:defRPr>
            </a:lvl3pPr>
            <a:lvl4pPr>
              <a:defRPr sz="1540" b="1">
                <a:solidFill>
                  <a:srgbClr val="23143A"/>
                </a:solidFill>
                <a:latin typeface="Space Grotesk"/>
                <a:ea typeface="Space Grotesk"/>
                <a:cs typeface="Space Grotesk"/>
              </a:defRPr>
            </a:lvl4pPr>
            <a:lvl5pPr>
              <a:defRPr sz="1540" b="1">
                <a:solidFill>
                  <a:srgbClr val="23143A"/>
                </a:solidFill>
                <a:latin typeface="Space Grotesk"/>
                <a:ea typeface="Space Grotesk"/>
                <a:cs typeface="Space Grotesk"/>
              </a:defRPr>
            </a:lvl5pPr>
            <a:lvl6pPr>
              <a:defRPr sz="1540" b="1">
                <a:solidFill>
                  <a:srgbClr val="23143A"/>
                </a:solidFill>
                <a:latin typeface="Space Grotesk"/>
                <a:ea typeface="Space Grotesk"/>
                <a:cs typeface="Space Grotesk"/>
              </a:defRPr>
            </a:lvl6pPr>
            <a:lvl7pPr>
              <a:defRPr sz="1540" b="1">
                <a:solidFill>
                  <a:srgbClr val="23143A"/>
                </a:solidFill>
                <a:latin typeface="Space Grotesk"/>
                <a:ea typeface="Space Grotesk"/>
                <a:cs typeface="Space Grotesk"/>
              </a:defRPr>
            </a:lvl7pPr>
            <a:lvl8pPr>
              <a:defRPr sz="1540" b="1">
                <a:solidFill>
                  <a:srgbClr val="23143A"/>
                </a:solidFill>
                <a:latin typeface="Space Grotesk"/>
                <a:ea typeface="Space Grotesk"/>
                <a:cs typeface="Space Grotesk"/>
              </a:defRPr>
            </a:lvl8pPr>
            <a:lvl9pPr>
              <a:defRPr sz="1540" b="1">
                <a:solidFill>
                  <a:srgbClr val="23143A"/>
                </a:solidFill>
                <a:latin typeface="Space Grotesk"/>
                <a:ea typeface="Space Grotesk"/>
                <a:cs typeface="Space Grotesk"/>
              </a:defRPr>
            </a:lvl9pPr>
          </a:lstStyle>
          <a:p xmlns:a="http://schemas.openxmlformats.org/drawingml/2006/main">
            <a:pPr>
              <a:lnSpc>
                <a:spcPct val="98000"/>
              </a:lnSpc>
              <a:buNone/>
              <a:defRPr sz="1540" b="1">
                <a:solidFill>
                  <a:srgbClr val="23143A"/>
                </a:solidFill>
                <a:latin typeface="Space Grotesk"/>
                <a:ea typeface="Space Grotesk"/>
                <a:cs typeface="Space Grotesk"/>
              </a:defRPr>
            </a:pPr>
            <a:r>
              <a:rPr sz="1540" b="1">
                <a:solidFill>
                  <a:srgbClr val="23143A"/>
                </a:solidFill>
                <a:latin typeface="Space Grotesk"/>
                <a:ea typeface="Space Grotesk"/>
                <a:cs typeface="Space Grotesk"/>
              </a:rPr>
              <a:t>Slow down and wait behind.</a:t>
            </a:r>
          </a:p>
        </p:txBody>
      </p:sp>
      <p:sp>
        <p:nvSpPr>
          <p:cNvPr id="5" name="Care instruction 3">
            <a:extLst xmlns:a="http://schemas.openxmlformats.org/drawingml/2006/main">
              <a:ext uri="{FF2B5EF4-FFF2-40B4-BE49-F238E27FC236}">
                <a16:creationId xmlns:a16="http://schemas.microsoft.com/office/drawing/2014/main" id="{82DA7A33-5CD4-4090-8E1E-EDB480F2FC14}"/>
              </a:ext>
            </a:extLst>
          </p:cNvPr>
          <p:cNvSpPr>
            <a:spLocks xmlns:a="http://schemas.openxmlformats.org/drawingml/2006/main" noGrp="1"/>
          </p:cNvSpPr>
          <p:nvPr/>
        </p:nvSpPr>
        <p:spPr>
          <a:xfrm xmlns:a="http://schemas.openxmlformats.org/drawingml/2006/main">
            <a:off x="238125" y="2981325"/>
            <a:ext cx="3181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80" b="1">
                <a:solidFill>
                  <a:srgbClr val="23143A"/>
                </a:solidFill>
                <a:latin typeface="Space Grotesk"/>
                <a:ea typeface="Space Grotesk"/>
                <a:cs typeface="Space Grotesk"/>
              </a:defRPr>
            </a:defPPr>
            <a:lvl1pPr>
              <a:defRPr sz="1480" b="1">
                <a:solidFill>
                  <a:srgbClr val="23143A"/>
                </a:solidFill>
                <a:latin typeface="Space Grotesk"/>
                <a:ea typeface="Space Grotesk"/>
                <a:cs typeface="Space Grotesk"/>
              </a:defRPr>
            </a:lvl1pPr>
            <a:lvl2pPr>
              <a:defRPr sz="1480" b="1">
                <a:solidFill>
                  <a:srgbClr val="23143A"/>
                </a:solidFill>
                <a:latin typeface="Space Grotesk"/>
                <a:ea typeface="Space Grotesk"/>
                <a:cs typeface="Space Grotesk"/>
              </a:defRPr>
            </a:lvl2pPr>
            <a:lvl3pPr>
              <a:defRPr sz="1480" b="1">
                <a:solidFill>
                  <a:srgbClr val="23143A"/>
                </a:solidFill>
                <a:latin typeface="Space Grotesk"/>
                <a:ea typeface="Space Grotesk"/>
                <a:cs typeface="Space Grotesk"/>
              </a:defRPr>
            </a:lvl3pPr>
            <a:lvl4pPr>
              <a:defRPr sz="1480" b="1">
                <a:solidFill>
                  <a:srgbClr val="23143A"/>
                </a:solidFill>
                <a:latin typeface="Space Grotesk"/>
                <a:ea typeface="Space Grotesk"/>
                <a:cs typeface="Space Grotesk"/>
              </a:defRPr>
            </a:lvl4pPr>
            <a:lvl5pPr>
              <a:defRPr sz="1480" b="1">
                <a:solidFill>
                  <a:srgbClr val="23143A"/>
                </a:solidFill>
                <a:latin typeface="Space Grotesk"/>
                <a:ea typeface="Space Grotesk"/>
                <a:cs typeface="Space Grotesk"/>
              </a:defRPr>
            </a:lvl5pPr>
            <a:lvl6pPr>
              <a:defRPr sz="1480" b="1">
                <a:solidFill>
                  <a:srgbClr val="23143A"/>
                </a:solidFill>
                <a:latin typeface="Space Grotesk"/>
                <a:ea typeface="Space Grotesk"/>
                <a:cs typeface="Space Grotesk"/>
              </a:defRPr>
            </a:lvl6pPr>
            <a:lvl7pPr>
              <a:defRPr sz="1480" b="1">
                <a:solidFill>
                  <a:srgbClr val="23143A"/>
                </a:solidFill>
                <a:latin typeface="Space Grotesk"/>
                <a:ea typeface="Space Grotesk"/>
                <a:cs typeface="Space Grotesk"/>
              </a:defRPr>
            </a:lvl7pPr>
            <a:lvl8pPr>
              <a:defRPr sz="1480" b="1">
                <a:solidFill>
                  <a:srgbClr val="23143A"/>
                </a:solidFill>
                <a:latin typeface="Space Grotesk"/>
                <a:ea typeface="Space Grotesk"/>
                <a:cs typeface="Space Grotesk"/>
              </a:defRPr>
            </a:lvl8pPr>
            <a:lvl9pPr>
              <a:defRPr sz="1480" b="1">
                <a:solidFill>
                  <a:srgbClr val="23143A"/>
                </a:solidFill>
                <a:latin typeface="Space Grotesk"/>
                <a:ea typeface="Space Grotesk"/>
                <a:cs typeface="Space Grotesk"/>
              </a:defRPr>
            </a:lvl9pPr>
          </a:lstStyle>
          <a:p xmlns:a="http://schemas.openxmlformats.org/drawingml/2006/main">
            <a:pPr>
              <a:lnSpc>
                <a:spcPct val="98000"/>
              </a:lnSpc>
              <a:buNone/>
              <a:defRPr sz="1480" b="1">
                <a:solidFill>
                  <a:srgbClr val="23143A"/>
                </a:solidFill>
                <a:latin typeface="Space Grotesk"/>
                <a:ea typeface="Space Grotesk"/>
                <a:cs typeface="Space Grotesk"/>
              </a:defRPr>
            </a:pPr>
            <a:r>
              <a:rPr sz="1480" b="1">
                <a:solidFill>
                  <a:srgbClr val="23143A"/>
                </a:solidFill>
                <a:latin typeface="Space Grotesk"/>
                <a:ea typeface="Space Grotesk"/>
                <a:cs typeface="Space Grotesk"/>
              </a:rPr>
              <a:t>Pass only when there is enough room, including the space local law requires.</a:t>
            </a:r>
          </a:p>
        </p:txBody>
      </p:sp>
      <p:sp>
        <p:nvSpPr>
          <p:cNvPr id="6" name="Every rider deserves room">
            <a:extLst xmlns:a="http://schemas.openxmlformats.org/drawingml/2006/main">
              <a:ext uri="{FF2B5EF4-FFF2-40B4-BE49-F238E27FC236}">
                <a16:creationId xmlns:a16="http://schemas.microsoft.com/office/drawing/2014/main" id="{4D341D43-3B01-44FB-9AD1-BE501C5032E1}"/>
              </a:ext>
            </a:extLst>
          </p:cNvPr>
          <p:cNvSpPr>
            <a:spLocks xmlns:a="http://schemas.openxmlformats.org/drawingml/2006/main" noGrp="1"/>
          </p:cNvSpPr>
          <p:nvPr/>
        </p:nvSpPr>
        <p:spPr>
          <a:xfrm xmlns:a="http://schemas.openxmlformats.org/drawingml/2006/main">
            <a:off x="238125" y="4105275"/>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7926CB"/>
                </a:solidFill>
                <a:latin typeface="Space Grotesk"/>
                <a:ea typeface="Space Grotesk"/>
                <a:cs typeface="Space Grotesk"/>
              </a:defRPr>
            </a:defPPr>
            <a:lvl1pPr>
              <a:defRPr sz="1050" b="1">
                <a:solidFill>
                  <a:srgbClr val="7926CB"/>
                </a:solidFill>
                <a:latin typeface="Space Grotesk"/>
                <a:ea typeface="Space Grotesk"/>
                <a:cs typeface="Space Grotesk"/>
              </a:defRPr>
            </a:lvl1pPr>
            <a:lvl2pPr>
              <a:defRPr sz="1050" b="1">
                <a:solidFill>
                  <a:srgbClr val="7926CB"/>
                </a:solidFill>
                <a:latin typeface="Space Grotesk"/>
                <a:ea typeface="Space Grotesk"/>
                <a:cs typeface="Space Grotesk"/>
              </a:defRPr>
            </a:lvl2pPr>
            <a:lvl3pPr>
              <a:defRPr sz="1050" b="1">
                <a:solidFill>
                  <a:srgbClr val="7926CB"/>
                </a:solidFill>
                <a:latin typeface="Space Grotesk"/>
                <a:ea typeface="Space Grotesk"/>
                <a:cs typeface="Space Grotesk"/>
              </a:defRPr>
            </a:lvl3pPr>
            <a:lvl4pPr>
              <a:defRPr sz="1050" b="1">
                <a:solidFill>
                  <a:srgbClr val="7926CB"/>
                </a:solidFill>
                <a:latin typeface="Space Grotesk"/>
                <a:ea typeface="Space Grotesk"/>
                <a:cs typeface="Space Grotesk"/>
              </a:defRPr>
            </a:lvl4pPr>
            <a:lvl5pPr>
              <a:defRPr sz="1050" b="1">
                <a:solidFill>
                  <a:srgbClr val="7926CB"/>
                </a:solidFill>
                <a:latin typeface="Space Grotesk"/>
                <a:ea typeface="Space Grotesk"/>
                <a:cs typeface="Space Grotesk"/>
              </a:defRPr>
            </a:lvl5pPr>
            <a:lvl6pPr>
              <a:defRPr sz="1050" b="1">
                <a:solidFill>
                  <a:srgbClr val="7926CB"/>
                </a:solidFill>
                <a:latin typeface="Space Grotesk"/>
                <a:ea typeface="Space Grotesk"/>
                <a:cs typeface="Space Grotesk"/>
              </a:defRPr>
            </a:lvl6pPr>
            <a:lvl7pPr>
              <a:defRPr sz="1050" b="1">
                <a:solidFill>
                  <a:srgbClr val="7926CB"/>
                </a:solidFill>
                <a:latin typeface="Space Grotesk"/>
                <a:ea typeface="Space Grotesk"/>
                <a:cs typeface="Space Grotesk"/>
              </a:defRPr>
            </a:lvl7pPr>
            <a:lvl8pPr>
              <a:defRPr sz="1050" b="1">
                <a:solidFill>
                  <a:srgbClr val="7926CB"/>
                </a:solidFill>
                <a:latin typeface="Space Grotesk"/>
                <a:ea typeface="Space Grotesk"/>
                <a:cs typeface="Space Grotesk"/>
              </a:defRPr>
            </a:lvl8pPr>
            <a:lvl9pPr>
              <a:defRPr sz="1050" b="1">
                <a:solidFill>
                  <a:srgbClr val="7926CB"/>
                </a:solidFill>
                <a:latin typeface="Space Grotesk"/>
                <a:ea typeface="Space Grotesk"/>
                <a:cs typeface="Space Grotesk"/>
              </a:defRPr>
            </a:lvl9pPr>
          </a:lstStyle>
          <a:p xmlns:a="http://schemas.openxmlformats.org/drawingml/2006/main">
            <a:pPr>
              <a:lnSpc>
                <a:spcPct val="98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Every rider deserves room.</a:t>
            </a:r>
          </a:p>
        </p:txBody>
      </p:sp>
      <p:sp>
        <p:nvSpPr>
          <p:cNvPr id="7" name="Brand footer">
            <a:extLst xmlns:a="http://schemas.openxmlformats.org/drawingml/2006/main">
              <a:ext uri="{FF2B5EF4-FFF2-40B4-BE49-F238E27FC236}">
                <a16:creationId xmlns:a16="http://schemas.microsoft.com/office/drawing/2014/main" id="{2D43B17D-82B3-43FB-A20E-F5B615424CB4}"/>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1FACA6CE-4B8B-4A68-BCAA-3C19E9E96D7B}"/>
              </a:ext>
            </a:extLst>
          </p:cNvPr>
          <p:cNvPicPr>
            <a:picLocks xmlns:a="http://schemas.openxmlformats.org/drawingml/2006/main" noChangeAspect="1"/>
          </p:cNvPicPr>
          <p:nvPr/>
        </p:nvPicPr>
        <p:blipFill>
          <a:blip xmlns:r="http://schemas.openxmlformats.org/officeDocument/2006/relationships" xmlns:a="http://schemas.openxmlformats.org/drawingml/2006/main" r:embed="Ra5f28ff259964442"/>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99128224-9E08-4389-B5A6-CD7969750B35}"/>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034E60FF-6E2F-4D63-97FA-29ADA6BA80B3}"/>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5A93DAB0-267C-49D3-8B75-E3400569B296}"/>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95055DE3-38EA-49A3-A744-B64DDE0F4BAC}"/>
              </a:ext>
            </a:extLst>
          </p:cNvPr>
          <p:cNvPicPr>
            <a:picLocks xmlns:a="http://schemas.openxmlformats.org/drawingml/2006/main" noChangeAspect="1"/>
          </p:cNvPicPr>
          <p:nvPr/>
        </p:nvPicPr>
        <p:blipFill>
          <a:blip xmlns:r="http://schemas.openxmlformats.org/officeDocument/2006/relationships" xmlns:a="http://schemas.openxmlformats.org/drawingml/2006/main" r:embed="R582c5b38cfca4d1e"/>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1298670798"/>
      </p:ext>
    </p:extLst>
  </p:cSld>
</p:sld>
</file>

<file path=ppt/slides/slide3.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19AED36-4B3B-4A39-ACEA-5EA31C92E5C8}"/>
              </a:ext>
            </a:extLst>
          </p:cNvPr>
          <p:cNvPicPr>
            <a:picLocks xmlns:a="http://schemas.openxmlformats.org/drawingml/2006/main" noChangeAspect="1"/>
          </p:cNvPicPr>
          <p:nvPr/>
        </p:nvPicPr>
        <p:blipFill>
          <a:blip xmlns:r="http://schemas.openxmlformats.org/officeDocument/2006/relationships" xmlns:a="http://schemas.openxmlformats.org/drawingml/2006/main" r:embed="Rbd6ac6b2732f4ee2"/>
          <a:srcRect xmlns:a="http://schemas.openxmlformats.org/drawingml/2006/main" l="20956" t="0" r="20956" b="0"/>
          <a:stretch xmlns:a="http://schemas.openxmlformats.org/drawingml/2006/main">
            <a:fillRect l="0" t="0" r="0" b="0"/>
          </a:stretch>
        </p:blipFill>
        <p:spPr>
          <a:xfrm xmlns:a="http://schemas.openxmlformats.org/drawingml/2006/main">
            <a:off x="0" y="0"/>
            <a:ext cx="2143125" cy="46101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54701FC9-EB60-49C9-81D0-B4CFAE5F43BA}"/>
              </a:ext>
            </a:extLst>
          </p:cNvPr>
          <p:cNvSpPr>
            <a:spLocks xmlns:a="http://schemas.openxmlformats.org/drawingml/2006/main" noGrp="1"/>
          </p:cNvSpPr>
          <p:nvPr/>
        </p:nvSpPr>
        <p:spPr>
          <a:xfrm xmlns:a="http://schemas.openxmlformats.org/drawingml/2006/main">
            <a:off x="2143125" y="0"/>
            <a:ext cx="1514475" cy="46101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71EFC30E-562A-4EC0-BAF5-F6BA73972ABB}"/>
              </a:ext>
            </a:extLst>
          </p:cNvPr>
          <p:cNvSpPr>
            <a:spLocks xmlns:a="http://schemas.openxmlformats.org/drawingml/2006/main" noGrp="1"/>
          </p:cNvSpPr>
          <p:nvPr/>
        </p:nvSpPr>
        <p:spPr>
          <a:xfrm xmlns:a="http://schemas.openxmlformats.org/drawingml/2006/main">
            <a:off x="2266950" y="171450"/>
            <a:ext cx="1257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90" b="1">
                <a:solidFill>
                  <a:srgbClr val="FF0180"/>
                </a:solidFill>
                <a:latin typeface="Space Grotesk"/>
                <a:ea typeface="Space Grotesk"/>
                <a:cs typeface="Space Grotesk"/>
              </a:defRPr>
            </a:defPPr>
            <a:lvl1pPr>
              <a:defRPr sz="790" b="1">
                <a:solidFill>
                  <a:srgbClr val="FF0180"/>
                </a:solidFill>
                <a:latin typeface="Space Grotesk"/>
                <a:ea typeface="Space Grotesk"/>
                <a:cs typeface="Space Grotesk"/>
              </a:defRPr>
            </a:lvl1pPr>
            <a:lvl2pPr>
              <a:defRPr sz="790" b="1">
                <a:solidFill>
                  <a:srgbClr val="FF0180"/>
                </a:solidFill>
                <a:latin typeface="Space Grotesk"/>
                <a:ea typeface="Space Grotesk"/>
                <a:cs typeface="Space Grotesk"/>
              </a:defRPr>
            </a:lvl2pPr>
            <a:lvl3pPr>
              <a:defRPr sz="790" b="1">
                <a:solidFill>
                  <a:srgbClr val="FF0180"/>
                </a:solidFill>
                <a:latin typeface="Space Grotesk"/>
                <a:ea typeface="Space Grotesk"/>
                <a:cs typeface="Space Grotesk"/>
              </a:defRPr>
            </a:lvl3pPr>
            <a:lvl4pPr>
              <a:defRPr sz="790" b="1">
                <a:solidFill>
                  <a:srgbClr val="FF0180"/>
                </a:solidFill>
                <a:latin typeface="Space Grotesk"/>
                <a:ea typeface="Space Grotesk"/>
                <a:cs typeface="Space Grotesk"/>
              </a:defRPr>
            </a:lvl4pPr>
            <a:lvl5pPr>
              <a:defRPr sz="790" b="1">
                <a:solidFill>
                  <a:srgbClr val="FF0180"/>
                </a:solidFill>
                <a:latin typeface="Space Grotesk"/>
                <a:ea typeface="Space Grotesk"/>
                <a:cs typeface="Space Grotesk"/>
              </a:defRPr>
            </a:lvl5pPr>
            <a:lvl6pPr>
              <a:defRPr sz="790" b="1">
                <a:solidFill>
                  <a:srgbClr val="FF0180"/>
                </a:solidFill>
                <a:latin typeface="Space Grotesk"/>
                <a:ea typeface="Space Grotesk"/>
                <a:cs typeface="Space Grotesk"/>
              </a:defRPr>
            </a:lvl6pPr>
            <a:lvl7pPr>
              <a:defRPr sz="790" b="1">
                <a:solidFill>
                  <a:srgbClr val="FF0180"/>
                </a:solidFill>
                <a:latin typeface="Space Grotesk"/>
                <a:ea typeface="Space Grotesk"/>
                <a:cs typeface="Space Grotesk"/>
              </a:defRPr>
            </a:lvl7pPr>
            <a:lvl8pPr>
              <a:defRPr sz="790" b="1">
                <a:solidFill>
                  <a:srgbClr val="FF0180"/>
                </a:solidFill>
                <a:latin typeface="Space Grotesk"/>
                <a:ea typeface="Space Grotesk"/>
                <a:cs typeface="Space Grotesk"/>
              </a:defRPr>
            </a:lvl8pPr>
            <a:lvl9pPr>
              <a:defRPr sz="790" b="1">
                <a:solidFill>
                  <a:srgbClr val="FF0180"/>
                </a:solidFill>
                <a:latin typeface="Space Grotesk"/>
                <a:ea typeface="Space Grotesk"/>
                <a:cs typeface="Space Grotesk"/>
              </a:defRPr>
            </a:lvl9pPr>
          </a:lstStyle>
          <a:p xmlns:a="http://schemas.openxmlformats.org/drawingml/2006/main">
            <a:pPr>
              <a:lnSpc>
                <a:spcPct val="98000"/>
              </a:lnSpc>
              <a:buNone/>
              <a:defRPr sz="790" b="1">
                <a:solidFill>
                  <a:srgbClr val="FF0180"/>
                </a:solidFill>
                <a:latin typeface="Space Grotesk"/>
                <a:ea typeface="Space Grotesk"/>
                <a:cs typeface="Space Grotesk"/>
              </a:defRPr>
            </a:pPr>
            <a:r>
              <a:rPr sz="79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6CFEE4EE-926C-4DBC-9681-F0F1033EFC13}"/>
              </a:ext>
            </a:extLst>
          </p:cNvPr>
          <p:cNvSpPr>
            <a:spLocks xmlns:a="http://schemas.openxmlformats.org/drawingml/2006/main" noGrp="1"/>
          </p:cNvSpPr>
          <p:nvPr/>
        </p:nvSpPr>
        <p:spPr>
          <a:xfrm xmlns:a="http://schemas.openxmlformats.org/drawingml/2006/main">
            <a:off x="2266950" y="666750"/>
            <a:ext cx="1257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40" b="1">
                <a:solidFill>
                  <a:srgbClr val="FFFFFF"/>
                </a:solidFill>
                <a:latin typeface="Space Grotesk"/>
                <a:ea typeface="Space Grotesk"/>
                <a:cs typeface="Space Grotesk"/>
              </a:defRPr>
            </a:defPPr>
            <a:lvl1pPr>
              <a:defRPr sz="1440" b="1">
                <a:solidFill>
                  <a:srgbClr val="FFFFFF"/>
                </a:solidFill>
                <a:latin typeface="Space Grotesk"/>
                <a:ea typeface="Space Grotesk"/>
                <a:cs typeface="Space Grotesk"/>
              </a:defRPr>
            </a:lvl1pPr>
            <a:lvl2pPr>
              <a:defRPr sz="1440" b="1">
                <a:solidFill>
                  <a:srgbClr val="FFFFFF"/>
                </a:solidFill>
                <a:latin typeface="Space Grotesk"/>
                <a:ea typeface="Space Grotesk"/>
                <a:cs typeface="Space Grotesk"/>
              </a:defRPr>
            </a:lvl2pPr>
            <a:lvl3pPr>
              <a:defRPr sz="1440" b="1">
                <a:solidFill>
                  <a:srgbClr val="FFFFFF"/>
                </a:solidFill>
                <a:latin typeface="Space Grotesk"/>
                <a:ea typeface="Space Grotesk"/>
                <a:cs typeface="Space Grotesk"/>
              </a:defRPr>
            </a:lvl3pPr>
            <a:lvl4pPr>
              <a:defRPr sz="1440" b="1">
                <a:solidFill>
                  <a:srgbClr val="FFFFFF"/>
                </a:solidFill>
                <a:latin typeface="Space Grotesk"/>
                <a:ea typeface="Space Grotesk"/>
                <a:cs typeface="Space Grotesk"/>
              </a:defRPr>
            </a:lvl4pPr>
            <a:lvl5pPr>
              <a:defRPr sz="1440" b="1">
                <a:solidFill>
                  <a:srgbClr val="FFFFFF"/>
                </a:solidFill>
                <a:latin typeface="Space Grotesk"/>
                <a:ea typeface="Space Grotesk"/>
                <a:cs typeface="Space Grotesk"/>
              </a:defRPr>
            </a:lvl5pPr>
            <a:lvl6pPr>
              <a:defRPr sz="1440" b="1">
                <a:solidFill>
                  <a:srgbClr val="FFFFFF"/>
                </a:solidFill>
                <a:latin typeface="Space Grotesk"/>
                <a:ea typeface="Space Grotesk"/>
                <a:cs typeface="Space Grotesk"/>
              </a:defRPr>
            </a:lvl6pPr>
            <a:lvl7pPr>
              <a:defRPr sz="1440" b="1">
                <a:solidFill>
                  <a:srgbClr val="FFFFFF"/>
                </a:solidFill>
                <a:latin typeface="Space Grotesk"/>
                <a:ea typeface="Space Grotesk"/>
                <a:cs typeface="Space Grotesk"/>
              </a:defRPr>
            </a:lvl7pPr>
            <a:lvl8pPr>
              <a:defRPr sz="1440" b="1">
                <a:solidFill>
                  <a:srgbClr val="FFFFFF"/>
                </a:solidFill>
                <a:latin typeface="Space Grotesk"/>
                <a:ea typeface="Space Grotesk"/>
                <a:cs typeface="Space Grotesk"/>
              </a:defRPr>
            </a:lvl8pPr>
            <a:lvl9pPr>
              <a:defRPr sz="1440" b="1">
                <a:solidFill>
                  <a:srgbClr val="FFFFFF"/>
                </a:solidFill>
                <a:latin typeface="Space Grotesk"/>
                <a:ea typeface="Space Grotesk"/>
                <a:cs typeface="Space Grotesk"/>
              </a:defRPr>
            </a:lvl9pPr>
          </a:lstStyle>
          <a:p xmlns:a="http://schemas.openxmlformats.org/drawingml/2006/main">
            <a:pPr>
              <a:lnSpc>
                <a:spcPct val="98000"/>
              </a:lnSpc>
              <a:buNone/>
              <a:defRPr sz="1440" b="1">
                <a:solidFill>
                  <a:srgbClr val="FFFFFF"/>
                </a:solidFill>
                <a:latin typeface="Space Grotesk"/>
                <a:ea typeface="Space Grotesk"/>
                <a:cs typeface="Space Grotesk"/>
              </a:defRPr>
            </a:pPr>
            <a:r>
              <a:rPr sz="1440" b="1">
                <a:solidFill>
                  <a:srgbClr val="FFFFFF"/>
                </a:solidFill>
                <a:latin typeface="Space Grotesk"/>
                <a:ea typeface="Space Grotesk"/>
                <a:cs typeface="Space Grotesk"/>
              </a:rPr>
              <a:t>THAT’S A MOTHER YOU’RE PASSING.</a:t>
            </a:r>
          </a:p>
        </p:txBody>
      </p:sp>
      <p:sp>
        <p:nvSpPr>
          <p:cNvPr id="5" name="Driver action">
            <a:extLst xmlns:a="http://schemas.openxmlformats.org/drawingml/2006/main">
              <a:ext uri="{FF2B5EF4-FFF2-40B4-BE49-F238E27FC236}">
                <a16:creationId xmlns:a16="http://schemas.microsoft.com/office/drawing/2014/main" id="{FA7DA279-7ECC-4F25-BFD0-835DE636D8DB}"/>
              </a:ext>
            </a:extLst>
          </p:cNvPr>
          <p:cNvSpPr>
            <a:spLocks xmlns:a="http://schemas.openxmlformats.org/drawingml/2006/main" noGrp="1"/>
          </p:cNvSpPr>
          <p:nvPr/>
        </p:nvSpPr>
        <p:spPr>
          <a:xfrm xmlns:a="http://schemas.openxmlformats.org/drawingml/2006/main">
            <a:off x="2266950" y="2019300"/>
            <a:ext cx="1257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60" b="1">
                <a:solidFill>
                  <a:srgbClr val="FFFF0A"/>
                </a:solidFill>
                <a:latin typeface="Space Grotesk"/>
                <a:ea typeface="Space Grotesk"/>
                <a:cs typeface="Space Grotesk"/>
              </a:defRPr>
            </a:defPPr>
            <a:lvl1pPr>
              <a:defRPr sz="1560" b="1">
                <a:solidFill>
                  <a:srgbClr val="FFFF0A"/>
                </a:solidFill>
                <a:latin typeface="Space Grotesk"/>
                <a:ea typeface="Space Grotesk"/>
                <a:cs typeface="Space Grotesk"/>
              </a:defRPr>
            </a:lvl1pPr>
            <a:lvl2pPr>
              <a:defRPr sz="1560" b="1">
                <a:solidFill>
                  <a:srgbClr val="FFFF0A"/>
                </a:solidFill>
                <a:latin typeface="Space Grotesk"/>
                <a:ea typeface="Space Grotesk"/>
                <a:cs typeface="Space Grotesk"/>
              </a:defRPr>
            </a:lvl2pPr>
            <a:lvl3pPr>
              <a:defRPr sz="1560" b="1">
                <a:solidFill>
                  <a:srgbClr val="FFFF0A"/>
                </a:solidFill>
                <a:latin typeface="Space Grotesk"/>
                <a:ea typeface="Space Grotesk"/>
                <a:cs typeface="Space Grotesk"/>
              </a:defRPr>
            </a:lvl3pPr>
            <a:lvl4pPr>
              <a:defRPr sz="1560" b="1">
                <a:solidFill>
                  <a:srgbClr val="FFFF0A"/>
                </a:solidFill>
                <a:latin typeface="Space Grotesk"/>
                <a:ea typeface="Space Grotesk"/>
                <a:cs typeface="Space Grotesk"/>
              </a:defRPr>
            </a:lvl4pPr>
            <a:lvl5pPr>
              <a:defRPr sz="1560" b="1">
                <a:solidFill>
                  <a:srgbClr val="FFFF0A"/>
                </a:solidFill>
                <a:latin typeface="Space Grotesk"/>
                <a:ea typeface="Space Grotesk"/>
                <a:cs typeface="Space Grotesk"/>
              </a:defRPr>
            </a:lvl5pPr>
            <a:lvl6pPr>
              <a:defRPr sz="1560" b="1">
                <a:solidFill>
                  <a:srgbClr val="FFFF0A"/>
                </a:solidFill>
                <a:latin typeface="Space Grotesk"/>
                <a:ea typeface="Space Grotesk"/>
                <a:cs typeface="Space Grotesk"/>
              </a:defRPr>
            </a:lvl6pPr>
            <a:lvl7pPr>
              <a:defRPr sz="1560" b="1">
                <a:solidFill>
                  <a:srgbClr val="FFFF0A"/>
                </a:solidFill>
                <a:latin typeface="Space Grotesk"/>
                <a:ea typeface="Space Grotesk"/>
                <a:cs typeface="Space Grotesk"/>
              </a:defRPr>
            </a:lvl7pPr>
            <a:lvl8pPr>
              <a:defRPr sz="1560" b="1">
                <a:solidFill>
                  <a:srgbClr val="FFFF0A"/>
                </a:solidFill>
                <a:latin typeface="Space Grotesk"/>
                <a:ea typeface="Space Grotesk"/>
                <a:cs typeface="Space Grotesk"/>
              </a:defRPr>
            </a:lvl8pPr>
            <a:lvl9pPr>
              <a:defRPr sz="1560" b="1">
                <a:solidFill>
                  <a:srgbClr val="FFFF0A"/>
                </a:solidFill>
                <a:latin typeface="Space Grotesk"/>
                <a:ea typeface="Space Grotesk"/>
                <a:cs typeface="Space Grotesk"/>
              </a:defRPr>
            </a:lvl9pPr>
          </a:lstStyle>
          <a:p xmlns:a="http://schemas.openxmlformats.org/drawingml/2006/main">
            <a:pPr>
              <a:lnSpc>
                <a:spcPct val="98000"/>
              </a:lnSpc>
              <a:buNone/>
              <a:defRPr sz="1560" b="1">
                <a:solidFill>
                  <a:srgbClr val="FFFF0A"/>
                </a:solidFill>
                <a:latin typeface="Space Grotesk"/>
                <a:ea typeface="Space Grotesk"/>
                <a:cs typeface="Space Grotesk"/>
              </a:defRPr>
            </a:pPr>
            <a:r>
              <a:rPr sz="1560"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A86D60AC-5BD7-4CCF-89C1-31BE5A5A3061}"/>
              </a:ext>
            </a:extLst>
          </p:cNvPr>
          <p:cNvSpPr>
            <a:spLocks xmlns:a="http://schemas.openxmlformats.org/drawingml/2006/main" noGrp="1"/>
          </p:cNvSpPr>
          <p:nvPr/>
        </p:nvSpPr>
        <p:spPr>
          <a:xfrm xmlns:a="http://schemas.openxmlformats.org/drawingml/2006/main">
            <a:off x="2266950" y="2876550"/>
            <a:ext cx="12573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60" b="1">
                <a:solidFill>
                  <a:srgbClr val="FFFFFF"/>
                </a:solidFill>
                <a:latin typeface="Arial"/>
                <a:ea typeface="Arial"/>
                <a:cs typeface="Arial"/>
              </a:defRPr>
            </a:defPPr>
            <a:lvl1pPr>
              <a:defRPr sz="1060" b="1">
                <a:solidFill>
                  <a:srgbClr val="FFFFFF"/>
                </a:solidFill>
                <a:latin typeface="Arial"/>
                <a:ea typeface="Arial"/>
                <a:cs typeface="Arial"/>
              </a:defRPr>
            </a:lvl1pPr>
            <a:lvl2pPr>
              <a:defRPr sz="1060" b="1">
                <a:solidFill>
                  <a:srgbClr val="FFFFFF"/>
                </a:solidFill>
                <a:latin typeface="Arial"/>
                <a:ea typeface="Arial"/>
                <a:cs typeface="Arial"/>
              </a:defRPr>
            </a:lvl2pPr>
            <a:lvl3pPr>
              <a:defRPr sz="1060" b="1">
                <a:solidFill>
                  <a:srgbClr val="FFFFFF"/>
                </a:solidFill>
                <a:latin typeface="Arial"/>
                <a:ea typeface="Arial"/>
                <a:cs typeface="Arial"/>
              </a:defRPr>
            </a:lvl3pPr>
            <a:lvl4pPr>
              <a:defRPr sz="1060" b="1">
                <a:solidFill>
                  <a:srgbClr val="FFFFFF"/>
                </a:solidFill>
                <a:latin typeface="Arial"/>
                <a:ea typeface="Arial"/>
                <a:cs typeface="Arial"/>
              </a:defRPr>
            </a:lvl4pPr>
            <a:lvl5pPr>
              <a:defRPr sz="1060" b="1">
                <a:solidFill>
                  <a:srgbClr val="FFFFFF"/>
                </a:solidFill>
                <a:latin typeface="Arial"/>
                <a:ea typeface="Arial"/>
                <a:cs typeface="Arial"/>
              </a:defRPr>
            </a:lvl5pPr>
            <a:lvl6pPr>
              <a:defRPr sz="1060" b="1">
                <a:solidFill>
                  <a:srgbClr val="FFFFFF"/>
                </a:solidFill>
                <a:latin typeface="Arial"/>
                <a:ea typeface="Arial"/>
                <a:cs typeface="Arial"/>
              </a:defRPr>
            </a:lvl6pPr>
            <a:lvl7pPr>
              <a:defRPr sz="1060" b="1">
                <a:solidFill>
                  <a:srgbClr val="FFFFFF"/>
                </a:solidFill>
                <a:latin typeface="Arial"/>
                <a:ea typeface="Arial"/>
                <a:cs typeface="Arial"/>
              </a:defRPr>
            </a:lvl7pPr>
            <a:lvl8pPr>
              <a:defRPr sz="1060" b="1">
                <a:solidFill>
                  <a:srgbClr val="FFFFFF"/>
                </a:solidFill>
                <a:latin typeface="Arial"/>
                <a:ea typeface="Arial"/>
                <a:cs typeface="Arial"/>
              </a:defRPr>
            </a:lvl8pPr>
            <a:lvl9pPr>
              <a:defRPr sz="1060" b="1">
                <a:solidFill>
                  <a:srgbClr val="FFFFFF"/>
                </a:solidFill>
                <a:latin typeface="Arial"/>
                <a:ea typeface="Arial"/>
                <a:cs typeface="Arial"/>
              </a:defRPr>
            </a:lvl9pPr>
          </a:lstStyle>
          <a:p xmlns:a="http://schemas.openxmlformats.org/drawingml/2006/main">
            <a:pPr>
              <a:lnSpc>
                <a:spcPct val="98000"/>
              </a:lnSpc>
              <a:buNone/>
              <a:defRPr sz="1060" b="1">
                <a:solidFill>
                  <a:srgbClr val="FFFFFF"/>
                </a:solidFill>
                <a:latin typeface="Arial"/>
                <a:ea typeface="Arial"/>
                <a:cs typeface="Arial"/>
              </a:defRPr>
            </a:pPr>
            <a:r>
              <a:rPr sz="106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CB9C0317-3708-4F45-A0D1-BC7D693BAAE1}"/>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1407F636-6F28-4AE3-8F33-728619E97919}"/>
              </a:ext>
            </a:extLst>
          </p:cNvPr>
          <p:cNvPicPr>
            <a:picLocks xmlns:a="http://schemas.openxmlformats.org/drawingml/2006/main" noChangeAspect="1"/>
          </p:cNvPicPr>
          <p:nvPr/>
        </p:nvPicPr>
        <p:blipFill>
          <a:blip xmlns:r="http://schemas.openxmlformats.org/officeDocument/2006/relationships" xmlns:a="http://schemas.openxmlformats.org/drawingml/2006/main" r:embed="Rca31e12282b34f94"/>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9887E195-4841-4481-BA0C-C96251184CC2}"/>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6993DBC1-1EE7-4056-8720-57215FB21F70}"/>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A4C900A1-9E5A-4C2C-B3A3-64A1DEA40889}"/>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C15A2E23-31DD-498C-BAB8-412C35137EF7}"/>
              </a:ext>
            </a:extLst>
          </p:cNvPr>
          <p:cNvPicPr>
            <a:picLocks xmlns:a="http://schemas.openxmlformats.org/drawingml/2006/main" noChangeAspect="1"/>
          </p:cNvPicPr>
          <p:nvPr/>
        </p:nvPicPr>
        <p:blipFill>
          <a:blip xmlns:r="http://schemas.openxmlformats.org/officeDocument/2006/relationships" xmlns:a="http://schemas.openxmlformats.org/drawingml/2006/main" r:embed="Rd4adb28a7b8043d1"/>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1317805411"/>
      </p:ext>
    </p:extLst>
  </p:cSld>
</p:sld>
</file>

<file path=ppt/slides/slide4.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13" name="Card reverse title ground">
            <a:extLst xmlns:a="http://schemas.openxmlformats.org/drawingml/2006/main">
              <a:ext uri="{FF2B5EF4-FFF2-40B4-BE49-F238E27FC236}">
                <a16:creationId xmlns:a16="http://schemas.microsoft.com/office/drawing/2014/main" id="{8D042F07-87B0-44F9-AFAC-E5198AB9F8C1}"/>
              </a:ext>
            </a:extLst>
          </p:cNvPr>
          <p:cNvSpPr>
            <a:spLocks xmlns:a="http://schemas.openxmlformats.org/drawingml/2006/main" noGrp="1"/>
          </p:cNvSpPr>
          <p:nvPr/>
        </p:nvSpPr>
        <p:spPr>
          <a:xfrm xmlns:a="http://schemas.openxmlformats.org/drawingml/2006/main">
            <a:off x="0" y="0"/>
            <a:ext cx="3657600" cy="866775"/>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2" name="Card reverse title">
            <a:extLst xmlns:a="http://schemas.openxmlformats.org/drawingml/2006/main">
              <a:ext uri="{FF2B5EF4-FFF2-40B4-BE49-F238E27FC236}">
                <a16:creationId xmlns:a16="http://schemas.microsoft.com/office/drawing/2014/main" id="{39CECCA5-5FB5-4190-8204-E95BF5303203}"/>
              </a:ext>
            </a:extLst>
          </p:cNvPr>
          <p:cNvSpPr>
            <a:spLocks xmlns:a="http://schemas.openxmlformats.org/drawingml/2006/main" noGrp="1"/>
          </p:cNvSpPr>
          <p:nvPr/>
        </p:nvSpPr>
        <p:spPr>
          <a:xfrm xmlns:a="http://schemas.openxmlformats.org/drawingml/2006/main">
            <a:off x="209550" y="1905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00" b="1">
                <a:solidFill>
                  <a:srgbClr val="FFFF0A"/>
                </a:solidFill>
                <a:latin typeface="Space Grotesk"/>
                <a:ea typeface="Space Grotesk"/>
                <a:cs typeface="Space Grotesk"/>
              </a:defRPr>
            </a:defPPr>
            <a:lvl1pPr>
              <a:defRPr sz="2200" b="1">
                <a:solidFill>
                  <a:srgbClr val="FFFF0A"/>
                </a:solidFill>
                <a:latin typeface="Space Grotesk"/>
                <a:ea typeface="Space Grotesk"/>
                <a:cs typeface="Space Grotesk"/>
              </a:defRPr>
            </a:lvl1pPr>
            <a:lvl2pPr>
              <a:defRPr sz="2200" b="1">
                <a:solidFill>
                  <a:srgbClr val="FFFF0A"/>
                </a:solidFill>
                <a:latin typeface="Space Grotesk"/>
                <a:ea typeface="Space Grotesk"/>
                <a:cs typeface="Space Grotesk"/>
              </a:defRPr>
            </a:lvl2pPr>
            <a:lvl3pPr>
              <a:defRPr sz="2200" b="1">
                <a:solidFill>
                  <a:srgbClr val="FFFF0A"/>
                </a:solidFill>
                <a:latin typeface="Space Grotesk"/>
                <a:ea typeface="Space Grotesk"/>
                <a:cs typeface="Space Grotesk"/>
              </a:defRPr>
            </a:lvl3pPr>
            <a:lvl4pPr>
              <a:defRPr sz="2200" b="1">
                <a:solidFill>
                  <a:srgbClr val="FFFF0A"/>
                </a:solidFill>
                <a:latin typeface="Space Grotesk"/>
                <a:ea typeface="Space Grotesk"/>
                <a:cs typeface="Space Grotesk"/>
              </a:defRPr>
            </a:lvl4pPr>
            <a:lvl5pPr>
              <a:defRPr sz="2200" b="1">
                <a:solidFill>
                  <a:srgbClr val="FFFF0A"/>
                </a:solidFill>
                <a:latin typeface="Space Grotesk"/>
                <a:ea typeface="Space Grotesk"/>
                <a:cs typeface="Space Grotesk"/>
              </a:defRPr>
            </a:lvl5pPr>
            <a:lvl6pPr>
              <a:defRPr sz="2200" b="1">
                <a:solidFill>
                  <a:srgbClr val="FFFF0A"/>
                </a:solidFill>
                <a:latin typeface="Space Grotesk"/>
                <a:ea typeface="Space Grotesk"/>
                <a:cs typeface="Space Grotesk"/>
              </a:defRPr>
            </a:lvl6pPr>
            <a:lvl7pPr>
              <a:defRPr sz="2200" b="1">
                <a:solidFill>
                  <a:srgbClr val="FFFF0A"/>
                </a:solidFill>
                <a:latin typeface="Space Grotesk"/>
                <a:ea typeface="Space Grotesk"/>
                <a:cs typeface="Space Grotesk"/>
              </a:defRPr>
            </a:lvl7pPr>
            <a:lvl8pPr>
              <a:defRPr sz="2200" b="1">
                <a:solidFill>
                  <a:srgbClr val="FFFF0A"/>
                </a:solidFill>
                <a:latin typeface="Space Grotesk"/>
                <a:ea typeface="Space Grotesk"/>
                <a:cs typeface="Space Grotesk"/>
              </a:defRPr>
            </a:lvl8pPr>
            <a:lvl9pPr>
              <a:defRPr sz="2200" b="1">
                <a:solidFill>
                  <a:srgbClr val="FFFF0A"/>
                </a:solidFill>
                <a:latin typeface="Space Grotesk"/>
                <a:ea typeface="Space Grotesk"/>
                <a:cs typeface="Space Grotesk"/>
              </a:defRPr>
            </a:lvl9pPr>
          </a:lstStyle>
          <a:p xmlns:a="http://schemas.openxmlformats.org/drawingml/2006/main">
            <a:pPr>
              <a:lnSpc>
                <a:spcPct val="98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Pass with care</a:t>
            </a:r>
          </a:p>
        </p:txBody>
      </p:sp>
      <p:sp>
        <p:nvSpPr>
          <p:cNvPr id="3" name="Care instruction 1">
            <a:extLst xmlns:a="http://schemas.openxmlformats.org/drawingml/2006/main">
              <a:ext uri="{FF2B5EF4-FFF2-40B4-BE49-F238E27FC236}">
                <a16:creationId xmlns:a16="http://schemas.microsoft.com/office/drawing/2014/main" id="{77940040-7177-4AF2-A0EF-5D407B666029}"/>
              </a:ext>
            </a:extLst>
          </p:cNvPr>
          <p:cNvSpPr>
            <a:spLocks xmlns:a="http://schemas.openxmlformats.org/drawingml/2006/main" noGrp="1"/>
          </p:cNvSpPr>
          <p:nvPr/>
        </p:nvSpPr>
        <p:spPr>
          <a:xfrm xmlns:a="http://schemas.openxmlformats.org/drawingml/2006/main">
            <a:off x="238125" y="1143000"/>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20" b="1">
                <a:solidFill>
                  <a:srgbClr val="23143A"/>
                </a:solidFill>
                <a:latin typeface="Space Grotesk"/>
                <a:ea typeface="Space Grotesk"/>
                <a:cs typeface="Space Grotesk"/>
              </a:defRPr>
            </a:defPPr>
            <a:lvl1pPr>
              <a:defRPr sz="1620" b="1">
                <a:solidFill>
                  <a:srgbClr val="23143A"/>
                </a:solidFill>
                <a:latin typeface="Space Grotesk"/>
                <a:ea typeface="Space Grotesk"/>
                <a:cs typeface="Space Grotesk"/>
              </a:defRPr>
            </a:lvl1pPr>
            <a:lvl2pPr>
              <a:defRPr sz="1620" b="1">
                <a:solidFill>
                  <a:srgbClr val="23143A"/>
                </a:solidFill>
                <a:latin typeface="Space Grotesk"/>
                <a:ea typeface="Space Grotesk"/>
                <a:cs typeface="Space Grotesk"/>
              </a:defRPr>
            </a:lvl2pPr>
            <a:lvl3pPr>
              <a:defRPr sz="1620" b="1">
                <a:solidFill>
                  <a:srgbClr val="23143A"/>
                </a:solidFill>
                <a:latin typeface="Space Grotesk"/>
                <a:ea typeface="Space Grotesk"/>
                <a:cs typeface="Space Grotesk"/>
              </a:defRPr>
            </a:lvl3pPr>
            <a:lvl4pPr>
              <a:defRPr sz="1620" b="1">
                <a:solidFill>
                  <a:srgbClr val="23143A"/>
                </a:solidFill>
                <a:latin typeface="Space Grotesk"/>
                <a:ea typeface="Space Grotesk"/>
                <a:cs typeface="Space Grotesk"/>
              </a:defRPr>
            </a:lvl4pPr>
            <a:lvl5pPr>
              <a:defRPr sz="1620" b="1">
                <a:solidFill>
                  <a:srgbClr val="23143A"/>
                </a:solidFill>
                <a:latin typeface="Space Grotesk"/>
                <a:ea typeface="Space Grotesk"/>
                <a:cs typeface="Space Grotesk"/>
              </a:defRPr>
            </a:lvl5pPr>
            <a:lvl6pPr>
              <a:defRPr sz="1620" b="1">
                <a:solidFill>
                  <a:srgbClr val="23143A"/>
                </a:solidFill>
                <a:latin typeface="Space Grotesk"/>
                <a:ea typeface="Space Grotesk"/>
                <a:cs typeface="Space Grotesk"/>
              </a:defRPr>
            </a:lvl6pPr>
            <a:lvl7pPr>
              <a:defRPr sz="1620" b="1">
                <a:solidFill>
                  <a:srgbClr val="23143A"/>
                </a:solidFill>
                <a:latin typeface="Space Grotesk"/>
                <a:ea typeface="Space Grotesk"/>
                <a:cs typeface="Space Grotesk"/>
              </a:defRPr>
            </a:lvl7pPr>
            <a:lvl8pPr>
              <a:defRPr sz="1620" b="1">
                <a:solidFill>
                  <a:srgbClr val="23143A"/>
                </a:solidFill>
                <a:latin typeface="Space Grotesk"/>
                <a:ea typeface="Space Grotesk"/>
                <a:cs typeface="Space Grotesk"/>
              </a:defRPr>
            </a:lvl8pPr>
            <a:lvl9pPr>
              <a:defRPr sz="1620" b="1">
                <a:solidFill>
                  <a:srgbClr val="23143A"/>
                </a:solidFill>
                <a:latin typeface="Space Grotesk"/>
                <a:ea typeface="Space Grotesk"/>
                <a:cs typeface="Space Grotesk"/>
              </a:defRPr>
            </a:lvl9pPr>
          </a:lstStyle>
          <a:p xmlns:a="http://schemas.openxmlformats.org/drawingml/2006/main">
            <a:pPr>
              <a:lnSpc>
                <a:spcPct val="98000"/>
              </a:lnSpc>
              <a:buNone/>
              <a:defRPr sz="1620" b="1">
                <a:solidFill>
                  <a:srgbClr val="23143A"/>
                </a:solidFill>
                <a:latin typeface="Space Grotesk"/>
                <a:ea typeface="Space Grotesk"/>
                <a:cs typeface="Space Grotesk"/>
              </a:defRPr>
            </a:pPr>
            <a:r>
              <a:rPr sz="1620" b="1">
                <a:solidFill>
                  <a:srgbClr val="23143A"/>
                </a:solidFill>
                <a:latin typeface="Space Grotesk"/>
                <a:ea typeface="Space Grotesk"/>
                <a:cs typeface="Space Grotesk"/>
              </a:rPr>
              <a:t>No safe room to pass?</a:t>
            </a:r>
          </a:p>
        </p:txBody>
      </p:sp>
      <p:sp>
        <p:nvSpPr>
          <p:cNvPr id="4" name="Care instruction 2">
            <a:extLst xmlns:a="http://schemas.openxmlformats.org/drawingml/2006/main">
              <a:ext uri="{FF2B5EF4-FFF2-40B4-BE49-F238E27FC236}">
                <a16:creationId xmlns:a16="http://schemas.microsoft.com/office/drawing/2014/main" id="{4F762D3B-A1C0-4A81-A9CC-CC3F18CFA5FD}"/>
              </a:ext>
            </a:extLst>
          </p:cNvPr>
          <p:cNvSpPr>
            <a:spLocks xmlns:a="http://schemas.openxmlformats.org/drawingml/2006/main" noGrp="1"/>
          </p:cNvSpPr>
          <p:nvPr/>
        </p:nvSpPr>
        <p:spPr>
          <a:xfrm xmlns:a="http://schemas.openxmlformats.org/drawingml/2006/main">
            <a:off x="238125" y="2009775"/>
            <a:ext cx="318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40" b="1">
                <a:solidFill>
                  <a:srgbClr val="23143A"/>
                </a:solidFill>
                <a:latin typeface="Space Grotesk"/>
                <a:ea typeface="Space Grotesk"/>
                <a:cs typeface="Space Grotesk"/>
              </a:defRPr>
            </a:defPPr>
            <a:lvl1pPr>
              <a:defRPr sz="1540" b="1">
                <a:solidFill>
                  <a:srgbClr val="23143A"/>
                </a:solidFill>
                <a:latin typeface="Space Grotesk"/>
                <a:ea typeface="Space Grotesk"/>
                <a:cs typeface="Space Grotesk"/>
              </a:defRPr>
            </a:lvl1pPr>
            <a:lvl2pPr>
              <a:defRPr sz="1540" b="1">
                <a:solidFill>
                  <a:srgbClr val="23143A"/>
                </a:solidFill>
                <a:latin typeface="Space Grotesk"/>
                <a:ea typeface="Space Grotesk"/>
                <a:cs typeface="Space Grotesk"/>
              </a:defRPr>
            </a:lvl2pPr>
            <a:lvl3pPr>
              <a:defRPr sz="1540" b="1">
                <a:solidFill>
                  <a:srgbClr val="23143A"/>
                </a:solidFill>
                <a:latin typeface="Space Grotesk"/>
                <a:ea typeface="Space Grotesk"/>
                <a:cs typeface="Space Grotesk"/>
              </a:defRPr>
            </a:lvl3pPr>
            <a:lvl4pPr>
              <a:defRPr sz="1540" b="1">
                <a:solidFill>
                  <a:srgbClr val="23143A"/>
                </a:solidFill>
                <a:latin typeface="Space Grotesk"/>
                <a:ea typeface="Space Grotesk"/>
                <a:cs typeface="Space Grotesk"/>
              </a:defRPr>
            </a:lvl4pPr>
            <a:lvl5pPr>
              <a:defRPr sz="1540" b="1">
                <a:solidFill>
                  <a:srgbClr val="23143A"/>
                </a:solidFill>
                <a:latin typeface="Space Grotesk"/>
                <a:ea typeface="Space Grotesk"/>
                <a:cs typeface="Space Grotesk"/>
              </a:defRPr>
            </a:lvl5pPr>
            <a:lvl6pPr>
              <a:defRPr sz="1540" b="1">
                <a:solidFill>
                  <a:srgbClr val="23143A"/>
                </a:solidFill>
                <a:latin typeface="Space Grotesk"/>
                <a:ea typeface="Space Grotesk"/>
                <a:cs typeface="Space Grotesk"/>
              </a:defRPr>
            </a:lvl6pPr>
            <a:lvl7pPr>
              <a:defRPr sz="1540" b="1">
                <a:solidFill>
                  <a:srgbClr val="23143A"/>
                </a:solidFill>
                <a:latin typeface="Space Grotesk"/>
                <a:ea typeface="Space Grotesk"/>
                <a:cs typeface="Space Grotesk"/>
              </a:defRPr>
            </a:lvl7pPr>
            <a:lvl8pPr>
              <a:defRPr sz="1540" b="1">
                <a:solidFill>
                  <a:srgbClr val="23143A"/>
                </a:solidFill>
                <a:latin typeface="Space Grotesk"/>
                <a:ea typeface="Space Grotesk"/>
                <a:cs typeface="Space Grotesk"/>
              </a:defRPr>
            </a:lvl8pPr>
            <a:lvl9pPr>
              <a:defRPr sz="1540" b="1">
                <a:solidFill>
                  <a:srgbClr val="23143A"/>
                </a:solidFill>
                <a:latin typeface="Space Grotesk"/>
                <a:ea typeface="Space Grotesk"/>
                <a:cs typeface="Space Grotesk"/>
              </a:defRPr>
            </a:lvl9pPr>
          </a:lstStyle>
          <a:p xmlns:a="http://schemas.openxmlformats.org/drawingml/2006/main">
            <a:pPr>
              <a:lnSpc>
                <a:spcPct val="98000"/>
              </a:lnSpc>
              <a:buNone/>
              <a:defRPr sz="1540" b="1">
                <a:solidFill>
                  <a:srgbClr val="23143A"/>
                </a:solidFill>
                <a:latin typeface="Space Grotesk"/>
                <a:ea typeface="Space Grotesk"/>
                <a:cs typeface="Space Grotesk"/>
              </a:defRPr>
            </a:pPr>
            <a:r>
              <a:rPr sz="1540" b="1">
                <a:solidFill>
                  <a:srgbClr val="23143A"/>
                </a:solidFill>
                <a:latin typeface="Space Grotesk"/>
                <a:ea typeface="Space Grotesk"/>
                <a:cs typeface="Space Grotesk"/>
              </a:rPr>
              <a:t>Slow down and wait behind.</a:t>
            </a:r>
          </a:p>
        </p:txBody>
      </p:sp>
      <p:sp>
        <p:nvSpPr>
          <p:cNvPr id="5" name="Care instruction 3">
            <a:extLst xmlns:a="http://schemas.openxmlformats.org/drawingml/2006/main">
              <a:ext uri="{FF2B5EF4-FFF2-40B4-BE49-F238E27FC236}">
                <a16:creationId xmlns:a16="http://schemas.microsoft.com/office/drawing/2014/main" id="{7BCB619A-4913-455B-88F4-BBC6616404E7}"/>
              </a:ext>
            </a:extLst>
          </p:cNvPr>
          <p:cNvSpPr>
            <a:spLocks xmlns:a="http://schemas.openxmlformats.org/drawingml/2006/main" noGrp="1"/>
          </p:cNvSpPr>
          <p:nvPr/>
        </p:nvSpPr>
        <p:spPr>
          <a:xfrm xmlns:a="http://schemas.openxmlformats.org/drawingml/2006/main">
            <a:off x="238125" y="2981325"/>
            <a:ext cx="3181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80" b="1">
                <a:solidFill>
                  <a:srgbClr val="23143A"/>
                </a:solidFill>
                <a:latin typeface="Space Grotesk"/>
                <a:ea typeface="Space Grotesk"/>
                <a:cs typeface="Space Grotesk"/>
              </a:defRPr>
            </a:defPPr>
            <a:lvl1pPr>
              <a:defRPr sz="1480" b="1">
                <a:solidFill>
                  <a:srgbClr val="23143A"/>
                </a:solidFill>
                <a:latin typeface="Space Grotesk"/>
                <a:ea typeface="Space Grotesk"/>
                <a:cs typeface="Space Grotesk"/>
              </a:defRPr>
            </a:lvl1pPr>
            <a:lvl2pPr>
              <a:defRPr sz="1480" b="1">
                <a:solidFill>
                  <a:srgbClr val="23143A"/>
                </a:solidFill>
                <a:latin typeface="Space Grotesk"/>
                <a:ea typeface="Space Grotesk"/>
                <a:cs typeface="Space Grotesk"/>
              </a:defRPr>
            </a:lvl2pPr>
            <a:lvl3pPr>
              <a:defRPr sz="1480" b="1">
                <a:solidFill>
                  <a:srgbClr val="23143A"/>
                </a:solidFill>
                <a:latin typeface="Space Grotesk"/>
                <a:ea typeface="Space Grotesk"/>
                <a:cs typeface="Space Grotesk"/>
              </a:defRPr>
            </a:lvl3pPr>
            <a:lvl4pPr>
              <a:defRPr sz="1480" b="1">
                <a:solidFill>
                  <a:srgbClr val="23143A"/>
                </a:solidFill>
                <a:latin typeface="Space Grotesk"/>
                <a:ea typeface="Space Grotesk"/>
                <a:cs typeface="Space Grotesk"/>
              </a:defRPr>
            </a:lvl4pPr>
            <a:lvl5pPr>
              <a:defRPr sz="1480" b="1">
                <a:solidFill>
                  <a:srgbClr val="23143A"/>
                </a:solidFill>
                <a:latin typeface="Space Grotesk"/>
                <a:ea typeface="Space Grotesk"/>
                <a:cs typeface="Space Grotesk"/>
              </a:defRPr>
            </a:lvl5pPr>
            <a:lvl6pPr>
              <a:defRPr sz="1480" b="1">
                <a:solidFill>
                  <a:srgbClr val="23143A"/>
                </a:solidFill>
                <a:latin typeface="Space Grotesk"/>
                <a:ea typeface="Space Grotesk"/>
                <a:cs typeface="Space Grotesk"/>
              </a:defRPr>
            </a:lvl6pPr>
            <a:lvl7pPr>
              <a:defRPr sz="1480" b="1">
                <a:solidFill>
                  <a:srgbClr val="23143A"/>
                </a:solidFill>
                <a:latin typeface="Space Grotesk"/>
                <a:ea typeface="Space Grotesk"/>
                <a:cs typeface="Space Grotesk"/>
              </a:defRPr>
            </a:lvl7pPr>
            <a:lvl8pPr>
              <a:defRPr sz="1480" b="1">
                <a:solidFill>
                  <a:srgbClr val="23143A"/>
                </a:solidFill>
                <a:latin typeface="Space Grotesk"/>
                <a:ea typeface="Space Grotesk"/>
                <a:cs typeface="Space Grotesk"/>
              </a:defRPr>
            </a:lvl8pPr>
            <a:lvl9pPr>
              <a:defRPr sz="1480" b="1">
                <a:solidFill>
                  <a:srgbClr val="23143A"/>
                </a:solidFill>
                <a:latin typeface="Space Grotesk"/>
                <a:ea typeface="Space Grotesk"/>
                <a:cs typeface="Space Grotesk"/>
              </a:defRPr>
            </a:lvl9pPr>
          </a:lstStyle>
          <a:p xmlns:a="http://schemas.openxmlformats.org/drawingml/2006/main">
            <a:pPr>
              <a:lnSpc>
                <a:spcPct val="98000"/>
              </a:lnSpc>
              <a:buNone/>
              <a:defRPr sz="1480" b="1">
                <a:solidFill>
                  <a:srgbClr val="23143A"/>
                </a:solidFill>
                <a:latin typeface="Space Grotesk"/>
                <a:ea typeface="Space Grotesk"/>
                <a:cs typeface="Space Grotesk"/>
              </a:defRPr>
            </a:pPr>
            <a:r>
              <a:rPr sz="1480" b="1">
                <a:solidFill>
                  <a:srgbClr val="23143A"/>
                </a:solidFill>
                <a:latin typeface="Space Grotesk"/>
                <a:ea typeface="Space Grotesk"/>
                <a:cs typeface="Space Grotesk"/>
              </a:rPr>
              <a:t>Pass only when there is enough room, including the space local law requires.</a:t>
            </a:r>
          </a:p>
        </p:txBody>
      </p:sp>
      <p:sp>
        <p:nvSpPr>
          <p:cNvPr id="6" name="Every rider deserves room">
            <a:extLst xmlns:a="http://schemas.openxmlformats.org/drawingml/2006/main">
              <a:ext uri="{FF2B5EF4-FFF2-40B4-BE49-F238E27FC236}">
                <a16:creationId xmlns:a16="http://schemas.microsoft.com/office/drawing/2014/main" id="{9BCACCD6-018B-4999-B5E0-11C2EB3F9D26}"/>
              </a:ext>
            </a:extLst>
          </p:cNvPr>
          <p:cNvSpPr>
            <a:spLocks xmlns:a="http://schemas.openxmlformats.org/drawingml/2006/main" noGrp="1"/>
          </p:cNvSpPr>
          <p:nvPr/>
        </p:nvSpPr>
        <p:spPr>
          <a:xfrm xmlns:a="http://schemas.openxmlformats.org/drawingml/2006/main">
            <a:off x="238125" y="4105275"/>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7926CB"/>
                </a:solidFill>
                <a:latin typeface="Space Grotesk"/>
                <a:ea typeface="Space Grotesk"/>
                <a:cs typeface="Space Grotesk"/>
              </a:defRPr>
            </a:defPPr>
            <a:lvl1pPr>
              <a:defRPr sz="1050" b="1">
                <a:solidFill>
                  <a:srgbClr val="7926CB"/>
                </a:solidFill>
                <a:latin typeface="Space Grotesk"/>
                <a:ea typeface="Space Grotesk"/>
                <a:cs typeface="Space Grotesk"/>
              </a:defRPr>
            </a:lvl1pPr>
            <a:lvl2pPr>
              <a:defRPr sz="1050" b="1">
                <a:solidFill>
                  <a:srgbClr val="7926CB"/>
                </a:solidFill>
                <a:latin typeface="Space Grotesk"/>
                <a:ea typeface="Space Grotesk"/>
                <a:cs typeface="Space Grotesk"/>
              </a:defRPr>
            </a:lvl2pPr>
            <a:lvl3pPr>
              <a:defRPr sz="1050" b="1">
                <a:solidFill>
                  <a:srgbClr val="7926CB"/>
                </a:solidFill>
                <a:latin typeface="Space Grotesk"/>
                <a:ea typeface="Space Grotesk"/>
                <a:cs typeface="Space Grotesk"/>
              </a:defRPr>
            </a:lvl3pPr>
            <a:lvl4pPr>
              <a:defRPr sz="1050" b="1">
                <a:solidFill>
                  <a:srgbClr val="7926CB"/>
                </a:solidFill>
                <a:latin typeface="Space Grotesk"/>
                <a:ea typeface="Space Grotesk"/>
                <a:cs typeface="Space Grotesk"/>
              </a:defRPr>
            </a:lvl4pPr>
            <a:lvl5pPr>
              <a:defRPr sz="1050" b="1">
                <a:solidFill>
                  <a:srgbClr val="7926CB"/>
                </a:solidFill>
                <a:latin typeface="Space Grotesk"/>
                <a:ea typeface="Space Grotesk"/>
                <a:cs typeface="Space Grotesk"/>
              </a:defRPr>
            </a:lvl5pPr>
            <a:lvl6pPr>
              <a:defRPr sz="1050" b="1">
                <a:solidFill>
                  <a:srgbClr val="7926CB"/>
                </a:solidFill>
                <a:latin typeface="Space Grotesk"/>
                <a:ea typeface="Space Grotesk"/>
                <a:cs typeface="Space Grotesk"/>
              </a:defRPr>
            </a:lvl6pPr>
            <a:lvl7pPr>
              <a:defRPr sz="1050" b="1">
                <a:solidFill>
                  <a:srgbClr val="7926CB"/>
                </a:solidFill>
                <a:latin typeface="Space Grotesk"/>
                <a:ea typeface="Space Grotesk"/>
                <a:cs typeface="Space Grotesk"/>
              </a:defRPr>
            </a:lvl7pPr>
            <a:lvl8pPr>
              <a:defRPr sz="1050" b="1">
                <a:solidFill>
                  <a:srgbClr val="7926CB"/>
                </a:solidFill>
                <a:latin typeface="Space Grotesk"/>
                <a:ea typeface="Space Grotesk"/>
                <a:cs typeface="Space Grotesk"/>
              </a:defRPr>
            </a:lvl8pPr>
            <a:lvl9pPr>
              <a:defRPr sz="1050" b="1">
                <a:solidFill>
                  <a:srgbClr val="7926CB"/>
                </a:solidFill>
                <a:latin typeface="Space Grotesk"/>
                <a:ea typeface="Space Grotesk"/>
                <a:cs typeface="Space Grotesk"/>
              </a:defRPr>
            </a:lvl9pPr>
          </a:lstStyle>
          <a:p xmlns:a="http://schemas.openxmlformats.org/drawingml/2006/main">
            <a:pPr>
              <a:lnSpc>
                <a:spcPct val="98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Every rider deserves room.</a:t>
            </a:r>
          </a:p>
        </p:txBody>
      </p:sp>
      <p:sp>
        <p:nvSpPr>
          <p:cNvPr id="7" name="Brand footer">
            <a:extLst xmlns:a="http://schemas.openxmlformats.org/drawingml/2006/main">
              <a:ext uri="{FF2B5EF4-FFF2-40B4-BE49-F238E27FC236}">
                <a16:creationId xmlns:a16="http://schemas.microsoft.com/office/drawing/2014/main" id="{52CA303E-29E1-4BC1-8D2A-A78564FDFF11}"/>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31621854-C002-497D-9BBE-1986F1D1B7E3}"/>
              </a:ext>
            </a:extLst>
          </p:cNvPr>
          <p:cNvPicPr>
            <a:picLocks xmlns:a="http://schemas.openxmlformats.org/drawingml/2006/main" noChangeAspect="1"/>
          </p:cNvPicPr>
          <p:nvPr/>
        </p:nvPicPr>
        <p:blipFill>
          <a:blip xmlns:r="http://schemas.openxmlformats.org/officeDocument/2006/relationships" xmlns:a="http://schemas.openxmlformats.org/drawingml/2006/main" r:embed="R698d0df35bd64022"/>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5C597C8A-2D6B-4349-B08A-54262E1AB0DC}"/>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C40B7980-E09B-4860-96CB-48CEDBA6BAD3}"/>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7C766293-43EC-491C-B4CB-5B3029681532}"/>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BC141C54-3F68-4483-9EB4-B5B8D7787E6E}"/>
              </a:ext>
            </a:extLst>
          </p:cNvPr>
          <p:cNvPicPr>
            <a:picLocks xmlns:a="http://schemas.openxmlformats.org/drawingml/2006/main" noChangeAspect="1"/>
          </p:cNvPicPr>
          <p:nvPr/>
        </p:nvPicPr>
        <p:blipFill>
          <a:blip xmlns:r="http://schemas.openxmlformats.org/officeDocument/2006/relationships" xmlns:a="http://schemas.openxmlformats.org/drawingml/2006/main" r:embed="R4d9295be492641a7"/>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1839239131"/>
      </p:ext>
    </p:extLst>
  </p:cSld>
</p:sld>
</file>

<file path=ppt/slides/slide5.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8D47D79-EC6E-42D8-B84D-ECB12963D7EC}"/>
              </a:ext>
            </a:extLst>
          </p:cNvPr>
          <p:cNvPicPr>
            <a:picLocks xmlns:a="http://schemas.openxmlformats.org/drawingml/2006/main" noChangeAspect="1"/>
          </p:cNvPicPr>
          <p:nvPr/>
        </p:nvPicPr>
        <p:blipFill>
          <a:blip xmlns:r="http://schemas.openxmlformats.org/officeDocument/2006/relationships" xmlns:a="http://schemas.openxmlformats.org/drawingml/2006/main" r:embed="Ra0b5f159d8e3460a"/>
          <a:srcRect xmlns:a="http://schemas.openxmlformats.org/drawingml/2006/main" l="20956" t="0" r="20956" b="0"/>
          <a:stretch xmlns:a="http://schemas.openxmlformats.org/drawingml/2006/main">
            <a:fillRect l="0" t="0" r="0" b="0"/>
          </a:stretch>
        </p:blipFill>
        <p:spPr>
          <a:xfrm xmlns:a="http://schemas.openxmlformats.org/drawingml/2006/main">
            <a:off x="0" y="0"/>
            <a:ext cx="2143125" cy="46101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E51DA054-030A-4A4F-82F8-8F3F4F68D1FA}"/>
              </a:ext>
            </a:extLst>
          </p:cNvPr>
          <p:cNvSpPr>
            <a:spLocks xmlns:a="http://schemas.openxmlformats.org/drawingml/2006/main" noGrp="1"/>
          </p:cNvSpPr>
          <p:nvPr/>
        </p:nvSpPr>
        <p:spPr>
          <a:xfrm xmlns:a="http://schemas.openxmlformats.org/drawingml/2006/main">
            <a:off x="2143125" y="0"/>
            <a:ext cx="1514475" cy="46101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D55EA3BB-D2ED-4BCC-A0D1-DBD8A17169BC}"/>
              </a:ext>
            </a:extLst>
          </p:cNvPr>
          <p:cNvSpPr>
            <a:spLocks xmlns:a="http://schemas.openxmlformats.org/drawingml/2006/main" noGrp="1"/>
          </p:cNvSpPr>
          <p:nvPr/>
        </p:nvSpPr>
        <p:spPr>
          <a:xfrm xmlns:a="http://schemas.openxmlformats.org/drawingml/2006/main">
            <a:off x="2266950" y="171450"/>
            <a:ext cx="1257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90" b="1">
                <a:solidFill>
                  <a:srgbClr val="FF0180"/>
                </a:solidFill>
                <a:latin typeface="Space Grotesk"/>
                <a:ea typeface="Space Grotesk"/>
                <a:cs typeface="Space Grotesk"/>
              </a:defRPr>
            </a:defPPr>
            <a:lvl1pPr>
              <a:defRPr sz="790" b="1">
                <a:solidFill>
                  <a:srgbClr val="FF0180"/>
                </a:solidFill>
                <a:latin typeface="Space Grotesk"/>
                <a:ea typeface="Space Grotesk"/>
                <a:cs typeface="Space Grotesk"/>
              </a:defRPr>
            </a:lvl1pPr>
            <a:lvl2pPr>
              <a:defRPr sz="790" b="1">
                <a:solidFill>
                  <a:srgbClr val="FF0180"/>
                </a:solidFill>
                <a:latin typeface="Space Grotesk"/>
                <a:ea typeface="Space Grotesk"/>
                <a:cs typeface="Space Grotesk"/>
              </a:defRPr>
            </a:lvl2pPr>
            <a:lvl3pPr>
              <a:defRPr sz="790" b="1">
                <a:solidFill>
                  <a:srgbClr val="FF0180"/>
                </a:solidFill>
                <a:latin typeface="Space Grotesk"/>
                <a:ea typeface="Space Grotesk"/>
                <a:cs typeface="Space Grotesk"/>
              </a:defRPr>
            </a:lvl3pPr>
            <a:lvl4pPr>
              <a:defRPr sz="790" b="1">
                <a:solidFill>
                  <a:srgbClr val="FF0180"/>
                </a:solidFill>
                <a:latin typeface="Space Grotesk"/>
                <a:ea typeface="Space Grotesk"/>
                <a:cs typeface="Space Grotesk"/>
              </a:defRPr>
            </a:lvl4pPr>
            <a:lvl5pPr>
              <a:defRPr sz="790" b="1">
                <a:solidFill>
                  <a:srgbClr val="FF0180"/>
                </a:solidFill>
                <a:latin typeface="Space Grotesk"/>
                <a:ea typeface="Space Grotesk"/>
                <a:cs typeface="Space Grotesk"/>
              </a:defRPr>
            </a:lvl5pPr>
            <a:lvl6pPr>
              <a:defRPr sz="790" b="1">
                <a:solidFill>
                  <a:srgbClr val="FF0180"/>
                </a:solidFill>
                <a:latin typeface="Space Grotesk"/>
                <a:ea typeface="Space Grotesk"/>
                <a:cs typeface="Space Grotesk"/>
              </a:defRPr>
            </a:lvl6pPr>
            <a:lvl7pPr>
              <a:defRPr sz="790" b="1">
                <a:solidFill>
                  <a:srgbClr val="FF0180"/>
                </a:solidFill>
                <a:latin typeface="Space Grotesk"/>
                <a:ea typeface="Space Grotesk"/>
                <a:cs typeface="Space Grotesk"/>
              </a:defRPr>
            </a:lvl7pPr>
            <a:lvl8pPr>
              <a:defRPr sz="790" b="1">
                <a:solidFill>
                  <a:srgbClr val="FF0180"/>
                </a:solidFill>
                <a:latin typeface="Space Grotesk"/>
                <a:ea typeface="Space Grotesk"/>
                <a:cs typeface="Space Grotesk"/>
              </a:defRPr>
            </a:lvl8pPr>
            <a:lvl9pPr>
              <a:defRPr sz="790" b="1">
                <a:solidFill>
                  <a:srgbClr val="FF0180"/>
                </a:solidFill>
                <a:latin typeface="Space Grotesk"/>
                <a:ea typeface="Space Grotesk"/>
                <a:cs typeface="Space Grotesk"/>
              </a:defRPr>
            </a:lvl9pPr>
          </a:lstStyle>
          <a:p xmlns:a="http://schemas.openxmlformats.org/drawingml/2006/main">
            <a:pPr>
              <a:lnSpc>
                <a:spcPct val="98000"/>
              </a:lnSpc>
              <a:buNone/>
              <a:defRPr sz="790" b="1">
                <a:solidFill>
                  <a:srgbClr val="FF0180"/>
                </a:solidFill>
                <a:latin typeface="Space Grotesk"/>
                <a:ea typeface="Space Grotesk"/>
                <a:cs typeface="Space Grotesk"/>
              </a:defRPr>
            </a:pPr>
            <a:r>
              <a:rPr sz="79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9B8A842A-EF63-4AA6-85D8-40CB810D3782}"/>
              </a:ext>
            </a:extLst>
          </p:cNvPr>
          <p:cNvSpPr>
            <a:spLocks xmlns:a="http://schemas.openxmlformats.org/drawingml/2006/main" noGrp="1"/>
          </p:cNvSpPr>
          <p:nvPr/>
        </p:nvSpPr>
        <p:spPr>
          <a:xfrm xmlns:a="http://schemas.openxmlformats.org/drawingml/2006/main">
            <a:off x="2266950" y="666750"/>
            <a:ext cx="1257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40" b="1">
                <a:solidFill>
                  <a:srgbClr val="FFFFFF"/>
                </a:solidFill>
                <a:latin typeface="Space Grotesk"/>
                <a:ea typeface="Space Grotesk"/>
                <a:cs typeface="Space Grotesk"/>
              </a:defRPr>
            </a:defPPr>
            <a:lvl1pPr>
              <a:defRPr sz="1440" b="1">
                <a:solidFill>
                  <a:srgbClr val="FFFFFF"/>
                </a:solidFill>
                <a:latin typeface="Space Grotesk"/>
                <a:ea typeface="Space Grotesk"/>
                <a:cs typeface="Space Grotesk"/>
              </a:defRPr>
            </a:lvl1pPr>
            <a:lvl2pPr>
              <a:defRPr sz="1440" b="1">
                <a:solidFill>
                  <a:srgbClr val="FFFFFF"/>
                </a:solidFill>
                <a:latin typeface="Space Grotesk"/>
                <a:ea typeface="Space Grotesk"/>
                <a:cs typeface="Space Grotesk"/>
              </a:defRPr>
            </a:lvl2pPr>
            <a:lvl3pPr>
              <a:defRPr sz="1440" b="1">
                <a:solidFill>
                  <a:srgbClr val="FFFFFF"/>
                </a:solidFill>
                <a:latin typeface="Space Grotesk"/>
                <a:ea typeface="Space Grotesk"/>
                <a:cs typeface="Space Grotesk"/>
              </a:defRPr>
            </a:lvl3pPr>
            <a:lvl4pPr>
              <a:defRPr sz="1440" b="1">
                <a:solidFill>
                  <a:srgbClr val="FFFFFF"/>
                </a:solidFill>
                <a:latin typeface="Space Grotesk"/>
                <a:ea typeface="Space Grotesk"/>
                <a:cs typeface="Space Grotesk"/>
              </a:defRPr>
            </a:lvl4pPr>
            <a:lvl5pPr>
              <a:defRPr sz="1440" b="1">
                <a:solidFill>
                  <a:srgbClr val="FFFFFF"/>
                </a:solidFill>
                <a:latin typeface="Space Grotesk"/>
                <a:ea typeface="Space Grotesk"/>
                <a:cs typeface="Space Grotesk"/>
              </a:defRPr>
            </a:lvl5pPr>
            <a:lvl6pPr>
              <a:defRPr sz="1440" b="1">
                <a:solidFill>
                  <a:srgbClr val="FFFFFF"/>
                </a:solidFill>
                <a:latin typeface="Space Grotesk"/>
                <a:ea typeface="Space Grotesk"/>
                <a:cs typeface="Space Grotesk"/>
              </a:defRPr>
            </a:lvl6pPr>
            <a:lvl7pPr>
              <a:defRPr sz="1440" b="1">
                <a:solidFill>
                  <a:srgbClr val="FFFFFF"/>
                </a:solidFill>
                <a:latin typeface="Space Grotesk"/>
                <a:ea typeface="Space Grotesk"/>
                <a:cs typeface="Space Grotesk"/>
              </a:defRPr>
            </a:lvl7pPr>
            <a:lvl8pPr>
              <a:defRPr sz="1440" b="1">
                <a:solidFill>
                  <a:srgbClr val="FFFFFF"/>
                </a:solidFill>
                <a:latin typeface="Space Grotesk"/>
                <a:ea typeface="Space Grotesk"/>
                <a:cs typeface="Space Grotesk"/>
              </a:defRPr>
            </a:lvl8pPr>
            <a:lvl9pPr>
              <a:defRPr sz="1440" b="1">
                <a:solidFill>
                  <a:srgbClr val="FFFFFF"/>
                </a:solidFill>
                <a:latin typeface="Space Grotesk"/>
                <a:ea typeface="Space Grotesk"/>
                <a:cs typeface="Space Grotesk"/>
              </a:defRPr>
            </a:lvl9pPr>
          </a:lstStyle>
          <a:p xmlns:a="http://schemas.openxmlformats.org/drawingml/2006/main">
            <a:pPr>
              <a:lnSpc>
                <a:spcPct val="98000"/>
              </a:lnSpc>
              <a:buNone/>
              <a:defRPr sz="1440" b="1">
                <a:solidFill>
                  <a:srgbClr val="FFFFFF"/>
                </a:solidFill>
                <a:latin typeface="Space Grotesk"/>
                <a:ea typeface="Space Grotesk"/>
                <a:cs typeface="Space Grotesk"/>
              </a:defRPr>
            </a:pPr>
            <a:r>
              <a:rPr sz="1440" b="1">
                <a:solidFill>
                  <a:srgbClr val="FFFFFF"/>
                </a:solidFill>
                <a:latin typeface="Space Grotesk"/>
                <a:ea typeface="Space Grotesk"/>
                <a:cs typeface="Space Grotesk"/>
              </a:rPr>
              <a:t>THAT’S A FATHER YOU’RE PASSING.</a:t>
            </a:r>
          </a:p>
        </p:txBody>
      </p:sp>
      <p:sp>
        <p:nvSpPr>
          <p:cNvPr id="5" name="Driver action">
            <a:extLst xmlns:a="http://schemas.openxmlformats.org/drawingml/2006/main">
              <a:ext uri="{FF2B5EF4-FFF2-40B4-BE49-F238E27FC236}">
                <a16:creationId xmlns:a16="http://schemas.microsoft.com/office/drawing/2014/main" id="{D5492982-7524-46F4-B48A-7A2040507A7E}"/>
              </a:ext>
            </a:extLst>
          </p:cNvPr>
          <p:cNvSpPr>
            <a:spLocks xmlns:a="http://schemas.openxmlformats.org/drawingml/2006/main" noGrp="1"/>
          </p:cNvSpPr>
          <p:nvPr/>
        </p:nvSpPr>
        <p:spPr>
          <a:xfrm xmlns:a="http://schemas.openxmlformats.org/drawingml/2006/main">
            <a:off x="2266950" y="2019300"/>
            <a:ext cx="1257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60" b="1">
                <a:solidFill>
                  <a:srgbClr val="FFFF0A"/>
                </a:solidFill>
                <a:latin typeface="Space Grotesk"/>
                <a:ea typeface="Space Grotesk"/>
                <a:cs typeface="Space Grotesk"/>
              </a:defRPr>
            </a:defPPr>
            <a:lvl1pPr>
              <a:defRPr sz="1560" b="1">
                <a:solidFill>
                  <a:srgbClr val="FFFF0A"/>
                </a:solidFill>
                <a:latin typeface="Space Grotesk"/>
                <a:ea typeface="Space Grotesk"/>
                <a:cs typeface="Space Grotesk"/>
              </a:defRPr>
            </a:lvl1pPr>
            <a:lvl2pPr>
              <a:defRPr sz="1560" b="1">
                <a:solidFill>
                  <a:srgbClr val="FFFF0A"/>
                </a:solidFill>
                <a:latin typeface="Space Grotesk"/>
                <a:ea typeface="Space Grotesk"/>
                <a:cs typeface="Space Grotesk"/>
              </a:defRPr>
            </a:lvl2pPr>
            <a:lvl3pPr>
              <a:defRPr sz="1560" b="1">
                <a:solidFill>
                  <a:srgbClr val="FFFF0A"/>
                </a:solidFill>
                <a:latin typeface="Space Grotesk"/>
                <a:ea typeface="Space Grotesk"/>
                <a:cs typeface="Space Grotesk"/>
              </a:defRPr>
            </a:lvl3pPr>
            <a:lvl4pPr>
              <a:defRPr sz="1560" b="1">
                <a:solidFill>
                  <a:srgbClr val="FFFF0A"/>
                </a:solidFill>
                <a:latin typeface="Space Grotesk"/>
                <a:ea typeface="Space Grotesk"/>
                <a:cs typeface="Space Grotesk"/>
              </a:defRPr>
            </a:lvl4pPr>
            <a:lvl5pPr>
              <a:defRPr sz="1560" b="1">
                <a:solidFill>
                  <a:srgbClr val="FFFF0A"/>
                </a:solidFill>
                <a:latin typeface="Space Grotesk"/>
                <a:ea typeface="Space Grotesk"/>
                <a:cs typeface="Space Grotesk"/>
              </a:defRPr>
            </a:lvl5pPr>
            <a:lvl6pPr>
              <a:defRPr sz="1560" b="1">
                <a:solidFill>
                  <a:srgbClr val="FFFF0A"/>
                </a:solidFill>
                <a:latin typeface="Space Grotesk"/>
                <a:ea typeface="Space Grotesk"/>
                <a:cs typeface="Space Grotesk"/>
              </a:defRPr>
            </a:lvl6pPr>
            <a:lvl7pPr>
              <a:defRPr sz="1560" b="1">
                <a:solidFill>
                  <a:srgbClr val="FFFF0A"/>
                </a:solidFill>
                <a:latin typeface="Space Grotesk"/>
                <a:ea typeface="Space Grotesk"/>
                <a:cs typeface="Space Grotesk"/>
              </a:defRPr>
            </a:lvl7pPr>
            <a:lvl8pPr>
              <a:defRPr sz="1560" b="1">
                <a:solidFill>
                  <a:srgbClr val="FFFF0A"/>
                </a:solidFill>
                <a:latin typeface="Space Grotesk"/>
                <a:ea typeface="Space Grotesk"/>
                <a:cs typeface="Space Grotesk"/>
              </a:defRPr>
            </a:lvl8pPr>
            <a:lvl9pPr>
              <a:defRPr sz="1560" b="1">
                <a:solidFill>
                  <a:srgbClr val="FFFF0A"/>
                </a:solidFill>
                <a:latin typeface="Space Grotesk"/>
                <a:ea typeface="Space Grotesk"/>
                <a:cs typeface="Space Grotesk"/>
              </a:defRPr>
            </a:lvl9pPr>
          </a:lstStyle>
          <a:p xmlns:a="http://schemas.openxmlformats.org/drawingml/2006/main">
            <a:pPr>
              <a:lnSpc>
                <a:spcPct val="98000"/>
              </a:lnSpc>
              <a:buNone/>
              <a:defRPr sz="1560" b="1">
                <a:solidFill>
                  <a:srgbClr val="FFFF0A"/>
                </a:solidFill>
                <a:latin typeface="Space Grotesk"/>
                <a:ea typeface="Space Grotesk"/>
                <a:cs typeface="Space Grotesk"/>
              </a:defRPr>
            </a:pPr>
            <a:r>
              <a:rPr sz="1560" b="1">
                <a:solidFill>
                  <a:srgbClr val="FFFF0A"/>
                </a:solidFill>
                <a:latin typeface="Space Grotesk"/>
                <a:ea typeface="Space Grotesk"/>
                <a:cs typeface="Space Grotesk"/>
              </a:rPr>
              <a:t>GIVE HIM ROOM.</a:t>
            </a:r>
          </a:p>
        </p:txBody>
      </p:sp>
      <p:sp>
        <p:nvSpPr>
          <p:cNvPr id="6" name="Safe passing guidance">
            <a:extLst xmlns:a="http://schemas.openxmlformats.org/drawingml/2006/main">
              <a:ext uri="{FF2B5EF4-FFF2-40B4-BE49-F238E27FC236}">
                <a16:creationId xmlns:a16="http://schemas.microsoft.com/office/drawing/2014/main" id="{4FFF5DD4-2670-44DC-8C72-6518DFF1F015}"/>
              </a:ext>
            </a:extLst>
          </p:cNvPr>
          <p:cNvSpPr>
            <a:spLocks xmlns:a="http://schemas.openxmlformats.org/drawingml/2006/main" noGrp="1"/>
          </p:cNvSpPr>
          <p:nvPr/>
        </p:nvSpPr>
        <p:spPr>
          <a:xfrm xmlns:a="http://schemas.openxmlformats.org/drawingml/2006/main">
            <a:off x="2266950" y="2876550"/>
            <a:ext cx="12573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60" b="1">
                <a:solidFill>
                  <a:srgbClr val="FFFFFF"/>
                </a:solidFill>
                <a:latin typeface="Arial"/>
                <a:ea typeface="Arial"/>
                <a:cs typeface="Arial"/>
              </a:defRPr>
            </a:defPPr>
            <a:lvl1pPr>
              <a:defRPr sz="1060" b="1">
                <a:solidFill>
                  <a:srgbClr val="FFFFFF"/>
                </a:solidFill>
                <a:latin typeface="Arial"/>
                <a:ea typeface="Arial"/>
                <a:cs typeface="Arial"/>
              </a:defRPr>
            </a:lvl1pPr>
            <a:lvl2pPr>
              <a:defRPr sz="1060" b="1">
                <a:solidFill>
                  <a:srgbClr val="FFFFFF"/>
                </a:solidFill>
                <a:latin typeface="Arial"/>
                <a:ea typeface="Arial"/>
                <a:cs typeface="Arial"/>
              </a:defRPr>
            </a:lvl2pPr>
            <a:lvl3pPr>
              <a:defRPr sz="1060" b="1">
                <a:solidFill>
                  <a:srgbClr val="FFFFFF"/>
                </a:solidFill>
                <a:latin typeface="Arial"/>
                <a:ea typeface="Arial"/>
                <a:cs typeface="Arial"/>
              </a:defRPr>
            </a:lvl3pPr>
            <a:lvl4pPr>
              <a:defRPr sz="1060" b="1">
                <a:solidFill>
                  <a:srgbClr val="FFFFFF"/>
                </a:solidFill>
                <a:latin typeface="Arial"/>
                <a:ea typeface="Arial"/>
                <a:cs typeface="Arial"/>
              </a:defRPr>
            </a:lvl4pPr>
            <a:lvl5pPr>
              <a:defRPr sz="1060" b="1">
                <a:solidFill>
                  <a:srgbClr val="FFFFFF"/>
                </a:solidFill>
                <a:latin typeface="Arial"/>
                <a:ea typeface="Arial"/>
                <a:cs typeface="Arial"/>
              </a:defRPr>
            </a:lvl5pPr>
            <a:lvl6pPr>
              <a:defRPr sz="1060" b="1">
                <a:solidFill>
                  <a:srgbClr val="FFFFFF"/>
                </a:solidFill>
                <a:latin typeface="Arial"/>
                <a:ea typeface="Arial"/>
                <a:cs typeface="Arial"/>
              </a:defRPr>
            </a:lvl6pPr>
            <a:lvl7pPr>
              <a:defRPr sz="1060" b="1">
                <a:solidFill>
                  <a:srgbClr val="FFFFFF"/>
                </a:solidFill>
                <a:latin typeface="Arial"/>
                <a:ea typeface="Arial"/>
                <a:cs typeface="Arial"/>
              </a:defRPr>
            </a:lvl7pPr>
            <a:lvl8pPr>
              <a:defRPr sz="1060" b="1">
                <a:solidFill>
                  <a:srgbClr val="FFFFFF"/>
                </a:solidFill>
                <a:latin typeface="Arial"/>
                <a:ea typeface="Arial"/>
                <a:cs typeface="Arial"/>
              </a:defRPr>
            </a:lvl8pPr>
            <a:lvl9pPr>
              <a:defRPr sz="1060" b="1">
                <a:solidFill>
                  <a:srgbClr val="FFFFFF"/>
                </a:solidFill>
                <a:latin typeface="Arial"/>
                <a:ea typeface="Arial"/>
                <a:cs typeface="Arial"/>
              </a:defRPr>
            </a:lvl9pPr>
          </a:lstStyle>
          <a:p xmlns:a="http://schemas.openxmlformats.org/drawingml/2006/main">
            <a:pPr>
              <a:lnSpc>
                <a:spcPct val="98000"/>
              </a:lnSpc>
              <a:buNone/>
              <a:defRPr sz="1060" b="1">
                <a:solidFill>
                  <a:srgbClr val="FFFFFF"/>
                </a:solidFill>
                <a:latin typeface="Arial"/>
                <a:ea typeface="Arial"/>
                <a:cs typeface="Arial"/>
              </a:defRPr>
            </a:pPr>
            <a:r>
              <a:rPr sz="106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907FD128-4752-4EFA-9018-35F0B3F991D5}"/>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2632F08B-2CEC-4FD7-ADD5-A93E7E525876}"/>
              </a:ext>
            </a:extLst>
          </p:cNvPr>
          <p:cNvPicPr>
            <a:picLocks xmlns:a="http://schemas.openxmlformats.org/drawingml/2006/main" noChangeAspect="1"/>
          </p:cNvPicPr>
          <p:nvPr/>
        </p:nvPicPr>
        <p:blipFill>
          <a:blip xmlns:r="http://schemas.openxmlformats.org/officeDocument/2006/relationships" xmlns:a="http://schemas.openxmlformats.org/drawingml/2006/main" r:embed="R7dacb022512643a6"/>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92B76D0F-B2EC-4D1F-9B8A-298410BEFBAF}"/>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C7AA3C21-62AD-4C8D-9238-3E1859388937}"/>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92F2A765-7096-46F4-B1F9-77B992389035}"/>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DF5260FA-371A-4E25-97BB-F97EC34E2C77}"/>
              </a:ext>
            </a:extLst>
          </p:cNvPr>
          <p:cNvPicPr>
            <a:picLocks xmlns:a="http://schemas.openxmlformats.org/drawingml/2006/main" noChangeAspect="1"/>
          </p:cNvPicPr>
          <p:nvPr/>
        </p:nvPicPr>
        <p:blipFill>
          <a:blip xmlns:r="http://schemas.openxmlformats.org/officeDocument/2006/relationships" xmlns:a="http://schemas.openxmlformats.org/drawingml/2006/main" r:embed="Rc10dfafacf704a6d"/>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1906514084"/>
      </p:ext>
    </p:extLst>
  </p:cSld>
</p:sld>
</file>

<file path=ppt/slides/slide6.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13" name="Card reverse title ground">
            <a:extLst xmlns:a="http://schemas.openxmlformats.org/drawingml/2006/main">
              <a:ext uri="{FF2B5EF4-FFF2-40B4-BE49-F238E27FC236}">
                <a16:creationId xmlns:a16="http://schemas.microsoft.com/office/drawing/2014/main" id="{6653A741-32B8-422E-B3C6-C7623A03B73B}"/>
              </a:ext>
            </a:extLst>
          </p:cNvPr>
          <p:cNvSpPr>
            <a:spLocks xmlns:a="http://schemas.openxmlformats.org/drawingml/2006/main" noGrp="1"/>
          </p:cNvSpPr>
          <p:nvPr/>
        </p:nvSpPr>
        <p:spPr>
          <a:xfrm xmlns:a="http://schemas.openxmlformats.org/drawingml/2006/main">
            <a:off x="0" y="0"/>
            <a:ext cx="3657600" cy="866775"/>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2" name="Card reverse title">
            <a:extLst xmlns:a="http://schemas.openxmlformats.org/drawingml/2006/main">
              <a:ext uri="{FF2B5EF4-FFF2-40B4-BE49-F238E27FC236}">
                <a16:creationId xmlns:a16="http://schemas.microsoft.com/office/drawing/2014/main" id="{3B302D2A-85DC-43C5-9E59-FB7543442FB7}"/>
              </a:ext>
            </a:extLst>
          </p:cNvPr>
          <p:cNvSpPr>
            <a:spLocks xmlns:a="http://schemas.openxmlformats.org/drawingml/2006/main" noGrp="1"/>
          </p:cNvSpPr>
          <p:nvPr/>
        </p:nvSpPr>
        <p:spPr>
          <a:xfrm xmlns:a="http://schemas.openxmlformats.org/drawingml/2006/main">
            <a:off x="209550" y="1905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00" b="1">
                <a:solidFill>
                  <a:srgbClr val="FFFF0A"/>
                </a:solidFill>
                <a:latin typeface="Space Grotesk"/>
                <a:ea typeface="Space Grotesk"/>
                <a:cs typeface="Space Grotesk"/>
              </a:defRPr>
            </a:defPPr>
            <a:lvl1pPr>
              <a:defRPr sz="2200" b="1">
                <a:solidFill>
                  <a:srgbClr val="FFFF0A"/>
                </a:solidFill>
                <a:latin typeface="Space Grotesk"/>
                <a:ea typeface="Space Grotesk"/>
                <a:cs typeface="Space Grotesk"/>
              </a:defRPr>
            </a:lvl1pPr>
            <a:lvl2pPr>
              <a:defRPr sz="2200" b="1">
                <a:solidFill>
                  <a:srgbClr val="FFFF0A"/>
                </a:solidFill>
                <a:latin typeface="Space Grotesk"/>
                <a:ea typeface="Space Grotesk"/>
                <a:cs typeface="Space Grotesk"/>
              </a:defRPr>
            </a:lvl2pPr>
            <a:lvl3pPr>
              <a:defRPr sz="2200" b="1">
                <a:solidFill>
                  <a:srgbClr val="FFFF0A"/>
                </a:solidFill>
                <a:latin typeface="Space Grotesk"/>
                <a:ea typeface="Space Grotesk"/>
                <a:cs typeface="Space Grotesk"/>
              </a:defRPr>
            </a:lvl3pPr>
            <a:lvl4pPr>
              <a:defRPr sz="2200" b="1">
                <a:solidFill>
                  <a:srgbClr val="FFFF0A"/>
                </a:solidFill>
                <a:latin typeface="Space Grotesk"/>
                <a:ea typeface="Space Grotesk"/>
                <a:cs typeface="Space Grotesk"/>
              </a:defRPr>
            </a:lvl4pPr>
            <a:lvl5pPr>
              <a:defRPr sz="2200" b="1">
                <a:solidFill>
                  <a:srgbClr val="FFFF0A"/>
                </a:solidFill>
                <a:latin typeface="Space Grotesk"/>
                <a:ea typeface="Space Grotesk"/>
                <a:cs typeface="Space Grotesk"/>
              </a:defRPr>
            </a:lvl5pPr>
            <a:lvl6pPr>
              <a:defRPr sz="2200" b="1">
                <a:solidFill>
                  <a:srgbClr val="FFFF0A"/>
                </a:solidFill>
                <a:latin typeface="Space Grotesk"/>
                <a:ea typeface="Space Grotesk"/>
                <a:cs typeface="Space Grotesk"/>
              </a:defRPr>
            </a:lvl6pPr>
            <a:lvl7pPr>
              <a:defRPr sz="2200" b="1">
                <a:solidFill>
                  <a:srgbClr val="FFFF0A"/>
                </a:solidFill>
                <a:latin typeface="Space Grotesk"/>
                <a:ea typeface="Space Grotesk"/>
                <a:cs typeface="Space Grotesk"/>
              </a:defRPr>
            </a:lvl7pPr>
            <a:lvl8pPr>
              <a:defRPr sz="2200" b="1">
                <a:solidFill>
                  <a:srgbClr val="FFFF0A"/>
                </a:solidFill>
                <a:latin typeface="Space Grotesk"/>
                <a:ea typeface="Space Grotesk"/>
                <a:cs typeface="Space Grotesk"/>
              </a:defRPr>
            </a:lvl8pPr>
            <a:lvl9pPr>
              <a:defRPr sz="2200" b="1">
                <a:solidFill>
                  <a:srgbClr val="FFFF0A"/>
                </a:solidFill>
                <a:latin typeface="Space Grotesk"/>
                <a:ea typeface="Space Grotesk"/>
                <a:cs typeface="Space Grotesk"/>
              </a:defRPr>
            </a:lvl9pPr>
          </a:lstStyle>
          <a:p xmlns:a="http://schemas.openxmlformats.org/drawingml/2006/main">
            <a:pPr>
              <a:lnSpc>
                <a:spcPct val="98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Pass with care</a:t>
            </a:r>
          </a:p>
        </p:txBody>
      </p:sp>
      <p:sp>
        <p:nvSpPr>
          <p:cNvPr id="3" name="Care instruction 1">
            <a:extLst xmlns:a="http://schemas.openxmlformats.org/drawingml/2006/main">
              <a:ext uri="{FF2B5EF4-FFF2-40B4-BE49-F238E27FC236}">
                <a16:creationId xmlns:a16="http://schemas.microsoft.com/office/drawing/2014/main" id="{DBE4A162-50A1-405F-AAF5-B8E8E543BC55}"/>
              </a:ext>
            </a:extLst>
          </p:cNvPr>
          <p:cNvSpPr>
            <a:spLocks xmlns:a="http://schemas.openxmlformats.org/drawingml/2006/main" noGrp="1"/>
          </p:cNvSpPr>
          <p:nvPr/>
        </p:nvSpPr>
        <p:spPr>
          <a:xfrm xmlns:a="http://schemas.openxmlformats.org/drawingml/2006/main">
            <a:off x="238125" y="1143000"/>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20" b="1">
                <a:solidFill>
                  <a:srgbClr val="23143A"/>
                </a:solidFill>
                <a:latin typeface="Space Grotesk"/>
                <a:ea typeface="Space Grotesk"/>
                <a:cs typeface="Space Grotesk"/>
              </a:defRPr>
            </a:defPPr>
            <a:lvl1pPr>
              <a:defRPr sz="1620" b="1">
                <a:solidFill>
                  <a:srgbClr val="23143A"/>
                </a:solidFill>
                <a:latin typeface="Space Grotesk"/>
                <a:ea typeface="Space Grotesk"/>
                <a:cs typeface="Space Grotesk"/>
              </a:defRPr>
            </a:lvl1pPr>
            <a:lvl2pPr>
              <a:defRPr sz="1620" b="1">
                <a:solidFill>
                  <a:srgbClr val="23143A"/>
                </a:solidFill>
                <a:latin typeface="Space Grotesk"/>
                <a:ea typeface="Space Grotesk"/>
                <a:cs typeface="Space Grotesk"/>
              </a:defRPr>
            </a:lvl2pPr>
            <a:lvl3pPr>
              <a:defRPr sz="1620" b="1">
                <a:solidFill>
                  <a:srgbClr val="23143A"/>
                </a:solidFill>
                <a:latin typeface="Space Grotesk"/>
                <a:ea typeface="Space Grotesk"/>
                <a:cs typeface="Space Grotesk"/>
              </a:defRPr>
            </a:lvl3pPr>
            <a:lvl4pPr>
              <a:defRPr sz="1620" b="1">
                <a:solidFill>
                  <a:srgbClr val="23143A"/>
                </a:solidFill>
                <a:latin typeface="Space Grotesk"/>
                <a:ea typeface="Space Grotesk"/>
                <a:cs typeface="Space Grotesk"/>
              </a:defRPr>
            </a:lvl4pPr>
            <a:lvl5pPr>
              <a:defRPr sz="1620" b="1">
                <a:solidFill>
                  <a:srgbClr val="23143A"/>
                </a:solidFill>
                <a:latin typeface="Space Grotesk"/>
                <a:ea typeface="Space Grotesk"/>
                <a:cs typeface="Space Grotesk"/>
              </a:defRPr>
            </a:lvl5pPr>
            <a:lvl6pPr>
              <a:defRPr sz="1620" b="1">
                <a:solidFill>
                  <a:srgbClr val="23143A"/>
                </a:solidFill>
                <a:latin typeface="Space Grotesk"/>
                <a:ea typeface="Space Grotesk"/>
                <a:cs typeface="Space Grotesk"/>
              </a:defRPr>
            </a:lvl6pPr>
            <a:lvl7pPr>
              <a:defRPr sz="1620" b="1">
                <a:solidFill>
                  <a:srgbClr val="23143A"/>
                </a:solidFill>
                <a:latin typeface="Space Grotesk"/>
                <a:ea typeface="Space Grotesk"/>
                <a:cs typeface="Space Grotesk"/>
              </a:defRPr>
            </a:lvl7pPr>
            <a:lvl8pPr>
              <a:defRPr sz="1620" b="1">
                <a:solidFill>
                  <a:srgbClr val="23143A"/>
                </a:solidFill>
                <a:latin typeface="Space Grotesk"/>
                <a:ea typeface="Space Grotesk"/>
                <a:cs typeface="Space Grotesk"/>
              </a:defRPr>
            </a:lvl8pPr>
            <a:lvl9pPr>
              <a:defRPr sz="1620" b="1">
                <a:solidFill>
                  <a:srgbClr val="23143A"/>
                </a:solidFill>
                <a:latin typeface="Space Grotesk"/>
                <a:ea typeface="Space Grotesk"/>
                <a:cs typeface="Space Grotesk"/>
              </a:defRPr>
            </a:lvl9pPr>
          </a:lstStyle>
          <a:p xmlns:a="http://schemas.openxmlformats.org/drawingml/2006/main">
            <a:pPr>
              <a:lnSpc>
                <a:spcPct val="98000"/>
              </a:lnSpc>
              <a:buNone/>
              <a:defRPr sz="1620" b="1">
                <a:solidFill>
                  <a:srgbClr val="23143A"/>
                </a:solidFill>
                <a:latin typeface="Space Grotesk"/>
                <a:ea typeface="Space Grotesk"/>
                <a:cs typeface="Space Grotesk"/>
              </a:defRPr>
            </a:pPr>
            <a:r>
              <a:rPr sz="1620" b="1">
                <a:solidFill>
                  <a:srgbClr val="23143A"/>
                </a:solidFill>
                <a:latin typeface="Space Grotesk"/>
                <a:ea typeface="Space Grotesk"/>
                <a:cs typeface="Space Grotesk"/>
              </a:rPr>
              <a:t>No safe room to pass?</a:t>
            </a:r>
          </a:p>
        </p:txBody>
      </p:sp>
      <p:sp>
        <p:nvSpPr>
          <p:cNvPr id="4" name="Care instruction 2">
            <a:extLst xmlns:a="http://schemas.openxmlformats.org/drawingml/2006/main">
              <a:ext uri="{FF2B5EF4-FFF2-40B4-BE49-F238E27FC236}">
                <a16:creationId xmlns:a16="http://schemas.microsoft.com/office/drawing/2014/main" id="{6D8393FB-C127-46BD-8D1D-4630238BD695}"/>
              </a:ext>
            </a:extLst>
          </p:cNvPr>
          <p:cNvSpPr>
            <a:spLocks xmlns:a="http://schemas.openxmlformats.org/drawingml/2006/main" noGrp="1"/>
          </p:cNvSpPr>
          <p:nvPr/>
        </p:nvSpPr>
        <p:spPr>
          <a:xfrm xmlns:a="http://schemas.openxmlformats.org/drawingml/2006/main">
            <a:off x="238125" y="2009775"/>
            <a:ext cx="318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40" b="1">
                <a:solidFill>
                  <a:srgbClr val="23143A"/>
                </a:solidFill>
                <a:latin typeface="Space Grotesk"/>
                <a:ea typeface="Space Grotesk"/>
                <a:cs typeface="Space Grotesk"/>
              </a:defRPr>
            </a:defPPr>
            <a:lvl1pPr>
              <a:defRPr sz="1540" b="1">
                <a:solidFill>
                  <a:srgbClr val="23143A"/>
                </a:solidFill>
                <a:latin typeface="Space Grotesk"/>
                <a:ea typeface="Space Grotesk"/>
                <a:cs typeface="Space Grotesk"/>
              </a:defRPr>
            </a:lvl1pPr>
            <a:lvl2pPr>
              <a:defRPr sz="1540" b="1">
                <a:solidFill>
                  <a:srgbClr val="23143A"/>
                </a:solidFill>
                <a:latin typeface="Space Grotesk"/>
                <a:ea typeface="Space Grotesk"/>
                <a:cs typeface="Space Grotesk"/>
              </a:defRPr>
            </a:lvl2pPr>
            <a:lvl3pPr>
              <a:defRPr sz="1540" b="1">
                <a:solidFill>
                  <a:srgbClr val="23143A"/>
                </a:solidFill>
                <a:latin typeface="Space Grotesk"/>
                <a:ea typeface="Space Grotesk"/>
                <a:cs typeface="Space Grotesk"/>
              </a:defRPr>
            </a:lvl3pPr>
            <a:lvl4pPr>
              <a:defRPr sz="1540" b="1">
                <a:solidFill>
                  <a:srgbClr val="23143A"/>
                </a:solidFill>
                <a:latin typeface="Space Grotesk"/>
                <a:ea typeface="Space Grotesk"/>
                <a:cs typeface="Space Grotesk"/>
              </a:defRPr>
            </a:lvl4pPr>
            <a:lvl5pPr>
              <a:defRPr sz="1540" b="1">
                <a:solidFill>
                  <a:srgbClr val="23143A"/>
                </a:solidFill>
                <a:latin typeface="Space Grotesk"/>
                <a:ea typeface="Space Grotesk"/>
                <a:cs typeface="Space Grotesk"/>
              </a:defRPr>
            </a:lvl5pPr>
            <a:lvl6pPr>
              <a:defRPr sz="1540" b="1">
                <a:solidFill>
                  <a:srgbClr val="23143A"/>
                </a:solidFill>
                <a:latin typeface="Space Grotesk"/>
                <a:ea typeface="Space Grotesk"/>
                <a:cs typeface="Space Grotesk"/>
              </a:defRPr>
            </a:lvl6pPr>
            <a:lvl7pPr>
              <a:defRPr sz="1540" b="1">
                <a:solidFill>
                  <a:srgbClr val="23143A"/>
                </a:solidFill>
                <a:latin typeface="Space Grotesk"/>
                <a:ea typeface="Space Grotesk"/>
                <a:cs typeface="Space Grotesk"/>
              </a:defRPr>
            </a:lvl7pPr>
            <a:lvl8pPr>
              <a:defRPr sz="1540" b="1">
                <a:solidFill>
                  <a:srgbClr val="23143A"/>
                </a:solidFill>
                <a:latin typeface="Space Grotesk"/>
                <a:ea typeface="Space Grotesk"/>
                <a:cs typeface="Space Grotesk"/>
              </a:defRPr>
            </a:lvl8pPr>
            <a:lvl9pPr>
              <a:defRPr sz="1540" b="1">
                <a:solidFill>
                  <a:srgbClr val="23143A"/>
                </a:solidFill>
                <a:latin typeface="Space Grotesk"/>
                <a:ea typeface="Space Grotesk"/>
                <a:cs typeface="Space Grotesk"/>
              </a:defRPr>
            </a:lvl9pPr>
          </a:lstStyle>
          <a:p xmlns:a="http://schemas.openxmlformats.org/drawingml/2006/main">
            <a:pPr>
              <a:lnSpc>
                <a:spcPct val="98000"/>
              </a:lnSpc>
              <a:buNone/>
              <a:defRPr sz="1540" b="1">
                <a:solidFill>
                  <a:srgbClr val="23143A"/>
                </a:solidFill>
                <a:latin typeface="Space Grotesk"/>
                <a:ea typeface="Space Grotesk"/>
                <a:cs typeface="Space Grotesk"/>
              </a:defRPr>
            </a:pPr>
            <a:r>
              <a:rPr sz="1540" b="1">
                <a:solidFill>
                  <a:srgbClr val="23143A"/>
                </a:solidFill>
                <a:latin typeface="Space Grotesk"/>
                <a:ea typeface="Space Grotesk"/>
                <a:cs typeface="Space Grotesk"/>
              </a:rPr>
              <a:t>Slow down and wait behind.</a:t>
            </a:r>
          </a:p>
        </p:txBody>
      </p:sp>
      <p:sp>
        <p:nvSpPr>
          <p:cNvPr id="5" name="Care instruction 3">
            <a:extLst xmlns:a="http://schemas.openxmlformats.org/drawingml/2006/main">
              <a:ext uri="{FF2B5EF4-FFF2-40B4-BE49-F238E27FC236}">
                <a16:creationId xmlns:a16="http://schemas.microsoft.com/office/drawing/2014/main" id="{23A631D7-5970-4747-86CC-5AAF50224999}"/>
              </a:ext>
            </a:extLst>
          </p:cNvPr>
          <p:cNvSpPr>
            <a:spLocks xmlns:a="http://schemas.openxmlformats.org/drawingml/2006/main" noGrp="1"/>
          </p:cNvSpPr>
          <p:nvPr/>
        </p:nvSpPr>
        <p:spPr>
          <a:xfrm xmlns:a="http://schemas.openxmlformats.org/drawingml/2006/main">
            <a:off x="238125" y="2981325"/>
            <a:ext cx="3181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80" b="1">
                <a:solidFill>
                  <a:srgbClr val="23143A"/>
                </a:solidFill>
                <a:latin typeface="Space Grotesk"/>
                <a:ea typeface="Space Grotesk"/>
                <a:cs typeface="Space Grotesk"/>
              </a:defRPr>
            </a:defPPr>
            <a:lvl1pPr>
              <a:defRPr sz="1480" b="1">
                <a:solidFill>
                  <a:srgbClr val="23143A"/>
                </a:solidFill>
                <a:latin typeface="Space Grotesk"/>
                <a:ea typeface="Space Grotesk"/>
                <a:cs typeface="Space Grotesk"/>
              </a:defRPr>
            </a:lvl1pPr>
            <a:lvl2pPr>
              <a:defRPr sz="1480" b="1">
                <a:solidFill>
                  <a:srgbClr val="23143A"/>
                </a:solidFill>
                <a:latin typeface="Space Grotesk"/>
                <a:ea typeface="Space Grotesk"/>
                <a:cs typeface="Space Grotesk"/>
              </a:defRPr>
            </a:lvl2pPr>
            <a:lvl3pPr>
              <a:defRPr sz="1480" b="1">
                <a:solidFill>
                  <a:srgbClr val="23143A"/>
                </a:solidFill>
                <a:latin typeface="Space Grotesk"/>
                <a:ea typeface="Space Grotesk"/>
                <a:cs typeface="Space Grotesk"/>
              </a:defRPr>
            </a:lvl3pPr>
            <a:lvl4pPr>
              <a:defRPr sz="1480" b="1">
                <a:solidFill>
                  <a:srgbClr val="23143A"/>
                </a:solidFill>
                <a:latin typeface="Space Grotesk"/>
                <a:ea typeface="Space Grotesk"/>
                <a:cs typeface="Space Grotesk"/>
              </a:defRPr>
            </a:lvl4pPr>
            <a:lvl5pPr>
              <a:defRPr sz="1480" b="1">
                <a:solidFill>
                  <a:srgbClr val="23143A"/>
                </a:solidFill>
                <a:latin typeface="Space Grotesk"/>
                <a:ea typeface="Space Grotesk"/>
                <a:cs typeface="Space Grotesk"/>
              </a:defRPr>
            </a:lvl5pPr>
            <a:lvl6pPr>
              <a:defRPr sz="1480" b="1">
                <a:solidFill>
                  <a:srgbClr val="23143A"/>
                </a:solidFill>
                <a:latin typeface="Space Grotesk"/>
                <a:ea typeface="Space Grotesk"/>
                <a:cs typeface="Space Grotesk"/>
              </a:defRPr>
            </a:lvl6pPr>
            <a:lvl7pPr>
              <a:defRPr sz="1480" b="1">
                <a:solidFill>
                  <a:srgbClr val="23143A"/>
                </a:solidFill>
                <a:latin typeface="Space Grotesk"/>
                <a:ea typeface="Space Grotesk"/>
                <a:cs typeface="Space Grotesk"/>
              </a:defRPr>
            </a:lvl7pPr>
            <a:lvl8pPr>
              <a:defRPr sz="1480" b="1">
                <a:solidFill>
                  <a:srgbClr val="23143A"/>
                </a:solidFill>
                <a:latin typeface="Space Grotesk"/>
                <a:ea typeface="Space Grotesk"/>
                <a:cs typeface="Space Grotesk"/>
              </a:defRPr>
            </a:lvl8pPr>
            <a:lvl9pPr>
              <a:defRPr sz="1480" b="1">
                <a:solidFill>
                  <a:srgbClr val="23143A"/>
                </a:solidFill>
                <a:latin typeface="Space Grotesk"/>
                <a:ea typeface="Space Grotesk"/>
                <a:cs typeface="Space Grotesk"/>
              </a:defRPr>
            </a:lvl9pPr>
          </a:lstStyle>
          <a:p xmlns:a="http://schemas.openxmlformats.org/drawingml/2006/main">
            <a:pPr>
              <a:lnSpc>
                <a:spcPct val="98000"/>
              </a:lnSpc>
              <a:buNone/>
              <a:defRPr sz="1480" b="1">
                <a:solidFill>
                  <a:srgbClr val="23143A"/>
                </a:solidFill>
                <a:latin typeface="Space Grotesk"/>
                <a:ea typeface="Space Grotesk"/>
                <a:cs typeface="Space Grotesk"/>
              </a:defRPr>
            </a:pPr>
            <a:r>
              <a:rPr sz="1480" b="1">
                <a:solidFill>
                  <a:srgbClr val="23143A"/>
                </a:solidFill>
                <a:latin typeface="Space Grotesk"/>
                <a:ea typeface="Space Grotesk"/>
                <a:cs typeface="Space Grotesk"/>
              </a:rPr>
              <a:t>Pass only when there is enough room, including the space local law requires.</a:t>
            </a:r>
          </a:p>
        </p:txBody>
      </p:sp>
      <p:sp>
        <p:nvSpPr>
          <p:cNvPr id="6" name="Every rider deserves room">
            <a:extLst xmlns:a="http://schemas.openxmlformats.org/drawingml/2006/main">
              <a:ext uri="{FF2B5EF4-FFF2-40B4-BE49-F238E27FC236}">
                <a16:creationId xmlns:a16="http://schemas.microsoft.com/office/drawing/2014/main" id="{8F0982F7-9BDB-46EA-94C3-5EF49EC2E675}"/>
              </a:ext>
            </a:extLst>
          </p:cNvPr>
          <p:cNvSpPr>
            <a:spLocks xmlns:a="http://schemas.openxmlformats.org/drawingml/2006/main" noGrp="1"/>
          </p:cNvSpPr>
          <p:nvPr/>
        </p:nvSpPr>
        <p:spPr>
          <a:xfrm xmlns:a="http://schemas.openxmlformats.org/drawingml/2006/main">
            <a:off x="238125" y="4105275"/>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7926CB"/>
                </a:solidFill>
                <a:latin typeface="Space Grotesk"/>
                <a:ea typeface="Space Grotesk"/>
                <a:cs typeface="Space Grotesk"/>
              </a:defRPr>
            </a:defPPr>
            <a:lvl1pPr>
              <a:defRPr sz="1050" b="1">
                <a:solidFill>
                  <a:srgbClr val="7926CB"/>
                </a:solidFill>
                <a:latin typeface="Space Grotesk"/>
                <a:ea typeface="Space Grotesk"/>
                <a:cs typeface="Space Grotesk"/>
              </a:defRPr>
            </a:lvl1pPr>
            <a:lvl2pPr>
              <a:defRPr sz="1050" b="1">
                <a:solidFill>
                  <a:srgbClr val="7926CB"/>
                </a:solidFill>
                <a:latin typeface="Space Grotesk"/>
                <a:ea typeface="Space Grotesk"/>
                <a:cs typeface="Space Grotesk"/>
              </a:defRPr>
            </a:lvl2pPr>
            <a:lvl3pPr>
              <a:defRPr sz="1050" b="1">
                <a:solidFill>
                  <a:srgbClr val="7926CB"/>
                </a:solidFill>
                <a:latin typeface="Space Grotesk"/>
                <a:ea typeface="Space Grotesk"/>
                <a:cs typeface="Space Grotesk"/>
              </a:defRPr>
            </a:lvl3pPr>
            <a:lvl4pPr>
              <a:defRPr sz="1050" b="1">
                <a:solidFill>
                  <a:srgbClr val="7926CB"/>
                </a:solidFill>
                <a:latin typeface="Space Grotesk"/>
                <a:ea typeface="Space Grotesk"/>
                <a:cs typeface="Space Grotesk"/>
              </a:defRPr>
            </a:lvl4pPr>
            <a:lvl5pPr>
              <a:defRPr sz="1050" b="1">
                <a:solidFill>
                  <a:srgbClr val="7926CB"/>
                </a:solidFill>
                <a:latin typeface="Space Grotesk"/>
                <a:ea typeface="Space Grotesk"/>
                <a:cs typeface="Space Grotesk"/>
              </a:defRPr>
            </a:lvl5pPr>
            <a:lvl6pPr>
              <a:defRPr sz="1050" b="1">
                <a:solidFill>
                  <a:srgbClr val="7926CB"/>
                </a:solidFill>
                <a:latin typeface="Space Grotesk"/>
                <a:ea typeface="Space Grotesk"/>
                <a:cs typeface="Space Grotesk"/>
              </a:defRPr>
            </a:lvl6pPr>
            <a:lvl7pPr>
              <a:defRPr sz="1050" b="1">
                <a:solidFill>
                  <a:srgbClr val="7926CB"/>
                </a:solidFill>
                <a:latin typeface="Space Grotesk"/>
                <a:ea typeface="Space Grotesk"/>
                <a:cs typeface="Space Grotesk"/>
              </a:defRPr>
            </a:lvl7pPr>
            <a:lvl8pPr>
              <a:defRPr sz="1050" b="1">
                <a:solidFill>
                  <a:srgbClr val="7926CB"/>
                </a:solidFill>
                <a:latin typeface="Space Grotesk"/>
                <a:ea typeface="Space Grotesk"/>
                <a:cs typeface="Space Grotesk"/>
              </a:defRPr>
            </a:lvl8pPr>
            <a:lvl9pPr>
              <a:defRPr sz="1050" b="1">
                <a:solidFill>
                  <a:srgbClr val="7926CB"/>
                </a:solidFill>
                <a:latin typeface="Space Grotesk"/>
                <a:ea typeface="Space Grotesk"/>
                <a:cs typeface="Space Grotesk"/>
              </a:defRPr>
            </a:lvl9pPr>
          </a:lstStyle>
          <a:p xmlns:a="http://schemas.openxmlformats.org/drawingml/2006/main">
            <a:pPr>
              <a:lnSpc>
                <a:spcPct val="98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Every rider deserves room.</a:t>
            </a:r>
          </a:p>
        </p:txBody>
      </p:sp>
      <p:sp>
        <p:nvSpPr>
          <p:cNvPr id="7" name="Brand footer">
            <a:extLst xmlns:a="http://schemas.openxmlformats.org/drawingml/2006/main">
              <a:ext uri="{FF2B5EF4-FFF2-40B4-BE49-F238E27FC236}">
                <a16:creationId xmlns:a16="http://schemas.microsoft.com/office/drawing/2014/main" id="{B2039136-DD9A-45C1-AF35-9F65D256DB02}"/>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98D9D189-CC4E-4367-9168-DA54FC10C0BE}"/>
              </a:ext>
            </a:extLst>
          </p:cNvPr>
          <p:cNvPicPr>
            <a:picLocks xmlns:a="http://schemas.openxmlformats.org/drawingml/2006/main" noChangeAspect="1"/>
          </p:cNvPicPr>
          <p:nvPr/>
        </p:nvPicPr>
        <p:blipFill>
          <a:blip xmlns:r="http://schemas.openxmlformats.org/officeDocument/2006/relationships" xmlns:a="http://schemas.openxmlformats.org/drawingml/2006/main" r:embed="R7a053714b3ad4c54"/>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2B28BA17-F580-4EBA-AD71-6F51C39A4B0C}"/>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5C3D9867-3259-48AF-AB82-50A8C39A8E83}"/>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14B04FBB-D804-419D-B3B7-2F41E0BD4365}"/>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AB1A1B78-5A0A-42FD-BC74-E1BD0933D449}"/>
              </a:ext>
            </a:extLst>
          </p:cNvPr>
          <p:cNvPicPr>
            <a:picLocks xmlns:a="http://schemas.openxmlformats.org/drawingml/2006/main" noChangeAspect="1"/>
          </p:cNvPicPr>
          <p:nvPr/>
        </p:nvPicPr>
        <p:blipFill>
          <a:blip xmlns:r="http://schemas.openxmlformats.org/officeDocument/2006/relationships" xmlns:a="http://schemas.openxmlformats.org/drawingml/2006/main" r:embed="Rc20ef6ff43be480c"/>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564277115"/>
      </p:ext>
    </p:extLst>
  </p:cSld>
</p:sld>
</file>

<file path=ppt/slides/slide7.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2823361-D093-412F-848D-778DFAD95AF3}"/>
              </a:ext>
            </a:extLst>
          </p:cNvPr>
          <p:cNvPicPr>
            <a:picLocks xmlns:a="http://schemas.openxmlformats.org/drawingml/2006/main" noChangeAspect="1"/>
          </p:cNvPicPr>
          <p:nvPr/>
        </p:nvPicPr>
        <p:blipFill>
          <a:blip xmlns:r="http://schemas.openxmlformats.org/officeDocument/2006/relationships" xmlns:a="http://schemas.openxmlformats.org/drawingml/2006/main" r:embed="R54dc5f02c550446a"/>
          <a:srcRect xmlns:a="http://schemas.openxmlformats.org/drawingml/2006/main" l="20956" t="0" r="20956" b="0"/>
          <a:stretch xmlns:a="http://schemas.openxmlformats.org/drawingml/2006/main">
            <a:fillRect l="0" t="0" r="0" b="0"/>
          </a:stretch>
        </p:blipFill>
        <p:spPr>
          <a:xfrm xmlns:a="http://schemas.openxmlformats.org/drawingml/2006/main">
            <a:off x="0" y="0"/>
            <a:ext cx="2143125" cy="46101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44DCD4EE-D85B-41F7-85E2-E104EC1A9AF8}"/>
              </a:ext>
            </a:extLst>
          </p:cNvPr>
          <p:cNvSpPr>
            <a:spLocks xmlns:a="http://schemas.openxmlformats.org/drawingml/2006/main" noGrp="1"/>
          </p:cNvSpPr>
          <p:nvPr/>
        </p:nvSpPr>
        <p:spPr>
          <a:xfrm xmlns:a="http://schemas.openxmlformats.org/drawingml/2006/main">
            <a:off x="2143125" y="0"/>
            <a:ext cx="1514475" cy="46101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9CE67C83-DFC2-4903-B06E-4787D93117EE}"/>
              </a:ext>
            </a:extLst>
          </p:cNvPr>
          <p:cNvSpPr>
            <a:spLocks xmlns:a="http://schemas.openxmlformats.org/drawingml/2006/main" noGrp="1"/>
          </p:cNvSpPr>
          <p:nvPr/>
        </p:nvSpPr>
        <p:spPr>
          <a:xfrm xmlns:a="http://schemas.openxmlformats.org/drawingml/2006/main">
            <a:off x="2266950" y="171450"/>
            <a:ext cx="1257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90" b="1">
                <a:solidFill>
                  <a:srgbClr val="FF0180"/>
                </a:solidFill>
                <a:latin typeface="Space Grotesk"/>
                <a:ea typeface="Space Grotesk"/>
                <a:cs typeface="Space Grotesk"/>
              </a:defRPr>
            </a:defPPr>
            <a:lvl1pPr>
              <a:defRPr sz="790" b="1">
                <a:solidFill>
                  <a:srgbClr val="FF0180"/>
                </a:solidFill>
                <a:latin typeface="Space Grotesk"/>
                <a:ea typeface="Space Grotesk"/>
                <a:cs typeface="Space Grotesk"/>
              </a:defRPr>
            </a:lvl1pPr>
            <a:lvl2pPr>
              <a:defRPr sz="790" b="1">
                <a:solidFill>
                  <a:srgbClr val="FF0180"/>
                </a:solidFill>
                <a:latin typeface="Space Grotesk"/>
                <a:ea typeface="Space Grotesk"/>
                <a:cs typeface="Space Grotesk"/>
              </a:defRPr>
            </a:lvl2pPr>
            <a:lvl3pPr>
              <a:defRPr sz="790" b="1">
                <a:solidFill>
                  <a:srgbClr val="FF0180"/>
                </a:solidFill>
                <a:latin typeface="Space Grotesk"/>
                <a:ea typeface="Space Grotesk"/>
                <a:cs typeface="Space Grotesk"/>
              </a:defRPr>
            </a:lvl3pPr>
            <a:lvl4pPr>
              <a:defRPr sz="790" b="1">
                <a:solidFill>
                  <a:srgbClr val="FF0180"/>
                </a:solidFill>
                <a:latin typeface="Space Grotesk"/>
                <a:ea typeface="Space Grotesk"/>
                <a:cs typeface="Space Grotesk"/>
              </a:defRPr>
            </a:lvl4pPr>
            <a:lvl5pPr>
              <a:defRPr sz="790" b="1">
                <a:solidFill>
                  <a:srgbClr val="FF0180"/>
                </a:solidFill>
                <a:latin typeface="Space Grotesk"/>
                <a:ea typeface="Space Grotesk"/>
                <a:cs typeface="Space Grotesk"/>
              </a:defRPr>
            </a:lvl5pPr>
            <a:lvl6pPr>
              <a:defRPr sz="790" b="1">
                <a:solidFill>
                  <a:srgbClr val="FF0180"/>
                </a:solidFill>
                <a:latin typeface="Space Grotesk"/>
                <a:ea typeface="Space Grotesk"/>
                <a:cs typeface="Space Grotesk"/>
              </a:defRPr>
            </a:lvl6pPr>
            <a:lvl7pPr>
              <a:defRPr sz="790" b="1">
                <a:solidFill>
                  <a:srgbClr val="FF0180"/>
                </a:solidFill>
                <a:latin typeface="Space Grotesk"/>
                <a:ea typeface="Space Grotesk"/>
                <a:cs typeface="Space Grotesk"/>
              </a:defRPr>
            </a:lvl7pPr>
            <a:lvl8pPr>
              <a:defRPr sz="790" b="1">
                <a:solidFill>
                  <a:srgbClr val="FF0180"/>
                </a:solidFill>
                <a:latin typeface="Space Grotesk"/>
                <a:ea typeface="Space Grotesk"/>
                <a:cs typeface="Space Grotesk"/>
              </a:defRPr>
            </a:lvl8pPr>
            <a:lvl9pPr>
              <a:defRPr sz="790" b="1">
                <a:solidFill>
                  <a:srgbClr val="FF0180"/>
                </a:solidFill>
                <a:latin typeface="Space Grotesk"/>
                <a:ea typeface="Space Grotesk"/>
                <a:cs typeface="Space Grotesk"/>
              </a:defRPr>
            </a:lvl9pPr>
          </a:lstStyle>
          <a:p xmlns:a="http://schemas.openxmlformats.org/drawingml/2006/main">
            <a:pPr>
              <a:lnSpc>
                <a:spcPct val="98000"/>
              </a:lnSpc>
              <a:buNone/>
              <a:defRPr sz="790" b="1">
                <a:solidFill>
                  <a:srgbClr val="FF0180"/>
                </a:solidFill>
                <a:latin typeface="Space Grotesk"/>
                <a:ea typeface="Space Grotesk"/>
                <a:cs typeface="Space Grotesk"/>
              </a:defRPr>
            </a:pPr>
            <a:r>
              <a:rPr sz="79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04F47252-DD67-4B6D-9603-CF7106955C3B}"/>
              </a:ext>
            </a:extLst>
          </p:cNvPr>
          <p:cNvSpPr>
            <a:spLocks xmlns:a="http://schemas.openxmlformats.org/drawingml/2006/main" noGrp="1"/>
          </p:cNvSpPr>
          <p:nvPr/>
        </p:nvSpPr>
        <p:spPr>
          <a:xfrm xmlns:a="http://schemas.openxmlformats.org/drawingml/2006/main">
            <a:off x="2266950" y="666750"/>
            <a:ext cx="1257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40" b="1">
                <a:solidFill>
                  <a:srgbClr val="FFFFFF"/>
                </a:solidFill>
                <a:latin typeface="Space Grotesk"/>
                <a:ea typeface="Space Grotesk"/>
                <a:cs typeface="Space Grotesk"/>
              </a:defRPr>
            </a:defPPr>
            <a:lvl1pPr>
              <a:defRPr sz="1440" b="1">
                <a:solidFill>
                  <a:srgbClr val="FFFFFF"/>
                </a:solidFill>
                <a:latin typeface="Space Grotesk"/>
                <a:ea typeface="Space Grotesk"/>
                <a:cs typeface="Space Grotesk"/>
              </a:defRPr>
            </a:lvl1pPr>
            <a:lvl2pPr>
              <a:defRPr sz="1440" b="1">
                <a:solidFill>
                  <a:srgbClr val="FFFFFF"/>
                </a:solidFill>
                <a:latin typeface="Space Grotesk"/>
                <a:ea typeface="Space Grotesk"/>
                <a:cs typeface="Space Grotesk"/>
              </a:defRPr>
            </a:lvl2pPr>
            <a:lvl3pPr>
              <a:defRPr sz="1440" b="1">
                <a:solidFill>
                  <a:srgbClr val="FFFFFF"/>
                </a:solidFill>
                <a:latin typeface="Space Grotesk"/>
                <a:ea typeface="Space Grotesk"/>
                <a:cs typeface="Space Grotesk"/>
              </a:defRPr>
            </a:lvl3pPr>
            <a:lvl4pPr>
              <a:defRPr sz="1440" b="1">
                <a:solidFill>
                  <a:srgbClr val="FFFFFF"/>
                </a:solidFill>
                <a:latin typeface="Space Grotesk"/>
                <a:ea typeface="Space Grotesk"/>
                <a:cs typeface="Space Grotesk"/>
              </a:defRPr>
            </a:lvl4pPr>
            <a:lvl5pPr>
              <a:defRPr sz="1440" b="1">
                <a:solidFill>
                  <a:srgbClr val="FFFFFF"/>
                </a:solidFill>
                <a:latin typeface="Space Grotesk"/>
                <a:ea typeface="Space Grotesk"/>
                <a:cs typeface="Space Grotesk"/>
              </a:defRPr>
            </a:lvl5pPr>
            <a:lvl6pPr>
              <a:defRPr sz="1440" b="1">
                <a:solidFill>
                  <a:srgbClr val="FFFFFF"/>
                </a:solidFill>
                <a:latin typeface="Space Grotesk"/>
                <a:ea typeface="Space Grotesk"/>
                <a:cs typeface="Space Grotesk"/>
              </a:defRPr>
            </a:lvl6pPr>
            <a:lvl7pPr>
              <a:defRPr sz="1440" b="1">
                <a:solidFill>
                  <a:srgbClr val="FFFFFF"/>
                </a:solidFill>
                <a:latin typeface="Space Grotesk"/>
                <a:ea typeface="Space Grotesk"/>
                <a:cs typeface="Space Grotesk"/>
              </a:defRPr>
            </a:lvl7pPr>
            <a:lvl8pPr>
              <a:defRPr sz="1440" b="1">
                <a:solidFill>
                  <a:srgbClr val="FFFFFF"/>
                </a:solidFill>
                <a:latin typeface="Space Grotesk"/>
                <a:ea typeface="Space Grotesk"/>
                <a:cs typeface="Space Grotesk"/>
              </a:defRPr>
            </a:lvl8pPr>
            <a:lvl9pPr>
              <a:defRPr sz="1440" b="1">
                <a:solidFill>
                  <a:srgbClr val="FFFFFF"/>
                </a:solidFill>
                <a:latin typeface="Space Grotesk"/>
                <a:ea typeface="Space Grotesk"/>
                <a:cs typeface="Space Grotesk"/>
              </a:defRPr>
            </a:lvl9pPr>
          </a:lstStyle>
          <a:p xmlns:a="http://schemas.openxmlformats.org/drawingml/2006/main">
            <a:pPr>
              <a:lnSpc>
                <a:spcPct val="98000"/>
              </a:lnSpc>
              <a:buNone/>
              <a:defRPr sz="1440" b="1">
                <a:solidFill>
                  <a:srgbClr val="FFFFFF"/>
                </a:solidFill>
                <a:latin typeface="Space Grotesk"/>
                <a:ea typeface="Space Grotesk"/>
                <a:cs typeface="Space Grotesk"/>
              </a:defRPr>
            </a:pPr>
            <a:r>
              <a:rPr sz="1440" b="1">
                <a:solidFill>
                  <a:srgbClr val="FFFFFF"/>
                </a:solidFill>
                <a:latin typeface="Space Grotesk"/>
                <a:ea typeface="Space Grotesk"/>
                <a:cs typeface="Space Grotesk"/>
              </a:rPr>
              <a:t>THAT’S A BROTHER YOU’RE PASSING.</a:t>
            </a:r>
          </a:p>
        </p:txBody>
      </p:sp>
      <p:sp>
        <p:nvSpPr>
          <p:cNvPr id="5" name="Driver action">
            <a:extLst xmlns:a="http://schemas.openxmlformats.org/drawingml/2006/main">
              <a:ext uri="{FF2B5EF4-FFF2-40B4-BE49-F238E27FC236}">
                <a16:creationId xmlns:a16="http://schemas.microsoft.com/office/drawing/2014/main" id="{20363AF3-2208-41FD-9751-35880D2D7598}"/>
              </a:ext>
            </a:extLst>
          </p:cNvPr>
          <p:cNvSpPr>
            <a:spLocks xmlns:a="http://schemas.openxmlformats.org/drawingml/2006/main" noGrp="1"/>
          </p:cNvSpPr>
          <p:nvPr/>
        </p:nvSpPr>
        <p:spPr>
          <a:xfrm xmlns:a="http://schemas.openxmlformats.org/drawingml/2006/main">
            <a:off x="2266950" y="2019300"/>
            <a:ext cx="1257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60" b="1">
                <a:solidFill>
                  <a:srgbClr val="FFFF0A"/>
                </a:solidFill>
                <a:latin typeface="Space Grotesk"/>
                <a:ea typeface="Space Grotesk"/>
                <a:cs typeface="Space Grotesk"/>
              </a:defRPr>
            </a:defPPr>
            <a:lvl1pPr>
              <a:defRPr sz="1560" b="1">
                <a:solidFill>
                  <a:srgbClr val="FFFF0A"/>
                </a:solidFill>
                <a:latin typeface="Space Grotesk"/>
                <a:ea typeface="Space Grotesk"/>
                <a:cs typeface="Space Grotesk"/>
              </a:defRPr>
            </a:lvl1pPr>
            <a:lvl2pPr>
              <a:defRPr sz="1560" b="1">
                <a:solidFill>
                  <a:srgbClr val="FFFF0A"/>
                </a:solidFill>
                <a:latin typeface="Space Grotesk"/>
                <a:ea typeface="Space Grotesk"/>
                <a:cs typeface="Space Grotesk"/>
              </a:defRPr>
            </a:lvl2pPr>
            <a:lvl3pPr>
              <a:defRPr sz="1560" b="1">
                <a:solidFill>
                  <a:srgbClr val="FFFF0A"/>
                </a:solidFill>
                <a:latin typeface="Space Grotesk"/>
                <a:ea typeface="Space Grotesk"/>
                <a:cs typeface="Space Grotesk"/>
              </a:defRPr>
            </a:lvl3pPr>
            <a:lvl4pPr>
              <a:defRPr sz="1560" b="1">
                <a:solidFill>
                  <a:srgbClr val="FFFF0A"/>
                </a:solidFill>
                <a:latin typeface="Space Grotesk"/>
                <a:ea typeface="Space Grotesk"/>
                <a:cs typeface="Space Grotesk"/>
              </a:defRPr>
            </a:lvl4pPr>
            <a:lvl5pPr>
              <a:defRPr sz="1560" b="1">
                <a:solidFill>
                  <a:srgbClr val="FFFF0A"/>
                </a:solidFill>
                <a:latin typeface="Space Grotesk"/>
                <a:ea typeface="Space Grotesk"/>
                <a:cs typeface="Space Grotesk"/>
              </a:defRPr>
            </a:lvl5pPr>
            <a:lvl6pPr>
              <a:defRPr sz="1560" b="1">
                <a:solidFill>
                  <a:srgbClr val="FFFF0A"/>
                </a:solidFill>
                <a:latin typeface="Space Grotesk"/>
                <a:ea typeface="Space Grotesk"/>
                <a:cs typeface="Space Grotesk"/>
              </a:defRPr>
            </a:lvl6pPr>
            <a:lvl7pPr>
              <a:defRPr sz="1560" b="1">
                <a:solidFill>
                  <a:srgbClr val="FFFF0A"/>
                </a:solidFill>
                <a:latin typeface="Space Grotesk"/>
                <a:ea typeface="Space Grotesk"/>
                <a:cs typeface="Space Grotesk"/>
              </a:defRPr>
            </a:lvl7pPr>
            <a:lvl8pPr>
              <a:defRPr sz="1560" b="1">
                <a:solidFill>
                  <a:srgbClr val="FFFF0A"/>
                </a:solidFill>
                <a:latin typeface="Space Grotesk"/>
                <a:ea typeface="Space Grotesk"/>
                <a:cs typeface="Space Grotesk"/>
              </a:defRPr>
            </a:lvl8pPr>
            <a:lvl9pPr>
              <a:defRPr sz="1560" b="1">
                <a:solidFill>
                  <a:srgbClr val="FFFF0A"/>
                </a:solidFill>
                <a:latin typeface="Space Grotesk"/>
                <a:ea typeface="Space Grotesk"/>
                <a:cs typeface="Space Grotesk"/>
              </a:defRPr>
            </a:lvl9pPr>
          </a:lstStyle>
          <a:p xmlns:a="http://schemas.openxmlformats.org/drawingml/2006/main">
            <a:pPr>
              <a:lnSpc>
                <a:spcPct val="98000"/>
              </a:lnSpc>
              <a:buNone/>
              <a:defRPr sz="1560" b="1">
                <a:solidFill>
                  <a:srgbClr val="FFFF0A"/>
                </a:solidFill>
                <a:latin typeface="Space Grotesk"/>
                <a:ea typeface="Space Grotesk"/>
                <a:cs typeface="Space Grotesk"/>
              </a:defRPr>
            </a:pPr>
            <a:r>
              <a:rPr sz="1560" b="1">
                <a:solidFill>
                  <a:srgbClr val="FFFF0A"/>
                </a:solidFill>
                <a:latin typeface="Space Grotesk"/>
                <a:ea typeface="Space Grotesk"/>
                <a:cs typeface="Space Grotesk"/>
              </a:rPr>
              <a:t>GIVE HIM ROOM.</a:t>
            </a:r>
          </a:p>
        </p:txBody>
      </p:sp>
      <p:sp>
        <p:nvSpPr>
          <p:cNvPr id="6" name="Safe passing guidance">
            <a:extLst xmlns:a="http://schemas.openxmlformats.org/drawingml/2006/main">
              <a:ext uri="{FF2B5EF4-FFF2-40B4-BE49-F238E27FC236}">
                <a16:creationId xmlns:a16="http://schemas.microsoft.com/office/drawing/2014/main" id="{4DE16A42-9293-4C5E-81B2-2B30DAD45DFA}"/>
              </a:ext>
            </a:extLst>
          </p:cNvPr>
          <p:cNvSpPr>
            <a:spLocks xmlns:a="http://schemas.openxmlformats.org/drawingml/2006/main" noGrp="1"/>
          </p:cNvSpPr>
          <p:nvPr/>
        </p:nvSpPr>
        <p:spPr>
          <a:xfrm xmlns:a="http://schemas.openxmlformats.org/drawingml/2006/main">
            <a:off x="2266950" y="2876550"/>
            <a:ext cx="12573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60" b="1">
                <a:solidFill>
                  <a:srgbClr val="FFFFFF"/>
                </a:solidFill>
                <a:latin typeface="Arial"/>
                <a:ea typeface="Arial"/>
                <a:cs typeface="Arial"/>
              </a:defRPr>
            </a:defPPr>
            <a:lvl1pPr>
              <a:defRPr sz="1060" b="1">
                <a:solidFill>
                  <a:srgbClr val="FFFFFF"/>
                </a:solidFill>
                <a:latin typeface="Arial"/>
                <a:ea typeface="Arial"/>
                <a:cs typeface="Arial"/>
              </a:defRPr>
            </a:lvl1pPr>
            <a:lvl2pPr>
              <a:defRPr sz="1060" b="1">
                <a:solidFill>
                  <a:srgbClr val="FFFFFF"/>
                </a:solidFill>
                <a:latin typeface="Arial"/>
                <a:ea typeface="Arial"/>
                <a:cs typeface="Arial"/>
              </a:defRPr>
            </a:lvl2pPr>
            <a:lvl3pPr>
              <a:defRPr sz="1060" b="1">
                <a:solidFill>
                  <a:srgbClr val="FFFFFF"/>
                </a:solidFill>
                <a:latin typeface="Arial"/>
                <a:ea typeface="Arial"/>
                <a:cs typeface="Arial"/>
              </a:defRPr>
            </a:lvl3pPr>
            <a:lvl4pPr>
              <a:defRPr sz="1060" b="1">
                <a:solidFill>
                  <a:srgbClr val="FFFFFF"/>
                </a:solidFill>
                <a:latin typeface="Arial"/>
                <a:ea typeface="Arial"/>
                <a:cs typeface="Arial"/>
              </a:defRPr>
            </a:lvl4pPr>
            <a:lvl5pPr>
              <a:defRPr sz="1060" b="1">
                <a:solidFill>
                  <a:srgbClr val="FFFFFF"/>
                </a:solidFill>
                <a:latin typeface="Arial"/>
                <a:ea typeface="Arial"/>
                <a:cs typeface="Arial"/>
              </a:defRPr>
            </a:lvl5pPr>
            <a:lvl6pPr>
              <a:defRPr sz="1060" b="1">
                <a:solidFill>
                  <a:srgbClr val="FFFFFF"/>
                </a:solidFill>
                <a:latin typeface="Arial"/>
                <a:ea typeface="Arial"/>
                <a:cs typeface="Arial"/>
              </a:defRPr>
            </a:lvl6pPr>
            <a:lvl7pPr>
              <a:defRPr sz="1060" b="1">
                <a:solidFill>
                  <a:srgbClr val="FFFFFF"/>
                </a:solidFill>
                <a:latin typeface="Arial"/>
                <a:ea typeface="Arial"/>
                <a:cs typeface="Arial"/>
              </a:defRPr>
            </a:lvl7pPr>
            <a:lvl8pPr>
              <a:defRPr sz="1060" b="1">
                <a:solidFill>
                  <a:srgbClr val="FFFFFF"/>
                </a:solidFill>
                <a:latin typeface="Arial"/>
                <a:ea typeface="Arial"/>
                <a:cs typeface="Arial"/>
              </a:defRPr>
            </a:lvl8pPr>
            <a:lvl9pPr>
              <a:defRPr sz="1060" b="1">
                <a:solidFill>
                  <a:srgbClr val="FFFFFF"/>
                </a:solidFill>
                <a:latin typeface="Arial"/>
                <a:ea typeface="Arial"/>
                <a:cs typeface="Arial"/>
              </a:defRPr>
            </a:lvl9pPr>
          </a:lstStyle>
          <a:p xmlns:a="http://schemas.openxmlformats.org/drawingml/2006/main">
            <a:pPr>
              <a:lnSpc>
                <a:spcPct val="98000"/>
              </a:lnSpc>
              <a:buNone/>
              <a:defRPr sz="1060" b="1">
                <a:solidFill>
                  <a:srgbClr val="FFFFFF"/>
                </a:solidFill>
                <a:latin typeface="Arial"/>
                <a:ea typeface="Arial"/>
                <a:cs typeface="Arial"/>
              </a:defRPr>
            </a:pPr>
            <a:r>
              <a:rPr sz="106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AAE4CD72-181A-4F59-99E4-BFC7A80CB9B4}"/>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83D3C788-4871-42BD-959B-D5191ABF615D}"/>
              </a:ext>
            </a:extLst>
          </p:cNvPr>
          <p:cNvPicPr>
            <a:picLocks xmlns:a="http://schemas.openxmlformats.org/drawingml/2006/main" noChangeAspect="1"/>
          </p:cNvPicPr>
          <p:nvPr/>
        </p:nvPicPr>
        <p:blipFill>
          <a:blip xmlns:r="http://schemas.openxmlformats.org/officeDocument/2006/relationships" xmlns:a="http://schemas.openxmlformats.org/drawingml/2006/main" r:embed="Rf1ab4e1f5d8b48fa"/>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2BF833D4-2391-4A57-925D-2B5B298DAA75}"/>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7E15B429-526C-4253-AFDB-EB9D2F8F24D7}"/>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25C37805-D24E-49BF-A452-470159A5EC34}"/>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66172C2E-E19E-4F7F-AF2C-EEEDFEBFDCB9}"/>
              </a:ext>
            </a:extLst>
          </p:cNvPr>
          <p:cNvPicPr>
            <a:picLocks xmlns:a="http://schemas.openxmlformats.org/drawingml/2006/main" noChangeAspect="1"/>
          </p:cNvPicPr>
          <p:nvPr/>
        </p:nvPicPr>
        <p:blipFill>
          <a:blip xmlns:r="http://schemas.openxmlformats.org/officeDocument/2006/relationships" xmlns:a="http://schemas.openxmlformats.org/drawingml/2006/main" r:embed="Re52e188cf34848f7"/>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1550770712"/>
      </p:ext>
    </p:extLst>
  </p:cSld>
</p:sld>
</file>

<file path=ppt/slides/slide8.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13" name="Card reverse title ground">
            <a:extLst xmlns:a="http://schemas.openxmlformats.org/drawingml/2006/main">
              <a:ext uri="{FF2B5EF4-FFF2-40B4-BE49-F238E27FC236}">
                <a16:creationId xmlns:a16="http://schemas.microsoft.com/office/drawing/2014/main" id="{F878A331-1932-46C5-83F0-8ECFF60AFDB7}"/>
              </a:ext>
            </a:extLst>
          </p:cNvPr>
          <p:cNvSpPr>
            <a:spLocks xmlns:a="http://schemas.openxmlformats.org/drawingml/2006/main" noGrp="1"/>
          </p:cNvSpPr>
          <p:nvPr/>
        </p:nvSpPr>
        <p:spPr>
          <a:xfrm xmlns:a="http://schemas.openxmlformats.org/drawingml/2006/main">
            <a:off x="0" y="0"/>
            <a:ext cx="3657600" cy="866775"/>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2" name="Card reverse title">
            <a:extLst xmlns:a="http://schemas.openxmlformats.org/drawingml/2006/main">
              <a:ext uri="{FF2B5EF4-FFF2-40B4-BE49-F238E27FC236}">
                <a16:creationId xmlns:a16="http://schemas.microsoft.com/office/drawing/2014/main" id="{FD171465-C6C6-4FD8-A15B-E579C9DE8C95}"/>
              </a:ext>
            </a:extLst>
          </p:cNvPr>
          <p:cNvSpPr>
            <a:spLocks xmlns:a="http://schemas.openxmlformats.org/drawingml/2006/main" noGrp="1"/>
          </p:cNvSpPr>
          <p:nvPr/>
        </p:nvSpPr>
        <p:spPr>
          <a:xfrm xmlns:a="http://schemas.openxmlformats.org/drawingml/2006/main">
            <a:off x="209550" y="1905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00" b="1">
                <a:solidFill>
                  <a:srgbClr val="FFFF0A"/>
                </a:solidFill>
                <a:latin typeface="Space Grotesk"/>
                <a:ea typeface="Space Grotesk"/>
                <a:cs typeface="Space Grotesk"/>
              </a:defRPr>
            </a:defPPr>
            <a:lvl1pPr>
              <a:defRPr sz="2200" b="1">
                <a:solidFill>
                  <a:srgbClr val="FFFF0A"/>
                </a:solidFill>
                <a:latin typeface="Space Grotesk"/>
                <a:ea typeface="Space Grotesk"/>
                <a:cs typeface="Space Grotesk"/>
              </a:defRPr>
            </a:lvl1pPr>
            <a:lvl2pPr>
              <a:defRPr sz="2200" b="1">
                <a:solidFill>
                  <a:srgbClr val="FFFF0A"/>
                </a:solidFill>
                <a:latin typeface="Space Grotesk"/>
                <a:ea typeface="Space Grotesk"/>
                <a:cs typeface="Space Grotesk"/>
              </a:defRPr>
            </a:lvl2pPr>
            <a:lvl3pPr>
              <a:defRPr sz="2200" b="1">
                <a:solidFill>
                  <a:srgbClr val="FFFF0A"/>
                </a:solidFill>
                <a:latin typeface="Space Grotesk"/>
                <a:ea typeface="Space Grotesk"/>
                <a:cs typeface="Space Grotesk"/>
              </a:defRPr>
            </a:lvl3pPr>
            <a:lvl4pPr>
              <a:defRPr sz="2200" b="1">
                <a:solidFill>
                  <a:srgbClr val="FFFF0A"/>
                </a:solidFill>
                <a:latin typeface="Space Grotesk"/>
                <a:ea typeface="Space Grotesk"/>
                <a:cs typeface="Space Grotesk"/>
              </a:defRPr>
            </a:lvl4pPr>
            <a:lvl5pPr>
              <a:defRPr sz="2200" b="1">
                <a:solidFill>
                  <a:srgbClr val="FFFF0A"/>
                </a:solidFill>
                <a:latin typeface="Space Grotesk"/>
                <a:ea typeface="Space Grotesk"/>
                <a:cs typeface="Space Grotesk"/>
              </a:defRPr>
            </a:lvl5pPr>
            <a:lvl6pPr>
              <a:defRPr sz="2200" b="1">
                <a:solidFill>
                  <a:srgbClr val="FFFF0A"/>
                </a:solidFill>
                <a:latin typeface="Space Grotesk"/>
                <a:ea typeface="Space Grotesk"/>
                <a:cs typeface="Space Grotesk"/>
              </a:defRPr>
            </a:lvl6pPr>
            <a:lvl7pPr>
              <a:defRPr sz="2200" b="1">
                <a:solidFill>
                  <a:srgbClr val="FFFF0A"/>
                </a:solidFill>
                <a:latin typeface="Space Grotesk"/>
                <a:ea typeface="Space Grotesk"/>
                <a:cs typeface="Space Grotesk"/>
              </a:defRPr>
            </a:lvl7pPr>
            <a:lvl8pPr>
              <a:defRPr sz="2200" b="1">
                <a:solidFill>
                  <a:srgbClr val="FFFF0A"/>
                </a:solidFill>
                <a:latin typeface="Space Grotesk"/>
                <a:ea typeface="Space Grotesk"/>
                <a:cs typeface="Space Grotesk"/>
              </a:defRPr>
            </a:lvl8pPr>
            <a:lvl9pPr>
              <a:defRPr sz="2200" b="1">
                <a:solidFill>
                  <a:srgbClr val="FFFF0A"/>
                </a:solidFill>
                <a:latin typeface="Space Grotesk"/>
                <a:ea typeface="Space Grotesk"/>
                <a:cs typeface="Space Grotesk"/>
              </a:defRPr>
            </a:lvl9pPr>
          </a:lstStyle>
          <a:p xmlns:a="http://schemas.openxmlformats.org/drawingml/2006/main">
            <a:pPr>
              <a:lnSpc>
                <a:spcPct val="98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Pass with care</a:t>
            </a:r>
          </a:p>
        </p:txBody>
      </p:sp>
      <p:sp>
        <p:nvSpPr>
          <p:cNvPr id="3" name="Care instruction 1">
            <a:extLst xmlns:a="http://schemas.openxmlformats.org/drawingml/2006/main">
              <a:ext uri="{FF2B5EF4-FFF2-40B4-BE49-F238E27FC236}">
                <a16:creationId xmlns:a16="http://schemas.microsoft.com/office/drawing/2014/main" id="{8F326926-3A35-4533-9F75-66B7BB17518D}"/>
              </a:ext>
            </a:extLst>
          </p:cNvPr>
          <p:cNvSpPr>
            <a:spLocks xmlns:a="http://schemas.openxmlformats.org/drawingml/2006/main" noGrp="1"/>
          </p:cNvSpPr>
          <p:nvPr/>
        </p:nvSpPr>
        <p:spPr>
          <a:xfrm xmlns:a="http://schemas.openxmlformats.org/drawingml/2006/main">
            <a:off x="238125" y="1143000"/>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20" b="1">
                <a:solidFill>
                  <a:srgbClr val="23143A"/>
                </a:solidFill>
                <a:latin typeface="Space Grotesk"/>
                <a:ea typeface="Space Grotesk"/>
                <a:cs typeface="Space Grotesk"/>
              </a:defRPr>
            </a:defPPr>
            <a:lvl1pPr>
              <a:defRPr sz="1620" b="1">
                <a:solidFill>
                  <a:srgbClr val="23143A"/>
                </a:solidFill>
                <a:latin typeface="Space Grotesk"/>
                <a:ea typeface="Space Grotesk"/>
                <a:cs typeface="Space Grotesk"/>
              </a:defRPr>
            </a:lvl1pPr>
            <a:lvl2pPr>
              <a:defRPr sz="1620" b="1">
                <a:solidFill>
                  <a:srgbClr val="23143A"/>
                </a:solidFill>
                <a:latin typeface="Space Grotesk"/>
                <a:ea typeface="Space Grotesk"/>
                <a:cs typeface="Space Grotesk"/>
              </a:defRPr>
            </a:lvl2pPr>
            <a:lvl3pPr>
              <a:defRPr sz="1620" b="1">
                <a:solidFill>
                  <a:srgbClr val="23143A"/>
                </a:solidFill>
                <a:latin typeface="Space Grotesk"/>
                <a:ea typeface="Space Grotesk"/>
                <a:cs typeface="Space Grotesk"/>
              </a:defRPr>
            </a:lvl3pPr>
            <a:lvl4pPr>
              <a:defRPr sz="1620" b="1">
                <a:solidFill>
                  <a:srgbClr val="23143A"/>
                </a:solidFill>
                <a:latin typeface="Space Grotesk"/>
                <a:ea typeface="Space Grotesk"/>
                <a:cs typeface="Space Grotesk"/>
              </a:defRPr>
            </a:lvl4pPr>
            <a:lvl5pPr>
              <a:defRPr sz="1620" b="1">
                <a:solidFill>
                  <a:srgbClr val="23143A"/>
                </a:solidFill>
                <a:latin typeface="Space Grotesk"/>
                <a:ea typeface="Space Grotesk"/>
                <a:cs typeface="Space Grotesk"/>
              </a:defRPr>
            </a:lvl5pPr>
            <a:lvl6pPr>
              <a:defRPr sz="1620" b="1">
                <a:solidFill>
                  <a:srgbClr val="23143A"/>
                </a:solidFill>
                <a:latin typeface="Space Grotesk"/>
                <a:ea typeface="Space Grotesk"/>
                <a:cs typeface="Space Grotesk"/>
              </a:defRPr>
            </a:lvl6pPr>
            <a:lvl7pPr>
              <a:defRPr sz="1620" b="1">
                <a:solidFill>
                  <a:srgbClr val="23143A"/>
                </a:solidFill>
                <a:latin typeface="Space Grotesk"/>
                <a:ea typeface="Space Grotesk"/>
                <a:cs typeface="Space Grotesk"/>
              </a:defRPr>
            </a:lvl7pPr>
            <a:lvl8pPr>
              <a:defRPr sz="1620" b="1">
                <a:solidFill>
                  <a:srgbClr val="23143A"/>
                </a:solidFill>
                <a:latin typeface="Space Grotesk"/>
                <a:ea typeface="Space Grotesk"/>
                <a:cs typeface="Space Grotesk"/>
              </a:defRPr>
            </a:lvl8pPr>
            <a:lvl9pPr>
              <a:defRPr sz="1620" b="1">
                <a:solidFill>
                  <a:srgbClr val="23143A"/>
                </a:solidFill>
                <a:latin typeface="Space Grotesk"/>
                <a:ea typeface="Space Grotesk"/>
                <a:cs typeface="Space Grotesk"/>
              </a:defRPr>
            </a:lvl9pPr>
          </a:lstStyle>
          <a:p xmlns:a="http://schemas.openxmlformats.org/drawingml/2006/main">
            <a:pPr>
              <a:lnSpc>
                <a:spcPct val="98000"/>
              </a:lnSpc>
              <a:buNone/>
              <a:defRPr sz="1620" b="1">
                <a:solidFill>
                  <a:srgbClr val="23143A"/>
                </a:solidFill>
                <a:latin typeface="Space Grotesk"/>
                <a:ea typeface="Space Grotesk"/>
                <a:cs typeface="Space Grotesk"/>
              </a:defRPr>
            </a:pPr>
            <a:r>
              <a:rPr sz="1620" b="1">
                <a:solidFill>
                  <a:srgbClr val="23143A"/>
                </a:solidFill>
                <a:latin typeface="Space Grotesk"/>
                <a:ea typeface="Space Grotesk"/>
                <a:cs typeface="Space Grotesk"/>
              </a:rPr>
              <a:t>No safe room to pass?</a:t>
            </a:r>
          </a:p>
        </p:txBody>
      </p:sp>
      <p:sp>
        <p:nvSpPr>
          <p:cNvPr id="4" name="Care instruction 2">
            <a:extLst xmlns:a="http://schemas.openxmlformats.org/drawingml/2006/main">
              <a:ext uri="{FF2B5EF4-FFF2-40B4-BE49-F238E27FC236}">
                <a16:creationId xmlns:a16="http://schemas.microsoft.com/office/drawing/2014/main" id="{F1FE43B3-024F-4AAE-8314-3AB4260DEADF}"/>
              </a:ext>
            </a:extLst>
          </p:cNvPr>
          <p:cNvSpPr>
            <a:spLocks xmlns:a="http://schemas.openxmlformats.org/drawingml/2006/main" noGrp="1"/>
          </p:cNvSpPr>
          <p:nvPr/>
        </p:nvSpPr>
        <p:spPr>
          <a:xfrm xmlns:a="http://schemas.openxmlformats.org/drawingml/2006/main">
            <a:off x="238125" y="2009775"/>
            <a:ext cx="318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40" b="1">
                <a:solidFill>
                  <a:srgbClr val="23143A"/>
                </a:solidFill>
                <a:latin typeface="Space Grotesk"/>
                <a:ea typeface="Space Grotesk"/>
                <a:cs typeface="Space Grotesk"/>
              </a:defRPr>
            </a:defPPr>
            <a:lvl1pPr>
              <a:defRPr sz="1540" b="1">
                <a:solidFill>
                  <a:srgbClr val="23143A"/>
                </a:solidFill>
                <a:latin typeface="Space Grotesk"/>
                <a:ea typeface="Space Grotesk"/>
                <a:cs typeface="Space Grotesk"/>
              </a:defRPr>
            </a:lvl1pPr>
            <a:lvl2pPr>
              <a:defRPr sz="1540" b="1">
                <a:solidFill>
                  <a:srgbClr val="23143A"/>
                </a:solidFill>
                <a:latin typeface="Space Grotesk"/>
                <a:ea typeface="Space Grotesk"/>
                <a:cs typeface="Space Grotesk"/>
              </a:defRPr>
            </a:lvl2pPr>
            <a:lvl3pPr>
              <a:defRPr sz="1540" b="1">
                <a:solidFill>
                  <a:srgbClr val="23143A"/>
                </a:solidFill>
                <a:latin typeface="Space Grotesk"/>
                <a:ea typeface="Space Grotesk"/>
                <a:cs typeface="Space Grotesk"/>
              </a:defRPr>
            </a:lvl3pPr>
            <a:lvl4pPr>
              <a:defRPr sz="1540" b="1">
                <a:solidFill>
                  <a:srgbClr val="23143A"/>
                </a:solidFill>
                <a:latin typeface="Space Grotesk"/>
                <a:ea typeface="Space Grotesk"/>
                <a:cs typeface="Space Grotesk"/>
              </a:defRPr>
            </a:lvl4pPr>
            <a:lvl5pPr>
              <a:defRPr sz="1540" b="1">
                <a:solidFill>
                  <a:srgbClr val="23143A"/>
                </a:solidFill>
                <a:latin typeface="Space Grotesk"/>
                <a:ea typeface="Space Grotesk"/>
                <a:cs typeface="Space Grotesk"/>
              </a:defRPr>
            </a:lvl5pPr>
            <a:lvl6pPr>
              <a:defRPr sz="1540" b="1">
                <a:solidFill>
                  <a:srgbClr val="23143A"/>
                </a:solidFill>
                <a:latin typeface="Space Grotesk"/>
                <a:ea typeface="Space Grotesk"/>
                <a:cs typeface="Space Grotesk"/>
              </a:defRPr>
            </a:lvl6pPr>
            <a:lvl7pPr>
              <a:defRPr sz="1540" b="1">
                <a:solidFill>
                  <a:srgbClr val="23143A"/>
                </a:solidFill>
                <a:latin typeface="Space Grotesk"/>
                <a:ea typeface="Space Grotesk"/>
                <a:cs typeface="Space Grotesk"/>
              </a:defRPr>
            </a:lvl7pPr>
            <a:lvl8pPr>
              <a:defRPr sz="1540" b="1">
                <a:solidFill>
                  <a:srgbClr val="23143A"/>
                </a:solidFill>
                <a:latin typeface="Space Grotesk"/>
                <a:ea typeface="Space Grotesk"/>
                <a:cs typeface="Space Grotesk"/>
              </a:defRPr>
            </a:lvl8pPr>
            <a:lvl9pPr>
              <a:defRPr sz="1540" b="1">
                <a:solidFill>
                  <a:srgbClr val="23143A"/>
                </a:solidFill>
                <a:latin typeface="Space Grotesk"/>
                <a:ea typeface="Space Grotesk"/>
                <a:cs typeface="Space Grotesk"/>
              </a:defRPr>
            </a:lvl9pPr>
          </a:lstStyle>
          <a:p xmlns:a="http://schemas.openxmlformats.org/drawingml/2006/main">
            <a:pPr>
              <a:lnSpc>
                <a:spcPct val="98000"/>
              </a:lnSpc>
              <a:buNone/>
              <a:defRPr sz="1540" b="1">
                <a:solidFill>
                  <a:srgbClr val="23143A"/>
                </a:solidFill>
                <a:latin typeface="Space Grotesk"/>
                <a:ea typeface="Space Grotesk"/>
                <a:cs typeface="Space Grotesk"/>
              </a:defRPr>
            </a:pPr>
            <a:r>
              <a:rPr sz="1540" b="1">
                <a:solidFill>
                  <a:srgbClr val="23143A"/>
                </a:solidFill>
                <a:latin typeface="Space Grotesk"/>
                <a:ea typeface="Space Grotesk"/>
                <a:cs typeface="Space Grotesk"/>
              </a:rPr>
              <a:t>Slow down and wait behind.</a:t>
            </a:r>
          </a:p>
        </p:txBody>
      </p:sp>
      <p:sp>
        <p:nvSpPr>
          <p:cNvPr id="5" name="Care instruction 3">
            <a:extLst xmlns:a="http://schemas.openxmlformats.org/drawingml/2006/main">
              <a:ext uri="{FF2B5EF4-FFF2-40B4-BE49-F238E27FC236}">
                <a16:creationId xmlns:a16="http://schemas.microsoft.com/office/drawing/2014/main" id="{9CBF5826-762F-46EF-9A03-850183A585A6}"/>
              </a:ext>
            </a:extLst>
          </p:cNvPr>
          <p:cNvSpPr>
            <a:spLocks xmlns:a="http://schemas.openxmlformats.org/drawingml/2006/main" noGrp="1"/>
          </p:cNvSpPr>
          <p:nvPr/>
        </p:nvSpPr>
        <p:spPr>
          <a:xfrm xmlns:a="http://schemas.openxmlformats.org/drawingml/2006/main">
            <a:off x="238125" y="2981325"/>
            <a:ext cx="3181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80" b="1">
                <a:solidFill>
                  <a:srgbClr val="23143A"/>
                </a:solidFill>
                <a:latin typeface="Space Grotesk"/>
                <a:ea typeface="Space Grotesk"/>
                <a:cs typeface="Space Grotesk"/>
              </a:defRPr>
            </a:defPPr>
            <a:lvl1pPr>
              <a:defRPr sz="1480" b="1">
                <a:solidFill>
                  <a:srgbClr val="23143A"/>
                </a:solidFill>
                <a:latin typeface="Space Grotesk"/>
                <a:ea typeface="Space Grotesk"/>
                <a:cs typeface="Space Grotesk"/>
              </a:defRPr>
            </a:lvl1pPr>
            <a:lvl2pPr>
              <a:defRPr sz="1480" b="1">
                <a:solidFill>
                  <a:srgbClr val="23143A"/>
                </a:solidFill>
                <a:latin typeface="Space Grotesk"/>
                <a:ea typeface="Space Grotesk"/>
                <a:cs typeface="Space Grotesk"/>
              </a:defRPr>
            </a:lvl2pPr>
            <a:lvl3pPr>
              <a:defRPr sz="1480" b="1">
                <a:solidFill>
                  <a:srgbClr val="23143A"/>
                </a:solidFill>
                <a:latin typeface="Space Grotesk"/>
                <a:ea typeface="Space Grotesk"/>
                <a:cs typeface="Space Grotesk"/>
              </a:defRPr>
            </a:lvl3pPr>
            <a:lvl4pPr>
              <a:defRPr sz="1480" b="1">
                <a:solidFill>
                  <a:srgbClr val="23143A"/>
                </a:solidFill>
                <a:latin typeface="Space Grotesk"/>
                <a:ea typeface="Space Grotesk"/>
                <a:cs typeface="Space Grotesk"/>
              </a:defRPr>
            </a:lvl4pPr>
            <a:lvl5pPr>
              <a:defRPr sz="1480" b="1">
                <a:solidFill>
                  <a:srgbClr val="23143A"/>
                </a:solidFill>
                <a:latin typeface="Space Grotesk"/>
                <a:ea typeface="Space Grotesk"/>
                <a:cs typeface="Space Grotesk"/>
              </a:defRPr>
            </a:lvl5pPr>
            <a:lvl6pPr>
              <a:defRPr sz="1480" b="1">
                <a:solidFill>
                  <a:srgbClr val="23143A"/>
                </a:solidFill>
                <a:latin typeface="Space Grotesk"/>
                <a:ea typeface="Space Grotesk"/>
                <a:cs typeface="Space Grotesk"/>
              </a:defRPr>
            </a:lvl6pPr>
            <a:lvl7pPr>
              <a:defRPr sz="1480" b="1">
                <a:solidFill>
                  <a:srgbClr val="23143A"/>
                </a:solidFill>
                <a:latin typeface="Space Grotesk"/>
                <a:ea typeface="Space Grotesk"/>
                <a:cs typeface="Space Grotesk"/>
              </a:defRPr>
            </a:lvl7pPr>
            <a:lvl8pPr>
              <a:defRPr sz="1480" b="1">
                <a:solidFill>
                  <a:srgbClr val="23143A"/>
                </a:solidFill>
                <a:latin typeface="Space Grotesk"/>
                <a:ea typeface="Space Grotesk"/>
                <a:cs typeface="Space Grotesk"/>
              </a:defRPr>
            </a:lvl8pPr>
            <a:lvl9pPr>
              <a:defRPr sz="1480" b="1">
                <a:solidFill>
                  <a:srgbClr val="23143A"/>
                </a:solidFill>
                <a:latin typeface="Space Grotesk"/>
                <a:ea typeface="Space Grotesk"/>
                <a:cs typeface="Space Grotesk"/>
              </a:defRPr>
            </a:lvl9pPr>
          </a:lstStyle>
          <a:p xmlns:a="http://schemas.openxmlformats.org/drawingml/2006/main">
            <a:pPr>
              <a:lnSpc>
                <a:spcPct val="98000"/>
              </a:lnSpc>
              <a:buNone/>
              <a:defRPr sz="1480" b="1">
                <a:solidFill>
                  <a:srgbClr val="23143A"/>
                </a:solidFill>
                <a:latin typeface="Space Grotesk"/>
                <a:ea typeface="Space Grotesk"/>
                <a:cs typeface="Space Grotesk"/>
              </a:defRPr>
            </a:pPr>
            <a:r>
              <a:rPr sz="1480" b="1">
                <a:solidFill>
                  <a:srgbClr val="23143A"/>
                </a:solidFill>
                <a:latin typeface="Space Grotesk"/>
                <a:ea typeface="Space Grotesk"/>
                <a:cs typeface="Space Grotesk"/>
              </a:rPr>
              <a:t>Pass only when there is enough room, including the space local law requires.</a:t>
            </a:r>
          </a:p>
        </p:txBody>
      </p:sp>
      <p:sp>
        <p:nvSpPr>
          <p:cNvPr id="6" name="Every rider deserves room">
            <a:extLst xmlns:a="http://schemas.openxmlformats.org/drawingml/2006/main">
              <a:ext uri="{FF2B5EF4-FFF2-40B4-BE49-F238E27FC236}">
                <a16:creationId xmlns:a16="http://schemas.microsoft.com/office/drawing/2014/main" id="{FF4D551B-15DE-42D3-A3FC-1C49220DA69B}"/>
              </a:ext>
            </a:extLst>
          </p:cNvPr>
          <p:cNvSpPr>
            <a:spLocks xmlns:a="http://schemas.openxmlformats.org/drawingml/2006/main" noGrp="1"/>
          </p:cNvSpPr>
          <p:nvPr/>
        </p:nvSpPr>
        <p:spPr>
          <a:xfrm xmlns:a="http://schemas.openxmlformats.org/drawingml/2006/main">
            <a:off x="238125" y="4105275"/>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7926CB"/>
                </a:solidFill>
                <a:latin typeface="Space Grotesk"/>
                <a:ea typeface="Space Grotesk"/>
                <a:cs typeface="Space Grotesk"/>
              </a:defRPr>
            </a:defPPr>
            <a:lvl1pPr>
              <a:defRPr sz="1050" b="1">
                <a:solidFill>
                  <a:srgbClr val="7926CB"/>
                </a:solidFill>
                <a:latin typeface="Space Grotesk"/>
                <a:ea typeface="Space Grotesk"/>
                <a:cs typeface="Space Grotesk"/>
              </a:defRPr>
            </a:lvl1pPr>
            <a:lvl2pPr>
              <a:defRPr sz="1050" b="1">
                <a:solidFill>
                  <a:srgbClr val="7926CB"/>
                </a:solidFill>
                <a:latin typeface="Space Grotesk"/>
                <a:ea typeface="Space Grotesk"/>
                <a:cs typeface="Space Grotesk"/>
              </a:defRPr>
            </a:lvl2pPr>
            <a:lvl3pPr>
              <a:defRPr sz="1050" b="1">
                <a:solidFill>
                  <a:srgbClr val="7926CB"/>
                </a:solidFill>
                <a:latin typeface="Space Grotesk"/>
                <a:ea typeface="Space Grotesk"/>
                <a:cs typeface="Space Grotesk"/>
              </a:defRPr>
            </a:lvl3pPr>
            <a:lvl4pPr>
              <a:defRPr sz="1050" b="1">
                <a:solidFill>
                  <a:srgbClr val="7926CB"/>
                </a:solidFill>
                <a:latin typeface="Space Grotesk"/>
                <a:ea typeface="Space Grotesk"/>
                <a:cs typeface="Space Grotesk"/>
              </a:defRPr>
            </a:lvl4pPr>
            <a:lvl5pPr>
              <a:defRPr sz="1050" b="1">
                <a:solidFill>
                  <a:srgbClr val="7926CB"/>
                </a:solidFill>
                <a:latin typeface="Space Grotesk"/>
                <a:ea typeface="Space Grotesk"/>
                <a:cs typeface="Space Grotesk"/>
              </a:defRPr>
            </a:lvl5pPr>
            <a:lvl6pPr>
              <a:defRPr sz="1050" b="1">
                <a:solidFill>
                  <a:srgbClr val="7926CB"/>
                </a:solidFill>
                <a:latin typeface="Space Grotesk"/>
                <a:ea typeface="Space Grotesk"/>
                <a:cs typeface="Space Grotesk"/>
              </a:defRPr>
            </a:lvl6pPr>
            <a:lvl7pPr>
              <a:defRPr sz="1050" b="1">
                <a:solidFill>
                  <a:srgbClr val="7926CB"/>
                </a:solidFill>
                <a:latin typeface="Space Grotesk"/>
                <a:ea typeface="Space Grotesk"/>
                <a:cs typeface="Space Grotesk"/>
              </a:defRPr>
            </a:lvl7pPr>
            <a:lvl8pPr>
              <a:defRPr sz="1050" b="1">
                <a:solidFill>
                  <a:srgbClr val="7926CB"/>
                </a:solidFill>
                <a:latin typeface="Space Grotesk"/>
                <a:ea typeface="Space Grotesk"/>
                <a:cs typeface="Space Grotesk"/>
              </a:defRPr>
            </a:lvl8pPr>
            <a:lvl9pPr>
              <a:defRPr sz="1050" b="1">
                <a:solidFill>
                  <a:srgbClr val="7926CB"/>
                </a:solidFill>
                <a:latin typeface="Space Grotesk"/>
                <a:ea typeface="Space Grotesk"/>
                <a:cs typeface="Space Grotesk"/>
              </a:defRPr>
            </a:lvl9pPr>
          </a:lstStyle>
          <a:p xmlns:a="http://schemas.openxmlformats.org/drawingml/2006/main">
            <a:pPr>
              <a:lnSpc>
                <a:spcPct val="98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Every rider deserves room.</a:t>
            </a:r>
          </a:p>
        </p:txBody>
      </p:sp>
      <p:sp>
        <p:nvSpPr>
          <p:cNvPr id="7" name="Brand footer">
            <a:extLst xmlns:a="http://schemas.openxmlformats.org/drawingml/2006/main">
              <a:ext uri="{FF2B5EF4-FFF2-40B4-BE49-F238E27FC236}">
                <a16:creationId xmlns:a16="http://schemas.microsoft.com/office/drawing/2014/main" id="{1140CA0F-9F66-447C-B3DA-8571F0EC6381}"/>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18827D98-34EA-495A-9472-E889A558AA35}"/>
              </a:ext>
            </a:extLst>
          </p:cNvPr>
          <p:cNvPicPr>
            <a:picLocks xmlns:a="http://schemas.openxmlformats.org/drawingml/2006/main" noChangeAspect="1"/>
          </p:cNvPicPr>
          <p:nvPr/>
        </p:nvPicPr>
        <p:blipFill>
          <a:blip xmlns:r="http://schemas.openxmlformats.org/officeDocument/2006/relationships" xmlns:a="http://schemas.openxmlformats.org/drawingml/2006/main" r:embed="R008acf37b79a41db"/>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7AE6CD5B-D68F-4EE2-90AF-4B1C022899B6}"/>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20C36E68-C006-4838-B4A2-09B4BECBD25F}"/>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98521307-F49C-460C-A6ED-5DD34045F37C}"/>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967441B6-B29E-4836-89C4-B356A9F46E10}"/>
              </a:ext>
            </a:extLst>
          </p:cNvPr>
          <p:cNvPicPr>
            <a:picLocks xmlns:a="http://schemas.openxmlformats.org/drawingml/2006/main" noChangeAspect="1"/>
          </p:cNvPicPr>
          <p:nvPr/>
        </p:nvPicPr>
        <p:blipFill>
          <a:blip xmlns:r="http://schemas.openxmlformats.org/officeDocument/2006/relationships" xmlns:a="http://schemas.openxmlformats.org/drawingml/2006/main" r:embed="Rf270fc35f9024853"/>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577265855"/>
      </p:ext>
    </p:extLst>
  </p:cSld>
</p:sld>
</file>

<file path=ppt/slides/slide9.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0188997-2EE5-435B-A7E5-3F2E4DEAF8FE}"/>
              </a:ext>
            </a:extLst>
          </p:cNvPr>
          <p:cNvPicPr>
            <a:picLocks xmlns:a="http://schemas.openxmlformats.org/drawingml/2006/main" noChangeAspect="1"/>
          </p:cNvPicPr>
          <p:nvPr/>
        </p:nvPicPr>
        <p:blipFill>
          <a:blip xmlns:r="http://schemas.openxmlformats.org/officeDocument/2006/relationships" xmlns:a="http://schemas.openxmlformats.org/drawingml/2006/main" r:embed="R36002fa35cdc4c06"/>
          <a:srcRect xmlns:a="http://schemas.openxmlformats.org/drawingml/2006/main" l="20956" t="0" r="20956" b="0"/>
          <a:stretch xmlns:a="http://schemas.openxmlformats.org/drawingml/2006/main">
            <a:fillRect l="0" t="0" r="0" b="0"/>
          </a:stretch>
        </p:blipFill>
        <p:spPr>
          <a:xfrm xmlns:a="http://schemas.openxmlformats.org/drawingml/2006/main">
            <a:off x="0" y="0"/>
            <a:ext cx="2143125" cy="46101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2F18BDC0-E8CA-42A9-A2FC-146AE8E89E37}"/>
              </a:ext>
            </a:extLst>
          </p:cNvPr>
          <p:cNvSpPr>
            <a:spLocks xmlns:a="http://schemas.openxmlformats.org/drawingml/2006/main" noGrp="1"/>
          </p:cNvSpPr>
          <p:nvPr/>
        </p:nvSpPr>
        <p:spPr>
          <a:xfrm xmlns:a="http://schemas.openxmlformats.org/drawingml/2006/main">
            <a:off x="2143125" y="0"/>
            <a:ext cx="1514475" cy="46101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D2AA165C-8A83-4530-B389-3A85C3B54C7C}"/>
              </a:ext>
            </a:extLst>
          </p:cNvPr>
          <p:cNvSpPr>
            <a:spLocks xmlns:a="http://schemas.openxmlformats.org/drawingml/2006/main" noGrp="1"/>
          </p:cNvSpPr>
          <p:nvPr/>
        </p:nvSpPr>
        <p:spPr>
          <a:xfrm xmlns:a="http://schemas.openxmlformats.org/drawingml/2006/main">
            <a:off x="2266950" y="171450"/>
            <a:ext cx="1257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90" b="1">
                <a:solidFill>
                  <a:srgbClr val="FF0180"/>
                </a:solidFill>
                <a:latin typeface="Space Grotesk"/>
                <a:ea typeface="Space Grotesk"/>
                <a:cs typeface="Space Grotesk"/>
              </a:defRPr>
            </a:defPPr>
            <a:lvl1pPr>
              <a:defRPr sz="790" b="1">
                <a:solidFill>
                  <a:srgbClr val="FF0180"/>
                </a:solidFill>
                <a:latin typeface="Space Grotesk"/>
                <a:ea typeface="Space Grotesk"/>
                <a:cs typeface="Space Grotesk"/>
              </a:defRPr>
            </a:lvl1pPr>
            <a:lvl2pPr>
              <a:defRPr sz="790" b="1">
                <a:solidFill>
                  <a:srgbClr val="FF0180"/>
                </a:solidFill>
                <a:latin typeface="Space Grotesk"/>
                <a:ea typeface="Space Grotesk"/>
                <a:cs typeface="Space Grotesk"/>
              </a:defRPr>
            </a:lvl2pPr>
            <a:lvl3pPr>
              <a:defRPr sz="790" b="1">
                <a:solidFill>
                  <a:srgbClr val="FF0180"/>
                </a:solidFill>
                <a:latin typeface="Space Grotesk"/>
                <a:ea typeface="Space Grotesk"/>
                <a:cs typeface="Space Grotesk"/>
              </a:defRPr>
            </a:lvl3pPr>
            <a:lvl4pPr>
              <a:defRPr sz="790" b="1">
                <a:solidFill>
                  <a:srgbClr val="FF0180"/>
                </a:solidFill>
                <a:latin typeface="Space Grotesk"/>
                <a:ea typeface="Space Grotesk"/>
                <a:cs typeface="Space Grotesk"/>
              </a:defRPr>
            </a:lvl4pPr>
            <a:lvl5pPr>
              <a:defRPr sz="790" b="1">
                <a:solidFill>
                  <a:srgbClr val="FF0180"/>
                </a:solidFill>
                <a:latin typeface="Space Grotesk"/>
                <a:ea typeface="Space Grotesk"/>
                <a:cs typeface="Space Grotesk"/>
              </a:defRPr>
            </a:lvl5pPr>
            <a:lvl6pPr>
              <a:defRPr sz="790" b="1">
                <a:solidFill>
                  <a:srgbClr val="FF0180"/>
                </a:solidFill>
                <a:latin typeface="Space Grotesk"/>
                <a:ea typeface="Space Grotesk"/>
                <a:cs typeface="Space Grotesk"/>
              </a:defRPr>
            </a:lvl6pPr>
            <a:lvl7pPr>
              <a:defRPr sz="790" b="1">
                <a:solidFill>
                  <a:srgbClr val="FF0180"/>
                </a:solidFill>
                <a:latin typeface="Space Grotesk"/>
                <a:ea typeface="Space Grotesk"/>
                <a:cs typeface="Space Grotesk"/>
              </a:defRPr>
            </a:lvl7pPr>
            <a:lvl8pPr>
              <a:defRPr sz="790" b="1">
                <a:solidFill>
                  <a:srgbClr val="FF0180"/>
                </a:solidFill>
                <a:latin typeface="Space Grotesk"/>
                <a:ea typeface="Space Grotesk"/>
                <a:cs typeface="Space Grotesk"/>
              </a:defRPr>
            </a:lvl8pPr>
            <a:lvl9pPr>
              <a:defRPr sz="790" b="1">
                <a:solidFill>
                  <a:srgbClr val="FF0180"/>
                </a:solidFill>
                <a:latin typeface="Space Grotesk"/>
                <a:ea typeface="Space Grotesk"/>
                <a:cs typeface="Space Grotesk"/>
              </a:defRPr>
            </a:lvl9pPr>
          </a:lstStyle>
          <a:p xmlns:a="http://schemas.openxmlformats.org/drawingml/2006/main">
            <a:pPr>
              <a:lnSpc>
                <a:spcPct val="98000"/>
              </a:lnSpc>
              <a:buNone/>
              <a:defRPr sz="790" b="1">
                <a:solidFill>
                  <a:srgbClr val="FF0180"/>
                </a:solidFill>
                <a:latin typeface="Space Grotesk"/>
                <a:ea typeface="Space Grotesk"/>
                <a:cs typeface="Space Grotesk"/>
              </a:defRPr>
            </a:pPr>
            <a:r>
              <a:rPr sz="79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0B3C8D10-B9C3-45FB-8D03-40F4FDD97B25}"/>
              </a:ext>
            </a:extLst>
          </p:cNvPr>
          <p:cNvSpPr>
            <a:spLocks xmlns:a="http://schemas.openxmlformats.org/drawingml/2006/main" noGrp="1"/>
          </p:cNvSpPr>
          <p:nvPr/>
        </p:nvSpPr>
        <p:spPr>
          <a:xfrm xmlns:a="http://schemas.openxmlformats.org/drawingml/2006/main">
            <a:off x="2266950" y="666750"/>
            <a:ext cx="1257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40" b="1">
                <a:solidFill>
                  <a:srgbClr val="FFFFFF"/>
                </a:solidFill>
                <a:latin typeface="Space Grotesk"/>
                <a:ea typeface="Space Grotesk"/>
                <a:cs typeface="Space Grotesk"/>
              </a:defRPr>
            </a:defPPr>
            <a:lvl1pPr>
              <a:defRPr sz="1440" b="1">
                <a:solidFill>
                  <a:srgbClr val="FFFFFF"/>
                </a:solidFill>
                <a:latin typeface="Space Grotesk"/>
                <a:ea typeface="Space Grotesk"/>
                <a:cs typeface="Space Grotesk"/>
              </a:defRPr>
            </a:lvl1pPr>
            <a:lvl2pPr>
              <a:defRPr sz="1440" b="1">
                <a:solidFill>
                  <a:srgbClr val="FFFFFF"/>
                </a:solidFill>
                <a:latin typeface="Space Grotesk"/>
                <a:ea typeface="Space Grotesk"/>
                <a:cs typeface="Space Grotesk"/>
              </a:defRPr>
            </a:lvl2pPr>
            <a:lvl3pPr>
              <a:defRPr sz="1440" b="1">
                <a:solidFill>
                  <a:srgbClr val="FFFFFF"/>
                </a:solidFill>
                <a:latin typeface="Space Grotesk"/>
                <a:ea typeface="Space Grotesk"/>
                <a:cs typeface="Space Grotesk"/>
              </a:defRPr>
            </a:lvl3pPr>
            <a:lvl4pPr>
              <a:defRPr sz="1440" b="1">
                <a:solidFill>
                  <a:srgbClr val="FFFFFF"/>
                </a:solidFill>
                <a:latin typeface="Space Grotesk"/>
                <a:ea typeface="Space Grotesk"/>
                <a:cs typeface="Space Grotesk"/>
              </a:defRPr>
            </a:lvl4pPr>
            <a:lvl5pPr>
              <a:defRPr sz="1440" b="1">
                <a:solidFill>
                  <a:srgbClr val="FFFFFF"/>
                </a:solidFill>
                <a:latin typeface="Space Grotesk"/>
                <a:ea typeface="Space Grotesk"/>
                <a:cs typeface="Space Grotesk"/>
              </a:defRPr>
            </a:lvl5pPr>
            <a:lvl6pPr>
              <a:defRPr sz="1440" b="1">
                <a:solidFill>
                  <a:srgbClr val="FFFFFF"/>
                </a:solidFill>
                <a:latin typeface="Space Grotesk"/>
                <a:ea typeface="Space Grotesk"/>
                <a:cs typeface="Space Grotesk"/>
              </a:defRPr>
            </a:lvl6pPr>
            <a:lvl7pPr>
              <a:defRPr sz="1440" b="1">
                <a:solidFill>
                  <a:srgbClr val="FFFFFF"/>
                </a:solidFill>
                <a:latin typeface="Space Grotesk"/>
                <a:ea typeface="Space Grotesk"/>
                <a:cs typeface="Space Grotesk"/>
              </a:defRPr>
            </a:lvl7pPr>
            <a:lvl8pPr>
              <a:defRPr sz="1440" b="1">
                <a:solidFill>
                  <a:srgbClr val="FFFFFF"/>
                </a:solidFill>
                <a:latin typeface="Space Grotesk"/>
                <a:ea typeface="Space Grotesk"/>
                <a:cs typeface="Space Grotesk"/>
              </a:defRPr>
            </a:lvl8pPr>
            <a:lvl9pPr>
              <a:defRPr sz="1440" b="1">
                <a:solidFill>
                  <a:srgbClr val="FFFFFF"/>
                </a:solidFill>
                <a:latin typeface="Space Grotesk"/>
                <a:ea typeface="Space Grotesk"/>
                <a:cs typeface="Space Grotesk"/>
              </a:defRPr>
            </a:lvl9pPr>
          </a:lstStyle>
          <a:p xmlns:a="http://schemas.openxmlformats.org/drawingml/2006/main">
            <a:pPr>
              <a:lnSpc>
                <a:spcPct val="98000"/>
              </a:lnSpc>
              <a:buNone/>
              <a:defRPr sz="1440" b="1">
                <a:solidFill>
                  <a:srgbClr val="FFFFFF"/>
                </a:solidFill>
                <a:latin typeface="Space Grotesk"/>
                <a:ea typeface="Space Grotesk"/>
                <a:cs typeface="Space Grotesk"/>
              </a:defRPr>
            </a:pPr>
            <a:r>
              <a:rPr sz="1440" b="1">
                <a:solidFill>
                  <a:srgbClr val="FFFFFF"/>
                </a:solidFill>
                <a:latin typeface="Space Grotesk"/>
                <a:ea typeface="Space Grotesk"/>
                <a:cs typeface="Space Grotesk"/>
              </a:rPr>
              <a:t>THAT’S A TEACHER YOU’RE PASSING.</a:t>
            </a:r>
          </a:p>
        </p:txBody>
      </p:sp>
      <p:sp>
        <p:nvSpPr>
          <p:cNvPr id="5" name="Driver action">
            <a:extLst xmlns:a="http://schemas.openxmlformats.org/drawingml/2006/main">
              <a:ext uri="{FF2B5EF4-FFF2-40B4-BE49-F238E27FC236}">
                <a16:creationId xmlns:a16="http://schemas.microsoft.com/office/drawing/2014/main" id="{0A0D3AB7-ACC7-4A0C-AFBC-C4BCCE6D0E11}"/>
              </a:ext>
            </a:extLst>
          </p:cNvPr>
          <p:cNvSpPr>
            <a:spLocks xmlns:a="http://schemas.openxmlformats.org/drawingml/2006/main" noGrp="1"/>
          </p:cNvSpPr>
          <p:nvPr/>
        </p:nvSpPr>
        <p:spPr>
          <a:xfrm xmlns:a="http://schemas.openxmlformats.org/drawingml/2006/main">
            <a:off x="2266950" y="2019300"/>
            <a:ext cx="1257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60" b="1">
                <a:solidFill>
                  <a:srgbClr val="FFFF0A"/>
                </a:solidFill>
                <a:latin typeface="Space Grotesk"/>
                <a:ea typeface="Space Grotesk"/>
                <a:cs typeface="Space Grotesk"/>
              </a:defRPr>
            </a:defPPr>
            <a:lvl1pPr>
              <a:defRPr sz="1560" b="1">
                <a:solidFill>
                  <a:srgbClr val="FFFF0A"/>
                </a:solidFill>
                <a:latin typeface="Space Grotesk"/>
                <a:ea typeface="Space Grotesk"/>
                <a:cs typeface="Space Grotesk"/>
              </a:defRPr>
            </a:lvl1pPr>
            <a:lvl2pPr>
              <a:defRPr sz="1560" b="1">
                <a:solidFill>
                  <a:srgbClr val="FFFF0A"/>
                </a:solidFill>
                <a:latin typeface="Space Grotesk"/>
                <a:ea typeface="Space Grotesk"/>
                <a:cs typeface="Space Grotesk"/>
              </a:defRPr>
            </a:lvl2pPr>
            <a:lvl3pPr>
              <a:defRPr sz="1560" b="1">
                <a:solidFill>
                  <a:srgbClr val="FFFF0A"/>
                </a:solidFill>
                <a:latin typeface="Space Grotesk"/>
                <a:ea typeface="Space Grotesk"/>
                <a:cs typeface="Space Grotesk"/>
              </a:defRPr>
            </a:lvl3pPr>
            <a:lvl4pPr>
              <a:defRPr sz="1560" b="1">
                <a:solidFill>
                  <a:srgbClr val="FFFF0A"/>
                </a:solidFill>
                <a:latin typeface="Space Grotesk"/>
                <a:ea typeface="Space Grotesk"/>
                <a:cs typeface="Space Grotesk"/>
              </a:defRPr>
            </a:lvl4pPr>
            <a:lvl5pPr>
              <a:defRPr sz="1560" b="1">
                <a:solidFill>
                  <a:srgbClr val="FFFF0A"/>
                </a:solidFill>
                <a:latin typeface="Space Grotesk"/>
                <a:ea typeface="Space Grotesk"/>
                <a:cs typeface="Space Grotesk"/>
              </a:defRPr>
            </a:lvl5pPr>
            <a:lvl6pPr>
              <a:defRPr sz="1560" b="1">
                <a:solidFill>
                  <a:srgbClr val="FFFF0A"/>
                </a:solidFill>
                <a:latin typeface="Space Grotesk"/>
                <a:ea typeface="Space Grotesk"/>
                <a:cs typeface="Space Grotesk"/>
              </a:defRPr>
            </a:lvl6pPr>
            <a:lvl7pPr>
              <a:defRPr sz="1560" b="1">
                <a:solidFill>
                  <a:srgbClr val="FFFF0A"/>
                </a:solidFill>
                <a:latin typeface="Space Grotesk"/>
                <a:ea typeface="Space Grotesk"/>
                <a:cs typeface="Space Grotesk"/>
              </a:defRPr>
            </a:lvl7pPr>
            <a:lvl8pPr>
              <a:defRPr sz="1560" b="1">
                <a:solidFill>
                  <a:srgbClr val="FFFF0A"/>
                </a:solidFill>
                <a:latin typeface="Space Grotesk"/>
                <a:ea typeface="Space Grotesk"/>
                <a:cs typeface="Space Grotesk"/>
              </a:defRPr>
            </a:lvl8pPr>
            <a:lvl9pPr>
              <a:defRPr sz="1560" b="1">
                <a:solidFill>
                  <a:srgbClr val="FFFF0A"/>
                </a:solidFill>
                <a:latin typeface="Space Grotesk"/>
                <a:ea typeface="Space Grotesk"/>
                <a:cs typeface="Space Grotesk"/>
              </a:defRPr>
            </a:lvl9pPr>
          </a:lstStyle>
          <a:p xmlns:a="http://schemas.openxmlformats.org/drawingml/2006/main">
            <a:pPr>
              <a:lnSpc>
                <a:spcPct val="98000"/>
              </a:lnSpc>
              <a:buNone/>
              <a:defRPr sz="1560" b="1">
                <a:solidFill>
                  <a:srgbClr val="FFFF0A"/>
                </a:solidFill>
                <a:latin typeface="Space Grotesk"/>
                <a:ea typeface="Space Grotesk"/>
                <a:cs typeface="Space Grotesk"/>
              </a:defRPr>
            </a:pPr>
            <a:r>
              <a:rPr sz="1560"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D02F55CC-D2A9-43DD-B126-FFCED9FD8351}"/>
              </a:ext>
            </a:extLst>
          </p:cNvPr>
          <p:cNvSpPr>
            <a:spLocks xmlns:a="http://schemas.openxmlformats.org/drawingml/2006/main" noGrp="1"/>
          </p:cNvSpPr>
          <p:nvPr/>
        </p:nvSpPr>
        <p:spPr>
          <a:xfrm xmlns:a="http://schemas.openxmlformats.org/drawingml/2006/main">
            <a:off x="2266950" y="2876550"/>
            <a:ext cx="12573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60" b="1">
                <a:solidFill>
                  <a:srgbClr val="FFFFFF"/>
                </a:solidFill>
                <a:latin typeface="Arial"/>
                <a:ea typeface="Arial"/>
                <a:cs typeface="Arial"/>
              </a:defRPr>
            </a:defPPr>
            <a:lvl1pPr>
              <a:defRPr sz="1060" b="1">
                <a:solidFill>
                  <a:srgbClr val="FFFFFF"/>
                </a:solidFill>
                <a:latin typeface="Arial"/>
                <a:ea typeface="Arial"/>
                <a:cs typeface="Arial"/>
              </a:defRPr>
            </a:lvl1pPr>
            <a:lvl2pPr>
              <a:defRPr sz="1060" b="1">
                <a:solidFill>
                  <a:srgbClr val="FFFFFF"/>
                </a:solidFill>
                <a:latin typeface="Arial"/>
                <a:ea typeface="Arial"/>
                <a:cs typeface="Arial"/>
              </a:defRPr>
            </a:lvl2pPr>
            <a:lvl3pPr>
              <a:defRPr sz="1060" b="1">
                <a:solidFill>
                  <a:srgbClr val="FFFFFF"/>
                </a:solidFill>
                <a:latin typeface="Arial"/>
                <a:ea typeface="Arial"/>
                <a:cs typeface="Arial"/>
              </a:defRPr>
            </a:lvl3pPr>
            <a:lvl4pPr>
              <a:defRPr sz="1060" b="1">
                <a:solidFill>
                  <a:srgbClr val="FFFFFF"/>
                </a:solidFill>
                <a:latin typeface="Arial"/>
                <a:ea typeface="Arial"/>
                <a:cs typeface="Arial"/>
              </a:defRPr>
            </a:lvl4pPr>
            <a:lvl5pPr>
              <a:defRPr sz="1060" b="1">
                <a:solidFill>
                  <a:srgbClr val="FFFFFF"/>
                </a:solidFill>
                <a:latin typeface="Arial"/>
                <a:ea typeface="Arial"/>
                <a:cs typeface="Arial"/>
              </a:defRPr>
            </a:lvl5pPr>
            <a:lvl6pPr>
              <a:defRPr sz="1060" b="1">
                <a:solidFill>
                  <a:srgbClr val="FFFFFF"/>
                </a:solidFill>
                <a:latin typeface="Arial"/>
                <a:ea typeface="Arial"/>
                <a:cs typeface="Arial"/>
              </a:defRPr>
            </a:lvl6pPr>
            <a:lvl7pPr>
              <a:defRPr sz="1060" b="1">
                <a:solidFill>
                  <a:srgbClr val="FFFFFF"/>
                </a:solidFill>
                <a:latin typeface="Arial"/>
                <a:ea typeface="Arial"/>
                <a:cs typeface="Arial"/>
              </a:defRPr>
            </a:lvl7pPr>
            <a:lvl8pPr>
              <a:defRPr sz="1060" b="1">
                <a:solidFill>
                  <a:srgbClr val="FFFFFF"/>
                </a:solidFill>
                <a:latin typeface="Arial"/>
                <a:ea typeface="Arial"/>
                <a:cs typeface="Arial"/>
              </a:defRPr>
            </a:lvl8pPr>
            <a:lvl9pPr>
              <a:defRPr sz="1060" b="1">
                <a:solidFill>
                  <a:srgbClr val="FFFFFF"/>
                </a:solidFill>
                <a:latin typeface="Arial"/>
                <a:ea typeface="Arial"/>
                <a:cs typeface="Arial"/>
              </a:defRPr>
            </a:lvl9pPr>
          </a:lstStyle>
          <a:p xmlns:a="http://schemas.openxmlformats.org/drawingml/2006/main">
            <a:pPr>
              <a:lnSpc>
                <a:spcPct val="98000"/>
              </a:lnSpc>
              <a:buNone/>
              <a:defRPr sz="1060" b="1">
                <a:solidFill>
                  <a:srgbClr val="FFFFFF"/>
                </a:solidFill>
                <a:latin typeface="Arial"/>
                <a:ea typeface="Arial"/>
                <a:cs typeface="Arial"/>
              </a:defRPr>
            </a:pPr>
            <a:r>
              <a:rPr sz="106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BD18114B-2C74-48D8-8B53-24BEDB169C6E}"/>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F6DF8E5C-5E27-4228-876D-B494CF294C13}"/>
              </a:ext>
            </a:extLst>
          </p:cNvPr>
          <p:cNvPicPr>
            <a:picLocks xmlns:a="http://schemas.openxmlformats.org/drawingml/2006/main" noChangeAspect="1"/>
          </p:cNvPicPr>
          <p:nvPr/>
        </p:nvPicPr>
        <p:blipFill>
          <a:blip xmlns:r="http://schemas.openxmlformats.org/officeDocument/2006/relationships" xmlns:a="http://schemas.openxmlformats.org/drawingml/2006/main" r:embed="Red8a720615fb4060"/>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75870F72-90DE-498A-ACD6-D1F1E1B956A8}"/>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0387FB9F-B2A8-4E2E-A24C-7BCAF49E51D0}"/>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37F07851-9211-4896-AB4E-D5409EB007EF}"/>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EE292680-EBCD-4D5A-9A66-B20C3C862784}"/>
              </a:ext>
            </a:extLst>
          </p:cNvPr>
          <p:cNvPicPr>
            <a:picLocks xmlns:a="http://schemas.openxmlformats.org/drawingml/2006/main" noChangeAspect="1"/>
          </p:cNvPicPr>
          <p:nvPr/>
        </p:nvPicPr>
        <p:blipFill>
          <a:blip xmlns:r="http://schemas.openxmlformats.org/officeDocument/2006/relationships" xmlns:a="http://schemas.openxmlformats.org/drawingml/2006/main" r:embed="Rc2e35d29c46544ed"/>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1483789388"/>
      </p:ext>
    </p:extLst>
  </p:cSld>
</p:sld>
</file>

<file path=ppt/slides/slide10.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13" name="Card reverse title ground">
            <a:extLst xmlns:a="http://schemas.openxmlformats.org/drawingml/2006/main">
              <a:ext uri="{FF2B5EF4-FFF2-40B4-BE49-F238E27FC236}">
                <a16:creationId xmlns:a16="http://schemas.microsoft.com/office/drawing/2014/main" id="{2D472F36-096F-4AFA-8352-32CF94F28501}"/>
              </a:ext>
            </a:extLst>
          </p:cNvPr>
          <p:cNvSpPr>
            <a:spLocks xmlns:a="http://schemas.openxmlformats.org/drawingml/2006/main" noGrp="1"/>
          </p:cNvSpPr>
          <p:nvPr/>
        </p:nvSpPr>
        <p:spPr>
          <a:xfrm xmlns:a="http://schemas.openxmlformats.org/drawingml/2006/main">
            <a:off x="0" y="0"/>
            <a:ext cx="3657600" cy="866775"/>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2" name="Card reverse title">
            <a:extLst xmlns:a="http://schemas.openxmlformats.org/drawingml/2006/main">
              <a:ext uri="{FF2B5EF4-FFF2-40B4-BE49-F238E27FC236}">
                <a16:creationId xmlns:a16="http://schemas.microsoft.com/office/drawing/2014/main" id="{1BE14001-3A84-46F9-8D15-DB27D0F3C02C}"/>
              </a:ext>
            </a:extLst>
          </p:cNvPr>
          <p:cNvSpPr>
            <a:spLocks xmlns:a="http://schemas.openxmlformats.org/drawingml/2006/main" noGrp="1"/>
          </p:cNvSpPr>
          <p:nvPr/>
        </p:nvSpPr>
        <p:spPr>
          <a:xfrm xmlns:a="http://schemas.openxmlformats.org/drawingml/2006/main">
            <a:off x="209550" y="1905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00" b="1">
                <a:solidFill>
                  <a:srgbClr val="FFFF0A"/>
                </a:solidFill>
                <a:latin typeface="Space Grotesk"/>
                <a:ea typeface="Space Grotesk"/>
                <a:cs typeface="Space Grotesk"/>
              </a:defRPr>
            </a:defPPr>
            <a:lvl1pPr>
              <a:defRPr sz="2200" b="1">
                <a:solidFill>
                  <a:srgbClr val="FFFF0A"/>
                </a:solidFill>
                <a:latin typeface="Space Grotesk"/>
                <a:ea typeface="Space Grotesk"/>
                <a:cs typeface="Space Grotesk"/>
              </a:defRPr>
            </a:lvl1pPr>
            <a:lvl2pPr>
              <a:defRPr sz="2200" b="1">
                <a:solidFill>
                  <a:srgbClr val="FFFF0A"/>
                </a:solidFill>
                <a:latin typeface="Space Grotesk"/>
                <a:ea typeface="Space Grotesk"/>
                <a:cs typeface="Space Grotesk"/>
              </a:defRPr>
            </a:lvl2pPr>
            <a:lvl3pPr>
              <a:defRPr sz="2200" b="1">
                <a:solidFill>
                  <a:srgbClr val="FFFF0A"/>
                </a:solidFill>
                <a:latin typeface="Space Grotesk"/>
                <a:ea typeface="Space Grotesk"/>
                <a:cs typeface="Space Grotesk"/>
              </a:defRPr>
            </a:lvl3pPr>
            <a:lvl4pPr>
              <a:defRPr sz="2200" b="1">
                <a:solidFill>
                  <a:srgbClr val="FFFF0A"/>
                </a:solidFill>
                <a:latin typeface="Space Grotesk"/>
                <a:ea typeface="Space Grotesk"/>
                <a:cs typeface="Space Grotesk"/>
              </a:defRPr>
            </a:lvl4pPr>
            <a:lvl5pPr>
              <a:defRPr sz="2200" b="1">
                <a:solidFill>
                  <a:srgbClr val="FFFF0A"/>
                </a:solidFill>
                <a:latin typeface="Space Grotesk"/>
                <a:ea typeface="Space Grotesk"/>
                <a:cs typeface="Space Grotesk"/>
              </a:defRPr>
            </a:lvl5pPr>
            <a:lvl6pPr>
              <a:defRPr sz="2200" b="1">
                <a:solidFill>
                  <a:srgbClr val="FFFF0A"/>
                </a:solidFill>
                <a:latin typeface="Space Grotesk"/>
                <a:ea typeface="Space Grotesk"/>
                <a:cs typeface="Space Grotesk"/>
              </a:defRPr>
            </a:lvl6pPr>
            <a:lvl7pPr>
              <a:defRPr sz="2200" b="1">
                <a:solidFill>
                  <a:srgbClr val="FFFF0A"/>
                </a:solidFill>
                <a:latin typeface="Space Grotesk"/>
                <a:ea typeface="Space Grotesk"/>
                <a:cs typeface="Space Grotesk"/>
              </a:defRPr>
            </a:lvl7pPr>
            <a:lvl8pPr>
              <a:defRPr sz="2200" b="1">
                <a:solidFill>
                  <a:srgbClr val="FFFF0A"/>
                </a:solidFill>
                <a:latin typeface="Space Grotesk"/>
                <a:ea typeface="Space Grotesk"/>
                <a:cs typeface="Space Grotesk"/>
              </a:defRPr>
            </a:lvl8pPr>
            <a:lvl9pPr>
              <a:defRPr sz="2200" b="1">
                <a:solidFill>
                  <a:srgbClr val="FFFF0A"/>
                </a:solidFill>
                <a:latin typeface="Space Grotesk"/>
                <a:ea typeface="Space Grotesk"/>
                <a:cs typeface="Space Grotesk"/>
              </a:defRPr>
            </a:lvl9pPr>
          </a:lstStyle>
          <a:p xmlns:a="http://schemas.openxmlformats.org/drawingml/2006/main">
            <a:pPr>
              <a:lnSpc>
                <a:spcPct val="98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Pass with care</a:t>
            </a:r>
          </a:p>
        </p:txBody>
      </p:sp>
      <p:sp>
        <p:nvSpPr>
          <p:cNvPr id="3" name="Care instruction 1">
            <a:extLst xmlns:a="http://schemas.openxmlformats.org/drawingml/2006/main">
              <a:ext uri="{FF2B5EF4-FFF2-40B4-BE49-F238E27FC236}">
                <a16:creationId xmlns:a16="http://schemas.microsoft.com/office/drawing/2014/main" id="{8AD88C49-6431-45E5-A8DB-E3ADB42039B9}"/>
              </a:ext>
            </a:extLst>
          </p:cNvPr>
          <p:cNvSpPr>
            <a:spLocks xmlns:a="http://schemas.openxmlformats.org/drawingml/2006/main" noGrp="1"/>
          </p:cNvSpPr>
          <p:nvPr/>
        </p:nvSpPr>
        <p:spPr>
          <a:xfrm xmlns:a="http://schemas.openxmlformats.org/drawingml/2006/main">
            <a:off x="238125" y="1143000"/>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20" b="1">
                <a:solidFill>
                  <a:srgbClr val="23143A"/>
                </a:solidFill>
                <a:latin typeface="Space Grotesk"/>
                <a:ea typeface="Space Grotesk"/>
                <a:cs typeface="Space Grotesk"/>
              </a:defRPr>
            </a:defPPr>
            <a:lvl1pPr>
              <a:defRPr sz="1620" b="1">
                <a:solidFill>
                  <a:srgbClr val="23143A"/>
                </a:solidFill>
                <a:latin typeface="Space Grotesk"/>
                <a:ea typeface="Space Grotesk"/>
                <a:cs typeface="Space Grotesk"/>
              </a:defRPr>
            </a:lvl1pPr>
            <a:lvl2pPr>
              <a:defRPr sz="1620" b="1">
                <a:solidFill>
                  <a:srgbClr val="23143A"/>
                </a:solidFill>
                <a:latin typeface="Space Grotesk"/>
                <a:ea typeface="Space Grotesk"/>
                <a:cs typeface="Space Grotesk"/>
              </a:defRPr>
            </a:lvl2pPr>
            <a:lvl3pPr>
              <a:defRPr sz="1620" b="1">
                <a:solidFill>
                  <a:srgbClr val="23143A"/>
                </a:solidFill>
                <a:latin typeface="Space Grotesk"/>
                <a:ea typeface="Space Grotesk"/>
                <a:cs typeface="Space Grotesk"/>
              </a:defRPr>
            </a:lvl3pPr>
            <a:lvl4pPr>
              <a:defRPr sz="1620" b="1">
                <a:solidFill>
                  <a:srgbClr val="23143A"/>
                </a:solidFill>
                <a:latin typeface="Space Grotesk"/>
                <a:ea typeface="Space Grotesk"/>
                <a:cs typeface="Space Grotesk"/>
              </a:defRPr>
            </a:lvl4pPr>
            <a:lvl5pPr>
              <a:defRPr sz="1620" b="1">
                <a:solidFill>
                  <a:srgbClr val="23143A"/>
                </a:solidFill>
                <a:latin typeface="Space Grotesk"/>
                <a:ea typeface="Space Grotesk"/>
                <a:cs typeface="Space Grotesk"/>
              </a:defRPr>
            </a:lvl5pPr>
            <a:lvl6pPr>
              <a:defRPr sz="1620" b="1">
                <a:solidFill>
                  <a:srgbClr val="23143A"/>
                </a:solidFill>
                <a:latin typeface="Space Grotesk"/>
                <a:ea typeface="Space Grotesk"/>
                <a:cs typeface="Space Grotesk"/>
              </a:defRPr>
            </a:lvl6pPr>
            <a:lvl7pPr>
              <a:defRPr sz="1620" b="1">
                <a:solidFill>
                  <a:srgbClr val="23143A"/>
                </a:solidFill>
                <a:latin typeface="Space Grotesk"/>
                <a:ea typeface="Space Grotesk"/>
                <a:cs typeface="Space Grotesk"/>
              </a:defRPr>
            </a:lvl7pPr>
            <a:lvl8pPr>
              <a:defRPr sz="1620" b="1">
                <a:solidFill>
                  <a:srgbClr val="23143A"/>
                </a:solidFill>
                <a:latin typeface="Space Grotesk"/>
                <a:ea typeface="Space Grotesk"/>
                <a:cs typeface="Space Grotesk"/>
              </a:defRPr>
            </a:lvl8pPr>
            <a:lvl9pPr>
              <a:defRPr sz="1620" b="1">
                <a:solidFill>
                  <a:srgbClr val="23143A"/>
                </a:solidFill>
                <a:latin typeface="Space Grotesk"/>
                <a:ea typeface="Space Grotesk"/>
                <a:cs typeface="Space Grotesk"/>
              </a:defRPr>
            </a:lvl9pPr>
          </a:lstStyle>
          <a:p xmlns:a="http://schemas.openxmlformats.org/drawingml/2006/main">
            <a:pPr>
              <a:lnSpc>
                <a:spcPct val="98000"/>
              </a:lnSpc>
              <a:buNone/>
              <a:defRPr sz="1620" b="1">
                <a:solidFill>
                  <a:srgbClr val="23143A"/>
                </a:solidFill>
                <a:latin typeface="Space Grotesk"/>
                <a:ea typeface="Space Grotesk"/>
                <a:cs typeface="Space Grotesk"/>
              </a:defRPr>
            </a:pPr>
            <a:r>
              <a:rPr sz="1620" b="1">
                <a:solidFill>
                  <a:srgbClr val="23143A"/>
                </a:solidFill>
                <a:latin typeface="Space Grotesk"/>
                <a:ea typeface="Space Grotesk"/>
                <a:cs typeface="Space Grotesk"/>
              </a:rPr>
              <a:t>No safe room to pass?</a:t>
            </a:r>
          </a:p>
        </p:txBody>
      </p:sp>
      <p:sp>
        <p:nvSpPr>
          <p:cNvPr id="4" name="Care instruction 2">
            <a:extLst xmlns:a="http://schemas.openxmlformats.org/drawingml/2006/main">
              <a:ext uri="{FF2B5EF4-FFF2-40B4-BE49-F238E27FC236}">
                <a16:creationId xmlns:a16="http://schemas.microsoft.com/office/drawing/2014/main" id="{92A2A965-CA20-40AA-95F2-0BD7D60D5732}"/>
              </a:ext>
            </a:extLst>
          </p:cNvPr>
          <p:cNvSpPr>
            <a:spLocks xmlns:a="http://schemas.openxmlformats.org/drawingml/2006/main" noGrp="1"/>
          </p:cNvSpPr>
          <p:nvPr/>
        </p:nvSpPr>
        <p:spPr>
          <a:xfrm xmlns:a="http://schemas.openxmlformats.org/drawingml/2006/main">
            <a:off x="238125" y="2009775"/>
            <a:ext cx="318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40" b="1">
                <a:solidFill>
                  <a:srgbClr val="23143A"/>
                </a:solidFill>
                <a:latin typeface="Space Grotesk"/>
                <a:ea typeface="Space Grotesk"/>
                <a:cs typeface="Space Grotesk"/>
              </a:defRPr>
            </a:defPPr>
            <a:lvl1pPr>
              <a:defRPr sz="1540" b="1">
                <a:solidFill>
                  <a:srgbClr val="23143A"/>
                </a:solidFill>
                <a:latin typeface="Space Grotesk"/>
                <a:ea typeface="Space Grotesk"/>
                <a:cs typeface="Space Grotesk"/>
              </a:defRPr>
            </a:lvl1pPr>
            <a:lvl2pPr>
              <a:defRPr sz="1540" b="1">
                <a:solidFill>
                  <a:srgbClr val="23143A"/>
                </a:solidFill>
                <a:latin typeface="Space Grotesk"/>
                <a:ea typeface="Space Grotesk"/>
                <a:cs typeface="Space Grotesk"/>
              </a:defRPr>
            </a:lvl2pPr>
            <a:lvl3pPr>
              <a:defRPr sz="1540" b="1">
                <a:solidFill>
                  <a:srgbClr val="23143A"/>
                </a:solidFill>
                <a:latin typeface="Space Grotesk"/>
                <a:ea typeface="Space Grotesk"/>
                <a:cs typeface="Space Grotesk"/>
              </a:defRPr>
            </a:lvl3pPr>
            <a:lvl4pPr>
              <a:defRPr sz="1540" b="1">
                <a:solidFill>
                  <a:srgbClr val="23143A"/>
                </a:solidFill>
                <a:latin typeface="Space Grotesk"/>
                <a:ea typeface="Space Grotesk"/>
                <a:cs typeface="Space Grotesk"/>
              </a:defRPr>
            </a:lvl4pPr>
            <a:lvl5pPr>
              <a:defRPr sz="1540" b="1">
                <a:solidFill>
                  <a:srgbClr val="23143A"/>
                </a:solidFill>
                <a:latin typeface="Space Grotesk"/>
                <a:ea typeface="Space Grotesk"/>
                <a:cs typeface="Space Grotesk"/>
              </a:defRPr>
            </a:lvl5pPr>
            <a:lvl6pPr>
              <a:defRPr sz="1540" b="1">
                <a:solidFill>
                  <a:srgbClr val="23143A"/>
                </a:solidFill>
                <a:latin typeface="Space Grotesk"/>
                <a:ea typeface="Space Grotesk"/>
                <a:cs typeface="Space Grotesk"/>
              </a:defRPr>
            </a:lvl6pPr>
            <a:lvl7pPr>
              <a:defRPr sz="1540" b="1">
                <a:solidFill>
                  <a:srgbClr val="23143A"/>
                </a:solidFill>
                <a:latin typeface="Space Grotesk"/>
                <a:ea typeface="Space Grotesk"/>
                <a:cs typeface="Space Grotesk"/>
              </a:defRPr>
            </a:lvl7pPr>
            <a:lvl8pPr>
              <a:defRPr sz="1540" b="1">
                <a:solidFill>
                  <a:srgbClr val="23143A"/>
                </a:solidFill>
                <a:latin typeface="Space Grotesk"/>
                <a:ea typeface="Space Grotesk"/>
                <a:cs typeface="Space Grotesk"/>
              </a:defRPr>
            </a:lvl8pPr>
            <a:lvl9pPr>
              <a:defRPr sz="1540" b="1">
                <a:solidFill>
                  <a:srgbClr val="23143A"/>
                </a:solidFill>
                <a:latin typeface="Space Grotesk"/>
                <a:ea typeface="Space Grotesk"/>
                <a:cs typeface="Space Grotesk"/>
              </a:defRPr>
            </a:lvl9pPr>
          </a:lstStyle>
          <a:p xmlns:a="http://schemas.openxmlformats.org/drawingml/2006/main">
            <a:pPr>
              <a:lnSpc>
                <a:spcPct val="98000"/>
              </a:lnSpc>
              <a:buNone/>
              <a:defRPr sz="1540" b="1">
                <a:solidFill>
                  <a:srgbClr val="23143A"/>
                </a:solidFill>
                <a:latin typeface="Space Grotesk"/>
                <a:ea typeface="Space Grotesk"/>
                <a:cs typeface="Space Grotesk"/>
              </a:defRPr>
            </a:pPr>
            <a:r>
              <a:rPr sz="1540" b="1">
                <a:solidFill>
                  <a:srgbClr val="23143A"/>
                </a:solidFill>
                <a:latin typeface="Space Grotesk"/>
                <a:ea typeface="Space Grotesk"/>
                <a:cs typeface="Space Grotesk"/>
              </a:rPr>
              <a:t>Slow down and wait behind.</a:t>
            </a:r>
          </a:p>
        </p:txBody>
      </p:sp>
      <p:sp>
        <p:nvSpPr>
          <p:cNvPr id="5" name="Care instruction 3">
            <a:extLst xmlns:a="http://schemas.openxmlformats.org/drawingml/2006/main">
              <a:ext uri="{FF2B5EF4-FFF2-40B4-BE49-F238E27FC236}">
                <a16:creationId xmlns:a16="http://schemas.microsoft.com/office/drawing/2014/main" id="{8D95155B-A5AD-4E6B-A1F8-A0E721A6CCE2}"/>
              </a:ext>
            </a:extLst>
          </p:cNvPr>
          <p:cNvSpPr>
            <a:spLocks xmlns:a="http://schemas.openxmlformats.org/drawingml/2006/main" noGrp="1"/>
          </p:cNvSpPr>
          <p:nvPr/>
        </p:nvSpPr>
        <p:spPr>
          <a:xfrm xmlns:a="http://schemas.openxmlformats.org/drawingml/2006/main">
            <a:off x="238125" y="2981325"/>
            <a:ext cx="3181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80" b="1">
                <a:solidFill>
                  <a:srgbClr val="23143A"/>
                </a:solidFill>
                <a:latin typeface="Space Grotesk"/>
                <a:ea typeface="Space Grotesk"/>
                <a:cs typeface="Space Grotesk"/>
              </a:defRPr>
            </a:defPPr>
            <a:lvl1pPr>
              <a:defRPr sz="1480" b="1">
                <a:solidFill>
                  <a:srgbClr val="23143A"/>
                </a:solidFill>
                <a:latin typeface="Space Grotesk"/>
                <a:ea typeface="Space Grotesk"/>
                <a:cs typeface="Space Grotesk"/>
              </a:defRPr>
            </a:lvl1pPr>
            <a:lvl2pPr>
              <a:defRPr sz="1480" b="1">
                <a:solidFill>
                  <a:srgbClr val="23143A"/>
                </a:solidFill>
                <a:latin typeface="Space Grotesk"/>
                <a:ea typeface="Space Grotesk"/>
                <a:cs typeface="Space Grotesk"/>
              </a:defRPr>
            </a:lvl2pPr>
            <a:lvl3pPr>
              <a:defRPr sz="1480" b="1">
                <a:solidFill>
                  <a:srgbClr val="23143A"/>
                </a:solidFill>
                <a:latin typeface="Space Grotesk"/>
                <a:ea typeface="Space Grotesk"/>
                <a:cs typeface="Space Grotesk"/>
              </a:defRPr>
            </a:lvl3pPr>
            <a:lvl4pPr>
              <a:defRPr sz="1480" b="1">
                <a:solidFill>
                  <a:srgbClr val="23143A"/>
                </a:solidFill>
                <a:latin typeface="Space Grotesk"/>
                <a:ea typeface="Space Grotesk"/>
                <a:cs typeface="Space Grotesk"/>
              </a:defRPr>
            </a:lvl4pPr>
            <a:lvl5pPr>
              <a:defRPr sz="1480" b="1">
                <a:solidFill>
                  <a:srgbClr val="23143A"/>
                </a:solidFill>
                <a:latin typeface="Space Grotesk"/>
                <a:ea typeface="Space Grotesk"/>
                <a:cs typeface="Space Grotesk"/>
              </a:defRPr>
            </a:lvl5pPr>
            <a:lvl6pPr>
              <a:defRPr sz="1480" b="1">
                <a:solidFill>
                  <a:srgbClr val="23143A"/>
                </a:solidFill>
                <a:latin typeface="Space Grotesk"/>
                <a:ea typeface="Space Grotesk"/>
                <a:cs typeface="Space Grotesk"/>
              </a:defRPr>
            </a:lvl6pPr>
            <a:lvl7pPr>
              <a:defRPr sz="1480" b="1">
                <a:solidFill>
                  <a:srgbClr val="23143A"/>
                </a:solidFill>
                <a:latin typeface="Space Grotesk"/>
                <a:ea typeface="Space Grotesk"/>
                <a:cs typeface="Space Grotesk"/>
              </a:defRPr>
            </a:lvl7pPr>
            <a:lvl8pPr>
              <a:defRPr sz="1480" b="1">
                <a:solidFill>
                  <a:srgbClr val="23143A"/>
                </a:solidFill>
                <a:latin typeface="Space Grotesk"/>
                <a:ea typeface="Space Grotesk"/>
                <a:cs typeface="Space Grotesk"/>
              </a:defRPr>
            </a:lvl8pPr>
            <a:lvl9pPr>
              <a:defRPr sz="1480" b="1">
                <a:solidFill>
                  <a:srgbClr val="23143A"/>
                </a:solidFill>
                <a:latin typeface="Space Grotesk"/>
                <a:ea typeface="Space Grotesk"/>
                <a:cs typeface="Space Grotesk"/>
              </a:defRPr>
            </a:lvl9pPr>
          </a:lstStyle>
          <a:p xmlns:a="http://schemas.openxmlformats.org/drawingml/2006/main">
            <a:pPr>
              <a:lnSpc>
                <a:spcPct val="98000"/>
              </a:lnSpc>
              <a:buNone/>
              <a:defRPr sz="1480" b="1">
                <a:solidFill>
                  <a:srgbClr val="23143A"/>
                </a:solidFill>
                <a:latin typeface="Space Grotesk"/>
                <a:ea typeface="Space Grotesk"/>
                <a:cs typeface="Space Grotesk"/>
              </a:defRPr>
            </a:pPr>
            <a:r>
              <a:rPr sz="1480" b="1">
                <a:solidFill>
                  <a:srgbClr val="23143A"/>
                </a:solidFill>
                <a:latin typeface="Space Grotesk"/>
                <a:ea typeface="Space Grotesk"/>
                <a:cs typeface="Space Grotesk"/>
              </a:rPr>
              <a:t>Pass only when there is enough room, including the space local law requires.</a:t>
            </a:r>
          </a:p>
        </p:txBody>
      </p:sp>
      <p:sp>
        <p:nvSpPr>
          <p:cNvPr id="6" name="Every rider deserves room">
            <a:extLst xmlns:a="http://schemas.openxmlformats.org/drawingml/2006/main">
              <a:ext uri="{FF2B5EF4-FFF2-40B4-BE49-F238E27FC236}">
                <a16:creationId xmlns:a16="http://schemas.microsoft.com/office/drawing/2014/main" id="{36B41146-609D-4F61-A21B-B042D19CDA70}"/>
              </a:ext>
            </a:extLst>
          </p:cNvPr>
          <p:cNvSpPr>
            <a:spLocks xmlns:a="http://schemas.openxmlformats.org/drawingml/2006/main" noGrp="1"/>
          </p:cNvSpPr>
          <p:nvPr/>
        </p:nvSpPr>
        <p:spPr>
          <a:xfrm xmlns:a="http://schemas.openxmlformats.org/drawingml/2006/main">
            <a:off x="238125" y="4105275"/>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7926CB"/>
                </a:solidFill>
                <a:latin typeface="Space Grotesk"/>
                <a:ea typeface="Space Grotesk"/>
                <a:cs typeface="Space Grotesk"/>
              </a:defRPr>
            </a:defPPr>
            <a:lvl1pPr>
              <a:defRPr sz="1050" b="1">
                <a:solidFill>
                  <a:srgbClr val="7926CB"/>
                </a:solidFill>
                <a:latin typeface="Space Grotesk"/>
                <a:ea typeface="Space Grotesk"/>
                <a:cs typeface="Space Grotesk"/>
              </a:defRPr>
            </a:lvl1pPr>
            <a:lvl2pPr>
              <a:defRPr sz="1050" b="1">
                <a:solidFill>
                  <a:srgbClr val="7926CB"/>
                </a:solidFill>
                <a:latin typeface="Space Grotesk"/>
                <a:ea typeface="Space Grotesk"/>
                <a:cs typeface="Space Grotesk"/>
              </a:defRPr>
            </a:lvl2pPr>
            <a:lvl3pPr>
              <a:defRPr sz="1050" b="1">
                <a:solidFill>
                  <a:srgbClr val="7926CB"/>
                </a:solidFill>
                <a:latin typeface="Space Grotesk"/>
                <a:ea typeface="Space Grotesk"/>
                <a:cs typeface="Space Grotesk"/>
              </a:defRPr>
            </a:lvl3pPr>
            <a:lvl4pPr>
              <a:defRPr sz="1050" b="1">
                <a:solidFill>
                  <a:srgbClr val="7926CB"/>
                </a:solidFill>
                <a:latin typeface="Space Grotesk"/>
                <a:ea typeface="Space Grotesk"/>
                <a:cs typeface="Space Grotesk"/>
              </a:defRPr>
            </a:lvl4pPr>
            <a:lvl5pPr>
              <a:defRPr sz="1050" b="1">
                <a:solidFill>
                  <a:srgbClr val="7926CB"/>
                </a:solidFill>
                <a:latin typeface="Space Grotesk"/>
                <a:ea typeface="Space Grotesk"/>
                <a:cs typeface="Space Grotesk"/>
              </a:defRPr>
            </a:lvl5pPr>
            <a:lvl6pPr>
              <a:defRPr sz="1050" b="1">
                <a:solidFill>
                  <a:srgbClr val="7926CB"/>
                </a:solidFill>
                <a:latin typeface="Space Grotesk"/>
                <a:ea typeface="Space Grotesk"/>
                <a:cs typeface="Space Grotesk"/>
              </a:defRPr>
            </a:lvl6pPr>
            <a:lvl7pPr>
              <a:defRPr sz="1050" b="1">
                <a:solidFill>
                  <a:srgbClr val="7926CB"/>
                </a:solidFill>
                <a:latin typeface="Space Grotesk"/>
                <a:ea typeface="Space Grotesk"/>
                <a:cs typeface="Space Grotesk"/>
              </a:defRPr>
            </a:lvl7pPr>
            <a:lvl8pPr>
              <a:defRPr sz="1050" b="1">
                <a:solidFill>
                  <a:srgbClr val="7926CB"/>
                </a:solidFill>
                <a:latin typeface="Space Grotesk"/>
                <a:ea typeface="Space Grotesk"/>
                <a:cs typeface="Space Grotesk"/>
              </a:defRPr>
            </a:lvl8pPr>
            <a:lvl9pPr>
              <a:defRPr sz="1050" b="1">
                <a:solidFill>
                  <a:srgbClr val="7926CB"/>
                </a:solidFill>
                <a:latin typeface="Space Grotesk"/>
                <a:ea typeface="Space Grotesk"/>
                <a:cs typeface="Space Grotesk"/>
              </a:defRPr>
            </a:lvl9pPr>
          </a:lstStyle>
          <a:p xmlns:a="http://schemas.openxmlformats.org/drawingml/2006/main">
            <a:pPr>
              <a:lnSpc>
                <a:spcPct val="98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Every rider deserves room.</a:t>
            </a:r>
          </a:p>
        </p:txBody>
      </p:sp>
      <p:sp>
        <p:nvSpPr>
          <p:cNvPr id="7" name="Brand footer">
            <a:extLst xmlns:a="http://schemas.openxmlformats.org/drawingml/2006/main">
              <a:ext uri="{FF2B5EF4-FFF2-40B4-BE49-F238E27FC236}">
                <a16:creationId xmlns:a16="http://schemas.microsoft.com/office/drawing/2014/main" id="{55357282-74F8-4EA3-A971-652F8A869887}"/>
              </a:ext>
            </a:extLst>
          </p:cNvPr>
          <p:cNvSpPr>
            <a:spLocks xmlns:a="http://schemas.openxmlformats.org/drawingml/2006/main" noGrp="1"/>
          </p:cNvSpPr>
          <p:nvPr/>
        </p:nvSpPr>
        <p:spPr>
          <a:xfrm xmlns:a="http://schemas.openxmlformats.org/drawingml/2006/main">
            <a:off x="0" y="4610100"/>
            <a:ext cx="3657600" cy="8763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D66A6B0F-0CC1-47CE-A111-873587723236}"/>
              </a:ext>
            </a:extLst>
          </p:cNvPr>
          <p:cNvPicPr>
            <a:picLocks xmlns:a="http://schemas.openxmlformats.org/drawingml/2006/main" noChangeAspect="1"/>
          </p:cNvPicPr>
          <p:nvPr/>
        </p:nvPicPr>
        <p:blipFill>
          <a:blip xmlns:r="http://schemas.openxmlformats.org/officeDocument/2006/relationships" xmlns:a="http://schemas.openxmlformats.org/drawingml/2006/main" r:embed="Raef53ffe4e264af4"/>
          <a:stretch xmlns:a="http://schemas.openxmlformats.org/drawingml/2006/main"/>
        </p:blipFill>
        <p:spPr>
          <a:xfrm xmlns:a="http://schemas.openxmlformats.org/drawingml/2006/main">
            <a:off x="171450" y="4886325"/>
            <a:ext cx="323850" cy="32385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0D5A75E7-1CF0-4AF7-9CD4-0803BDC84216}"/>
              </a:ext>
            </a:extLst>
          </p:cNvPr>
          <p:cNvSpPr>
            <a:spLocks xmlns:a="http://schemas.openxmlformats.org/drawingml/2006/main" noGrp="1"/>
          </p:cNvSpPr>
          <p:nvPr/>
        </p:nvSpPr>
        <p:spPr>
          <a:xfrm xmlns:a="http://schemas.openxmlformats.org/drawingml/2006/main">
            <a:off x="609600" y="4743450"/>
            <a:ext cx="22764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50" b="1">
                <a:solidFill>
                  <a:srgbClr val="FFFF0A"/>
                </a:solidFill>
                <a:latin typeface="Space Grotesk"/>
                <a:ea typeface="Space Grotesk"/>
                <a:cs typeface="Space Grotesk"/>
              </a:defRPr>
            </a:defPPr>
            <a:lvl1pPr>
              <a:defRPr sz="1550" b="1">
                <a:solidFill>
                  <a:srgbClr val="FFFF0A"/>
                </a:solidFill>
                <a:latin typeface="Space Grotesk"/>
                <a:ea typeface="Space Grotesk"/>
                <a:cs typeface="Space Grotesk"/>
              </a:defRPr>
            </a:lvl1pPr>
            <a:lvl2pPr>
              <a:defRPr sz="1550" b="1">
                <a:solidFill>
                  <a:srgbClr val="FFFF0A"/>
                </a:solidFill>
                <a:latin typeface="Space Grotesk"/>
                <a:ea typeface="Space Grotesk"/>
                <a:cs typeface="Space Grotesk"/>
              </a:defRPr>
            </a:lvl2pPr>
            <a:lvl3pPr>
              <a:defRPr sz="1550" b="1">
                <a:solidFill>
                  <a:srgbClr val="FFFF0A"/>
                </a:solidFill>
                <a:latin typeface="Space Grotesk"/>
                <a:ea typeface="Space Grotesk"/>
                <a:cs typeface="Space Grotesk"/>
              </a:defRPr>
            </a:lvl3pPr>
            <a:lvl4pPr>
              <a:defRPr sz="1550" b="1">
                <a:solidFill>
                  <a:srgbClr val="FFFF0A"/>
                </a:solidFill>
                <a:latin typeface="Space Grotesk"/>
                <a:ea typeface="Space Grotesk"/>
                <a:cs typeface="Space Grotesk"/>
              </a:defRPr>
            </a:lvl4pPr>
            <a:lvl5pPr>
              <a:defRPr sz="1550" b="1">
                <a:solidFill>
                  <a:srgbClr val="FFFF0A"/>
                </a:solidFill>
                <a:latin typeface="Space Grotesk"/>
                <a:ea typeface="Space Grotesk"/>
                <a:cs typeface="Space Grotesk"/>
              </a:defRPr>
            </a:lvl5pPr>
            <a:lvl6pPr>
              <a:defRPr sz="1550" b="1">
                <a:solidFill>
                  <a:srgbClr val="FFFF0A"/>
                </a:solidFill>
                <a:latin typeface="Space Grotesk"/>
                <a:ea typeface="Space Grotesk"/>
                <a:cs typeface="Space Grotesk"/>
              </a:defRPr>
            </a:lvl6pPr>
            <a:lvl7pPr>
              <a:defRPr sz="1550" b="1">
                <a:solidFill>
                  <a:srgbClr val="FFFF0A"/>
                </a:solidFill>
                <a:latin typeface="Space Grotesk"/>
                <a:ea typeface="Space Grotesk"/>
                <a:cs typeface="Space Grotesk"/>
              </a:defRPr>
            </a:lvl7pPr>
            <a:lvl8pPr>
              <a:defRPr sz="1550" b="1">
                <a:solidFill>
                  <a:srgbClr val="FFFF0A"/>
                </a:solidFill>
                <a:latin typeface="Space Grotesk"/>
                <a:ea typeface="Space Grotesk"/>
                <a:cs typeface="Space Grotesk"/>
              </a:defRPr>
            </a:lvl8pPr>
            <a:lvl9pPr>
              <a:defRPr sz="1550" b="1">
                <a:solidFill>
                  <a:srgbClr val="FFFF0A"/>
                </a:solidFill>
                <a:latin typeface="Space Grotesk"/>
                <a:ea typeface="Space Grotesk"/>
                <a:cs typeface="Space Grotesk"/>
              </a:defRPr>
            </a:lvl9pPr>
          </a:lstStyle>
          <a:p xmlns:a="http://schemas.openxmlformats.org/drawingml/2006/main">
            <a:pPr>
              <a:lnSpc>
                <a:spcPct val="98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B0891B20-BF16-4AB5-AFA7-84FC2C3D539A}"/>
              </a:ext>
            </a:extLst>
          </p:cNvPr>
          <p:cNvSpPr>
            <a:spLocks xmlns:a="http://schemas.openxmlformats.org/drawingml/2006/main" noGrp="1"/>
          </p:cNvSpPr>
          <p:nvPr/>
        </p:nvSpPr>
        <p:spPr>
          <a:xfrm xmlns:a="http://schemas.openxmlformats.org/drawingml/2006/main">
            <a:off x="609600" y="5067300"/>
            <a:ext cx="22764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50" b="1">
                <a:solidFill>
                  <a:srgbClr val="FFFFFF"/>
                </a:solidFill>
                <a:latin typeface="Arial"/>
                <a:ea typeface="Arial"/>
                <a:cs typeface="Arial"/>
              </a:defRPr>
            </a:defPPr>
            <a:lvl1pPr>
              <a:defRPr sz="850" b="1">
                <a:solidFill>
                  <a:srgbClr val="FFFFFF"/>
                </a:solidFill>
                <a:latin typeface="Arial"/>
                <a:ea typeface="Arial"/>
                <a:cs typeface="Arial"/>
              </a:defRPr>
            </a:lvl1pPr>
            <a:lvl2pPr>
              <a:defRPr sz="850" b="1">
                <a:solidFill>
                  <a:srgbClr val="FFFFFF"/>
                </a:solidFill>
                <a:latin typeface="Arial"/>
                <a:ea typeface="Arial"/>
                <a:cs typeface="Arial"/>
              </a:defRPr>
            </a:lvl2pPr>
            <a:lvl3pPr>
              <a:defRPr sz="850" b="1">
                <a:solidFill>
                  <a:srgbClr val="FFFFFF"/>
                </a:solidFill>
                <a:latin typeface="Arial"/>
                <a:ea typeface="Arial"/>
                <a:cs typeface="Arial"/>
              </a:defRPr>
            </a:lvl3pPr>
            <a:lvl4pPr>
              <a:defRPr sz="850" b="1">
                <a:solidFill>
                  <a:srgbClr val="FFFFFF"/>
                </a:solidFill>
                <a:latin typeface="Arial"/>
                <a:ea typeface="Arial"/>
                <a:cs typeface="Arial"/>
              </a:defRPr>
            </a:lvl4pPr>
            <a:lvl5pPr>
              <a:defRPr sz="850" b="1">
                <a:solidFill>
                  <a:srgbClr val="FFFFFF"/>
                </a:solidFill>
                <a:latin typeface="Arial"/>
                <a:ea typeface="Arial"/>
                <a:cs typeface="Arial"/>
              </a:defRPr>
            </a:lvl5pPr>
            <a:lvl6pPr>
              <a:defRPr sz="850" b="1">
                <a:solidFill>
                  <a:srgbClr val="FFFFFF"/>
                </a:solidFill>
                <a:latin typeface="Arial"/>
                <a:ea typeface="Arial"/>
                <a:cs typeface="Arial"/>
              </a:defRPr>
            </a:lvl6pPr>
            <a:lvl7pPr>
              <a:defRPr sz="850" b="1">
                <a:solidFill>
                  <a:srgbClr val="FFFFFF"/>
                </a:solidFill>
                <a:latin typeface="Arial"/>
                <a:ea typeface="Arial"/>
                <a:cs typeface="Arial"/>
              </a:defRPr>
            </a:lvl7pPr>
            <a:lvl8pPr>
              <a:defRPr sz="850" b="1">
                <a:solidFill>
                  <a:srgbClr val="FFFFFF"/>
                </a:solidFill>
                <a:latin typeface="Arial"/>
                <a:ea typeface="Arial"/>
                <a:cs typeface="Arial"/>
              </a:defRPr>
            </a:lvl8pPr>
            <a:lvl9pPr>
              <a:defRPr sz="850" b="1">
                <a:solidFill>
                  <a:srgbClr val="FFFFFF"/>
                </a:solidFill>
                <a:latin typeface="Arial"/>
                <a:ea typeface="Arial"/>
                <a:cs typeface="Arial"/>
              </a:defRPr>
            </a:lvl9pPr>
          </a:lstStyle>
          <a:p xmlns:a="http://schemas.openxmlformats.org/drawingml/2006/main">
            <a:pPr>
              <a:lnSpc>
                <a:spcPct val="98000"/>
              </a:lnSpc>
              <a:buNone/>
              <a:defRPr sz="850" b="1">
                <a:solidFill>
                  <a:srgbClr val="FFFFFF"/>
                </a:solidFill>
                <a:latin typeface="Arial"/>
                <a:ea typeface="Arial"/>
                <a:cs typeface="Arial"/>
              </a:defRPr>
            </a:pPr>
            <a:r>
              <a:rPr sz="85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4AEFDDD8-DD9B-46BE-B294-0ECD074DADAD}"/>
              </a:ext>
            </a:extLst>
          </p:cNvPr>
          <p:cNvSpPr>
            <a:spLocks xmlns:a="http://schemas.openxmlformats.org/drawingml/2006/main" noGrp="1"/>
          </p:cNvSpPr>
          <p:nvPr/>
        </p:nvSpPr>
        <p:spPr>
          <a:xfrm xmlns:a="http://schemas.openxmlformats.org/drawingml/2006/main">
            <a:off x="2943225" y="4714875"/>
            <a:ext cx="666750" cy="6667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2566BEE7-3281-4F64-9F07-7FAA80A5687B}"/>
              </a:ext>
            </a:extLst>
          </p:cNvPr>
          <p:cNvPicPr>
            <a:picLocks xmlns:a="http://schemas.openxmlformats.org/drawingml/2006/main" noChangeAspect="1"/>
          </p:cNvPicPr>
          <p:nvPr/>
        </p:nvPicPr>
        <p:blipFill>
          <a:blip xmlns:r="http://schemas.openxmlformats.org/officeDocument/2006/relationships" xmlns:a="http://schemas.openxmlformats.org/drawingml/2006/main" r:embed="R4daca57cc8794045"/>
          <a:stretch xmlns:a="http://schemas.openxmlformats.org/drawingml/2006/main"/>
        </p:blipFill>
        <p:spPr>
          <a:xfrm xmlns:a="http://schemas.openxmlformats.org/drawingml/2006/main">
            <a:off x="2990850" y="4762500"/>
            <a:ext cx="571500" cy="571500"/>
          </a:xfrm>
          <a:prstGeom xmlns:a="http://schemas.openxmlformats.org/drawingml/2006/main" prst="rect">
            <a:avLst/>
          </a:prstGeom>
        </p:spPr>
      </p:pic>
    </p:spTree>
    <p:extLst>
      <p:ext uri="{BB962C8B-B14F-4D97-AF65-F5344CB8AC3E}">
        <p14:creationId xmlns:p14="http://schemas.microsoft.com/office/powerpoint/2010/main" val="319476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2026-10-29T13:47:43.6510000Z</dcterms:created>
  <dcterms:modified xsi:type="dcterms:W3CDTF">2026-10-29T13:47:43.6510000Z</dcterms:modified>
</coreProperties>
</file>