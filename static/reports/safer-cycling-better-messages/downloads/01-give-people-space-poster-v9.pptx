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c9a10ee61f4756" /><Relationship Type="http://schemas.openxmlformats.org/officeDocument/2006/relationships/extended-properties" Target="/docProps/app.xml" Id="R6cd75b94a3394e83" /><Relationship Type="http://schemas.openxmlformats.org/officeDocument/2006/relationships/officeDocument" Target="/ppt/presentation.xml" Id="Re9c96c8adf1945b1" /></Relationships>
</file>

<file path=ppt/presentation.xml><?xml version="1.0" encoding="utf-8"?>
<p:presentation xmlns:p="http://schemas.openxmlformats.org/presentationml/2006/main">
  <p:sldMasterIdLst>
    <p:sldMasterId xmlns:r="http://schemas.openxmlformats.org/officeDocument/2006/relationships" id="2147483648" r:id="R5c9fa0ce55444807"/>
  </p:sldMasterIdLst>
  <p:notesMasterIdLst>
    <p:notesMasterId xmlns:r="http://schemas.openxmlformats.org/officeDocument/2006/relationships" r:id="Re1c1bd4333d04981"/>
  </p:notesMasterIdLst>
  <p:sldIdLst>
    <p:sldId xmlns:r="http://schemas.openxmlformats.org/officeDocument/2006/relationships" id="256" r:id="R60beb39b36074d14"/>
    <p:sldId xmlns:r="http://schemas.openxmlformats.org/officeDocument/2006/relationships" id="257" r:id="Rf5232d6c8dae46c7"/>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3c78d5eafc4f63" /><Relationship Type="http://schemas.openxmlformats.org/officeDocument/2006/relationships/slideMaster" Target="/ppt/slideMasters/slideMaster1.xml" Id="R5c9fa0ce55444807" /><Relationship Type="http://schemas.openxmlformats.org/officeDocument/2006/relationships/notesMaster" Target="/ppt/notesMasters/notesMaster1.xml" Id="Re1c1bd4333d04981" /><Relationship Type="http://schemas.openxmlformats.org/officeDocument/2006/relationships/presProps" Target="/ppt/presProps.xml" Id="R916e501d6b014f8b" /><Relationship Type="http://schemas.openxmlformats.org/officeDocument/2006/relationships/tableStyles" Target="/ppt/tableStyles.xml" Id="R2b87d5a163204981" /><Relationship Type="http://schemas.openxmlformats.org/officeDocument/2006/relationships/slide" Target="/ppt/slides/slide1.xml" Id="R60beb39b36074d14" /><Relationship Type="http://schemas.openxmlformats.org/officeDocument/2006/relationships/slide" Target="/ppt/slides/slide2.xml" Id="Rf5232d6c8dae46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2bde5b7f764b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a99ad760d04450" /><Relationship Type="http://schemas.openxmlformats.org/officeDocument/2006/relationships/notesMaster" Target="/ppt/notesMasters/notesMaster1.xml" Id="Re079328a46fb43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cbec260c06474a" /><Relationship Type="http://schemas.openxmlformats.org/officeDocument/2006/relationships/notesMaster" Target="/ppt/notesMasters/notesMaster1.xml" Id="R47a12110163a4c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People S.P.A.C.E.</a:t>
            </a:r>
          </a:p>
          <a:p xmlns:a="http://schemas.openxmlformats.org/drawingml/2006/main">
            <a:r>
              <a:t>Measured passing behavior improved in some outreach/enforcement evaluations. Print was bundled with other components; no effect is established for this exact message or artwork, and no injury reduction is claimed.</a:t>
            </a:r>
          </a:p>
          <a:p xmlns:a="http://schemas.openxmlformats.org/drawingml/2006/main">
            <a:r>
              <a:t>This exact copy and artwork have not been tested with the intended audience. Treat the emotional framing as an audience hypothesis, not an effectiveness claim. Intended direction: Patience and care; preserve S.P.A.C.E.</a:t>
            </a:r>
          </a:p>
          <a:p xmlns:a="http://schemas.openxmlformats.org/drawingml/2006/main">
            <a:r>
              <a:t>“A mother” is an illustrative role in this campaign message, not a biography or testimonial about the generated image.</a:t>
            </a:r>
          </a:p>
          <a:p xmlns:a="http://schemas.openxmlformats.org/drawingml/2006/main">
            <a:r>
              <a:t>Keep the full S.P.A.C.E. driver system intact. The headline is a relationship-based creative hypothesis, not a claim about the pictured person.</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A. Same wording and layout across variants; only artwork changes. These are two one-sided poster alternatives, not a duplex sheet.</a:t>
            </a:r>
          </a:p>
          <a:p xmlns:a="http://schemas.openxmlformats.org/drawingml/2006/main">
            <a:r>
              <a:t>Sources:</a:t>
            </a:r>
          </a:p>
          <a:p xmlns:a="http://schemas.openxmlformats.org/drawingml/2006/main">
            <a:r>
              <a:t>https://rosap.ntl.bts.gov/view/dot/60876/dot_60876_DS1.pdf</a:t>
            </a:r>
          </a:p>
          <a:p xmlns:a="http://schemas.openxmlformats.org/drawingml/2006/main">
            <a:r>
              <a:t>https://www.nhtsa.gov/road-safety/bicycle-safety</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People S.P.A.C.E.</a:t>
            </a:r>
          </a:p>
          <a:p xmlns:a="http://schemas.openxmlformats.org/drawingml/2006/main">
            <a:r>
              <a:t>Measured passing behavior improved in some outreach/enforcement evaluations. Print was bundled with other components; no effect is established for this exact message or artwork, and no injury reduction is claimed.</a:t>
            </a:r>
          </a:p>
          <a:p xmlns:a="http://schemas.openxmlformats.org/drawingml/2006/main">
            <a:r>
              <a:t>This exact copy and artwork have not been tested with the intended audience. Treat the emotional framing as an audience hypothesis, not an effectiveness claim. Intended direction: Patience and care; preserve S.P.A.C.E.</a:t>
            </a:r>
          </a:p>
          <a:p xmlns:a="http://schemas.openxmlformats.org/drawingml/2006/main">
            <a:r>
              <a:t>“A mother” is an illustrative role in this campaign message, not a biography or testimonial about the generated image.</a:t>
            </a:r>
          </a:p>
          <a:p xmlns:a="http://schemas.openxmlformats.org/drawingml/2006/main">
            <a:r>
              <a:t>Keep the full S.P.A.C.E. driver system intact. The headline is a relationship-based creative hypothesis, not a claim about the pictured person.</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B. Same wording and layout across variants; only artwork changes. These are two one-sided poster alternatives, not a duplex sheet.</a:t>
            </a:r>
          </a:p>
          <a:p xmlns:a="http://schemas.openxmlformats.org/drawingml/2006/main">
            <a:r>
              <a:t>Sources:</a:t>
            </a:r>
          </a:p>
          <a:p xmlns:a="http://schemas.openxmlformats.org/drawingml/2006/main">
            <a:r>
              <a:t>https://rosap.ntl.bts.gov/view/dot/60876/dot_60876_DS1.pdf</a:t>
            </a:r>
          </a:p>
          <a:p xmlns:a="http://schemas.openxmlformats.org/drawingml/2006/main">
            <a:r>
              <a:t>https://www.nhtsa.gov/road-safety/bicycle-safety</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e83121406b48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cf76aba7834e2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036cac1ba54e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05a387dc38437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e957c2088344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152c17d0064f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C21BD6-D71D-40DE-957D-3752CB2F69EE}"/>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D93DDA4-AC0A-41F7-A75C-6DA8FB647626}"/>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CB25191-EE91-4D36-A8F3-4FD06EF1AED9}"/>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5969A3-20F7-4CE1-8205-2629EE3E662B}"/>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070771-C16F-4623-B9B1-F71E303A2C5E}"/>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BD0D5A-25E0-4F5D-9F95-47B115C9FF71}"/>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C1ED52-8B57-4288-98A2-CEDB5FD411CA}"/>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D4BDC0-68D5-4FF1-B427-2D458C40E6DB}"/>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BAE0EE-DE8D-4430-A7D3-4C718FA22600}"/>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584653-C4DE-4A7B-9D89-5D6A89C38CD8}"/>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fd1adff7eb4ca6" /><Relationship Type="http://schemas.openxmlformats.org/officeDocument/2006/relationships/slideLayout" Target="/ppt/slideLayouts/slideLayout1.xml" Id="R4a553ddf247943d1" /><Relationship Type="http://schemas.openxmlformats.org/officeDocument/2006/relationships/slideLayout" Target="/ppt/slideLayouts/slideLayout2.xml" Id="R6d32c75785ff4082" /><Relationship Type="http://schemas.openxmlformats.org/officeDocument/2006/relationships/slideLayout" Target="/ppt/slideLayouts/slideLayout3.xml" Id="R833a8dd2e6a940a2" /><Relationship Type="http://schemas.openxmlformats.org/officeDocument/2006/relationships/slideLayout" Target="/ppt/slideLayouts/slideLayout4.xml" Id="Rdf97fbbadcac4682" /><Relationship Type="http://schemas.openxmlformats.org/officeDocument/2006/relationships/slideLayout" Target="/ppt/slideLayouts/slideLayout5.xml" Id="R16c79d45a2dc413a" /><Relationship Type="http://schemas.openxmlformats.org/officeDocument/2006/relationships/slideLayout" Target="/ppt/slideLayouts/slideLayout6.xml" Id="R9a30dfe9edd94a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a553ddf247943d1"/>
    <p:sldLayoutId xmlns:r="http://schemas.openxmlformats.org/officeDocument/2006/relationships" id="2147483650" r:id="R6d32c75785ff4082"/>
    <p:sldLayoutId xmlns:r="http://schemas.openxmlformats.org/officeDocument/2006/relationships" id="2147483651" r:id="R833a8dd2e6a940a2"/>
    <p:sldLayoutId xmlns:r="http://schemas.openxmlformats.org/officeDocument/2006/relationships" id="2147483652" r:id="Rdf97fbbadcac4682"/>
    <p:sldLayoutId xmlns:r="http://schemas.openxmlformats.org/officeDocument/2006/relationships" id="2147483653" r:id="R16c79d45a2dc413a"/>
    <p:sldLayoutId xmlns:r="http://schemas.openxmlformats.org/officeDocument/2006/relationships" id="2147483654" r:id="R9a30dfe9edd94a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b49bb4605e4426" /><Relationship Type="http://schemas.openxmlformats.org/officeDocument/2006/relationships/image" Target="/ppt/media/image.png" Id="Ra9ec3e174d954c84" /><Relationship Type="http://schemas.openxmlformats.org/officeDocument/2006/relationships/image" Target="/ppt/media/image2.png" Id="R51b5996cbedf4570" /><Relationship Type="http://schemas.openxmlformats.org/officeDocument/2006/relationships/image" Target="/ppt/media/image3.png" Id="R3100127c81154276" /><Relationship Type="http://schemas.openxmlformats.org/officeDocument/2006/relationships/notesSlide" Target="/ppt/notesSlides/notesSlide1.xml" Id="Rc4961e1b727646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5597005a756481e" /><Relationship Type="http://schemas.openxmlformats.org/officeDocument/2006/relationships/image" Target="/ppt/media/image4.png" Id="R76965a5229c6421c" /><Relationship Type="http://schemas.openxmlformats.org/officeDocument/2006/relationships/image" Target="/ppt/media/image5.png" Id="Rfe848b54e3d54f39" /><Relationship Type="http://schemas.openxmlformats.org/officeDocument/2006/relationships/image" Target="/ppt/media/image6.png" Id="R4e751e7245f94f6a" /><Relationship Type="http://schemas.openxmlformats.org/officeDocument/2006/relationships/notesSlide" Target="/ppt/notesSlides/notesSlide2.xml" Id="R7210bc87f5344c10"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sp>
        <p:nvSpPr>
          <p:cNvPr id="13" name="Yellow message column">
            <a:extLst xmlns:a="http://schemas.openxmlformats.org/drawingml/2006/main">
              <a:ext uri="{FF2B5EF4-FFF2-40B4-BE49-F238E27FC236}">
                <a16:creationId xmlns:a16="http://schemas.microsoft.com/office/drawing/2014/main" id="{8C23004C-3019-4FCE-A065-D831709E7C1D}"/>
              </a:ext>
            </a:extLst>
          </p:cNvPr>
          <p:cNvSpPr>
            <a:spLocks xmlns:a="http://schemas.openxmlformats.org/drawingml/2006/main" noGrp="1"/>
          </p:cNvSpPr>
          <p:nvPr/>
        </p:nvSpPr>
        <p:spPr>
          <a:xfrm xmlns:a="http://schemas.openxmlformats.org/drawingml/2006/main">
            <a:off x="0" y="0"/>
            <a:ext cx="3219450" cy="8839200"/>
          </a:xfrm>
          <a:prstGeom xmlns:a="http://schemas.openxmlformats.org/drawingml/2006/main" prst="rect">
            <a:avLst/>
          </a:prstGeom>
          <a:solidFill xmlns:a="http://schemas.openxmlformats.org/drawingml/2006/main">
            <a:srgbClr val="FFFF0A"/>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5116927E-4AB7-4D14-8658-0A873A38A319}"/>
              </a:ext>
            </a:extLst>
          </p:cNvPr>
          <p:cNvPicPr>
            <a:picLocks xmlns:a="http://schemas.openxmlformats.org/drawingml/2006/main" noChangeAspect="1"/>
          </p:cNvPicPr>
          <p:nvPr/>
        </p:nvPicPr>
        <p:blipFill>
          <a:blip xmlns:r="http://schemas.openxmlformats.org/officeDocument/2006/relationships" xmlns:a="http://schemas.openxmlformats.org/drawingml/2006/main" r:embed="Ra9ec3e174d954c84"/>
          <a:srcRect xmlns:a="http://schemas.openxmlformats.org/drawingml/2006/main" l="11369" t="0" r="11369" b="0"/>
          <a:stretch xmlns:a="http://schemas.openxmlformats.org/drawingml/2006/main">
            <a:fillRect l="0" t="0" r="0" b="0"/>
          </a:stretch>
        </p:blipFill>
        <p:spPr>
          <a:xfrm xmlns:a="http://schemas.openxmlformats.org/drawingml/2006/main">
            <a:off x="3219450" y="0"/>
            <a:ext cx="4552950" cy="8839200"/>
          </a:xfrm>
          <a:prstGeom xmlns:a="http://schemas.openxmlformats.org/drawingml/2006/main" prst="rect">
            <a:avLst/>
          </a:prstGeom>
        </p:spPr>
      </p:pic>
      <p:sp>
        <p:nvSpPr>
          <p:cNvPr id="3" name="Campaign label">
            <a:extLst xmlns:a="http://schemas.openxmlformats.org/drawingml/2006/main">
              <a:ext uri="{FF2B5EF4-FFF2-40B4-BE49-F238E27FC236}">
                <a16:creationId xmlns:a16="http://schemas.microsoft.com/office/drawing/2014/main" id="{E6E77730-1828-4ECA-866A-38C7BF0FCC5A}"/>
              </a:ext>
            </a:extLst>
          </p:cNvPr>
          <p:cNvSpPr>
            <a:spLocks xmlns:a="http://schemas.openxmlformats.org/drawingml/2006/main" noGrp="1"/>
          </p:cNvSpPr>
          <p:nvPr/>
        </p:nvSpPr>
        <p:spPr>
          <a:xfrm xmlns:a="http://schemas.openxmlformats.org/drawingml/2006/main">
            <a:off x="295275" y="400050"/>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7926CB"/>
                </a:solidFill>
                <a:latin typeface="Space Grotesk"/>
                <a:ea typeface="Space Grotesk"/>
                <a:cs typeface="Space Grotesk"/>
              </a:defRPr>
            </a:defPPr>
            <a:lvl1pPr>
              <a:defRPr sz="1100" b="1">
                <a:solidFill>
                  <a:srgbClr val="7926CB"/>
                </a:solidFill>
                <a:latin typeface="Space Grotesk"/>
                <a:ea typeface="Space Grotesk"/>
                <a:cs typeface="Space Grotesk"/>
              </a:defRPr>
            </a:lvl1pPr>
            <a:lvl2pPr>
              <a:defRPr sz="1100" b="1">
                <a:solidFill>
                  <a:srgbClr val="7926CB"/>
                </a:solidFill>
                <a:latin typeface="Space Grotesk"/>
                <a:ea typeface="Space Grotesk"/>
                <a:cs typeface="Space Grotesk"/>
              </a:defRPr>
            </a:lvl2pPr>
            <a:lvl3pPr>
              <a:defRPr sz="1100" b="1">
                <a:solidFill>
                  <a:srgbClr val="7926CB"/>
                </a:solidFill>
                <a:latin typeface="Space Grotesk"/>
                <a:ea typeface="Space Grotesk"/>
                <a:cs typeface="Space Grotesk"/>
              </a:defRPr>
            </a:lvl3pPr>
            <a:lvl4pPr>
              <a:defRPr sz="1100" b="1">
                <a:solidFill>
                  <a:srgbClr val="7926CB"/>
                </a:solidFill>
                <a:latin typeface="Space Grotesk"/>
                <a:ea typeface="Space Grotesk"/>
                <a:cs typeface="Space Grotesk"/>
              </a:defRPr>
            </a:lvl4pPr>
            <a:lvl5pPr>
              <a:defRPr sz="1100" b="1">
                <a:solidFill>
                  <a:srgbClr val="7926CB"/>
                </a:solidFill>
                <a:latin typeface="Space Grotesk"/>
                <a:ea typeface="Space Grotesk"/>
                <a:cs typeface="Space Grotesk"/>
              </a:defRPr>
            </a:lvl5pPr>
            <a:lvl6pPr>
              <a:defRPr sz="1100" b="1">
                <a:solidFill>
                  <a:srgbClr val="7926CB"/>
                </a:solidFill>
                <a:latin typeface="Space Grotesk"/>
                <a:ea typeface="Space Grotesk"/>
                <a:cs typeface="Space Grotesk"/>
              </a:defRPr>
            </a:lvl6pPr>
            <a:lvl7pPr>
              <a:defRPr sz="1100" b="1">
                <a:solidFill>
                  <a:srgbClr val="7926CB"/>
                </a:solidFill>
                <a:latin typeface="Space Grotesk"/>
                <a:ea typeface="Space Grotesk"/>
                <a:cs typeface="Space Grotesk"/>
              </a:defRPr>
            </a:lvl7pPr>
            <a:lvl8pPr>
              <a:defRPr sz="1100" b="1">
                <a:solidFill>
                  <a:srgbClr val="7926CB"/>
                </a:solidFill>
                <a:latin typeface="Space Grotesk"/>
                <a:ea typeface="Space Grotesk"/>
                <a:cs typeface="Space Grotesk"/>
              </a:defRPr>
            </a:lvl8pPr>
            <a:lvl9pPr>
              <a:defRPr sz="1100" b="1">
                <a:solidFill>
                  <a:srgbClr val="7926CB"/>
                </a:solidFill>
                <a:latin typeface="Space Grotesk"/>
                <a:ea typeface="Space Grotesk"/>
                <a:cs typeface="Space Grotesk"/>
              </a:defRPr>
            </a:lvl9pPr>
          </a:lstStyle>
          <a:p xmlns:a="http://schemas.openxmlformats.org/drawingml/2006/main">
            <a:pPr>
              <a:lnSpc>
                <a:spcPct val="98000"/>
              </a:lnSpc>
              <a:buNone/>
              <a:defRPr sz="1100" b="1">
                <a:solidFill>
                  <a:srgbClr val="7926CB"/>
                </a:solidFill>
                <a:latin typeface="Space Grotesk"/>
                <a:ea typeface="Space Grotesk"/>
                <a:cs typeface="Space Grotesk"/>
              </a:defRPr>
            </a:pPr>
            <a:r>
              <a:rPr sz="1100" b="1">
                <a:solidFill>
                  <a:srgbClr val="7926CB"/>
                </a:solidFill>
                <a:latin typeface="Space Grotesk"/>
                <a:ea typeface="Space Grotesk"/>
                <a:cs typeface="Space Grotesk"/>
              </a:rPr>
              <a:t>3 FEET PLEASE</a:t>
            </a:r>
          </a:p>
        </p:txBody>
      </p:sp>
      <p:sp>
        <p:nvSpPr>
          <p:cNvPr id="4" name="Central message">
            <a:extLst xmlns:a="http://schemas.openxmlformats.org/drawingml/2006/main">
              <a:ext uri="{FF2B5EF4-FFF2-40B4-BE49-F238E27FC236}">
                <a16:creationId xmlns:a16="http://schemas.microsoft.com/office/drawing/2014/main" id="{6DEAF3B6-EDCA-4A18-A9BF-397A065EB06D}"/>
              </a:ext>
            </a:extLst>
          </p:cNvPr>
          <p:cNvSpPr>
            <a:spLocks xmlns:a="http://schemas.openxmlformats.org/drawingml/2006/main" noGrp="1"/>
          </p:cNvSpPr>
          <p:nvPr/>
        </p:nvSpPr>
        <p:spPr>
          <a:xfrm xmlns:a="http://schemas.openxmlformats.org/drawingml/2006/main">
            <a:off x="257175" y="1323975"/>
            <a:ext cx="26955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00" b="1">
                <a:solidFill>
                  <a:srgbClr val="7926CB"/>
                </a:solidFill>
                <a:latin typeface="Space Grotesk"/>
                <a:ea typeface="Space Grotesk"/>
                <a:cs typeface="Space Grotesk"/>
              </a:defRPr>
            </a:defPPr>
            <a:lvl1pPr>
              <a:defRPr sz="2800" b="1">
                <a:solidFill>
                  <a:srgbClr val="7926CB"/>
                </a:solidFill>
                <a:latin typeface="Space Grotesk"/>
                <a:ea typeface="Space Grotesk"/>
                <a:cs typeface="Space Grotesk"/>
              </a:defRPr>
            </a:lvl1pPr>
            <a:lvl2pPr>
              <a:defRPr sz="2800" b="1">
                <a:solidFill>
                  <a:srgbClr val="7926CB"/>
                </a:solidFill>
                <a:latin typeface="Space Grotesk"/>
                <a:ea typeface="Space Grotesk"/>
                <a:cs typeface="Space Grotesk"/>
              </a:defRPr>
            </a:lvl2pPr>
            <a:lvl3pPr>
              <a:defRPr sz="2800" b="1">
                <a:solidFill>
                  <a:srgbClr val="7926CB"/>
                </a:solidFill>
                <a:latin typeface="Space Grotesk"/>
                <a:ea typeface="Space Grotesk"/>
                <a:cs typeface="Space Grotesk"/>
              </a:defRPr>
            </a:lvl3pPr>
            <a:lvl4pPr>
              <a:defRPr sz="2800" b="1">
                <a:solidFill>
                  <a:srgbClr val="7926CB"/>
                </a:solidFill>
                <a:latin typeface="Space Grotesk"/>
                <a:ea typeface="Space Grotesk"/>
                <a:cs typeface="Space Grotesk"/>
              </a:defRPr>
            </a:lvl4pPr>
            <a:lvl5pPr>
              <a:defRPr sz="2800" b="1">
                <a:solidFill>
                  <a:srgbClr val="7926CB"/>
                </a:solidFill>
                <a:latin typeface="Space Grotesk"/>
                <a:ea typeface="Space Grotesk"/>
                <a:cs typeface="Space Grotesk"/>
              </a:defRPr>
            </a:lvl5pPr>
            <a:lvl6pPr>
              <a:defRPr sz="2800" b="1">
                <a:solidFill>
                  <a:srgbClr val="7926CB"/>
                </a:solidFill>
                <a:latin typeface="Space Grotesk"/>
                <a:ea typeface="Space Grotesk"/>
                <a:cs typeface="Space Grotesk"/>
              </a:defRPr>
            </a:lvl6pPr>
            <a:lvl7pPr>
              <a:defRPr sz="2800" b="1">
                <a:solidFill>
                  <a:srgbClr val="7926CB"/>
                </a:solidFill>
                <a:latin typeface="Space Grotesk"/>
                <a:ea typeface="Space Grotesk"/>
                <a:cs typeface="Space Grotesk"/>
              </a:defRPr>
            </a:lvl7pPr>
            <a:lvl8pPr>
              <a:defRPr sz="2800" b="1">
                <a:solidFill>
                  <a:srgbClr val="7926CB"/>
                </a:solidFill>
                <a:latin typeface="Space Grotesk"/>
                <a:ea typeface="Space Grotesk"/>
                <a:cs typeface="Space Grotesk"/>
              </a:defRPr>
            </a:lvl8pPr>
            <a:lvl9pPr>
              <a:defRPr sz="2800" b="1">
                <a:solidFill>
                  <a:srgbClr val="7926CB"/>
                </a:solidFill>
                <a:latin typeface="Space Grotesk"/>
                <a:ea typeface="Space Grotesk"/>
                <a:cs typeface="Space Grotesk"/>
              </a:defRPr>
            </a:lvl9pPr>
          </a:lstStyle>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NO ROOM TO PASS?</a:t>
            </a:r>
          </a:p>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SLOW DOWN.</a:t>
            </a:r>
          </a:p>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WAIT BEHIND.</a:t>
            </a:r>
          </a:p>
        </p:txBody>
      </p:sp>
      <p:sp>
        <p:nvSpPr>
          <p:cNvPr id="5" name="Action">
            <a:extLst xmlns:a="http://schemas.openxmlformats.org/drawingml/2006/main">
              <a:ext uri="{FF2B5EF4-FFF2-40B4-BE49-F238E27FC236}">
                <a16:creationId xmlns:a16="http://schemas.microsoft.com/office/drawing/2014/main" id="{F68BE9C1-4C04-4CEC-9505-DCDA5210BCAB}"/>
              </a:ext>
            </a:extLst>
          </p:cNvPr>
          <p:cNvSpPr>
            <a:spLocks xmlns:a="http://schemas.openxmlformats.org/drawingml/2006/main" noGrp="1"/>
          </p:cNvSpPr>
          <p:nvPr/>
        </p:nvSpPr>
        <p:spPr>
          <a:xfrm xmlns:a="http://schemas.openxmlformats.org/drawingml/2006/main">
            <a:off x="295275" y="3743325"/>
            <a:ext cx="26098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23143A"/>
                </a:solidFill>
                <a:latin typeface="Arial"/>
                <a:ea typeface="Arial"/>
                <a:cs typeface="Arial"/>
              </a:defRPr>
            </a:defPPr>
            <a:lvl1pPr>
              <a:defRPr sz="1500" b="1">
                <a:solidFill>
                  <a:srgbClr val="23143A"/>
                </a:solidFill>
                <a:latin typeface="Arial"/>
                <a:ea typeface="Arial"/>
                <a:cs typeface="Arial"/>
              </a:defRPr>
            </a:lvl1pPr>
            <a:lvl2pPr>
              <a:defRPr sz="1500" b="1">
                <a:solidFill>
                  <a:srgbClr val="23143A"/>
                </a:solidFill>
                <a:latin typeface="Arial"/>
                <a:ea typeface="Arial"/>
                <a:cs typeface="Arial"/>
              </a:defRPr>
            </a:lvl2pPr>
            <a:lvl3pPr>
              <a:defRPr sz="1500" b="1">
                <a:solidFill>
                  <a:srgbClr val="23143A"/>
                </a:solidFill>
                <a:latin typeface="Arial"/>
                <a:ea typeface="Arial"/>
                <a:cs typeface="Arial"/>
              </a:defRPr>
            </a:lvl3pPr>
            <a:lvl4pPr>
              <a:defRPr sz="1500" b="1">
                <a:solidFill>
                  <a:srgbClr val="23143A"/>
                </a:solidFill>
                <a:latin typeface="Arial"/>
                <a:ea typeface="Arial"/>
                <a:cs typeface="Arial"/>
              </a:defRPr>
            </a:lvl4pPr>
            <a:lvl5pPr>
              <a:defRPr sz="1500" b="1">
                <a:solidFill>
                  <a:srgbClr val="23143A"/>
                </a:solidFill>
                <a:latin typeface="Arial"/>
                <a:ea typeface="Arial"/>
                <a:cs typeface="Arial"/>
              </a:defRPr>
            </a:lvl5pPr>
            <a:lvl6pPr>
              <a:defRPr sz="1500" b="1">
                <a:solidFill>
                  <a:srgbClr val="23143A"/>
                </a:solidFill>
                <a:latin typeface="Arial"/>
                <a:ea typeface="Arial"/>
                <a:cs typeface="Arial"/>
              </a:defRPr>
            </a:lvl6pPr>
            <a:lvl7pPr>
              <a:defRPr sz="1500" b="1">
                <a:solidFill>
                  <a:srgbClr val="23143A"/>
                </a:solidFill>
                <a:latin typeface="Arial"/>
                <a:ea typeface="Arial"/>
                <a:cs typeface="Arial"/>
              </a:defRPr>
            </a:lvl7pPr>
            <a:lvl8pPr>
              <a:defRPr sz="1500" b="1">
                <a:solidFill>
                  <a:srgbClr val="23143A"/>
                </a:solidFill>
                <a:latin typeface="Arial"/>
                <a:ea typeface="Arial"/>
                <a:cs typeface="Arial"/>
              </a:defRPr>
            </a:lvl8pPr>
            <a:lvl9pPr>
              <a:defRPr sz="1500" b="1">
                <a:solidFill>
                  <a:srgbClr val="23143A"/>
                </a:solidFill>
                <a:latin typeface="Arial"/>
                <a:ea typeface="Arial"/>
                <a:cs typeface="Arial"/>
              </a:defRPr>
            </a:lvl9pPr>
          </a:lstStyle>
          <a:p xmlns:a="http://schemas.openxmlformats.org/drawingml/2006/main">
            <a:pPr>
              <a:lnSpc>
                <a:spcPct val="98000"/>
              </a:lnSpc>
              <a:buNone/>
              <a:defRPr sz="1500" b="1">
                <a:solidFill>
                  <a:srgbClr val="23143A"/>
                </a:solidFill>
                <a:latin typeface="Arial"/>
                <a:ea typeface="Arial"/>
                <a:cs typeface="Arial"/>
              </a:defRPr>
            </a:pPr>
            <a:r>
              <a:rPr sz="1500" b="1">
                <a:solidFill>
                  <a:srgbClr val="23143A"/>
                </a:solidFill>
                <a:latin typeface="Arial"/>
                <a:ea typeface="Arial"/>
                <a:cs typeface="Arial"/>
              </a:rPr>
              <a:t>Wait behind the rider. Pass only when clear, with generous room, and follow local law.</a:t>
            </a:r>
          </a:p>
        </p:txBody>
      </p:sp>
      <p:sp>
        <p:nvSpPr>
          <p:cNvPr id="6" name="Campaign mnemonic">
            <a:extLst xmlns:a="http://schemas.openxmlformats.org/drawingml/2006/main">
              <a:ext uri="{FF2B5EF4-FFF2-40B4-BE49-F238E27FC236}">
                <a16:creationId xmlns:a16="http://schemas.microsoft.com/office/drawing/2014/main" id="{9877FF94-80DB-4E0E-8743-F9EA4DBCD0AA}"/>
              </a:ext>
            </a:extLst>
          </p:cNvPr>
          <p:cNvSpPr>
            <a:spLocks xmlns:a="http://schemas.openxmlformats.org/drawingml/2006/main" noGrp="1"/>
          </p:cNvSpPr>
          <p:nvPr/>
        </p:nvSpPr>
        <p:spPr>
          <a:xfrm xmlns:a="http://schemas.openxmlformats.org/drawingml/2006/main">
            <a:off x="295275" y="6953250"/>
            <a:ext cx="2609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00" b="1">
                <a:solidFill>
                  <a:srgbClr val="7926CB"/>
                </a:solidFill>
                <a:latin typeface="Space Grotesk"/>
                <a:ea typeface="Space Grotesk"/>
                <a:cs typeface="Space Grotesk"/>
              </a:defRPr>
            </a:defPPr>
            <a:lvl1pPr>
              <a:defRPr sz="2300" b="1">
                <a:solidFill>
                  <a:srgbClr val="7926CB"/>
                </a:solidFill>
                <a:latin typeface="Space Grotesk"/>
                <a:ea typeface="Space Grotesk"/>
                <a:cs typeface="Space Grotesk"/>
              </a:defRPr>
            </a:lvl1pPr>
            <a:lvl2pPr>
              <a:defRPr sz="2300" b="1">
                <a:solidFill>
                  <a:srgbClr val="7926CB"/>
                </a:solidFill>
                <a:latin typeface="Space Grotesk"/>
                <a:ea typeface="Space Grotesk"/>
                <a:cs typeface="Space Grotesk"/>
              </a:defRPr>
            </a:lvl2pPr>
            <a:lvl3pPr>
              <a:defRPr sz="2300" b="1">
                <a:solidFill>
                  <a:srgbClr val="7926CB"/>
                </a:solidFill>
                <a:latin typeface="Space Grotesk"/>
                <a:ea typeface="Space Grotesk"/>
                <a:cs typeface="Space Grotesk"/>
              </a:defRPr>
            </a:lvl3pPr>
            <a:lvl4pPr>
              <a:defRPr sz="2300" b="1">
                <a:solidFill>
                  <a:srgbClr val="7926CB"/>
                </a:solidFill>
                <a:latin typeface="Space Grotesk"/>
                <a:ea typeface="Space Grotesk"/>
                <a:cs typeface="Space Grotesk"/>
              </a:defRPr>
            </a:lvl4pPr>
            <a:lvl5pPr>
              <a:defRPr sz="2300" b="1">
                <a:solidFill>
                  <a:srgbClr val="7926CB"/>
                </a:solidFill>
                <a:latin typeface="Space Grotesk"/>
                <a:ea typeface="Space Grotesk"/>
                <a:cs typeface="Space Grotesk"/>
              </a:defRPr>
            </a:lvl5pPr>
            <a:lvl6pPr>
              <a:defRPr sz="2300" b="1">
                <a:solidFill>
                  <a:srgbClr val="7926CB"/>
                </a:solidFill>
                <a:latin typeface="Space Grotesk"/>
                <a:ea typeface="Space Grotesk"/>
                <a:cs typeface="Space Grotesk"/>
              </a:defRPr>
            </a:lvl6pPr>
            <a:lvl7pPr>
              <a:defRPr sz="2300" b="1">
                <a:solidFill>
                  <a:srgbClr val="7926CB"/>
                </a:solidFill>
                <a:latin typeface="Space Grotesk"/>
                <a:ea typeface="Space Grotesk"/>
                <a:cs typeface="Space Grotesk"/>
              </a:defRPr>
            </a:lvl7pPr>
            <a:lvl8pPr>
              <a:defRPr sz="2300" b="1">
                <a:solidFill>
                  <a:srgbClr val="7926CB"/>
                </a:solidFill>
                <a:latin typeface="Space Grotesk"/>
                <a:ea typeface="Space Grotesk"/>
                <a:cs typeface="Space Grotesk"/>
              </a:defRPr>
            </a:lvl8pPr>
            <a:lvl9pPr>
              <a:defRPr sz="2300" b="1">
                <a:solidFill>
                  <a:srgbClr val="7926CB"/>
                </a:solidFill>
                <a:latin typeface="Space Grotesk"/>
                <a:ea typeface="Space Grotesk"/>
                <a:cs typeface="Space Grotesk"/>
              </a:defRPr>
            </a:lvl9pPr>
          </a:lstStyle>
          <a:p xmlns:a="http://schemas.openxmlformats.org/drawingml/2006/main">
            <a:pPr>
              <a:lnSpc>
                <a:spcPct val="98000"/>
              </a:lnSpc>
              <a:buNone/>
              <a:defRPr sz="2300" b="1">
                <a:solidFill>
                  <a:srgbClr val="7926CB"/>
                </a:solidFill>
                <a:latin typeface="Space Grotesk"/>
                <a:ea typeface="Space Grotesk"/>
                <a:cs typeface="Space Grotesk"/>
              </a:defRPr>
            </a:pPr>
            <a:r>
              <a:rPr sz="2300" b="1">
                <a:solidFill>
                  <a:srgbClr val="7926CB"/>
                </a:solidFill>
                <a:latin typeface="Space Grotesk"/>
                <a:ea typeface="Space Grotesk"/>
                <a:cs typeface="Space Grotesk"/>
              </a:rPr>
              <a:t>GIVE PEOPLE</a:t>
            </a:r>
          </a:p>
          <a:p xmlns:a="http://schemas.openxmlformats.org/drawingml/2006/main">
            <a:pPr>
              <a:lnSpc>
                <a:spcPct val="98000"/>
              </a:lnSpc>
              <a:buNone/>
              <a:defRPr sz="2300" b="1">
                <a:solidFill>
                  <a:srgbClr val="7926CB"/>
                </a:solidFill>
                <a:latin typeface="Space Grotesk"/>
                <a:ea typeface="Space Grotesk"/>
                <a:cs typeface="Space Grotesk"/>
              </a:defRPr>
            </a:pPr>
            <a:r>
              <a:rPr sz="2300" b="1">
                <a:solidFill>
                  <a:srgbClr val="7926CB"/>
                </a:solidFill>
                <a:latin typeface="Space Grotesk"/>
                <a:ea typeface="Space Grotesk"/>
                <a:cs typeface="Space Grotesk"/>
              </a:rPr>
              <a:t>S.P.A.C.E.</a:t>
            </a:r>
          </a:p>
        </p:txBody>
      </p:sp>
      <p:sp>
        <p:nvSpPr>
          <p:cNvPr id="7" name="Brand footer">
            <a:extLst xmlns:a="http://schemas.openxmlformats.org/drawingml/2006/main">
              <a:ext uri="{FF2B5EF4-FFF2-40B4-BE49-F238E27FC236}">
                <a16:creationId xmlns:a16="http://schemas.microsoft.com/office/drawing/2014/main" id="{B382A39F-C3EB-4D54-B2A8-459792085E37}"/>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63114CB0-0902-4F7B-8747-377E9946EAB6}"/>
              </a:ext>
            </a:extLst>
          </p:cNvPr>
          <p:cNvPicPr>
            <a:picLocks xmlns:a="http://schemas.openxmlformats.org/drawingml/2006/main" noChangeAspect="1"/>
          </p:cNvPicPr>
          <p:nvPr/>
        </p:nvPicPr>
        <p:blipFill>
          <a:blip xmlns:r="http://schemas.openxmlformats.org/officeDocument/2006/relationships" xmlns:a="http://schemas.openxmlformats.org/drawingml/2006/main" r:embed="R51b5996cbedf4570"/>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CDC26189-EB79-4415-B925-A6BC99DB578F}"/>
              </a:ext>
            </a:extLst>
          </p:cNvPr>
          <p:cNvSpPr>
            <a:spLocks xmlns:a="http://schemas.openxmlformats.org/drawingml/2006/main" noGrp="1"/>
          </p:cNvSpPr>
          <p:nvPr/>
        </p:nvSpPr>
        <p:spPr>
          <a:xfrm xmlns:a="http://schemas.openxmlformats.org/drawingml/2006/main">
            <a:off x="1257300" y="9010650"/>
            <a:ext cx="4914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67C55A77-9294-4956-B494-45B626DBB0D6}"/>
              </a:ext>
            </a:extLst>
          </p:cNvPr>
          <p:cNvSpPr>
            <a:spLocks xmlns:a="http://schemas.openxmlformats.org/drawingml/2006/main" noGrp="1"/>
          </p:cNvSpPr>
          <p:nvPr/>
        </p:nvSpPr>
        <p:spPr>
          <a:xfrm xmlns:a="http://schemas.openxmlformats.org/drawingml/2006/main">
            <a:off x="1257300" y="9525000"/>
            <a:ext cx="4819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public rides.</a:t>
            </a:r>
          </a:p>
        </p:txBody>
      </p:sp>
      <p:sp>
        <p:nvSpPr>
          <p:cNvPr id="11" name="QR quiet zone">
            <a:extLst xmlns:a="http://schemas.openxmlformats.org/drawingml/2006/main">
              <a:ext uri="{FF2B5EF4-FFF2-40B4-BE49-F238E27FC236}">
                <a16:creationId xmlns:a16="http://schemas.microsoft.com/office/drawing/2014/main" id="{575A4DFF-D76B-4CEB-A277-9FB3F7BACA12}"/>
              </a:ext>
            </a:extLst>
          </p:cNvPr>
          <p:cNvSpPr>
            <a:spLocks xmlns:a="http://schemas.openxmlformats.org/drawingml/2006/main" noGrp="1"/>
          </p:cNvSpPr>
          <p:nvPr/>
        </p:nvSpPr>
        <p:spPr>
          <a:xfrm xmlns:a="http://schemas.openxmlformats.org/drawingml/2006/main">
            <a:off x="6534150" y="9001125"/>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FB9B7C5A-C1F1-4527-80AD-FBF61ED9F2DB}"/>
              </a:ext>
            </a:extLst>
          </p:cNvPr>
          <p:cNvPicPr>
            <a:picLocks xmlns:a="http://schemas.openxmlformats.org/drawingml/2006/main" noChangeAspect="1"/>
          </p:cNvPicPr>
          <p:nvPr/>
        </p:nvPicPr>
        <p:blipFill>
          <a:blip xmlns:r="http://schemas.openxmlformats.org/officeDocument/2006/relationships" xmlns:a="http://schemas.openxmlformats.org/drawingml/2006/main" r:embed="R3100127c81154276"/>
          <a:stretch xmlns:a="http://schemas.openxmlformats.org/drawingml/2006/main"/>
        </p:blipFill>
        <p:spPr>
          <a:xfrm xmlns:a="http://schemas.openxmlformats.org/drawingml/2006/main">
            <a:off x="6581775" y="9048750"/>
            <a:ext cx="781050" cy="781050"/>
          </a:xfrm>
          <a:prstGeom xmlns:a="http://schemas.openxmlformats.org/drawingml/2006/main" prst="rect">
            <a:avLst/>
          </a:prstGeom>
        </p:spPr>
      </p:pic>
    </p:spTree>
    <p:extLst>
      <p:ext uri="{BB962C8B-B14F-4D97-AF65-F5344CB8AC3E}">
        <p14:creationId xmlns:p14="http://schemas.microsoft.com/office/powerpoint/2010/main" val="378797906"/>
      </p:ext>
    </p:extLst>
  </p:cSld>
</p:sld>
</file>

<file path=ppt/slides/slide2.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sp>
        <p:nvSpPr>
          <p:cNvPr id="13" name="Yellow message column">
            <a:extLst xmlns:a="http://schemas.openxmlformats.org/drawingml/2006/main">
              <a:ext uri="{FF2B5EF4-FFF2-40B4-BE49-F238E27FC236}">
                <a16:creationId xmlns:a16="http://schemas.microsoft.com/office/drawing/2014/main" id="{F3902F6E-20F7-4164-8A85-631C3EF81BF0}"/>
              </a:ext>
            </a:extLst>
          </p:cNvPr>
          <p:cNvSpPr>
            <a:spLocks xmlns:a="http://schemas.openxmlformats.org/drawingml/2006/main" noGrp="1"/>
          </p:cNvSpPr>
          <p:nvPr/>
        </p:nvSpPr>
        <p:spPr>
          <a:xfrm xmlns:a="http://schemas.openxmlformats.org/drawingml/2006/main">
            <a:off x="0" y="0"/>
            <a:ext cx="3219450" cy="8839200"/>
          </a:xfrm>
          <a:prstGeom xmlns:a="http://schemas.openxmlformats.org/drawingml/2006/main" prst="rect">
            <a:avLst/>
          </a:prstGeom>
          <a:solidFill xmlns:a="http://schemas.openxmlformats.org/drawingml/2006/main">
            <a:srgbClr val="FFFF0A"/>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11E3D00C-DFDC-4ECC-8057-848AA8F25D65}"/>
              </a:ext>
            </a:extLst>
          </p:cNvPr>
          <p:cNvPicPr>
            <a:picLocks xmlns:a="http://schemas.openxmlformats.org/drawingml/2006/main" noChangeAspect="1"/>
          </p:cNvPicPr>
          <p:nvPr/>
        </p:nvPicPr>
        <p:blipFill>
          <a:blip xmlns:r="http://schemas.openxmlformats.org/officeDocument/2006/relationships" xmlns:a="http://schemas.openxmlformats.org/drawingml/2006/main" r:embed="R76965a5229c6421c"/>
          <a:srcRect xmlns:a="http://schemas.openxmlformats.org/drawingml/2006/main" l="11369" t="0" r="11369" b="0"/>
          <a:stretch xmlns:a="http://schemas.openxmlformats.org/drawingml/2006/main">
            <a:fillRect l="0" t="0" r="0" b="0"/>
          </a:stretch>
        </p:blipFill>
        <p:spPr>
          <a:xfrm xmlns:a="http://schemas.openxmlformats.org/drawingml/2006/main">
            <a:off x="3219450" y="0"/>
            <a:ext cx="4552950" cy="8839200"/>
          </a:xfrm>
          <a:prstGeom xmlns:a="http://schemas.openxmlformats.org/drawingml/2006/main" prst="rect">
            <a:avLst/>
          </a:prstGeom>
        </p:spPr>
      </p:pic>
      <p:sp>
        <p:nvSpPr>
          <p:cNvPr id="3" name="Campaign label">
            <a:extLst xmlns:a="http://schemas.openxmlformats.org/drawingml/2006/main">
              <a:ext uri="{FF2B5EF4-FFF2-40B4-BE49-F238E27FC236}">
                <a16:creationId xmlns:a16="http://schemas.microsoft.com/office/drawing/2014/main" id="{02E2DC84-25D6-4BBF-BB81-2A38B9326D25}"/>
              </a:ext>
            </a:extLst>
          </p:cNvPr>
          <p:cNvSpPr>
            <a:spLocks xmlns:a="http://schemas.openxmlformats.org/drawingml/2006/main" noGrp="1"/>
          </p:cNvSpPr>
          <p:nvPr/>
        </p:nvSpPr>
        <p:spPr>
          <a:xfrm xmlns:a="http://schemas.openxmlformats.org/drawingml/2006/main">
            <a:off x="295275" y="400050"/>
            <a:ext cx="2619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7926CB"/>
                </a:solidFill>
                <a:latin typeface="Space Grotesk"/>
                <a:ea typeface="Space Grotesk"/>
                <a:cs typeface="Space Grotesk"/>
              </a:defRPr>
            </a:defPPr>
            <a:lvl1pPr>
              <a:defRPr sz="1100" b="1">
                <a:solidFill>
                  <a:srgbClr val="7926CB"/>
                </a:solidFill>
                <a:latin typeface="Space Grotesk"/>
                <a:ea typeface="Space Grotesk"/>
                <a:cs typeface="Space Grotesk"/>
              </a:defRPr>
            </a:lvl1pPr>
            <a:lvl2pPr>
              <a:defRPr sz="1100" b="1">
                <a:solidFill>
                  <a:srgbClr val="7926CB"/>
                </a:solidFill>
                <a:latin typeface="Space Grotesk"/>
                <a:ea typeface="Space Grotesk"/>
                <a:cs typeface="Space Grotesk"/>
              </a:defRPr>
            </a:lvl2pPr>
            <a:lvl3pPr>
              <a:defRPr sz="1100" b="1">
                <a:solidFill>
                  <a:srgbClr val="7926CB"/>
                </a:solidFill>
                <a:latin typeface="Space Grotesk"/>
                <a:ea typeface="Space Grotesk"/>
                <a:cs typeface="Space Grotesk"/>
              </a:defRPr>
            </a:lvl3pPr>
            <a:lvl4pPr>
              <a:defRPr sz="1100" b="1">
                <a:solidFill>
                  <a:srgbClr val="7926CB"/>
                </a:solidFill>
                <a:latin typeface="Space Grotesk"/>
                <a:ea typeface="Space Grotesk"/>
                <a:cs typeface="Space Grotesk"/>
              </a:defRPr>
            </a:lvl4pPr>
            <a:lvl5pPr>
              <a:defRPr sz="1100" b="1">
                <a:solidFill>
                  <a:srgbClr val="7926CB"/>
                </a:solidFill>
                <a:latin typeface="Space Grotesk"/>
                <a:ea typeface="Space Grotesk"/>
                <a:cs typeface="Space Grotesk"/>
              </a:defRPr>
            </a:lvl5pPr>
            <a:lvl6pPr>
              <a:defRPr sz="1100" b="1">
                <a:solidFill>
                  <a:srgbClr val="7926CB"/>
                </a:solidFill>
                <a:latin typeface="Space Grotesk"/>
                <a:ea typeface="Space Grotesk"/>
                <a:cs typeface="Space Grotesk"/>
              </a:defRPr>
            </a:lvl6pPr>
            <a:lvl7pPr>
              <a:defRPr sz="1100" b="1">
                <a:solidFill>
                  <a:srgbClr val="7926CB"/>
                </a:solidFill>
                <a:latin typeface="Space Grotesk"/>
                <a:ea typeface="Space Grotesk"/>
                <a:cs typeface="Space Grotesk"/>
              </a:defRPr>
            </a:lvl7pPr>
            <a:lvl8pPr>
              <a:defRPr sz="1100" b="1">
                <a:solidFill>
                  <a:srgbClr val="7926CB"/>
                </a:solidFill>
                <a:latin typeface="Space Grotesk"/>
                <a:ea typeface="Space Grotesk"/>
                <a:cs typeface="Space Grotesk"/>
              </a:defRPr>
            </a:lvl8pPr>
            <a:lvl9pPr>
              <a:defRPr sz="1100" b="1">
                <a:solidFill>
                  <a:srgbClr val="7926CB"/>
                </a:solidFill>
                <a:latin typeface="Space Grotesk"/>
                <a:ea typeface="Space Grotesk"/>
                <a:cs typeface="Space Grotesk"/>
              </a:defRPr>
            </a:lvl9pPr>
          </a:lstStyle>
          <a:p xmlns:a="http://schemas.openxmlformats.org/drawingml/2006/main">
            <a:pPr>
              <a:lnSpc>
                <a:spcPct val="98000"/>
              </a:lnSpc>
              <a:buNone/>
              <a:defRPr sz="1100" b="1">
                <a:solidFill>
                  <a:srgbClr val="7926CB"/>
                </a:solidFill>
                <a:latin typeface="Space Grotesk"/>
                <a:ea typeface="Space Grotesk"/>
                <a:cs typeface="Space Grotesk"/>
              </a:defRPr>
            </a:pPr>
            <a:r>
              <a:rPr sz="1100" b="1">
                <a:solidFill>
                  <a:srgbClr val="7926CB"/>
                </a:solidFill>
                <a:latin typeface="Space Grotesk"/>
                <a:ea typeface="Space Grotesk"/>
                <a:cs typeface="Space Grotesk"/>
              </a:rPr>
              <a:t>3 FEET PLEASE</a:t>
            </a:r>
          </a:p>
        </p:txBody>
      </p:sp>
      <p:sp>
        <p:nvSpPr>
          <p:cNvPr id="4" name="Central message">
            <a:extLst xmlns:a="http://schemas.openxmlformats.org/drawingml/2006/main">
              <a:ext uri="{FF2B5EF4-FFF2-40B4-BE49-F238E27FC236}">
                <a16:creationId xmlns:a16="http://schemas.microsoft.com/office/drawing/2014/main" id="{12D86B3A-753F-4FA4-894D-7C548EC94424}"/>
              </a:ext>
            </a:extLst>
          </p:cNvPr>
          <p:cNvSpPr>
            <a:spLocks xmlns:a="http://schemas.openxmlformats.org/drawingml/2006/main" noGrp="1"/>
          </p:cNvSpPr>
          <p:nvPr/>
        </p:nvSpPr>
        <p:spPr>
          <a:xfrm xmlns:a="http://schemas.openxmlformats.org/drawingml/2006/main">
            <a:off x="257175" y="1323975"/>
            <a:ext cx="26955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00" b="1">
                <a:solidFill>
                  <a:srgbClr val="7926CB"/>
                </a:solidFill>
                <a:latin typeface="Space Grotesk"/>
                <a:ea typeface="Space Grotesk"/>
                <a:cs typeface="Space Grotesk"/>
              </a:defRPr>
            </a:defPPr>
            <a:lvl1pPr>
              <a:defRPr sz="2800" b="1">
                <a:solidFill>
                  <a:srgbClr val="7926CB"/>
                </a:solidFill>
                <a:latin typeface="Space Grotesk"/>
                <a:ea typeface="Space Grotesk"/>
                <a:cs typeface="Space Grotesk"/>
              </a:defRPr>
            </a:lvl1pPr>
            <a:lvl2pPr>
              <a:defRPr sz="2800" b="1">
                <a:solidFill>
                  <a:srgbClr val="7926CB"/>
                </a:solidFill>
                <a:latin typeface="Space Grotesk"/>
                <a:ea typeface="Space Grotesk"/>
                <a:cs typeface="Space Grotesk"/>
              </a:defRPr>
            </a:lvl2pPr>
            <a:lvl3pPr>
              <a:defRPr sz="2800" b="1">
                <a:solidFill>
                  <a:srgbClr val="7926CB"/>
                </a:solidFill>
                <a:latin typeface="Space Grotesk"/>
                <a:ea typeface="Space Grotesk"/>
                <a:cs typeface="Space Grotesk"/>
              </a:defRPr>
            </a:lvl3pPr>
            <a:lvl4pPr>
              <a:defRPr sz="2800" b="1">
                <a:solidFill>
                  <a:srgbClr val="7926CB"/>
                </a:solidFill>
                <a:latin typeface="Space Grotesk"/>
                <a:ea typeface="Space Grotesk"/>
                <a:cs typeface="Space Grotesk"/>
              </a:defRPr>
            </a:lvl4pPr>
            <a:lvl5pPr>
              <a:defRPr sz="2800" b="1">
                <a:solidFill>
                  <a:srgbClr val="7926CB"/>
                </a:solidFill>
                <a:latin typeface="Space Grotesk"/>
                <a:ea typeface="Space Grotesk"/>
                <a:cs typeface="Space Grotesk"/>
              </a:defRPr>
            </a:lvl5pPr>
            <a:lvl6pPr>
              <a:defRPr sz="2800" b="1">
                <a:solidFill>
                  <a:srgbClr val="7926CB"/>
                </a:solidFill>
                <a:latin typeface="Space Grotesk"/>
                <a:ea typeface="Space Grotesk"/>
                <a:cs typeface="Space Grotesk"/>
              </a:defRPr>
            </a:lvl6pPr>
            <a:lvl7pPr>
              <a:defRPr sz="2800" b="1">
                <a:solidFill>
                  <a:srgbClr val="7926CB"/>
                </a:solidFill>
                <a:latin typeface="Space Grotesk"/>
                <a:ea typeface="Space Grotesk"/>
                <a:cs typeface="Space Grotesk"/>
              </a:defRPr>
            </a:lvl7pPr>
            <a:lvl8pPr>
              <a:defRPr sz="2800" b="1">
                <a:solidFill>
                  <a:srgbClr val="7926CB"/>
                </a:solidFill>
                <a:latin typeface="Space Grotesk"/>
                <a:ea typeface="Space Grotesk"/>
                <a:cs typeface="Space Grotesk"/>
              </a:defRPr>
            </a:lvl8pPr>
            <a:lvl9pPr>
              <a:defRPr sz="2800" b="1">
                <a:solidFill>
                  <a:srgbClr val="7926CB"/>
                </a:solidFill>
                <a:latin typeface="Space Grotesk"/>
                <a:ea typeface="Space Grotesk"/>
                <a:cs typeface="Space Grotesk"/>
              </a:defRPr>
            </a:lvl9pPr>
          </a:lstStyle>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NO ROOM TO PASS?</a:t>
            </a:r>
          </a:p>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SLOW DOWN.</a:t>
            </a:r>
          </a:p>
          <a:p xmlns:a="http://schemas.openxmlformats.org/drawingml/2006/main">
            <a:pPr>
              <a:lnSpc>
                <a:spcPct val="98000"/>
              </a:lnSpc>
              <a:buNone/>
              <a:defRPr sz="2800" b="1">
                <a:solidFill>
                  <a:srgbClr val="7926CB"/>
                </a:solidFill>
                <a:latin typeface="Space Grotesk"/>
                <a:ea typeface="Space Grotesk"/>
                <a:cs typeface="Space Grotesk"/>
              </a:defRPr>
            </a:pPr>
            <a:r>
              <a:rPr sz="2800" b="1">
                <a:solidFill>
                  <a:srgbClr val="7926CB"/>
                </a:solidFill>
                <a:latin typeface="Space Grotesk"/>
                <a:ea typeface="Space Grotesk"/>
                <a:cs typeface="Space Grotesk"/>
              </a:rPr>
              <a:t>WAIT BEHIND.</a:t>
            </a:r>
          </a:p>
        </p:txBody>
      </p:sp>
      <p:sp>
        <p:nvSpPr>
          <p:cNvPr id="5" name="Action">
            <a:extLst xmlns:a="http://schemas.openxmlformats.org/drawingml/2006/main">
              <a:ext uri="{FF2B5EF4-FFF2-40B4-BE49-F238E27FC236}">
                <a16:creationId xmlns:a16="http://schemas.microsoft.com/office/drawing/2014/main" id="{0F1A65BE-60BC-4403-9733-511F93641226}"/>
              </a:ext>
            </a:extLst>
          </p:cNvPr>
          <p:cNvSpPr>
            <a:spLocks xmlns:a="http://schemas.openxmlformats.org/drawingml/2006/main" noGrp="1"/>
          </p:cNvSpPr>
          <p:nvPr/>
        </p:nvSpPr>
        <p:spPr>
          <a:xfrm xmlns:a="http://schemas.openxmlformats.org/drawingml/2006/main">
            <a:off x="295275" y="3743325"/>
            <a:ext cx="2609850"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23143A"/>
                </a:solidFill>
                <a:latin typeface="Arial"/>
                <a:ea typeface="Arial"/>
                <a:cs typeface="Arial"/>
              </a:defRPr>
            </a:defPPr>
            <a:lvl1pPr>
              <a:defRPr sz="1500" b="1">
                <a:solidFill>
                  <a:srgbClr val="23143A"/>
                </a:solidFill>
                <a:latin typeface="Arial"/>
                <a:ea typeface="Arial"/>
                <a:cs typeface="Arial"/>
              </a:defRPr>
            </a:lvl1pPr>
            <a:lvl2pPr>
              <a:defRPr sz="1500" b="1">
                <a:solidFill>
                  <a:srgbClr val="23143A"/>
                </a:solidFill>
                <a:latin typeface="Arial"/>
                <a:ea typeface="Arial"/>
                <a:cs typeface="Arial"/>
              </a:defRPr>
            </a:lvl2pPr>
            <a:lvl3pPr>
              <a:defRPr sz="1500" b="1">
                <a:solidFill>
                  <a:srgbClr val="23143A"/>
                </a:solidFill>
                <a:latin typeface="Arial"/>
                <a:ea typeface="Arial"/>
                <a:cs typeface="Arial"/>
              </a:defRPr>
            </a:lvl3pPr>
            <a:lvl4pPr>
              <a:defRPr sz="1500" b="1">
                <a:solidFill>
                  <a:srgbClr val="23143A"/>
                </a:solidFill>
                <a:latin typeface="Arial"/>
                <a:ea typeface="Arial"/>
                <a:cs typeface="Arial"/>
              </a:defRPr>
            </a:lvl4pPr>
            <a:lvl5pPr>
              <a:defRPr sz="1500" b="1">
                <a:solidFill>
                  <a:srgbClr val="23143A"/>
                </a:solidFill>
                <a:latin typeface="Arial"/>
                <a:ea typeface="Arial"/>
                <a:cs typeface="Arial"/>
              </a:defRPr>
            </a:lvl5pPr>
            <a:lvl6pPr>
              <a:defRPr sz="1500" b="1">
                <a:solidFill>
                  <a:srgbClr val="23143A"/>
                </a:solidFill>
                <a:latin typeface="Arial"/>
                <a:ea typeface="Arial"/>
                <a:cs typeface="Arial"/>
              </a:defRPr>
            </a:lvl6pPr>
            <a:lvl7pPr>
              <a:defRPr sz="1500" b="1">
                <a:solidFill>
                  <a:srgbClr val="23143A"/>
                </a:solidFill>
                <a:latin typeface="Arial"/>
                <a:ea typeface="Arial"/>
                <a:cs typeface="Arial"/>
              </a:defRPr>
            </a:lvl7pPr>
            <a:lvl8pPr>
              <a:defRPr sz="1500" b="1">
                <a:solidFill>
                  <a:srgbClr val="23143A"/>
                </a:solidFill>
                <a:latin typeface="Arial"/>
                <a:ea typeface="Arial"/>
                <a:cs typeface="Arial"/>
              </a:defRPr>
            </a:lvl8pPr>
            <a:lvl9pPr>
              <a:defRPr sz="1500" b="1">
                <a:solidFill>
                  <a:srgbClr val="23143A"/>
                </a:solidFill>
                <a:latin typeface="Arial"/>
                <a:ea typeface="Arial"/>
                <a:cs typeface="Arial"/>
              </a:defRPr>
            </a:lvl9pPr>
          </a:lstStyle>
          <a:p xmlns:a="http://schemas.openxmlformats.org/drawingml/2006/main">
            <a:pPr>
              <a:lnSpc>
                <a:spcPct val="98000"/>
              </a:lnSpc>
              <a:buNone/>
              <a:defRPr sz="1500" b="1">
                <a:solidFill>
                  <a:srgbClr val="23143A"/>
                </a:solidFill>
                <a:latin typeface="Arial"/>
                <a:ea typeface="Arial"/>
                <a:cs typeface="Arial"/>
              </a:defRPr>
            </a:pPr>
            <a:r>
              <a:rPr sz="1500" b="1">
                <a:solidFill>
                  <a:srgbClr val="23143A"/>
                </a:solidFill>
                <a:latin typeface="Arial"/>
                <a:ea typeface="Arial"/>
                <a:cs typeface="Arial"/>
              </a:rPr>
              <a:t>Wait behind the rider. Pass only when clear, with generous room, and follow local law.</a:t>
            </a:r>
          </a:p>
        </p:txBody>
      </p:sp>
      <p:sp>
        <p:nvSpPr>
          <p:cNvPr id="6" name="Campaign mnemonic">
            <a:extLst xmlns:a="http://schemas.openxmlformats.org/drawingml/2006/main">
              <a:ext uri="{FF2B5EF4-FFF2-40B4-BE49-F238E27FC236}">
                <a16:creationId xmlns:a16="http://schemas.microsoft.com/office/drawing/2014/main" id="{CC86B09E-43EC-4799-AAD2-E0C36598945E}"/>
              </a:ext>
            </a:extLst>
          </p:cNvPr>
          <p:cNvSpPr>
            <a:spLocks xmlns:a="http://schemas.openxmlformats.org/drawingml/2006/main" noGrp="1"/>
          </p:cNvSpPr>
          <p:nvPr/>
        </p:nvSpPr>
        <p:spPr>
          <a:xfrm xmlns:a="http://schemas.openxmlformats.org/drawingml/2006/main">
            <a:off x="295275" y="6953250"/>
            <a:ext cx="2609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00" b="1">
                <a:solidFill>
                  <a:srgbClr val="7926CB"/>
                </a:solidFill>
                <a:latin typeface="Space Grotesk"/>
                <a:ea typeface="Space Grotesk"/>
                <a:cs typeface="Space Grotesk"/>
              </a:defRPr>
            </a:defPPr>
            <a:lvl1pPr>
              <a:defRPr sz="2300" b="1">
                <a:solidFill>
                  <a:srgbClr val="7926CB"/>
                </a:solidFill>
                <a:latin typeface="Space Grotesk"/>
                <a:ea typeface="Space Grotesk"/>
                <a:cs typeface="Space Grotesk"/>
              </a:defRPr>
            </a:lvl1pPr>
            <a:lvl2pPr>
              <a:defRPr sz="2300" b="1">
                <a:solidFill>
                  <a:srgbClr val="7926CB"/>
                </a:solidFill>
                <a:latin typeface="Space Grotesk"/>
                <a:ea typeface="Space Grotesk"/>
                <a:cs typeface="Space Grotesk"/>
              </a:defRPr>
            </a:lvl2pPr>
            <a:lvl3pPr>
              <a:defRPr sz="2300" b="1">
                <a:solidFill>
                  <a:srgbClr val="7926CB"/>
                </a:solidFill>
                <a:latin typeface="Space Grotesk"/>
                <a:ea typeface="Space Grotesk"/>
                <a:cs typeface="Space Grotesk"/>
              </a:defRPr>
            </a:lvl3pPr>
            <a:lvl4pPr>
              <a:defRPr sz="2300" b="1">
                <a:solidFill>
                  <a:srgbClr val="7926CB"/>
                </a:solidFill>
                <a:latin typeface="Space Grotesk"/>
                <a:ea typeface="Space Grotesk"/>
                <a:cs typeface="Space Grotesk"/>
              </a:defRPr>
            </a:lvl4pPr>
            <a:lvl5pPr>
              <a:defRPr sz="2300" b="1">
                <a:solidFill>
                  <a:srgbClr val="7926CB"/>
                </a:solidFill>
                <a:latin typeface="Space Grotesk"/>
                <a:ea typeface="Space Grotesk"/>
                <a:cs typeface="Space Grotesk"/>
              </a:defRPr>
            </a:lvl5pPr>
            <a:lvl6pPr>
              <a:defRPr sz="2300" b="1">
                <a:solidFill>
                  <a:srgbClr val="7926CB"/>
                </a:solidFill>
                <a:latin typeface="Space Grotesk"/>
                <a:ea typeface="Space Grotesk"/>
                <a:cs typeface="Space Grotesk"/>
              </a:defRPr>
            </a:lvl6pPr>
            <a:lvl7pPr>
              <a:defRPr sz="2300" b="1">
                <a:solidFill>
                  <a:srgbClr val="7926CB"/>
                </a:solidFill>
                <a:latin typeface="Space Grotesk"/>
                <a:ea typeface="Space Grotesk"/>
                <a:cs typeface="Space Grotesk"/>
              </a:defRPr>
            </a:lvl7pPr>
            <a:lvl8pPr>
              <a:defRPr sz="2300" b="1">
                <a:solidFill>
                  <a:srgbClr val="7926CB"/>
                </a:solidFill>
                <a:latin typeface="Space Grotesk"/>
                <a:ea typeface="Space Grotesk"/>
                <a:cs typeface="Space Grotesk"/>
              </a:defRPr>
            </a:lvl8pPr>
            <a:lvl9pPr>
              <a:defRPr sz="2300" b="1">
                <a:solidFill>
                  <a:srgbClr val="7926CB"/>
                </a:solidFill>
                <a:latin typeface="Space Grotesk"/>
                <a:ea typeface="Space Grotesk"/>
                <a:cs typeface="Space Grotesk"/>
              </a:defRPr>
            </a:lvl9pPr>
          </a:lstStyle>
          <a:p xmlns:a="http://schemas.openxmlformats.org/drawingml/2006/main">
            <a:pPr>
              <a:lnSpc>
                <a:spcPct val="98000"/>
              </a:lnSpc>
              <a:buNone/>
              <a:defRPr sz="2300" b="1">
                <a:solidFill>
                  <a:srgbClr val="7926CB"/>
                </a:solidFill>
                <a:latin typeface="Space Grotesk"/>
                <a:ea typeface="Space Grotesk"/>
                <a:cs typeface="Space Grotesk"/>
              </a:defRPr>
            </a:pPr>
            <a:r>
              <a:rPr sz="2300" b="1">
                <a:solidFill>
                  <a:srgbClr val="7926CB"/>
                </a:solidFill>
                <a:latin typeface="Space Grotesk"/>
                <a:ea typeface="Space Grotesk"/>
                <a:cs typeface="Space Grotesk"/>
              </a:rPr>
              <a:t>GIVE PEOPLE</a:t>
            </a:r>
          </a:p>
          <a:p xmlns:a="http://schemas.openxmlformats.org/drawingml/2006/main">
            <a:pPr>
              <a:lnSpc>
                <a:spcPct val="98000"/>
              </a:lnSpc>
              <a:buNone/>
              <a:defRPr sz="2300" b="1">
                <a:solidFill>
                  <a:srgbClr val="7926CB"/>
                </a:solidFill>
                <a:latin typeface="Space Grotesk"/>
                <a:ea typeface="Space Grotesk"/>
                <a:cs typeface="Space Grotesk"/>
              </a:defRPr>
            </a:pPr>
            <a:r>
              <a:rPr sz="2300" b="1">
                <a:solidFill>
                  <a:srgbClr val="7926CB"/>
                </a:solidFill>
                <a:latin typeface="Space Grotesk"/>
                <a:ea typeface="Space Grotesk"/>
                <a:cs typeface="Space Grotesk"/>
              </a:rPr>
              <a:t>S.P.A.C.E.</a:t>
            </a:r>
          </a:p>
        </p:txBody>
      </p:sp>
      <p:sp>
        <p:nvSpPr>
          <p:cNvPr id="7" name="Brand footer">
            <a:extLst xmlns:a="http://schemas.openxmlformats.org/drawingml/2006/main">
              <a:ext uri="{FF2B5EF4-FFF2-40B4-BE49-F238E27FC236}">
                <a16:creationId xmlns:a16="http://schemas.microsoft.com/office/drawing/2014/main" id="{26ACF1F7-7F4D-4116-AC4B-37271416AF66}"/>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DA9F8A63-99E4-4372-939E-643D3FD76643}"/>
              </a:ext>
            </a:extLst>
          </p:cNvPr>
          <p:cNvPicPr>
            <a:picLocks xmlns:a="http://schemas.openxmlformats.org/drawingml/2006/main" noChangeAspect="1"/>
          </p:cNvPicPr>
          <p:nvPr/>
        </p:nvPicPr>
        <p:blipFill>
          <a:blip xmlns:r="http://schemas.openxmlformats.org/officeDocument/2006/relationships" xmlns:a="http://schemas.openxmlformats.org/drawingml/2006/main" r:embed="Rfe848b54e3d54f39"/>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9" name="Readable URL">
            <a:extLst xmlns:a="http://schemas.openxmlformats.org/drawingml/2006/main">
              <a:ext uri="{FF2B5EF4-FFF2-40B4-BE49-F238E27FC236}">
                <a16:creationId xmlns:a16="http://schemas.microsoft.com/office/drawing/2014/main" id="{8F82C512-AD7F-4307-80C3-423E155C6275}"/>
              </a:ext>
            </a:extLst>
          </p:cNvPr>
          <p:cNvSpPr>
            <a:spLocks xmlns:a="http://schemas.openxmlformats.org/drawingml/2006/main" noGrp="1"/>
          </p:cNvSpPr>
          <p:nvPr/>
        </p:nvSpPr>
        <p:spPr>
          <a:xfrm xmlns:a="http://schemas.openxmlformats.org/drawingml/2006/main">
            <a:off x="1257300" y="9010650"/>
            <a:ext cx="4914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10" name="Community invitation">
            <a:extLst xmlns:a="http://schemas.openxmlformats.org/drawingml/2006/main">
              <a:ext uri="{FF2B5EF4-FFF2-40B4-BE49-F238E27FC236}">
                <a16:creationId xmlns:a16="http://schemas.microsoft.com/office/drawing/2014/main" id="{5334C048-108C-4225-A762-B6BAD9BA1E2F}"/>
              </a:ext>
            </a:extLst>
          </p:cNvPr>
          <p:cNvSpPr>
            <a:spLocks xmlns:a="http://schemas.openxmlformats.org/drawingml/2006/main" noGrp="1"/>
          </p:cNvSpPr>
          <p:nvPr/>
        </p:nvSpPr>
        <p:spPr>
          <a:xfrm xmlns:a="http://schemas.openxmlformats.org/drawingml/2006/main">
            <a:off x="1257300" y="9525000"/>
            <a:ext cx="4819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public rides.</a:t>
            </a:r>
          </a:p>
        </p:txBody>
      </p:sp>
      <p:sp>
        <p:nvSpPr>
          <p:cNvPr id="11" name="QR quiet zone">
            <a:extLst xmlns:a="http://schemas.openxmlformats.org/drawingml/2006/main">
              <a:ext uri="{FF2B5EF4-FFF2-40B4-BE49-F238E27FC236}">
                <a16:creationId xmlns:a16="http://schemas.microsoft.com/office/drawing/2014/main" id="{FCFC3D5C-2279-49AC-8D76-27C2FA8C3CFC}"/>
              </a:ext>
            </a:extLst>
          </p:cNvPr>
          <p:cNvSpPr>
            <a:spLocks xmlns:a="http://schemas.openxmlformats.org/drawingml/2006/main" noGrp="1"/>
          </p:cNvSpPr>
          <p:nvPr/>
        </p:nvSpPr>
        <p:spPr>
          <a:xfrm xmlns:a="http://schemas.openxmlformats.org/drawingml/2006/main">
            <a:off x="6534150" y="9001125"/>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3318348C-EC5A-4334-A9EE-70C4825650D8}"/>
              </a:ext>
            </a:extLst>
          </p:cNvPr>
          <p:cNvPicPr>
            <a:picLocks xmlns:a="http://schemas.openxmlformats.org/drawingml/2006/main" noChangeAspect="1"/>
          </p:cNvPicPr>
          <p:nvPr/>
        </p:nvPicPr>
        <p:blipFill>
          <a:blip xmlns:r="http://schemas.openxmlformats.org/officeDocument/2006/relationships" xmlns:a="http://schemas.openxmlformats.org/drawingml/2006/main" r:embed="R4e751e7245f94f6a"/>
          <a:stretch xmlns:a="http://schemas.openxmlformats.org/drawingml/2006/main"/>
        </p:blipFill>
        <p:spPr>
          <a:xfrm xmlns:a="http://schemas.openxmlformats.org/drawingml/2006/main">
            <a:off x="6581775" y="9048750"/>
            <a:ext cx="781050" cy="781050"/>
          </a:xfrm>
          <a:prstGeom xmlns:a="http://schemas.openxmlformats.org/drawingml/2006/main" prst="rect">
            <a:avLst/>
          </a:prstGeom>
        </p:spPr>
      </p:pic>
    </p:spTree>
    <p:extLst>
      <p:ext uri="{BB962C8B-B14F-4D97-AF65-F5344CB8AC3E}">
        <p14:creationId xmlns:p14="http://schemas.microsoft.com/office/powerpoint/2010/main" val="20614670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2026-10-29T13:44:19.0880000Z</dcterms:created>
  <dcterms:modified xsi:type="dcterms:W3CDTF">2026-10-29T13:44:19.0880000Z</dcterms:modified>
</coreProperties>
</file>