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b210c896164a14" /><Relationship Type="http://schemas.openxmlformats.org/officeDocument/2006/relationships/extended-properties" Target="/docProps/app.xml" Id="R10410db6bec64adf" /><Relationship Type="http://schemas.openxmlformats.org/officeDocument/2006/relationships/officeDocument" Target="/ppt/presentation.xml" Id="R836874e5f1504906" /></Relationships>
</file>

<file path=ppt/presentation.xml><?xml version="1.0" encoding="utf-8"?>
<p:presentation xmlns:p="http://schemas.openxmlformats.org/presentationml/2006/main">
  <p:sldMasterIdLst>
    <p:sldMasterId xmlns:r="http://schemas.openxmlformats.org/officeDocument/2006/relationships" id="2147483648" r:id="R78482aa8d1914c91"/>
  </p:sldMasterIdLst>
  <p:notesMasterIdLst>
    <p:notesMasterId xmlns:r="http://schemas.openxmlformats.org/officeDocument/2006/relationships" r:id="R6791d38715d44007"/>
  </p:notesMasterIdLst>
  <p:sldIdLst>
    <p:sldId xmlns:r="http://schemas.openxmlformats.org/officeDocument/2006/relationships" id="256" r:id="Rd3632d9d8dae4286"/>
    <p:sldId xmlns:r="http://schemas.openxmlformats.org/officeDocument/2006/relationships" id="257" r:id="Rcd49f925b9b544da"/>
  </p:sldIdLst>
  <p:sldSz cx="3657600" cy="5486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5b572f0c954f14" /><Relationship Type="http://schemas.openxmlformats.org/officeDocument/2006/relationships/slideMaster" Target="/ppt/slideMasters/slideMaster1.xml" Id="R78482aa8d1914c91" /><Relationship Type="http://schemas.openxmlformats.org/officeDocument/2006/relationships/notesMaster" Target="/ppt/notesMasters/notesMaster1.xml" Id="R6791d38715d44007" /><Relationship Type="http://schemas.openxmlformats.org/officeDocument/2006/relationships/presProps" Target="/ppt/presProps.xml" Id="R2a500d955b6f496b" /><Relationship Type="http://schemas.openxmlformats.org/officeDocument/2006/relationships/tableStyles" Target="/ppt/tableStyles.xml" Id="Rf64176bb8ed34f32" /><Relationship Type="http://schemas.openxmlformats.org/officeDocument/2006/relationships/slide" Target="/ppt/slides/slide1.xml" Id="Rd3632d9d8dae4286" /><Relationship Type="http://schemas.openxmlformats.org/officeDocument/2006/relationships/slide" Target="/ppt/slides/slide2.xml" Id="Rcd49f925b9b544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75aa05778d42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6ae73d5a314ad8" /><Relationship Type="http://schemas.openxmlformats.org/officeDocument/2006/relationships/notesMaster" Target="/ppt/notesMasters/notesMaster1.xml" Id="R51df137f387345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06193e4cdb468f" /><Relationship Type="http://schemas.openxmlformats.org/officeDocument/2006/relationships/notesMaster" Target="/ppt/notesMasters/notesMaster1.xml" Id="R76a982a7c74e46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Room to Ride</a:t>
            </a:r>
          </a:p>
          <a:p xmlns:a="http://schemas.openxmlformats.org/drawingml/2006/main">
            <a:r>
              <a:t>Hess and Peterson found clearer interpretation of full-lane signage in an online survey. They measured stated comprehension, not observed driving, passing distance, or crashes. This creative remains untested, and lane-use rules vary by jurisdiction.</a:t>
            </a:r>
          </a:p>
          <a:p xmlns:a="http://schemas.openxmlformats.org/drawingml/2006/main">
            <a:r>
              <a:t>This exact copy and artwork have not been tested with the intended audience. Treat the emotional framing as an audience hypothesis, not an effectiveness claim. Intended direction: Shared experience, rider agency, and understanding the need for space.</a:t>
            </a:r>
          </a:p>
          <a:p xmlns:a="http://schemas.openxmlformats.org/drawingml/2006/main">
            <a:r>
              <a:t>The headline uses broad audience language. It does not speak for a specific rider or present a quote or testimonial.</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Front uses image B, a different image from lead poster A in the same campaign style.</a:t>
            </a:r>
          </a:p>
          <a:p xmlns:a="http://schemas.openxmlformats.org/drawingml/2006/main">
            <a:r>
              <a:t>Sources:</a:t>
            </a:r>
          </a:p>
          <a:p xmlns:a="http://schemas.openxmlformats.org/drawingml/2006/main">
            <a:r>
              <a:t>https://journals.plos.org/plosone/article?id=10.1371/journal.pone.0136973</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Room to Ride</a:t>
            </a:r>
          </a:p>
          <a:p xmlns:a="http://schemas.openxmlformats.org/drawingml/2006/main">
            <a:r>
              <a:t>Hess and Peterson found clearer interpretation of full-lane signage in an online survey. They measured stated comprehension, not observed driving, passing distance, or crashes. This creative remains untested, and lane-use rules vary by jurisdiction.</a:t>
            </a:r>
          </a:p>
          <a:p xmlns:a="http://schemas.openxmlformats.org/drawingml/2006/main">
            <a:r>
              <a:t>This exact copy and artwork have not been tested with the intended audience. Treat the emotional framing as an audience hypothesis, not an effectiveness claim. Intended direction: Shared experience, rider agency, and understanding the need for space.</a:t>
            </a:r>
          </a:p>
          <a:p xmlns:a="http://schemas.openxmlformats.org/drawingml/2006/main">
            <a:r>
              <a:t>The headline uses broad audience language. It does not speak for a specific rider or present a quote or testimonial.</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Back: concise guidance. No local fields or promise of an unconfirmed service.</a:t>
            </a:r>
          </a:p>
          <a:p xmlns:a="http://schemas.openxmlformats.org/drawingml/2006/main">
            <a:r>
              <a:t>Sources:</a:t>
            </a:r>
          </a:p>
          <a:p xmlns:a="http://schemas.openxmlformats.org/drawingml/2006/main">
            <a:r>
              <a:t>https://journals.plos.org/plosone/article?id=10.1371/journal.pone.0136973</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342f87b854426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8b9ac2f3e54f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afd724e80e497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0d54940a8449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0900fa689e44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989d41422784f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45659F-4BD3-4EAD-9EFC-982E42A1D15E}"/>
              </a:ext>
            </a:extLst>
          </p:cNvPr>
          <p:cNvSpPr>
            <a:spLocks xmlns:a="http://schemas.openxmlformats.org/drawingml/2006/main" noGrp="1"/>
          </p:cNvSpPr>
          <p:nvPr>
            <p:ph type="title" idx="0"/>
          </p:nvPr>
        </p:nvSpPr>
        <p:spPr>
          <a:xfrm xmlns:a="http://schemas.openxmlformats.org/drawingml/2006/main">
            <a:off x="365760" y="2072640"/>
            <a:ext cx="2926080" cy="7924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440" b="1">
                <a:solidFill>
                  <a:schemeClr val="tx1"/>
                </a:solidFill>
                <a:latin typeface="+mj-lt"/>
                <a:ea typeface="+mj-lt"/>
                <a:cs typeface="+mj-lt"/>
              </a:defRPr>
            </a:defPPr>
            <a:lvl1pPr marL="0" indent="0" algn="ctr">
              <a:lnSpc>
                <a:spcPct val="110000"/>
              </a:lnSpc>
              <a:spcBef>
                <a:spcPts val="0"/>
              </a:spcBef>
              <a:spcAft>
                <a:spcPts val="0"/>
              </a:spcAft>
              <a:buNone/>
              <a:defRPr sz="1440" b="1">
                <a:solidFill>
                  <a:schemeClr val="tx1"/>
                </a:solidFill>
                <a:latin typeface="+mj-lt"/>
                <a:ea typeface="+mj-lt"/>
                <a:cs typeface="+mj-lt"/>
              </a:defRPr>
            </a:lvl1pPr>
            <a:lvl2pPr marL="0" indent="0" algn="ctr">
              <a:lnSpc>
                <a:spcPct val="110000"/>
              </a:lnSpc>
              <a:spcBef>
                <a:spcPts val="0"/>
              </a:spcBef>
              <a:spcAft>
                <a:spcPts val="0"/>
              </a:spcAft>
              <a:buNone/>
              <a:defRPr sz="1440" b="1">
                <a:solidFill>
                  <a:schemeClr val="tx1"/>
                </a:solidFill>
                <a:latin typeface="+mj-lt"/>
                <a:ea typeface="+mj-lt"/>
                <a:cs typeface="+mj-lt"/>
              </a:defRPr>
            </a:lvl2pPr>
            <a:lvl3pPr marL="0" indent="0" algn="ctr">
              <a:lnSpc>
                <a:spcPct val="110000"/>
              </a:lnSpc>
              <a:spcBef>
                <a:spcPts val="0"/>
              </a:spcBef>
              <a:spcAft>
                <a:spcPts val="0"/>
              </a:spcAft>
              <a:buNone/>
              <a:defRPr sz="1440" b="1">
                <a:solidFill>
                  <a:schemeClr val="tx1"/>
                </a:solidFill>
                <a:latin typeface="+mj-lt"/>
                <a:ea typeface="+mj-lt"/>
                <a:cs typeface="+mj-lt"/>
              </a:defRPr>
            </a:lvl3pPr>
            <a:lvl4pPr marL="0" indent="0" algn="ctr">
              <a:lnSpc>
                <a:spcPct val="110000"/>
              </a:lnSpc>
              <a:spcBef>
                <a:spcPts val="0"/>
              </a:spcBef>
              <a:spcAft>
                <a:spcPts val="0"/>
              </a:spcAft>
              <a:buNone/>
              <a:defRPr sz="1440" b="1">
                <a:solidFill>
                  <a:schemeClr val="tx1"/>
                </a:solidFill>
                <a:latin typeface="+mj-lt"/>
                <a:ea typeface="+mj-lt"/>
                <a:cs typeface="+mj-lt"/>
              </a:defRPr>
            </a:lvl4pPr>
            <a:lvl5pPr marL="0" indent="0" algn="ctr">
              <a:lnSpc>
                <a:spcPct val="110000"/>
              </a:lnSpc>
              <a:spcBef>
                <a:spcPts val="0"/>
              </a:spcBef>
              <a:spcAft>
                <a:spcPts val="0"/>
              </a:spcAft>
              <a:buNone/>
              <a:defRPr sz="1440" b="1">
                <a:solidFill>
                  <a:schemeClr val="tx1"/>
                </a:solidFill>
                <a:latin typeface="+mj-lt"/>
                <a:ea typeface="+mj-lt"/>
                <a:cs typeface="+mj-lt"/>
              </a:defRPr>
            </a:lvl5pPr>
            <a:lvl6pPr marL="0" indent="0" algn="ctr">
              <a:lnSpc>
                <a:spcPct val="110000"/>
              </a:lnSpc>
              <a:spcBef>
                <a:spcPts val="0"/>
              </a:spcBef>
              <a:spcAft>
                <a:spcPts val="0"/>
              </a:spcAft>
              <a:buNone/>
              <a:defRPr sz="1440" b="1">
                <a:solidFill>
                  <a:schemeClr val="tx1"/>
                </a:solidFill>
                <a:latin typeface="+mj-lt"/>
                <a:ea typeface="+mj-lt"/>
                <a:cs typeface="+mj-lt"/>
              </a:defRPr>
            </a:lvl6pPr>
            <a:lvl7pPr marL="0" indent="0" algn="ctr">
              <a:lnSpc>
                <a:spcPct val="110000"/>
              </a:lnSpc>
              <a:spcBef>
                <a:spcPts val="0"/>
              </a:spcBef>
              <a:spcAft>
                <a:spcPts val="0"/>
              </a:spcAft>
              <a:buNone/>
              <a:defRPr sz="1440" b="1">
                <a:solidFill>
                  <a:schemeClr val="tx1"/>
                </a:solidFill>
                <a:latin typeface="+mj-lt"/>
                <a:ea typeface="+mj-lt"/>
                <a:cs typeface="+mj-lt"/>
              </a:defRPr>
            </a:lvl7pPr>
            <a:lvl8pPr marL="0" indent="0" algn="ctr">
              <a:lnSpc>
                <a:spcPct val="110000"/>
              </a:lnSpc>
              <a:spcBef>
                <a:spcPts val="0"/>
              </a:spcBef>
              <a:spcAft>
                <a:spcPts val="0"/>
              </a:spcAft>
              <a:buNone/>
              <a:defRPr sz="1440" b="1">
                <a:solidFill>
                  <a:schemeClr val="tx1"/>
                </a:solidFill>
                <a:latin typeface="+mj-lt"/>
                <a:ea typeface="+mj-lt"/>
                <a:cs typeface="+mj-lt"/>
              </a:defRPr>
            </a:lvl8pPr>
            <a:lvl9pPr marL="0" indent="0" algn="ctr">
              <a:lnSpc>
                <a:spcPct val="110000"/>
              </a:lnSpc>
              <a:spcBef>
                <a:spcPts val="0"/>
              </a:spcBef>
              <a:spcAft>
                <a:spcPts val="0"/>
              </a:spcAft>
              <a:buNone/>
              <a:defRPr sz="144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C9EE8C3-DE77-44CD-A158-9BE4C58FE1D9}"/>
              </a:ext>
            </a:extLst>
          </p:cNvPr>
          <p:cNvSpPr>
            <a:spLocks xmlns:a="http://schemas.openxmlformats.org/drawingml/2006/main" noGrp="1"/>
          </p:cNvSpPr>
          <p:nvPr>
            <p:ph type="subTitle" idx="1"/>
          </p:nvPr>
        </p:nvSpPr>
        <p:spPr>
          <a:xfrm xmlns:a="http://schemas.openxmlformats.org/drawingml/2006/main">
            <a:off x="548640" y="3017520"/>
            <a:ext cx="2560320" cy="60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 b="0">
                <a:solidFill>
                  <a:schemeClr val="tx1"/>
                </a:solidFill>
                <a:latin typeface="+mn-lt"/>
                <a:ea typeface="+mn-lt"/>
                <a:cs typeface="+mn-lt"/>
              </a:defRPr>
            </a:defPPr>
            <a:lvl1pPr marL="0" indent="0" algn="ctr">
              <a:lnSpc>
                <a:spcPct val="110000"/>
              </a:lnSpc>
              <a:spcBef>
                <a:spcPts val="0"/>
              </a:spcBef>
              <a:spcAft>
                <a:spcPts val="0"/>
              </a:spcAft>
              <a:buNone/>
              <a:defRPr sz="630" b="0">
                <a:solidFill>
                  <a:schemeClr val="tx1"/>
                </a:solidFill>
                <a:latin typeface="+mn-lt"/>
                <a:ea typeface="+mn-lt"/>
                <a:cs typeface="+mn-lt"/>
              </a:defRPr>
            </a:lvl1pPr>
            <a:lvl2pPr marL="0" indent="0" algn="ctr">
              <a:lnSpc>
                <a:spcPct val="110000"/>
              </a:lnSpc>
              <a:spcBef>
                <a:spcPts val="0"/>
              </a:spcBef>
              <a:spcAft>
                <a:spcPts val="0"/>
              </a:spcAft>
              <a:buNone/>
              <a:defRPr sz="630" b="0">
                <a:solidFill>
                  <a:schemeClr val="tx1"/>
                </a:solidFill>
                <a:latin typeface="+mn-lt"/>
                <a:ea typeface="+mn-lt"/>
                <a:cs typeface="+mn-lt"/>
              </a:defRPr>
            </a:lvl2pPr>
            <a:lvl3pPr marL="0" indent="0" algn="ctr">
              <a:lnSpc>
                <a:spcPct val="110000"/>
              </a:lnSpc>
              <a:spcBef>
                <a:spcPts val="0"/>
              </a:spcBef>
              <a:spcAft>
                <a:spcPts val="0"/>
              </a:spcAft>
              <a:buNone/>
              <a:defRPr sz="630" b="0">
                <a:solidFill>
                  <a:schemeClr val="tx1"/>
                </a:solidFill>
                <a:latin typeface="+mn-lt"/>
                <a:ea typeface="+mn-lt"/>
                <a:cs typeface="+mn-lt"/>
              </a:defRPr>
            </a:lvl3pPr>
            <a:lvl4pPr marL="0" indent="0" algn="ctr">
              <a:lnSpc>
                <a:spcPct val="110000"/>
              </a:lnSpc>
              <a:spcBef>
                <a:spcPts val="0"/>
              </a:spcBef>
              <a:spcAft>
                <a:spcPts val="0"/>
              </a:spcAft>
              <a:buNone/>
              <a:defRPr sz="630" b="0">
                <a:solidFill>
                  <a:schemeClr val="tx1"/>
                </a:solidFill>
                <a:latin typeface="+mn-lt"/>
                <a:ea typeface="+mn-lt"/>
                <a:cs typeface="+mn-lt"/>
              </a:defRPr>
            </a:lvl4pPr>
            <a:lvl5pPr marL="0" indent="0" algn="ctr">
              <a:lnSpc>
                <a:spcPct val="110000"/>
              </a:lnSpc>
              <a:spcBef>
                <a:spcPts val="0"/>
              </a:spcBef>
              <a:spcAft>
                <a:spcPts val="0"/>
              </a:spcAft>
              <a:buNone/>
              <a:defRPr sz="630" b="0">
                <a:solidFill>
                  <a:schemeClr val="tx1"/>
                </a:solidFill>
                <a:latin typeface="+mn-lt"/>
                <a:ea typeface="+mn-lt"/>
                <a:cs typeface="+mn-lt"/>
              </a:defRPr>
            </a:lvl5pPr>
            <a:lvl6pPr marL="0" indent="0" algn="ctr">
              <a:lnSpc>
                <a:spcPct val="110000"/>
              </a:lnSpc>
              <a:spcBef>
                <a:spcPts val="0"/>
              </a:spcBef>
              <a:spcAft>
                <a:spcPts val="0"/>
              </a:spcAft>
              <a:buNone/>
              <a:defRPr sz="630" b="0">
                <a:solidFill>
                  <a:schemeClr val="tx1"/>
                </a:solidFill>
                <a:latin typeface="+mn-lt"/>
                <a:ea typeface="+mn-lt"/>
                <a:cs typeface="+mn-lt"/>
              </a:defRPr>
            </a:lvl6pPr>
            <a:lvl7pPr marL="0" indent="0" algn="ctr">
              <a:lnSpc>
                <a:spcPct val="110000"/>
              </a:lnSpc>
              <a:spcBef>
                <a:spcPts val="0"/>
              </a:spcBef>
              <a:spcAft>
                <a:spcPts val="0"/>
              </a:spcAft>
              <a:buNone/>
              <a:defRPr sz="630" b="0">
                <a:solidFill>
                  <a:schemeClr val="tx1"/>
                </a:solidFill>
                <a:latin typeface="+mn-lt"/>
                <a:ea typeface="+mn-lt"/>
                <a:cs typeface="+mn-lt"/>
              </a:defRPr>
            </a:lvl7pPr>
            <a:lvl8pPr marL="0" indent="0" algn="ctr">
              <a:lnSpc>
                <a:spcPct val="110000"/>
              </a:lnSpc>
              <a:spcBef>
                <a:spcPts val="0"/>
              </a:spcBef>
              <a:spcAft>
                <a:spcPts val="0"/>
              </a:spcAft>
              <a:buNone/>
              <a:defRPr sz="630" b="0">
                <a:solidFill>
                  <a:schemeClr val="tx1"/>
                </a:solidFill>
                <a:latin typeface="+mn-lt"/>
                <a:ea typeface="+mn-lt"/>
                <a:cs typeface="+mn-lt"/>
              </a:defRPr>
            </a:lvl8pPr>
            <a:lvl9pPr marL="0" indent="0" algn="ctr">
              <a:lnSpc>
                <a:spcPct val="110000"/>
              </a:lnSpc>
              <a:spcBef>
                <a:spcPts val="0"/>
              </a:spcBef>
              <a:spcAft>
                <a:spcPts val="0"/>
              </a:spcAft>
              <a:buNone/>
              <a:defRPr sz="63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0A5A722-CD29-4925-BC2C-DE43FDEACE6B}"/>
              </a:ext>
            </a:extLst>
          </p:cNvPr>
          <p:cNvSpPr>
            <a:spLocks xmlns:a="http://schemas.openxmlformats.org/drawingml/2006/main" noGrp="1"/>
          </p:cNvSpPr>
          <p:nvPr>
            <p:ph type="title" idx="0"/>
          </p:nvPr>
        </p:nvSpPr>
        <p:spPr>
          <a:xfrm xmlns:a="http://schemas.openxmlformats.org/drawingml/2006/main">
            <a:off x="365760" y="2286000"/>
            <a:ext cx="2926080" cy="914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260" b="1">
                <a:solidFill>
                  <a:schemeClr val="tx1"/>
                </a:solidFill>
                <a:latin typeface="+mj-lt"/>
                <a:ea typeface="+mj-lt"/>
                <a:cs typeface="+mj-lt"/>
              </a:defRPr>
            </a:defPPr>
            <a:lvl1pPr marL="0" indent="0" algn="ctr">
              <a:lnSpc>
                <a:spcPct val="110000"/>
              </a:lnSpc>
              <a:spcBef>
                <a:spcPts val="0"/>
              </a:spcBef>
              <a:spcAft>
                <a:spcPts val="0"/>
              </a:spcAft>
              <a:buNone/>
              <a:defRPr sz="1260" b="1">
                <a:solidFill>
                  <a:schemeClr val="tx1"/>
                </a:solidFill>
                <a:latin typeface="+mj-lt"/>
                <a:ea typeface="+mj-lt"/>
                <a:cs typeface="+mj-lt"/>
              </a:defRPr>
            </a:lvl1pPr>
            <a:lvl2pPr marL="0" indent="0" algn="ctr">
              <a:lnSpc>
                <a:spcPct val="110000"/>
              </a:lnSpc>
              <a:spcBef>
                <a:spcPts val="0"/>
              </a:spcBef>
              <a:spcAft>
                <a:spcPts val="0"/>
              </a:spcAft>
              <a:buNone/>
              <a:defRPr sz="1260" b="1">
                <a:solidFill>
                  <a:schemeClr val="tx1"/>
                </a:solidFill>
                <a:latin typeface="+mj-lt"/>
                <a:ea typeface="+mj-lt"/>
                <a:cs typeface="+mj-lt"/>
              </a:defRPr>
            </a:lvl2pPr>
            <a:lvl3pPr marL="0" indent="0" algn="ctr">
              <a:lnSpc>
                <a:spcPct val="110000"/>
              </a:lnSpc>
              <a:spcBef>
                <a:spcPts val="0"/>
              </a:spcBef>
              <a:spcAft>
                <a:spcPts val="0"/>
              </a:spcAft>
              <a:buNone/>
              <a:defRPr sz="1260" b="1">
                <a:solidFill>
                  <a:schemeClr val="tx1"/>
                </a:solidFill>
                <a:latin typeface="+mj-lt"/>
                <a:ea typeface="+mj-lt"/>
                <a:cs typeface="+mj-lt"/>
              </a:defRPr>
            </a:lvl3pPr>
            <a:lvl4pPr marL="0" indent="0" algn="ctr">
              <a:lnSpc>
                <a:spcPct val="110000"/>
              </a:lnSpc>
              <a:spcBef>
                <a:spcPts val="0"/>
              </a:spcBef>
              <a:spcAft>
                <a:spcPts val="0"/>
              </a:spcAft>
              <a:buNone/>
              <a:defRPr sz="1260" b="1">
                <a:solidFill>
                  <a:schemeClr val="tx1"/>
                </a:solidFill>
                <a:latin typeface="+mj-lt"/>
                <a:ea typeface="+mj-lt"/>
                <a:cs typeface="+mj-lt"/>
              </a:defRPr>
            </a:lvl4pPr>
            <a:lvl5pPr marL="0" indent="0" algn="ctr">
              <a:lnSpc>
                <a:spcPct val="110000"/>
              </a:lnSpc>
              <a:spcBef>
                <a:spcPts val="0"/>
              </a:spcBef>
              <a:spcAft>
                <a:spcPts val="0"/>
              </a:spcAft>
              <a:buNone/>
              <a:defRPr sz="1260" b="1">
                <a:solidFill>
                  <a:schemeClr val="tx1"/>
                </a:solidFill>
                <a:latin typeface="+mj-lt"/>
                <a:ea typeface="+mj-lt"/>
                <a:cs typeface="+mj-lt"/>
              </a:defRPr>
            </a:lvl5pPr>
            <a:lvl6pPr marL="0" indent="0" algn="ctr">
              <a:lnSpc>
                <a:spcPct val="110000"/>
              </a:lnSpc>
              <a:spcBef>
                <a:spcPts val="0"/>
              </a:spcBef>
              <a:spcAft>
                <a:spcPts val="0"/>
              </a:spcAft>
              <a:buNone/>
              <a:defRPr sz="1260" b="1">
                <a:solidFill>
                  <a:schemeClr val="tx1"/>
                </a:solidFill>
                <a:latin typeface="+mj-lt"/>
                <a:ea typeface="+mj-lt"/>
                <a:cs typeface="+mj-lt"/>
              </a:defRPr>
            </a:lvl6pPr>
            <a:lvl7pPr marL="0" indent="0" algn="ctr">
              <a:lnSpc>
                <a:spcPct val="110000"/>
              </a:lnSpc>
              <a:spcBef>
                <a:spcPts val="0"/>
              </a:spcBef>
              <a:spcAft>
                <a:spcPts val="0"/>
              </a:spcAft>
              <a:buNone/>
              <a:defRPr sz="1260" b="1">
                <a:solidFill>
                  <a:schemeClr val="tx1"/>
                </a:solidFill>
                <a:latin typeface="+mj-lt"/>
                <a:ea typeface="+mj-lt"/>
                <a:cs typeface="+mj-lt"/>
              </a:defRPr>
            </a:lvl7pPr>
            <a:lvl8pPr marL="0" indent="0" algn="ctr">
              <a:lnSpc>
                <a:spcPct val="110000"/>
              </a:lnSpc>
              <a:spcBef>
                <a:spcPts val="0"/>
              </a:spcBef>
              <a:spcAft>
                <a:spcPts val="0"/>
              </a:spcAft>
              <a:buNone/>
              <a:defRPr sz="1260" b="1">
                <a:solidFill>
                  <a:schemeClr val="tx1"/>
                </a:solidFill>
                <a:latin typeface="+mj-lt"/>
                <a:ea typeface="+mj-lt"/>
                <a:cs typeface="+mj-lt"/>
              </a:defRPr>
            </a:lvl8pPr>
            <a:lvl9pPr marL="0" indent="0" algn="ctr">
              <a:lnSpc>
                <a:spcPct val="110000"/>
              </a:lnSpc>
              <a:spcBef>
                <a:spcPts val="0"/>
              </a:spcBef>
              <a:spcAft>
                <a:spcPts val="0"/>
              </a:spcAft>
              <a:buNone/>
              <a:defRPr sz="126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BA0173-D89A-45B6-AC6B-22F13AA98502}"/>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E8B59FB-6697-47D2-8FF5-293ACD0C9149}"/>
              </a:ext>
            </a:extLst>
          </p:cNvPr>
          <p:cNvSpPr>
            <a:spLocks xmlns:a="http://schemas.openxmlformats.org/drawingml/2006/main" noGrp="1"/>
          </p:cNvSpPr>
          <p:nvPr>
            <p:ph type="body" idx="1"/>
          </p:nvPr>
        </p:nvSpPr>
        <p:spPr>
          <a:xfrm xmlns:a="http://schemas.openxmlformats.org/drawingml/2006/main">
            <a:off x="205740" y="1524000"/>
            <a:ext cx="324612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DE9BD4B-3D86-45C7-ACC8-88D872968D15}"/>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B254B8-0FCC-4079-B872-7620450BF696}"/>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1D6FA24-EC97-4C1B-96B1-D5061CE11967}"/>
              </a:ext>
            </a:extLst>
          </p:cNvPr>
          <p:cNvSpPr>
            <a:spLocks xmlns:a="http://schemas.openxmlformats.org/drawingml/2006/main" noGrp="1"/>
          </p:cNvSpPr>
          <p:nvPr>
            <p:ph type="body" idx="2"/>
          </p:nvPr>
        </p:nvSpPr>
        <p:spPr>
          <a:xfrm xmlns:a="http://schemas.openxmlformats.org/drawingml/2006/main">
            <a:off x="194310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89262F-0C55-4E7F-B680-40A55E0CF6C2}"/>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B40BD6-2E46-4549-B198-EFD53013D3A2}"/>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7ed6f4342a4ad0" /><Relationship Type="http://schemas.openxmlformats.org/officeDocument/2006/relationships/slideLayout" Target="/ppt/slideLayouts/slideLayout1.xml" Id="Rd892200f40a9400c" /><Relationship Type="http://schemas.openxmlformats.org/officeDocument/2006/relationships/slideLayout" Target="/ppt/slideLayouts/slideLayout2.xml" Id="Rf9cc2d4a34484a52" /><Relationship Type="http://schemas.openxmlformats.org/officeDocument/2006/relationships/slideLayout" Target="/ppt/slideLayouts/slideLayout3.xml" Id="Rc4aac7ce4f224a00" /><Relationship Type="http://schemas.openxmlformats.org/officeDocument/2006/relationships/slideLayout" Target="/ppt/slideLayouts/slideLayout4.xml" Id="R28239dcd2d4f4053" /><Relationship Type="http://schemas.openxmlformats.org/officeDocument/2006/relationships/slideLayout" Target="/ppt/slideLayouts/slideLayout5.xml" Id="R8e6324a9f3fa4163" /><Relationship Type="http://schemas.openxmlformats.org/officeDocument/2006/relationships/slideLayout" Target="/ppt/slideLayouts/slideLayout6.xml" Id="Re06f861f2d2048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92200f40a9400c"/>
    <p:sldLayoutId xmlns:r="http://schemas.openxmlformats.org/officeDocument/2006/relationships" id="2147483650" r:id="Rf9cc2d4a34484a52"/>
    <p:sldLayoutId xmlns:r="http://schemas.openxmlformats.org/officeDocument/2006/relationships" id="2147483651" r:id="Rc4aac7ce4f224a00"/>
    <p:sldLayoutId xmlns:r="http://schemas.openxmlformats.org/officeDocument/2006/relationships" id="2147483652" r:id="R28239dcd2d4f4053"/>
    <p:sldLayoutId xmlns:r="http://schemas.openxmlformats.org/officeDocument/2006/relationships" id="2147483653" r:id="R8e6324a9f3fa4163"/>
    <p:sldLayoutId xmlns:r="http://schemas.openxmlformats.org/officeDocument/2006/relationships" id="2147483654" r:id="Re06f861f2d2048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4c9a46732cb46ff" /><Relationship Type="http://schemas.openxmlformats.org/officeDocument/2006/relationships/image" Target="/ppt/media/image.png" Id="Rfd41e40eeb2e48ce" /><Relationship Type="http://schemas.openxmlformats.org/officeDocument/2006/relationships/image" Target="/ppt/media/image2.png" Id="R37a512129dcd455b" /><Relationship Type="http://schemas.openxmlformats.org/officeDocument/2006/relationships/image" Target="/ppt/media/image3.png" Id="Rd7c84eb4d228482f" /><Relationship Type="http://schemas.openxmlformats.org/officeDocument/2006/relationships/notesSlide" Target="/ppt/notesSlides/notesSlide1.xml" Id="R5fa96bc9d88140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19a44927f1644f2" /><Relationship Type="http://schemas.openxmlformats.org/officeDocument/2006/relationships/image" Target="/ppt/media/image4.png" Id="Rad4e669575b94770" /><Relationship Type="http://schemas.openxmlformats.org/officeDocument/2006/relationships/image" Target="/ppt/media/image5.png" Id="R78197c8f99574348" /><Relationship Type="http://schemas.openxmlformats.org/officeDocument/2006/relationships/notesSlide" Target="/ppt/notesSlides/notesSlide2.xml" Id="R1710efeffdfe4385" /></Relationships>
</file>

<file path=ppt/slides/slide1.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DDB5A5D-D7FD-4E5B-90CF-865446E1EEF6}"/>
              </a:ext>
            </a:extLst>
          </p:cNvPr>
          <p:cNvPicPr>
            <a:picLocks xmlns:a="http://schemas.openxmlformats.org/drawingml/2006/main" noChangeAspect="1"/>
          </p:cNvPicPr>
          <p:nvPr/>
        </p:nvPicPr>
        <p:blipFill>
          <a:blip xmlns:r="http://schemas.openxmlformats.org/officeDocument/2006/relationships" xmlns:a="http://schemas.openxmlformats.org/drawingml/2006/main" r:embed="Rfd41e40eeb2e48ce"/>
          <a:srcRect xmlns:a="http://schemas.openxmlformats.org/drawingml/2006/main" l="27758" t="0" r="27758" b="0"/>
          <a:stretch xmlns:a="http://schemas.openxmlformats.org/drawingml/2006/main">
            <a:fillRect l="0" t="0" r="0" b="0"/>
          </a:stretch>
        </p:blipFill>
        <p:spPr>
          <a:xfrm xmlns:a="http://schemas.openxmlformats.org/drawingml/2006/main">
            <a:off x="1962150" y="0"/>
            <a:ext cx="1695450" cy="4762500"/>
          </a:xfrm>
          <a:prstGeom xmlns:a="http://schemas.openxmlformats.org/drawingml/2006/main" prst="rect">
            <a:avLst/>
          </a:prstGeom>
        </p:spPr>
      </p:pic>
      <p:sp>
        <p:nvSpPr>
          <p:cNvPr id="2" name="Card campaign label">
            <a:extLst xmlns:a="http://schemas.openxmlformats.org/drawingml/2006/main">
              <a:ext uri="{FF2B5EF4-FFF2-40B4-BE49-F238E27FC236}">
                <a16:creationId xmlns:a16="http://schemas.microsoft.com/office/drawing/2014/main" id="{C6B34C4C-D3A1-4AC1-B4B1-DC02C2CB117A}"/>
              </a:ext>
            </a:extLst>
          </p:cNvPr>
          <p:cNvSpPr>
            <a:spLocks xmlns:a="http://schemas.openxmlformats.org/drawingml/2006/main" noGrp="1"/>
          </p:cNvSpPr>
          <p:nvPr/>
        </p:nvSpPr>
        <p:spPr>
          <a:xfrm xmlns:a="http://schemas.openxmlformats.org/drawingml/2006/main">
            <a:off x="161925" y="247650"/>
            <a:ext cx="16478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00" b="1">
                <a:solidFill>
                  <a:srgbClr val="FFFF0A"/>
                </a:solidFill>
                <a:latin typeface="Space Grotesk"/>
                <a:ea typeface="Space Grotesk"/>
                <a:cs typeface="Space Grotesk"/>
              </a:defRPr>
            </a:defPPr>
            <a:lvl1pPr>
              <a:defRPr sz="1000" b="1">
                <a:solidFill>
                  <a:srgbClr val="FFFF0A"/>
                </a:solidFill>
                <a:latin typeface="Space Grotesk"/>
                <a:ea typeface="Space Grotesk"/>
                <a:cs typeface="Space Grotesk"/>
              </a:defRPr>
            </a:lvl1pPr>
            <a:lvl2pPr>
              <a:defRPr sz="1000" b="1">
                <a:solidFill>
                  <a:srgbClr val="FFFF0A"/>
                </a:solidFill>
                <a:latin typeface="Space Grotesk"/>
                <a:ea typeface="Space Grotesk"/>
                <a:cs typeface="Space Grotesk"/>
              </a:defRPr>
            </a:lvl2pPr>
            <a:lvl3pPr>
              <a:defRPr sz="1000" b="1">
                <a:solidFill>
                  <a:srgbClr val="FFFF0A"/>
                </a:solidFill>
                <a:latin typeface="Space Grotesk"/>
                <a:ea typeface="Space Grotesk"/>
                <a:cs typeface="Space Grotesk"/>
              </a:defRPr>
            </a:lvl3pPr>
            <a:lvl4pPr>
              <a:defRPr sz="1000" b="1">
                <a:solidFill>
                  <a:srgbClr val="FFFF0A"/>
                </a:solidFill>
                <a:latin typeface="Space Grotesk"/>
                <a:ea typeface="Space Grotesk"/>
                <a:cs typeface="Space Grotesk"/>
              </a:defRPr>
            </a:lvl4pPr>
            <a:lvl5pPr>
              <a:defRPr sz="1000" b="1">
                <a:solidFill>
                  <a:srgbClr val="FFFF0A"/>
                </a:solidFill>
                <a:latin typeface="Space Grotesk"/>
                <a:ea typeface="Space Grotesk"/>
                <a:cs typeface="Space Grotesk"/>
              </a:defRPr>
            </a:lvl5pPr>
            <a:lvl6pPr>
              <a:defRPr sz="1000" b="1">
                <a:solidFill>
                  <a:srgbClr val="FFFF0A"/>
                </a:solidFill>
                <a:latin typeface="Space Grotesk"/>
                <a:ea typeface="Space Grotesk"/>
                <a:cs typeface="Space Grotesk"/>
              </a:defRPr>
            </a:lvl6pPr>
            <a:lvl7pPr>
              <a:defRPr sz="1000" b="1">
                <a:solidFill>
                  <a:srgbClr val="FFFF0A"/>
                </a:solidFill>
                <a:latin typeface="Space Grotesk"/>
                <a:ea typeface="Space Grotesk"/>
                <a:cs typeface="Space Grotesk"/>
              </a:defRPr>
            </a:lvl7pPr>
            <a:lvl8pPr>
              <a:defRPr sz="1000" b="1">
                <a:solidFill>
                  <a:srgbClr val="FFFF0A"/>
                </a:solidFill>
                <a:latin typeface="Space Grotesk"/>
                <a:ea typeface="Space Grotesk"/>
                <a:cs typeface="Space Grotesk"/>
              </a:defRPr>
            </a:lvl8pPr>
            <a:lvl9pPr>
              <a:defRPr sz="1000" b="1">
                <a:solidFill>
                  <a:srgbClr val="FFFF0A"/>
                </a:solidFill>
                <a:latin typeface="Space Grotesk"/>
                <a:ea typeface="Space Grotesk"/>
                <a:cs typeface="Space Grotesk"/>
              </a:defRPr>
            </a:lvl9pPr>
          </a:lstStyle>
          <a:p xmlns:a="http://schemas.openxmlformats.org/drawingml/2006/main">
            <a:pPr>
              <a:lnSpc>
                <a:spcPct val="98000"/>
              </a:lnSpc>
              <a:buNone/>
              <a:defRPr sz="1000" b="1">
                <a:solidFill>
                  <a:srgbClr val="FFFF0A"/>
                </a:solidFill>
                <a:latin typeface="Space Grotesk"/>
                <a:ea typeface="Space Grotesk"/>
                <a:cs typeface="Space Grotesk"/>
              </a:defRPr>
            </a:pPr>
            <a:r>
              <a:rPr sz="1000" b="1">
                <a:solidFill>
                  <a:srgbClr val="FFFF0A"/>
                </a:solidFill>
                <a:latin typeface="Space Grotesk"/>
                <a:ea typeface="Space Grotesk"/>
                <a:cs typeface="Space Grotesk"/>
              </a:rPr>
              <a:t>3 FEET PLEASE</a:t>
            </a:r>
          </a:p>
        </p:txBody>
      </p:sp>
      <p:sp>
        <p:nvSpPr>
          <p:cNvPr id="3" name="Card central message">
            <a:extLst xmlns:a="http://schemas.openxmlformats.org/drawingml/2006/main">
              <a:ext uri="{FF2B5EF4-FFF2-40B4-BE49-F238E27FC236}">
                <a16:creationId xmlns:a16="http://schemas.microsoft.com/office/drawing/2014/main" id="{943757B6-553B-4FDD-8313-039031881841}"/>
              </a:ext>
            </a:extLst>
          </p:cNvPr>
          <p:cNvSpPr>
            <a:spLocks xmlns:a="http://schemas.openxmlformats.org/drawingml/2006/main" noGrp="1"/>
          </p:cNvSpPr>
          <p:nvPr/>
        </p:nvSpPr>
        <p:spPr>
          <a:xfrm xmlns:a="http://schemas.openxmlformats.org/drawingml/2006/main">
            <a:off x="142875" y="800100"/>
            <a:ext cx="1676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50" b="1">
                <a:solidFill>
                  <a:srgbClr val="FFFFFF"/>
                </a:solidFill>
                <a:latin typeface="Space Grotesk"/>
                <a:ea typeface="Space Grotesk"/>
                <a:cs typeface="Space Grotesk"/>
              </a:defRPr>
            </a:defPPr>
            <a:lvl1pPr>
              <a:defRPr sz="1850" b="1">
                <a:solidFill>
                  <a:srgbClr val="FFFFFF"/>
                </a:solidFill>
                <a:latin typeface="Space Grotesk"/>
                <a:ea typeface="Space Grotesk"/>
                <a:cs typeface="Space Grotesk"/>
              </a:defRPr>
            </a:lvl1pPr>
            <a:lvl2pPr>
              <a:defRPr sz="1850" b="1">
                <a:solidFill>
                  <a:srgbClr val="FFFFFF"/>
                </a:solidFill>
                <a:latin typeface="Space Grotesk"/>
                <a:ea typeface="Space Grotesk"/>
                <a:cs typeface="Space Grotesk"/>
              </a:defRPr>
            </a:lvl2pPr>
            <a:lvl3pPr>
              <a:defRPr sz="1850" b="1">
                <a:solidFill>
                  <a:srgbClr val="FFFFFF"/>
                </a:solidFill>
                <a:latin typeface="Space Grotesk"/>
                <a:ea typeface="Space Grotesk"/>
                <a:cs typeface="Space Grotesk"/>
              </a:defRPr>
            </a:lvl3pPr>
            <a:lvl4pPr>
              <a:defRPr sz="1850" b="1">
                <a:solidFill>
                  <a:srgbClr val="FFFFFF"/>
                </a:solidFill>
                <a:latin typeface="Space Grotesk"/>
                <a:ea typeface="Space Grotesk"/>
                <a:cs typeface="Space Grotesk"/>
              </a:defRPr>
            </a:lvl4pPr>
            <a:lvl5pPr>
              <a:defRPr sz="1850" b="1">
                <a:solidFill>
                  <a:srgbClr val="FFFFFF"/>
                </a:solidFill>
                <a:latin typeface="Space Grotesk"/>
                <a:ea typeface="Space Grotesk"/>
                <a:cs typeface="Space Grotesk"/>
              </a:defRPr>
            </a:lvl5pPr>
            <a:lvl6pPr>
              <a:defRPr sz="1850" b="1">
                <a:solidFill>
                  <a:srgbClr val="FFFFFF"/>
                </a:solidFill>
                <a:latin typeface="Space Grotesk"/>
                <a:ea typeface="Space Grotesk"/>
                <a:cs typeface="Space Grotesk"/>
              </a:defRPr>
            </a:lvl6pPr>
            <a:lvl7pPr>
              <a:defRPr sz="1850" b="1">
                <a:solidFill>
                  <a:srgbClr val="FFFFFF"/>
                </a:solidFill>
                <a:latin typeface="Space Grotesk"/>
                <a:ea typeface="Space Grotesk"/>
                <a:cs typeface="Space Grotesk"/>
              </a:defRPr>
            </a:lvl7pPr>
            <a:lvl8pPr>
              <a:defRPr sz="1850" b="1">
                <a:solidFill>
                  <a:srgbClr val="FFFFFF"/>
                </a:solidFill>
                <a:latin typeface="Space Grotesk"/>
                <a:ea typeface="Space Grotesk"/>
                <a:cs typeface="Space Grotesk"/>
              </a:defRPr>
            </a:lvl8pPr>
            <a:lvl9pPr>
              <a:defRPr sz="1850" b="1">
                <a:solidFill>
                  <a:srgbClr val="FFFFFF"/>
                </a:solidFill>
                <a:latin typeface="Space Grotesk"/>
                <a:ea typeface="Space Grotesk"/>
                <a:cs typeface="Space Grotesk"/>
              </a:defRPr>
            </a:lvl9pPr>
          </a:lstStyle>
          <a:p xmlns:a="http://schemas.openxmlformats.org/drawingml/2006/main">
            <a:pPr>
              <a:lnSpc>
                <a:spcPct val="98000"/>
              </a:lnSpc>
              <a:buNone/>
              <a:defRPr sz="1850" b="1">
                <a:solidFill>
                  <a:srgbClr val="FFFFFF"/>
                </a:solidFill>
                <a:latin typeface="Space Grotesk"/>
                <a:ea typeface="Space Grotesk"/>
                <a:cs typeface="Space Grotesk"/>
              </a:defRPr>
            </a:pPr>
            <a:r>
              <a:rPr sz="1850" b="1">
                <a:solidFill>
                  <a:srgbClr val="FFFFFF"/>
                </a:solidFill>
                <a:latin typeface="Space Grotesk"/>
                <a:ea typeface="Space Grotesk"/>
                <a:cs typeface="Space Grotesk"/>
              </a:rPr>
              <a:t>RIDERS NEED</a:t>
            </a:r>
          </a:p>
          <a:p xmlns:a="http://schemas.openxmlformats.org/drawingml/2006/main">
            <a:pPr>
              <a:lnSpc>
                <a:spcPct val="98000"/>
              </a:lnSpc>
              <a:buNone/>
              <a:defRPr sz="1850" b="1">
                <a:solidFill>
                  <a:srgbClr val="FFFFFF"/>
                </a:solidFill>
                <a:latin typeface="Space Grotesk"/>
                <a:ea typeface="Space Grotesk"/>
                <a:cs typeface="Space Grotesk"/>
              </a:defRPr>
            </a:pPr>
            <a:r>
              <a:rPr sz="1850" b="1">
                <a:solidFill>
                  <a:srgbClr val="FFFFFF"/>
                </a:solidFill>
                <a:latin typeface="Space Grotesk"/>
                <a:ea typeface="Space Grotesk"/>
                <a:cs typeface="Space Grotesk"/>
              </a:rPr>
              <a:t>ROOM TO MOVE.</a:t>
            </a:r>
          </a:p>
          <a:p xmlns:a="http://schemas.openxmlformats.org/drawingml/2006/main">
            <a:pPr>
              <a:lnSpc>
                <a:spcPct val="98000"/>
              </a:lnSpc>
              <a:buNone/>
              <a:defRPr sz="1850" b="1">
                <a:solidFill>
                  <a:srgbClr val="FFFFFF"/>
                </a:solidFill>
                <a:latin typeface="Space Grotesk"/>
                <a:ea typeface="Space Grotesk"/>
                <a:cs typeface="Space Grotesk"/>
              </a:defRPr>
            </a:pPr>
            <a:r>
              <a:rPr sz="1850" b="1">
                <a:solidFill>
                  <a:srgbClr val="FFFFFF"/>
                </a:solidFill>
                <a:latin typeface="Space Grotesk"/>
                <a:ea typeface="Space Grotesk"/>
                <a:cs typeface="Space Grotesk"/>
              </a:rPr>
              <a:t>WAIT TO PASS.</a:t>
            </a:r>
          </a:p>
        </p:txBody>
      </p:sp>
      <p:sp>
        <p:nvSpPr>
          <p:cNvPr id="4" name="Card invitation">
            <a:extLst xmlns:a="http://schemas.openxmlformats.org/drawingml/2006/main">
              <a:ext uri="{FF2B5EF4-FFF2-40B4-BE49-F238E27FC236}">
                <a16:creationId xmlns:a16="http://schemas.microsoft.com/office/drawing/2014/main" id="{22880924-383B-4524-A36C-676090B140FE}"/>
              </a:ext>
            </a:extLst>
          </p:cNvPr>
          <p:cNvSpPr>
            <a:spLocks xmlns:a="http://schemas.openxmlformats.org/drawingml/2006/main" noGrp="1"/>
          </p:cNvSpPr>
          <p:nvPr/>
        </p:nvSpPr>
        <p:spPr>
          <a:xfrm xmlns:a="http://schemas.openxmlformats.org/drawingml/2006/main">
            <a:off x="161925" y="2381250"/>
            <a:ext cx="163830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20" b="0">
                <a:solidFill>
                  <a:srgbClr val="FFFFFF"/>
                </a:solidFill>
                <a:latin typeface="Arial"/>
                <a:ea typeface="Arial"/>
                <a:cs typeface="Arial"/>
              </a:defRPr>
            </a:defPPr>
            <a:lvl1pPr>
              <a:defRPr sz="1020" b="0">
                <a:solidFill>
                  <a:srgbClr val="FFFFFF"/>
                </a:solidFill>
                <a:latin typeface="Arial"/>
                <a:ea typeface="Arial"/>
                <a:cs typeface="Arial"/>
              </a:defRPr>
            </a:lvl1pPr>
            <a:lvl2pPr>
              <a:defRPr sz="1020" b="0">
                <a:solidFill>
                  <a:srgbClr val="FFFFFF"/>
                </a:solidFill>
                <a:latin typeface="Arial"/>
                <a:ea typeface="Arial"/>
                <a:cs typeface="Arial"/>
              </a:defRPr>
            </a:lvl2pPr>
            <a:lvl3pPr>
              <a:defRPr sz="1020" b="0">
                <a:solidFill>
                  <a:srgbClr val="FFFFFF"/>
                </a:solidFill>
                <a:latin typeface="Arial"/>
                <a:ea typeface="Arial"/>
                <a:cs typeface="Arial"/>
              </a:defRPr>
            </a:lvl3pPr>
            <a:lvl4pPr>
              <a:defRPr sz="1020" b="0">
                <a:solidFill>
                  <a:srgbClr val="FFFFFF"/>
                </a:solidFill>
                <a:latin typeface="Arial"/>
                <a:ea typeface="Arial"/>
                <a:cs typeface="Arial"/>
              </a:defRPr>
            </a:lvl4pPr>
            <a:lvl5pPr>
              <a:defRPr sz="1020" b="0">
                <a:solidFill>
                  <a:srgbClr val="FFFFFF"/>
                </a:solidFill>
                <a:latin typeface="Arial"/>
                <a:ea typeface="Arial"/>
                <a:cs typeface="Arial"/>
              </a:defRPr>
            </a:lvl5pPr>
            <a:lvl6pPr>
              <a:defRPr sz="1020" b="0">
                <a:solidFill>
                  <a:srgbClr val="FFFFFF"/>
                </a:solidFill>
                <a:latin typeface="Arial"/>
                <a:ea typeface="Arial"/>
                <a:cs typeface="Arial"/>
              </a:defRPr>
            </a:lvl6pPr>
            <a:lvl7pPr>
              <a:defRPr sz="1020" b="0">
                <a:solidFill>
                  <a:srgbClr val="FFFFFF"/>
                </a:solidFill>
                <a:latin typeface="Arial"/>
                <a:ea typeface="Arial"/>
                <a:cs typeface="Arial"/>
              </a:defRPr>
            </a:lvl7pPr>
            <a:lvl8pPr>
              <a:defRPr sz="1020" b="0">
                <a:solidFill>
                  <a:srgbClr val="FFFFFF"/>
                </a:solidFill>
                <a:latin typeface="Arial"/>
                <a:ea typeface="Arial"/>
                <a:cs typeface="Arial"/>
              </a:defRPr>
            </a:lvl8pPr>
            <a:lvl9pPr>
              <a:defRPr sz="1020" b="0">
                <a:solidFill>
                  <a:srgbClr val="FFFFFF"/>
                </a:solidFill>
                <a:latin typeface="Arial"/>
                <a:ea typeface="Arial"/>
                <a:cs typeface="Arial"/>
              </a:defRPr>
            </a:lvl9pPr>
          </a:lstStyle>
          <a:p xmlns:a="http://schemas.openxmlformats.org/drawingml/2006/main">
            <a:pPr>
              <a:lnSpc>
                <a:spcPct val="98000"/>
              </a:lnSpc>
              <a:buNone/>
              <a:defRPr sz="1020" b="0">
                <a:solidFill>
                  <a:srgbClr val="FFFFFF"/>
                </a:solidFill>
                <a:latin typeface="Arial"/>
                <a:ea typeface="Arial"/>
                <a:cs typeface="Arial"/>
              </a:defRPr>
            </a:pPr>
            <a:r>
              <a:rPr sz="1020" b="0">
                <a:solidFill>
                  <a:srgbClr val="FFFFFF"/>
                </a:solidFill>
                <a:latin typeface="Arial"/>
                <a:ea typeface="Arial"/>
                <a:cs typeface="Arial"/>
              </a:rPr>
              <a:t>Rough pavement, debris, parked cars, or a narrow lane may put a rider farther from the curb. Wait behind until a pass is clear and lawful.</a:t>
            </a:r>
          </a:p>
        </p:txBody>
      </p:sp>
      <p:sp>
        <p:nvSpPr>
          <p:cNvPr id="5" name="Brand footer">
            <a:extLst xmlns:a="http://schemas.openxmlformats.org/drawingml/2006/main">
              <a:ext uri="{FF2B5EF4-FFF2-40B4-BE49-F238E27FC236}">
                <a16:creationId xmlns:a16="http://schemas.microsoft.com/office/drawing/2014/main" id="{268F2239-C3B2-40CC-ACCD-8F735D71F759}"/>
              </a:ext>
            </a:extLst>
          </p:cNvPr>
          <p:cNvSpPr>
            <a:spLocks xmlns:a="http://schemas.openxmlformats.org/drawingml/2006/main" noGrp="1"/>
          </p:cNvSpPr>
          <p:nvPr/>
        </p:nvSpPr>
        <p:spPr>
          <a:xfrm xmlns:a="http://schemas.openxmlformats.org/drawingml/2006/main">
            <a:off x="0" y="4762500"/>
            <a:ext cx="3657600" cy="7239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1E5F2D79-1291-41B8-AB33-D4368FF128AE}"/>
              </a:ext>
            </a:extLst>
          </p:cNvPr>
          <p:cNvPicPr>
            <a:picLocks xmlns:a="http://schemas.openxmlformats.org/drawingml/2006/main" noChangeAspect="1"/>
          </p:cNvPicPr>
          <p:nvPr/>
        </p:nvPicPr>
        <p:blipFill>
          <a:blip xmlns:r="http://schemas.openxmlformats.org/officeDocument/2006/relationships" xmlns:a="http://schemas.openxmlformats.org/drawingml/2006/main" r:embed="R37a512129dcd455b"/>
          <a:stretch xmlns:a="http://schemas.openxmlformats.org/drawingml/2006/main"/>
        </p:blipFill>
        <p:spPr>
          <a:xfrm xmlns:a="http://schemas.openxmlformats.org/drawingml/2006/main">
            <a:off x="171450" y="4981575"/>
            <a:ext cx="304800" cy="304800"/>
          </a:xfrm>
          <a:prstGeom xmlns:a="http://schemas.openxmlformats.org/drawingml/2006/main" prst="rect">
            <a:avLst/>
          </a:prstGeom>
        </p:spPr>
      </p:pic>
      <p:sp>
        <p:nvSpPr>
          <p:cNvPr id="7" name="Readable URL">
            <a:extLst xmlns:a="http://schemas.openxmlformats.org/drawingml/2006/main">
              <a:ext uri="{FF2B5EF4-FFF2-40B4-BE49-F238E27FC236}">
                <a16:creationId xmlns:a16="http://schemas.microsoft.com/office/drawing/2014/main" id="{5D8376B3-663B-49F7-BBFF-16EB25BCD655}"/>
              </a:ext>
            </a:extLst>
          </p:cNvPr>
          <p:cNvSpPr>
            <a:spLocks xmlns:a="http://schemas.openxmlformats.org/drawingml/2006/main" noGrp="1"/>
          </p:cNvSpPr>
          <p:nvPr/>
        </p:nvSpPr>
        <p:spPr>
          <a:xfrm xmlns:a="http://schemas.openxmlformats.org/drawingml/2006/main">
            <a:off x="609600" y="48958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0A"/>
                </a:solidFill>
                <a:latin typeface="Space Grotesk"/>
                <a:ea typeface="Space Grotesk"/>
                <a:cs typeface="Space Grotesk"/>
              </a:defRPr>
            </a:defPPr>
            <a:lvl1pPr>
              <a:defRPr sz="1500" b="1">
                <a:solidFill>
                  <a:srgbClr val="FFFF0A"/>
                </a:solidFill>
                <a:latin typeface="Space Grotesk"/>
                <a:ea typeface="Space Grotesk"/>
                <a:cs typeface="Space Grotesk"/>
              </a:defRPr>
            </a:lvl1pPr>
            <a:lvl2pPr>
              <a:defRPr sz="1500" b="1">
                <a:solidFill>
                  <a:srgbClr val="FFFF0A"/>
                </a:solidFill>
                <a:latin typeface="Space Grotesk"/>
                <a:ea typeface="Space Grotesk"/>
                <a:cs typeface="Space Grotesk"/>
              </a:defRPr>
            </a:lvl2pPr>
            <a:lvl3pPr>
              <a:defRPr sz="1500" b="1">
                <a:solidFill>
                  <a:srgbClr val="FFFF0A"/>
                </a:solidFill>
                <a:latin typeface="Space Grotesk"/>
                <a:ea typeface="Space Grotesk"/>
                <a:cs typeface="Space Grotesk"/>
              </a:defRPr>
            </a:lvl3pPr>
            <a:lvl4pPr>
              <a:defRPr sz="1500" b="1">
                <a:solidFill>
                  <a:srgbClr val="FFFF0A"/>
                </a:solidFill>
                <a:latin typeface="Space Grotesk"/>
                <a:ea typeface="Space Grotesk"/>
                <a:cs typeface="Space Grotesk"/>
              </a:defRPr>
            </a:lvl4pPr>
            <a:lvl5pPr>
              <a:defRPr sz="1500" b="1">
                <a:solidFill>
                  <a:srgbClr val="FFFF0A"/>
                </a:solidFill>
                <a:latin typeface="Space Grotesk"/>
                <a:ea typeface="Space Grotesk"/>
                <a:cs typeface="Space Grotesk"/>
              </a:defRPr>
            </a:lvl5pPr>
            <a:lvl6pPr>
              <a:defRPr sz="1500" b="1">
                <a:solidFill>
                  <a:srgbClr val="FFFF0A"/>
                </a:solidFill>
                <a:latin typeface="Space Grotesk"/>
                <a:ea typeface="Space Grotesk"/>
                <a:cs typeface="Space Grotesk"/>
              </a:defRPr>
            </a:lvl6pPr>
            <a:lvl7pPr>
              <a:defRPr sz="1500" b="1">
                <a:solidFill>
                  <a:srgbClr val="FFFF0A"/>
                </a:solidFill>
                <a:latin typeface="Space Grotesk"/>
                <a:ea typeface="Space Grotesk"/>
                <a:cs typeface="Space Grotesk"/>
              </a:defRPr>
            </a:lvl7pPr>
            <a:lvl8pPr>
              <a:defRPr sz="1500" b="1">
                <a:solidFill>
                  <a:srgbClr val="FFFF0A"/>
                </a:solidFill>
                <a:latin typeface="Space Grotesk"/>
                <a:ea typeface="Space Grotesk"/>
                <a:cs typeface="Space Grotesk"/>
              </a:defRPr>
            </a:lvl8pPr>
            <a:lvl9pPr>
              <a:defRPr sz="1500" b="1">
                <a:solidFill>
                  <a:srgbClr val="FFFF0A"/>
                </a:solidFill>
                <a:latin typeface="Space Grotesk"/>
                <a:ea typeface="Space Grotesk"/>
                <a:cs typeface="Space Grotesk"/>
              </a:defRPr>
            </a:lvl9pPr>
          </a:lstStyle>
          <a:p xmlns:a="http://schemas.openxmlformats.org/drawingml/2006/main">
            <a:pPr>
              <a:lnSpc>
                <a:spcPct val="98000"/>
              </a:lnSpc>
              <a:buNone/>
              <a:defRPr sz="1500" b="1">
                <a:solidFill>
                  <a:srgbClr val="FFFF0A"/>
                </a:solidFill>
                <a:latin typeface="Space Grotesk"/>
                <a:ea typeface="Space Grotesk"/>
                <a:cs typeface="Space Grotesk"/>
              </a:defRPr>
            </a:pPr>
            <a:r>
              <a:rPr sz="1500" b="1">
                <a:solidFill>
                  <a:srgbClr val="FFFF0A"/>
                </a:solidFill>
                <a:latin typeface="Space Grotesk"/>
                <a:ea typeface="Space Grotesk"/>
                <a:cs typeface="Space Grotesk"/>
              </a:rPr>
              <a:t>3fp.org</a:t>
            </a:r>
          </a:p>
        </p:txBody>
      </p:sp>
      <p:sp>
        <p:nvSpPr>
          <p:cNvPr id="8" name="Community invitation">
            <a:extLst xmlns:a="http://schemas.openxmlformats.org/drawingml/2006/main">
              <a:ext uri="{FF2B5EF4-FFF2-40B4-BE49-F238E27FC236}">
                <a16:creationId xmlns:a16="http://schemas.microsoft.com/office/drawing/2014/main" id="{F408F0B9-ED5D-4B57-BBEA-A6BEA618472B}"/>
              </a:ext>
            </a:extLst>
          </p:cNvPr>
          <p:cNvSpPr>
            <a:spLocks xmlns:a="http://schemas.openxmlformats.org/drawingml/2006/main" noGrp="1"/>
          </p:cNvSpPr>
          <p:nvPr/>
        </p:nvSpPr>
        <p:spPr>
          <a:xfrm xmlns:a="http://schemas.openxmlformats.org/drawingml/2006/main">
            <a:off x="609600" y="5172075"/>
            <a:ext cx="2143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00" b="1">
                <a:solidFill>
                  <a:srgbClr val="FFFFFF"/>
                </a:solidFill>
                <a:latin typeface="Arial"/>
                <a:ea typeface="Arial"/>
                <a:cs typeface="Arial"/>
              </a:defRPr>
            </a:defPPr>
            <a:lvl1pPr>
              <a:defRPr sz="1000" b="1">
                <a:solidFill>
                  <a:srgbClr val="FFFFFF"/>
                </a:solidFill>
                <a:latin typeface="Arial"/>
                <a:ea typeface="Arial"/>
                <a:cs typeface="Arial"/>
              </a:defRPr>
            </a:lvl1pPr>
            <a:lvl2pPr>
              <a:defRPr sz="1000" b="1">
                <a:solidFill>
                  <a:srgbClr val="FFFFFF"/>
                </a:solidFill>
                <a:latin typeface="Arial"/>
                <a:ea typeface="Arial"/>
                <a:cs typeface="Arial"/>
              </a:defRPr>
            </a:lvl2pPr>
            <a:lvl3pPr>
              <a:defRPr sz="1000" b="1">
                <a:solidFill>
                  <a:srgbClr val="FFFFFF"/>
                </a:solidFill>
                <a:latin typeface="Arial"/>
                <a:ea typeface="Arial"/>
                <a:cs typeface="Arial"/>
              </a:defRPr>
            </a:lvl3pPr>
            <a:lvl4pPr>
              <a:defRPr sz="1000" b="1">
                <a:solidFill>
                  <a:srgbClr val="FFFFFF"/>
                </a:solidFill>
                <a:latin typeface="Arial"/>
                <a:ea typeface="Arial"/>
                <a:cs typeface="Arial"/>
              </a:defRPr>
            </a:lvl4pPr>
            <a:lvl5pPr>
              <a:defRPr sz="1000" b="1">
                <a:solidFill>
                  <a:srgbClr val="FFFFFF"/>
                </a:solidFill>
                <a:latin typeface="Arial"/>
                <a:ea typeface="Arial"/>
                <a:cs typeface="Arial"/>
              </a:defRPr>
            </a:lvl5pPr>
            <a:lvl6pPr>
              <a:defRPr sz="1000" b="1">
                <a:solidFill>
                  <a:srgbClr val="FFFFFF"/>
                </a:solidFill>
                <a:latin typeface="Arial"/>
                <a:ea typeface="Arial"/>
                <a:cs typeface="Arial"/>
              </a:defRPr>
            </a:lvl6pPr>
            <a:lvl7pPr>
              <a:defRPr sz="1000" b="1">
                <a:solidFill>
                  <a:srgbClr val="FFFFFF"/>
                </a:solidFill>
                <a:latin typeface="Arial"/>
                <a:ea typeface="Arial"/>
                <a:cs typeface="Arial"/>
              </a:defRPr>
            </a:lvl7pPr>
            <a:lvl8pPr>
              <a:defRPr sz="1000" b="1">
                <a:solidFill>
                  <a:srgbClr val="FFFFFF"/>
                </a:solidFill>
                <a:latin typeface="Arial"/>
                <a:ea typeface="Arial"/>
                <a:cs typeface="Arial"/>
              </a:defRPr>
            </a:lvl8pPr>
            <a:lvl9pPr>
              <a:defRPr sz="1000" b="1">
                <a:solidFill>
                  <a:srgbClr val="FFFFFF"/>
                </a:solidFill>
                <a:latin typeface="Arial"/>
                <a:ea typeface="Arial"/>
                <a:cs typeface="Arial"/>
              </a:defRPr>
            </a:lvl9pPr>
          </a:lstStyle>
          <a:p xmlns:a="http://schemas.openxmlformats.org/drawingml/2006/main">
            <a:pPr>
              <a:lnSpc>
                <a:spcPct val="98000"/>
              </a:lnSpc>
              <a:buNone/>
              <a:defRPr sz="1000" b="1">
                <a:solidFill>
                  <a:srgbClr val="FFFFFF"/>
                </a:solidFill>
                <a:latin typeface="Arial"/>
                <a:ea typeface="Arial"/>
                <a:cs typeface="Arial"/>
              </a:defRPr>
            </a:pPr>
            <a:r>
              <a:rPr sz="1000" b="1">
                <a:solidFill>
                  <a:srgbClr val="FFFFFF"/>
                </a:solidFill>
                <a:latin typeface="Arial"/>
                <a:ea typeface="Arial"/>
                <a:cs typeface="Arial"/>
              </a:rPr>
              <a:t>Find groups and rides.</a:t>
            </a:r>
          </a:p>
        </p:txBody>
      </p:sp>
      <p:sp>
        <p:nvSpPr>
          <p:cNvPr id="9" name="QR quiet zone">
            <a:extLst xmlns:a="http://schemas.openxmlformats.org/drawingml/2006/main">
              <a:ext uri="{FF2B5EF4-FFF2-40B4-BE49-F238E27FC236}">
                <a16:creationId xmlns:a16="http://schemas.microsoft.com/office/drawing/2014/main" id="{FFE5EE59-7756-4429-809C-5B7DF3C678B3}"/>
              </a:ext>
            </a:extLst>
          </p:cNvPr>
          <p:cNvSpPr>
            <a:spLocks xmlns:a="http://schemas.openxmlformats.org/drawingml/2006/main" noGrp="1"/>
          </p:cNvSpPr>
          <p:nvPr/>
        </p:nvSpPr>
        <p:spPr>
          <a:xfrm xmlns:a="http://schemas.openxmlformats.org/drawingml/2006/main">
            <a:off x="2962275" y="4848225"/>
            <a:ext cx="590550" cy="59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E72ADCB1-D9DB-42A0-AD3B-DC9BD645A66B}"/>
              </a:ext>
            </a:extLst>
          </p:cNvPr>
          <p:cNvPicPr>
            <a:picLocks xmlns:a="http://schemas.openxmlformats.org/drawingml/2006/main" noChangeAspect="1"/>
          </p:cNvPicPr>
          <p:nvPr/>
        </p:nvPicPr>
        <p:blipFill>
          <a:blip xmlns:r="http://schemas.openxmlformats.org/officeDocument/2006/relationships" xmlns:a="http://schemas.openxmlformats.org/drawingml/2006/main" r:embed="Rd7c84eb4d228482f"/>
          <a:stretch xmlns:a="http://schemas.openxmlformats.org/drawingml/2006/main"/>
        </p:blipFill>
        <p:spPr>
          <a:xfrm xmlns:a="http://schemas.openxmlformats.org/drawingml/2006/main">
            <a:off x="3009900" y="4895850"/>
            <a:ext cx="495300" cy="495300"/>
          </a:xfrm>
          <a:prstGeom xmlns:a="http://schemas.openxmlformats.org/drawingml/2006/main" prst="rect">
            <a:avLst/>
          </a:prstGeom>
        </p:spPr>
      </p:pic>
    </p:spTree>
    <p:extLst>
      <p:ext uri="{BB962C8B-B14F-4D97-AF65-F5344CB8AC3E}">
        <p14:creationId xmlns:p14="http://schemas.microsoft.com/office/powerpoint/2010/main" val="31316934"/>
      </p:ext>
    </p:extLst>
  </p:cSld>
</p:sld>
</file>

<file path=ppt/slides/slide2.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sp>
        <p:nvSpPr>
          <p:cNvPr id="16" name="Card reverse title ground">
            <a:extLst xmlns:a="http://schemas.openxmlformats.org/drawingml/2006/main">
              <a:ext uri="{FF2B5EF4-FFF2-40B4-BE49-F238E27FC236}">
                <a16:creationId xmlns:a16="http://schemas.microsoft.com/office/drawing/2014/main" id="{4AF70668-38F6-40EC-9AF1-214FD39E2C94}"/>
              </a:ext>
            </a:extLst>
          </p:cNvPr>
          <p:cNvSpPr>
            <a:spLocks xmlns:a="http://schemas.openxmlformats.org/drawingml/2006/main" noGrp="1"/>
          </p:cNvSpPr>
          <p:nvPr/>
        </p:nvSpPr>
        <p:spPr>
          <a:xfrm xmlns:a="http://schemas.openxmlformats.org/drawingml/2006/main">
            <a:off x="0" y="0"/>
            <a:ext cx="3657600" cy="1133475"/>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2" name="Campaign name">
            <a:extLst xmlns:a="http://schemas.openxmlformats.org/drawingml/2006/main">
              <a:ext uri="{FF2B5EF4-FFF2-40B4-BE49-F238E27FC236}">
                <a16:creationId xmlns:a16="http://schemas.microsoft.com/office/drawing/2014/main" id="{3B1FE194-BCA7-4E92-83C4-51FA849D12FC}"/>
              </a:ext>
            </a:extLst>
          </p:cNvPr>
          <p:cNvSpPr>
            <a:spLocks xmlns:a="http://schemas.openxmlformats.org/drawingml/2006/main" noGrp="1"/>
          </p:cNvSpPr>
          <p:nvPr/>
        </p:nvSpPr>
        <p:spPr>
          <a:xfrm xmlns:a="http://schemas.openxmlformats.org/drawingml/2006/main">
            <a:off x="190500" y="180975"/>
            <a:ext cx="3276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00" b="1">
                <a:solidFill>
                  <a:srgbClr val="FFFF0A"/>
                </a:solidFill>
                <a:latin typeface="Space Grotesk"/>
                <a:ea typeface="Space Grotesk"/>
                <a:cs typeface="Space Grotesk"/>
              </a:defRPr>
            </a:defPPr>
            <a:lvl1pPr>
              <a:defRPr sz="1000" b="1">
                <a:solidFill>
                  <a:srgbClr val="FFFF0A"/>
                </a:solidFill>
                <a:latin typeface="Space Grotesk"/>
                <a:ea typeface="Space Grotesk"/>
                <a:cs typeface="Space Grotesk"/>
              </a:defRPr>
            </a:lvl1pPr>
            <a:lvl2pPr>
              <a:defRPr sz="1000" b="1">
                <a:solidFill>
                  <a:srgbClr val="FFFF0A"/>
                </a:solidFill>
                <a:latin typeface="Space Grotesk"/>
                <a:ea typeface="Space Grotesk"/>
                <a:cs typeface="Space Grotesk"/>
              </a:defRPr>
            </a:lvl2pPr>
            <a:lvl3pPr>
              <a:defRPr sz="1000" b="1">
                <a:solidFill>
                  <a:srgbClr val="FFFF0A"/>
                </a:solidFill>
                <a:latin typeface="Space Grotesk"/>
                <a:ea typeface="Space Grotesk"/>
                <a:cs typeface="Space Grotesk"/>
              </a:defRPr>
            </a:lvl3pPr>
            <a:lvl4pPr>
              <a:defRPr sz="1000" b="1">
                <a:solidFill>
                  <a:srgbClr val="FFFF0A"/>
                </a:solidFill>
                <a:latin typeface="Space Grotesk"/>
                <a:ea typeface="Space Grotesk"/>
                <a:cs typeface="Space Grotesk"/>
              </a:defRPr>
            </a:lvl4pPr>
            <a:lvl5pPr>
              <a:defRPr sz="1000" b="1">
                <a:solidFill>
                  <a:srgbClr val="FFFF0A"/>
                </a:solidFill>
                <a:latin typeface="Space Grotesk"/>
                <a:ea typeface="Space Grotesk"/>
                <a:cs typeface="Space Grotesk"/>
              </a:defRPr>
            </a:lvl5pPr>
            <a:lvl6pPr>
              <a:defRPr sz="1000" b="1">
                <a:solidFill>
                  <a:srgbClr val="FFFF0A"/>
                </a:solidFill>
                <a:latin typeface="Space Grotesk"/>
                <a:ea typeface="Space Grotesk"/>
                <a:cs typeface="Space Grotesk"/>
              </a:defRPr>
            </a:lvl6pPr>
            <a:lvl7pPr>
              <a:defRPr sz="1000" b="1">
                <a:solidFill>
                  <a:srgbClr val="FFFF0A"/>
                </a:solidFill>
                <a:latin typeface="Space Grotesk"/>
                <a:ea typeface="Space Grotesk"/>
                <a:cs typeface="Space Grotesk"/>
              </a:defRPr>
            </a:lvl7pPr>
            <a:lvl8pPr>
              <a:defRPr sz="1000" b="1">
                <a:solidFill>
                  <a:srgbClr val="FFFF0A"/>
                </a:solidFill>
                <a:latin typeface="Space Grotesk"/>
                <a:ea typeface="Space Grotesk"/>
                <a:cs typeface="Space Grotesk"/>
              </a:defRPr>
            </a:lvl8pPr>
            <a:lvl9pPr>
              <a:defRPr sz="1000" b="1">
                <a:solidFill>
                  <a:srgbClr val="FFFF0A"/>
                </a:solidFill>
                <a:latin typeface="Space Grotesk"/>
                <a:ea typeface="Space Grotesk"/>
                <a:cs typeface="Space Grotesk"/>
              </a:defRPr>
            </a:lvl9pPr>
          </a:lstStyle>
          <a:p xmlns:a="http://schemas.openxmlformats.org/drawingml/2006/main">
            <a:pPr>
              <a:lnSpc>
                <a:spcPct val="98000"/>
              </a:lnSpc>
              <a:buNone/>
              <a:defRPr sz="1000" b="1">
                <a:solidFill>
                  <a:srgbClr val="FFFF0A"/>
                </a:solidFill>
                <a:latin typeface="Space Grotesk"/>
                <a:ea typeface="Space Grotesk"/>
                <a:cs typeface="Space Grotesk"/>
              </a:defRPr>
            </a:pPr>
            <a:r>
              <a:rPr sz="1000" b="1">
                <a:solidFill>
                  <a:srgbClr val="FFFF0A"/>
                </a:solidFill>
                <a:latin typeface="Space Grotesk"/>
                <a:ea typeface="Space Grotesk"/>
                <a:cs typeface="Space Grotesk"/>
              </a:rPr>
              <a:t>LANE POSITION</a:t>
            </a:r>
          </a:p>
        </p:txBody>
      </p:sp>
      <p:sp>
        <p:nvSpPr>
          <p:cNvPr id="3" name="Card reverse headline">
            <a:extLst xmlns:a="http://schemas.openxmlformats.org/drawingml/2006/main">
              <a:ext uri="{FF2B5EF4-FFF2-40B4-BE49-F238E27FC236}">
                <a16:creationId xmlns:a16="http://schemas.microsoft.com/office/drawing/2014/main" id="{80F693BB-9F0F-4F62-8D74-03F7C4573CFA}"/>
              </a:ext>
            </a:extLst>
          </p:cNvPr>
          <p:cNvSpPr>
            <a:spLocks xmlns:a="http://schemas.openxmlformats.org/drawingml/2006/main" noGrp="1"/>
          </p:cNvSpPr>
          <p:nvPr/>
        </p:nvSpPr>
        <p:spPr>
          <a:xfrm xmlns:a="http://schemas.openxmlformats.org/drawingml/2006/main">
            <a:off x="171450" y="495300"/>
            <a:ext cx="331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50" b="1">
                <a:solidFill>
                  <a:srgbClr val="FFFFFF"/>
                </a:solidFill>
                <a:latin typeface="Space Grotesk"/>
                <a:ea typeface="Space Grotesk"/>
                <a:cs typeface="Space Grotesk"/>
              </a:defRPr>
            </a:defPPr>
            <a:lvl1pPr>
              <a:defRPr sz="1850" b="1">
                <a:solidFill>
                  <a:srgbClr val="FFFFFF"/>
                </a:solidFill>
                <a:latin typeface="Space Grotesk"/>
                <a:ea typeface="Space Grotesk"/>
                <a:cs typeface="Space Grotesk"/>
              </a:defRPr>
            </a:lvl1pPr>
            <a:lvl2pPr>
              <a:defRPr sz="1850" b="1">
                <a:solidFill>
                  <a:srgbClr val="FFFFFF"/>
                </a:solidFill>
                <a:latin typeface="Space Grotesk"/>
                <a:ea typeface="Space Grotesk"/>
                <a:cs typeface="Space Grotesk"/>
              </a:defRPr>
            </a:lvl2pPr>
            <a:lvl3pPr>
              <a:defRPr sz="1850" b="1">
                <a:solidFill>
                  <a:srgbClr val="FFFFFF"/>
                </a:solidFill>
                <a:latin typeface="Space Grotesk"/>
                <a:ea typeface="Space Grotesk"/>
                <a:cs typeface="Space Grotesk"/>
              </a:defRPr>
            </a:lvl3pPr>
            <a:lvl4pPr>
              <a:defRPr sz="1850" b="1">
                <a:solidFill>
                  <a:srgbClr val="FFFFFF"/>
                </a:solidFill>
                <a:latin typeface="Space Grotesk"/>
                <a:ea typeface="Space Grotesk"/>
                <a:cs typeface="Space Grotesk"/>
              </a:defRPr>
            </a:lvl4pPr>
            <a:lvl5pPr>
              <a:defRPr sz="1850" b="1">
                <a:solidFill>
                  <a:srgbClr val="FFFFFF"/>
                </a:solidFill>
                <a:latin typeface="Space Grotesk"/>
                <a:ea typeface="Space Grotesk"/>
                <a:cs typeface="Space Grotesk"/>
              </a:defRPr>
            </a:lvl5pPr>
            <a:lvl6pPr>
              <a:defRPr sz="1850" b="1">
                <a:solidFill>
                  <a:srgbClr val="FFFFFF"/>
                </a:solidFill>
                <a:latin typeface="Space Grotesk"/>
                <a:ea typeface="Space Grotesk"/>
                <a:cs typeface="Space Grotesk"/>
              </a:defRPr>
            </a:lvl6pPr>
            <a:lvl7pPr>
              <a:defRPr sz="1850" b="1">
                <a:solidFill>
                  <a:srgbClr val="FFFFFF"/>
                </a:solidFill>
                <a:latin typeface="Space Grotesk"/>
                <a:ea typeface="Space Grotesk"/>
                <a:cs typeface="Space Grotesk"/>
              </a:defRPr>
            </a:lvl7pPr>
            <a:lvl8pPr>
              <a:defRPr sz="1850" b="1">
                <a:solidFill>
                  <a:srgbClr val="FFFFFF"/>
                </a:solidFill>
                <a:latin typeface="Space Grotesk"/>
                <a:ea typeface="Space Grotesk"/>
                <a:cs typeface="Space Grotesk"/>
              </a:defRPr>
            </a:lvl8pPr>
            <a:lvl9pPr>
              <a:defRPr sz="1850" b="1">
                <a:solidFill>
                  <a:srgbClr val="FFFFFF"/>
                </a:solidFill>
                <a:latin typeface="Space Grotesk"/>
                <a:ea typeface="Space Grotesk"/>
                <a:cs typeface="Space Grotesk"/>
              </a:defRPr>
            </a:lvl9pPr>
          </a:lstStyle>
          <a:p xmlns:a="http://schemas.openxmlformats.org/drawingml/2006/main">
            <a:pPr>
              <a:lnSpc>
                <a:spcPct val="98000"/>
              </a:lnSpc>
              <a:buNone/>
              <a:defRPr sz="1850" b="1">
                <a:solidFill>
                  <a:srgbClr val="FFFFFF"/>
                </a:solidFill>
                <a:latin typeface="Space Grotesk"/>
                <a:ea typeface="Space Grotesk"/>
                <a:cs typeface="Space Grotesk"/>
              </a:defRPr>
            </a:pPr>
            <a:r>
              <a:rPr sz="1850" b="1">
                <a:solidFill>
                  <a:srgbClr val="FFFFFF"/>
                </a:solidFill>
                <a:latin typeface="Space Grotesk"/>
                <a:ea typeface="Space Grotesk"/>
                <a:cs typeface="Space Grotesk"/>
              </a:rPr>
              <a:t>Why a rider may</a:t>
            </a:r>
          </a:p>
          <a:p xmlns:a="http://schemas.openxmlformats.org/drawingml/2006/main">
            <a:pPr>
              <a:lnSpc>
                <a:spcPct val="98000"/>
              </a:lnSpc>
              <a:buNone/>
              <a:defRPr sz="1850" b="1">
                <a:solidFill>
                  <a:srgbClr val="FFFFFF"/>
                </a:solidFill>
                <a:latin typeface="Space Grotesk"/>
                <a:ea typeface="Space Grotesk"/>
                <a:cs typeface="Space Grotesk"/>
              </a:defRPr>
            </a:pPr>
            <a:r>
              <a:rPr sz="1850" b="1">
                <a:solidFill>
                  <a:srgbClr val="FFFFFF"/>
                </a:solidFill>
                <a:latin typeface="Space Grotesk"/>
                <a:ea typeface="Space Grotesk"/>
                <a:cs typeface="Space Grotesk"/>
              </a:rPr>
              <a:t>use more of the lane</a:t>
            </a:r>
          </a:p>
        </p:txBody>
      </p:sp>
      <p:sp>
        <p:nvSpPr>
          <p:cNvPr id="4" name="Action heading 0">
            <a:extLst xmlns:a="http://schemas.openxmlformats.org/drawingml/2006/main">
              <a:ext uri="{FF2B5EF4-FFF2-40B4-BE49-F238E27FC236}">
                <a16:creationId xmlns:a16="http://schemas.microsoft.com/office/drawing/2014/main" id="{7883AE9B-77CC-461A-B31F-9F4673EAE5D7}"/>
              </a:ext>
            </a:extLst>
          </p:cNvPr>
          <p:cNvSpPr>
            <a:spLocks xmlns:a="http://schemas.openxmlformats.org/drawingml/2006/main" noGrp="1"/>
          </p:cNvSpPr>
          <p:nvPr/>
        </p:nvSpPr>
        <p:spPr>
          <a:xfrm xmlns:a="http://schemas.openxmlformats.org/drawingml/2006/main">
            <a:off x="200025" y="1352550"/>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7926CB"/>
                </a:solidFill>
                <a:latin typeface="Space Grotesk"/>
                <a:ea typeface="Space Grotesk"/>
                <a:cs typeface="Space Grotesk"/>
              </a:defRPr>
            </a:defPPr>
            <a:lvl1pPr>
              <a:defRPr sz="1200" b="1">
                <a:solidFill>
                  <a:srgbClr val="7926CB"/>
                </a:solidFill>
                <a:latin typeface="Space Grotesk"/>
                <a:ea typeface="Space Grotesk"/>
                <a:cs typeface="Space Grotesk"/>
              </a:defRPr>
            </a:lvl1pPr>
            <a:lvl2pPr>
              <a:defRPr sz="1200" b="1">
                <a:solidFill>
                  <a:srgbClr val="7926CB"/>
                </a:solidFill>
                <a:latin typeface="Space Grotesk"/>
                <a:ea typeface="Space Grotesk"/>
                <a:cs typeface="Space Grotesk"/>
              </a:defRPr>
            </a:lvl2pPr>
            <a:lvl3pPr>
              <a:defRPr sz="1200" b="1">
                <a:solidFill>
                  <a:srgbClr val="7926CB"/>
                </a:solidFill>
                <a:latin typeface="Space Grotesk"/>
                <a:ea typeface="Space Grotesk"/>
                <a:cs typeface="Space Grotesk"/>
              </a:defRPr>
            </a:lvl3pPr>
            <a:lvl4pPr>
              <a:defRPr sz="1200" b="1">
                <a:solidFill>
                  <a:srgbClr val="7926CB"/>
                </a:solidFill>
                <a:latin typeface="Space Grotesk"/>
                <a:ea typeface="Space Grotesk"/>
                <a:cs typeface="Space Grotesk"/>
              </a:defRPr>
            </a:lvl4pPr>
            <a:lvl5pPr>
              <a:defRPr sz="1200" b="1">
                <a:solidFill>
                  <a:srgbClr val="7926CB"/>
                </a:solidFill>
                <a:latin typeface="Space Grotesk"/>
                <a:ea typeface="Space Grotesk"/>
                <a:cs typeface="Space Grotesk"/>
              </a:defRPr>
            </a:lvl5pPr>
            <a:lvl6pPr>
              <a:defRPr sz="1200" b="1">
                <a:solidFill>
                  <a:srgbClr val="7926CB"/>
                </a:solidFill>
                <a:latin typeface="Space Grotesk"/>
                <a:ea typeface="Space Grotesk"/>
                <a:cs typeface="Space Grotesk"/>
              </a:defRPr>
            </a:lvl6pPr>
            <a:lvl7pPr>
              <a:defRPr sz="1200" b="1">
                <a:solidFill>
                  <a:srgbClr val="7926CB"/>
                </a:solidFill>
                <a:latin typeface="Space Grotesk"/>
                <a:ea typeface="Space Grotesk"/>
                <a:cs typeface="Space Grotesk"/>
              </a:defRPr>
            </a:lvl7pPr>
            <a:lvl8pPr>
              <a:defRPr sz="1200" b="1">
                <a:solidFill>
                  <a:srgbClr val="7926CB"/>
                </a:solidFill>
                <a:latin typeface="Space Grotesk"/>
                <a:ea typeface="Space Grotesk"/>
                <a:cs typeface="Space Grotesk"/>
              </a:defRPr>
            </a:lvl8pPr>
            <a:lvl9pPr>
              <a:defRPr sz="1200" b="1">
                <a:solidFill>
                  <a:srgbClr val="7926CB"/>
                </a:solidFill>
                <a:latin typeface="Space Grotesk"/>
                <a:ea typeface="Space Grotesk"/>
                <a:cs typeface="Space Grotesk"/>
              </a:defRPr>
            </a:lvl9pPr>
          </a:lstStyle>
          <a:p xmlns:a="http://schemas.openxmlformats.org/drawingml/2006/main">
            <a:pPr>
              <a:lnSpc>
                <a:spcPct val="98000"/>
              </a:lnSpc>
              <a:buNone/>
              <a:defRPr sz="1200" b="1">
                <a:solidFill>
                  <a:srgbClr val="7926CB"/>
                </a:solidFill>
                <a:latin typeface="Space Grotesk"/>
                <a:ea typeface="Space Grotesk"/>
                <a:cs typeface="Space Grotesk"/>
              </a:defRPr>
            </a:pPr>
            <a:r>
              <a:rPr sz="1200" b="1">
                <a:solidFill>
                  <a:srgbClr val="7926CB"/>
                </a:solidFill>
                <a:latin typeface="Space Grotesk"/>
                <a:ea typeface="Space Grotesk"/>
                <a:cs typeface="Space Grotesk"/>
              </a:rPr>
              <a:t>Why riders may ride here</a:t>
            </a:r>
          </a:p>
        </p:txBody>
      </p:sp>
      <p:sp>
        <p:nvSpPr>
          <p:cNvPr id="5" name="Action guidance 0">
            <a:extLst xmlns:a="http://schemas.openxmlformats.org/drawingml/2006/main">
              <a:ext uri="{FF2B5EF4-FFF2-40B4-BE49-F238E27FC236}">
                <a16:creationId xmlns:a16="http://schemas.microsoft.com/office/drawing/2014/main" id="{88467AB7-A588-4AE7-901E-64DEC40DC83B}"/>
              </a:ext>
            </a:extLst>
          </p:cNvPr>
          <p:cNvSpPr>
            <a:spLocks xmlns:a="http://schemas.openxmlformats.org/drawingml/2006/main" noGrp="1"/>
          </p:cNvSpPr>
          <p:nvPr/>
        </p:nvSpPr>
        <p:spPr>
          <a:xfrm xmlns:a="http://schemas.openxmlformats.org/drawingml/2006/main">
            <a:off x="200025" y="1638300"/>
            <a:ext cx="3257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0" b="0">
                <a:solidFill>
                  <a:srgbClr val="23143A"/>
                </a:solidFill>
                <a:latin typeface="Arial"/>
                <a:ea typeface="Arial"/>
                <a:cs typeface="Arial"/>
              </a:defRPr>
            </a:defPPr>
            <a:lvl1pPr>
              <a:defRPr sz="1070" b="0">
                <a:solidFill>
                  <a:srgbClr val="23143A"/>
                </a:solidFill>
                <a:latin typeface="Arial"/>
                <a:ea typeface="Arial"/>
                <a:cs typeface="Arial"/>
              </a:defRPr>
            </a:lvl1pPr>
            <a:lvl2pPr>
              <a:defRPr sz="1070" b="0">
                <a:solidFill>
                  <a:srgbClr val="23143A"/>
                </a:solidFill>
                <a:latin typeface="Arial"/>
                <a:ea typeface="Arial"/>
                <a:cs typeface="Arial"/>
              </a:defRPr>
            </a:lvl2pPr>
            <a:lvl3pPr>
              <a:defRPr sz="1070" b="0">
                <a:solidFill>
                  <a:srgbClr val="23143A"/>
                </a:solidFill>
                <a:latin typeface="Arial"/>
                <a:ea typeface="Arial"/>
                <a:cs typeface="Arial"/>
              </a:defRPr>
            </a:lvl3pPr>
            <a:lvl4pPr>
              <a:defRPr sz="1070" b="0">
                <a:solidFill>
                  <a:srgbClr val="23143A"/>
                </a:solidFill>
                <a:latin typeface="Arial"/>
                <a:ea typeface="Arial"/>
                <a:cs typeface="Arial"/>
              </a:defRPr>
            </a:lvl4pPr>
            <a:lvl5pPr>
              <a:defRPr sz="1070" b="0">
                <a:solidFill>
                  <a:srgbClr val="23143A"/>
                </a:solidFill>
                <a:latin typeface="Arial"/>
                <a:ea typeface="Arial"/>
                <a:cs typeface="Arial"/>
              </a:defRPr>
            </a:lvl5pPr>
            <a:lvl6pPr>
              <a:defRPr sz="1070" b="0">
                <a:solidFill>
                  <a:srgbClr val="23143A"/>
                </a:solidFill>
                <a:latin typeface="Arial"/>
                <a:ea typeface="Arial"/>
                <a:cs typeface="Arial"/>
              </a:defRPr>
            </a:lvl6pPr>
            <a:lvl7pPr>
              <a:defRPr sz="1070" b="0">
                <a:solidFill>
                  <a:srgbClr val="23143A"/>
                </a:solidFill>
                <a:latin typeface="Arial"/>
                <a:ea typeface="Arial"/>
                <a:cs typeface="Arial"/>
              </a:defRPr>
            </a:lvl7pPr>
            <a:lvl8pPr>
              <a:defRPr sz="1070" b="0">
                <a:solidFill>
                  <a:srgbClr val="23143A"/>
                </a:solidFill>
                <a:latin typeface="Arial"/>
                <a:ea typeface="Arial"/>
                <a:cs typeface="Arial"/>
              </a:defRPr>
            </a:lvl8pPr>
            <a:lvl9pPr>
              <a:defRPr sz="1070" b="0">
                <a:solidFill>
                  <a:srgbClr val="23143A"/>
                </a:solidFill>
                <a:latin typeface="Arial"/>
                <a:ea typeface="Arial"/>
                <a:cs typeface="Arial"/>
              </a:defRPr>
            </a:lvl9pPr>
          </a:lstStyle>
          <a:p xmlns:a="http://schemas.openxmlformats.org/drawingml/2006/main">
            <a:pPr>
              <a:lnSpc>
                <a:spcPct val="98000"/>
              </a:lnSpc>
              <a:buNone/>
              <a:defRPr sz="1070" b="0">
                <a:solidFill>
                  <a:srgbClr val="23143A"/>
                </a:solidFill>
                <a:latin typeface="Arial"/>
                <a:ea typeface="Arial"/>
                <a:cs typeface="Arial"/>
              </a:defRPr>
            </a:pPr>
            <a:r>
              <a:rPr sz="1070" b="0">
                <a:solidFill>
                  <a:srgbClr val="23143A"/>
                </a:solidFill>
                <a:latin typeface="Arial"/>
                <a:ea typeface="Arial"/>
                <a:cs typeface="Arial"/>
              </a:rPr>
              <a:t>Rough pavement, debris, parked cars, or a narrow lane can put a rider farther from the curb.</a:t>
            </a:r>
          </a:p>
        </p:txBody>
      </p:sp>
      <p:sp>
        <p:nvSpPr>
          <p:cNvPr id="6" name="Action heading 1">
            <a:extLst xmlns:a="http://schemas.openxmlformats.org/drawingml/2006/main">
              <a:ext uri="{FF2B5EF4-FFF2-40B4-BE49-F238E27FC236}">
                <a16:creationId xmlns:a16="http://schemas.microsoft.com/office/drawing/2014/main" id="{3D07353C-5D32-455E-A638-5ECEAD1BAAB0}"/>
              </a:ext>
            </a:extLst>
          </p:cNvPr>
          <p:cNvSpPr>
            <a:spLocks xmlns:a="http://schemas.openxmlformats.org/drawingml/2006/main" noGrp="1"/>
          </p:cNvSpPr>
          <p:nvPr/>
        </p:nvSpPr>
        <p:spPr>
          <a:xfrm xmlns:a="http://schemas.openxmlformats.org/drawingml/2006/main">
            <a:off x="200025" y="2381250"/>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7926CB"/>
                </a:solidFill>
                <a:latin typeface="Space Grotesk"/>
                <a:ea typeface="Space Grotesk"/>
                <a:cs typeface="Space Grotesk"/>
              </a:defRPr>
            </a:defPPr>
            <a:lvl1pPr>
              <a:defRPr sz="1200" b="1">
                <a:solidFill>
                  <a:srgbClr val="7926CB"/>
                </a:solidFill>
                <a:latin typeface="Space Grotesk"/>
                <a:ea typeface="Space Grotesk"/>
                <a:cs typeface="Space Grotesk"/>
              </a:defRPr>
            </a:lvl1pPr>
            <a:lvl2pPr>
              <a:defRPr sz="1200" b="1">
                <a:solidFill>
                  <a:srgbClr val="7926CB"/>
                </a:solidFill>
                <a:latin typeface="Space Grotesk"/>
                <a:ea typeface="Space Grotesk"/>
                <a:cs typeface="Space Grotesk"/>
              </a:defRPr>
            </a:lvl2pPr>
            <a:lvl3pPr>
              <a:defRPr sz="1200" b="1">
                <a:solidFill>
                  <a:srgbClr val="7926CB"/>
                </a:solidFill>
                <a:latin typeface="Space Grotesk"/>
                <a:ea typeface="Space Grotesk"/>
                <a:cs typeface="Space Grotesk"/>
              </a:defRPr>
            </a:lvl3pPr>
            <a:lvl4pPr>
              <a:defRPr sz="1200" b="1">
                <a:solidFill>
                  <a:srgbClr val="7926CB"/>
                </a:solidFill>
                <a:latin typeface="Space Grotesk"/>
                <a:ea typeface="Space Grotesk"/>
                <a:cs typeface="Space Grotesk"/>
              </a:defRPr>
            </a:lvl4pPr>
            <a:lvl5pPr>
              <a:defRPr sz="1200" b="1">
                <a:solidFill>
                  <a:srgbClr val="7926CB"/>
                </a:solidFill>
                <a:latin typeface="Space Grotesk"/>
                <a:ea typeface="Space Grotesk"/>
                <a:cs typeface="Space Grotesk"/>
              </a:defRPr>
            </a:lvl5pPr>
            <a:lvl6pPr>
              <a:defRPr sz="1200" b="1">
                <a:solidFill>
                  <a:srgbClr val="7926CB"/>
                </a:solidFill>
                <a:latin typeface="Space Grotesk"/>
                <a:ea typeface="Space Grotesk"/>
                <a:cs typeface="Space Grotesk"/>
              </a:defRPr>
            </a:lvl6pPr>
            <a:lvl7pPr>
              <a:defRPr sz="1200" b="1">
                <a:solidFill>
                  <a:srgbClr val="7926CB"/>
                </a:solidFill>
                <a:latin typeface="Space Grotesk"/>
                <a:ea typeface="Space Grotesk"/>
                <a:cs typeface="Space Grotesk"/>
              </a:defRPr>
            </a:lvl7pPr>
            <a:lvl8pPr>
              <a:defRPr sz="1200" b="1">
                <a:solidFill>
                  <a:srgbClr val="7926CB"/>
                </a:solidFill>
                <a:latin typeface="Space Grotesk"/>
                <a:ea typeface="Space Grotesk"/>
                <a:cs typeface="Space Grotesk"/>
              </a:defRPr>
            </a:lvl8pPr>
            <a:lvl9pPr>
              <a:defRPr sz="1200" b="1">
                <a:solidFill>
                  <a:srgbClr val="7926CB"/>
                </a:solidFill>
                <a:latin typeface="Space Grotesk"/>
                <a:ea typeface="Space Grotesk"/>
                <a:cs typeface="Space Grotesk"/>
              </a:defRPr>
            </a:lvl9pPr>
          </a:lstStyle>
          <a:p xmlns:a="http://schemas.openxmlformats.org/drawingml/2006/main">
            <a:pPr>
              <a:lnSpc>
                <a:spcPct val="98000"/>
              </a:lnSpc>
              <a:buNone/>
              <a:defRPr sz="1200" b="1">
                <a:solidFill>
                  <a:srgbClr val="7926CB"/>
                </a:solidFill>
                <a:latin typeface="Space Grotesk"/>
                <a:ea typeface="Space Grotesk"/>
                <a:cs typeface="Space Grotesk"/>
              </a:defRPr>
            </a:pPr>
            <a:r>
              <a:rPr sz="1200" b="1">
                <a:solidFill>
                  <a:srgbClr val="7926CB"/>
                </a:solidFill>
                <a:latin typeface="Space Grotesk"/>
                <a:ea typeface="Space Grotesk"/>
                <a:cs typeface="Space Grotesk"/>
              </a:rPr>
              <a:t>Give room</a:t>
            </a:r>
          </a:p>
        </p:txBody>
      </p:sp>
      <p:sp>
        <p:nvSpPr>
          <p:cNvPr id="7" name="Action guidance 1">
            <a:extLst xmlns:a="http://schemas.openxmlformats.org/drawingml/2006/main">
              <a:ext uri="{FF2B5EF4-FFF2-40B4-BE49-F238E27FC236}">
                <a16:creationId xmlns:a16="http://schemas.microsoft.com/office/drawing/2014/main" id="{9D00A239-8CF7-4A7C-B4ED-DA9CBFEDAF9D}"/>
              </a:ext>
            </a:extLst>
          </p:cNvPr>
          <p:cNvSpPr>
            <a:spLocks xmlns:a="http://schemas.openxmlformats.org/drawingml/2006/main" noGrp="1"/>
          </p:cNvSpPr>
          <p:nvPr/>
        </p:nvSpPr>
        <p:spPr>
          <a:xfrm xmlns:a="http://schemas.openxmlformats.org/drawingml/2006/main">
            <a:off x="200025" y="2667000"/>
            <a:ext cx="3257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0" b="0">
                <a:solidFill>
                  <a:srgbClr val="23143A"/>
                </a:solidFill>
                <a:latin typeface="Arial"/>
                <a:ea typeface="Arial"/>
                <a:cs typeface="Arial"/>
              </a:defRPr>
            </a:defPPr>
            <a:lvl1pPr>
              <a:defRPr sz="1070" b="0">
                <a:solidFill>
                  <a:srgbClr val="23143A"/>
                </a:solidFill>
                <a:latin typeface="Arial"/>
                <a:ea typeface="Arial"/>
                <a:cs typeface="Arial"/>
              </a:defRPr>
            </a:lvl1pPr>
            <a:lvl2pPr>
              <a:defRPr sz="1070" b="0">
                <a:solidFill>
                  <a:srgbClr val="23143A"/>
                </a:solidFill>
                <a:latin typeface="Arial"/>
                <a:ea typeface="Arial"/>
                <a:cs typeface="Arial"/>
              </a:defRPr>
            </a:lvl2pPr>
            <a:lvl3pPr>
              <a:defRPr sz="1070" b="0">
                <a:solidFill>
                  <a:srgbClr val="23143A"/>
                </a:solidFill>
                <a:latin typeface="Arial"/>
                <a:ea typeface="Arial"/>
                <a:cs typeface="Arial"/>
              </a:defRPr>
            </a:lvl3pPr>
            <a:lvl4pPr>
              <a:defRPr sz="1070" b="0">
                <a:solidFill>
                  <a:srgbClr val="23143A"/>
                </a:solidFill>
                <a:latin typeface="Arial"/>
                <a:ea typeface="Arial"/>
                <a:cs typeface="Arial"/>
              </a:defRPr>
            </a:lvl4pPr>
            <a:lvl5pPr>
              <a:defRPr sz="1070" b="0">
                <a:solidFill>
                  <a:srgbClr val="23143A"/>
                </a:solidFill>
                <a:latin typeface="Arial"/>
                <a:ea typeface="Arial"/>
                <a:cs typeface="Arial"/>
              </a:defRPr>
            </a:lvl5pPr>
            <a:lvl6pPr>
              <a:defRPr sz="1070" b="0">
                <a:solidFill>
                  <a:srgbClr val="23143A"/>
                </a:solidFill>
                <a:latin typeface="Arial"/>
                <a:ea typeface="Arial"/>
                <a:cs typeface="Arial"/>
              </a:defRPr>
            </a:lvl6pPr>
            <a:lvl7pPr>
              <a:defRPr sz="1070" b="0">
                <a:solidFill>
                  <a:srgbClr val="23143A"/>
                </a:solidFill>
                <a:latin typeface="Arial"/>
                <a:ea typeface="Arial"/>
                <a:cs typeface="Arial"/>
              </a:defRPr>
            </a:lvl7pPr>
            <a:lvl8pPr>
              <a:defRPr sz="1070" b="0">
                <a:solidFill>
                  <a:srgbClr val="23143A"/>
                </a:solidFill>
                <a:latin typeface="Arial"/>
                <a:ea typeface="Arial"/>
                <a:cs typeface="Arial"/>
              </a:defRPr>
            </a:lvl8pPr>
            <a:lvl9pPr>
              <a:defRPr sz="1070" b="0">
                <a:solidFill>
                  <a:srgbClr val="23143A"/>
                </a:solidFill>
                <a:latin typeface="Arial"/>
                <a:ea typeface="Arial"/>
                <a:cs typeface="Arial"/>
              </a:defRPr>
            </a:lvl9pPr>
          </a:lstStyle>
          <a:p xmlns:a="http://schemas.openxmlformats.org/drawingml/2006/main">
            <a:pPr>
              <a:lnSpc>
                <a:spcPct val="98000"/>
              </a:lnSpc>
              <a:buNone/>
              <a:defRPr sz="1070" b="0">
                <a:solidFill>
                  <a:srgbClr val="23143A"/>
                </a:solidFill>
                <a:latin typeface="Arial"/>
                <a:ea typeface="Arial"/>
                <a:cs typeface="Arial"/>
              </a:defRPr>
            </a:pPr>
            <a:r>
              <a:rPr sz="1070" b="0">
                <a:solidFill>
                  <a:srgbClr val="23143A"/>
                </a:solidFill>
                <a:latin typeface="Arial"/>
                <a:ea typeface="Arial"/>
                <a:cs typeface="Arial"/>
              </a:rPr>
              <a:t>Slow down and leave space around the rider. Road rules vary.</a:t>
            </a:r>
          </a:p>
        </p:txBody>
      </p:sp>
      <p:sp>
        <p:nvSpPr>
          <p:cNvPr id="8" name="Action heading 2">
            <a:extLst xmlns:a="http://schemas.openxmlformats.org/drawingml/2006/main">
              <a:ext uri="{FF2B5EF4-FFF2-40B4-BE49-F238E27FC236}">
                <a16:creationId xmlns:a16="http://schemas.microsoft.com/office/drawing/2014/main" id="{6D67FDB9-8BF3-4532-97C4-9E4D2E4C56E4}"/>
              </a:ext>
            </a:extLst>
          </p:cNvPr>
          <p:cNvSpPr>
            <a:spLocks xmlns:a="http://schemas.openxmlformats.org/drawingml/2006/main" noGrp="1"/>
          </p:cNvSpPr>
          <p:nvPr/>
        </p:nvSpPr>
        <p:spPr>
          <a:xfrm xmlns:a="http://schemas.openxmlformats.org/drawingml/2006/main">
            <a:off x="200025" y="3409950"/>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7926CB"/>
                </a:solidFill>
                <a:latin typeface="Space Grotesk"/>
                <a:ea typeface="Space Grotesk"/>
                <a:cs typeface="Space Grotesk"/>
              </a:defRPr>
            </a:defPPr>
            <a:lvl1pPr>
              <a:defRPr sz="1200" b="1">
                <a:solidFill>
                  <a:srgbClr val="7926CB"/>
                </a:solidFill>
                <a:latin typeface="Space Grotesk"/>
                <a:ea typeface="Space Grotesk"/>
                <a:cs typeface="Space Grotesk"/>
              </a:defRPr>
            </a:lvl1pPr>
            <a:lvl2pPr>
              <a:defRPr sz="1200" b="1">
                <a:solidFill>
                  <a:srgbClr val="7926CB"/>
                </a:solidFill>
                <a:latin typeface="Space Grotesk"/>
                <a:ea typeface="Space Grotesk"/>
                <a:cs typeface="Space Grotesk"/>
              </a:defRPr>
            </a:lvl2pPr>
            <a:lvl3pPr>
              <a:defRPr sz="1200" b="1">
                <a:solidFill>
                  <a:srgbClr val="7926CB"/>
                </a:solidFill>
                <a:latin typeface="Space Grotesk"/>
                <a:ea typeface="Space Grotesk"/>
                <a:cs typeface="Space Grotesk"/>
              </a:defRPr>
            </a:lvl3pPr>
            <a:lvl4pPr>
              <a:defRPr sz="1200" b="1">
                <a:solidFill>
                  <a:srgbClr val="7926CB"/>
                </a:solidFill>
                <a:latin typeface="Space Grotesk"/>
                <a:ea typeface="Space Grotesk"/>
                <a:cs typeface="Space Grotesk"/>
              </a:defRPr>
            </a:lvl4pPr>
            <a:lvl5pPr>
              <a:defRPr sz="1200" b="1">
                <a:solidFill>
                  <a:srgbClr val="7926CB"/>
                </a:solidFill>
                <a:latin typeface="Space Grotesk"/>
                <a:ea typeface="Space Grotesk"/>
                <a:cs typeface="Space Grotesk"/>
              </a:defRPr>
            </a:lvl5pPr>
            <a:lvl6pPr>
              <a:defRPr sz="1200" b="1">
                <a:solidFill>
                  <a:srgbClr val="7926CB"/>
                </a:solidFill>
                <a:latin typeface="Space Grotesk"/>
                <a:ea typeface="Space Grotesk"/>
                <a:cs typeface="Space Grotesk"/>
              </a:defRPr>
            </a:lvl6pPr>
            <a:lvl7pPr>
              <a:defRPr sz="1200" b="1">
                <a:solidFill>
                  <a:srgbClr val="7926CB"/>
                </a:solidFill>
                <a:latin typeface="Space Grotesk"/>
                <a:ea typeface="Space Grotesk"/>
                <a:cs typeface="Space Grotesk"/>
              </a:defRPr>
            </a:lvl7pPr>
            <a:lvl8pPr>
              <a:defRPr sz="1200" b="1">
                <a:solidFill>
                  <a:srgbClr val="7926CB"/>
                </a:solidFill>
                <a:latin typeface="Space Grotesk"/>
                <a:ea typeface="Space Grotesk"/>
                <a:cs typeface="Space Grotesk"/>
              </a:defRPr>
            </a:lvl8pPr>
            <a:lvl9pPr>
              <a:defRPr sz="1200" b="1">
                <a:solidFill>
                  <a:srgbClr val="7926CB"/>
                </a:solidFill>
                <a:latin typeface="Space Grotesk"/>
                <a:ea typeface="Space Grotesk"/>
                <a:cs typeface="Space Grotesk"/>
              </a:defRPr>
            </a:lvl9pPr>
          </a:lstStyle>
          <a:p xmlns:a="http://schemas.openxmlformats.org/drawingml/2006/main">
            <a:pPr>
              <a:lnSpc>
                <a:spcPct val="98000"/>
              </a:lnSpc>
              <a:buNone/>
              <a:defRPr sz="1200" b="1">
                <a:solidFill>
                  <a:srgbClr val="7926CB"/>
                </a:solidFill>
                <a:latin typeface="Space Grotesk"/>
                <a:ea typeface="Space Grotesk"/>
                <a:cs typeface="Space Grotesk"/>
              </a:defRPr>
            </a:pPr>
            <a:r>
              <a:rPr sz="1200" b="1">
                <a:solidFill>
                  <a:srgbClr val="7926CB"/>
                </a:solidFill>
                <a:latin typeface="Space Grotesk"/>
                <a:ea typeface="Space Grotesk"/>
                <a:cs typeface="Space Grotesk"/>
              </a:rPr>
              <a:t>Wait to pass</a:t>
            </a:r>
          </a:p>
        </p:txBody>
      </p:sp>
      <p:sp>
        <p:nvSpPr>
          <p:cNvPr id="9" name="Action guidance 2">
            <a:extLst xmlns:a="http://schemas.openxmlformats.org/drawingml/2006/main">
              <a:ext uri="{FF2B5EF4-FFF2-40B4-BE49-F238E27FC236}">
                <a16:creationId xmlns:a16="http://schemas.microsoft.com/office/drawing/2014/main" id="{1BC1BD2B-1329-42EA-8094-437F6DF30D64}"/>
              </a:ext>
            </a:extLst>
          </p:cNvPr>
          <p:cNvSpPr>
            <a:spLocks xmlns:a="http://schemas.openxmlformats.org/drawingml/2006/main" noGrp="1"/>
          </p:cNvSpPr>
          <p:nvPr/>
        </p:nvSpPr>
        <p:spPr>
          <a:xfrm xmlns:a="http://schemas.openxmlformats.org/drawingml/2006/main">
            <a:off x="200025" y="3695700"/>
            <a:ext cx="3257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0" b="0">
                <a:solidFill>
                  <a:srgbClr val="23143A"/>
                </a:solidFill>
                <a:latin typeface="Arial"/>
                <a:ea typeface="Arial"/>
                <a:cs typeface="Arial"/>
              </a:defRPr>
            </a:defPPr>
            <a:lvl1pPr>
              <a:defRPr sz="1070" b="0">
                <a:solidFill>
                  <a:srgbClr val="23143A"/>
                </a:solidFill>
                <a:latin typeface="Arial"/>
                <a:ea typeface="Arial"/>
                <a:cs typeface="Arial"/>
              </a:defRPr>
            </a:lvl1pPr>
            <a:lvl2pPr>
              <a:defRPr sz="1070" b="0">
                <a:solidFill>
                  <a:srgbClr val="23143A"/>
                </a:solidFill>
                <a:latin typeface="Arial"/>
                <a:ea typeface="Arial"/>
                <a:cs typeface="Arial"/>
              </a:defRPr>
            </a:lvl2pPr>
            <a:lvl3pPr>
              <a:defRPr sz="1070" b="0">
                <a:solidFill>
                  <a:srgbClr val="23143A"/>
                </a:solidFill>
                <a:latin typeface="Arial"/>
                <a:ea typeface="Arial"/>
                <a:cs typeface="Arial"/>
              </a:defRPr>
            </a:lvl3pPr>
            <a:lvl4pPr>
              <a:defRPr sz="1070" b="0">
                <a:solidFill>
                  <a:srgbClr val="23143A"/>
                </a:solidFill>
                <a:latin typeface="Arial"/>
                <a:ea typeface="Arial"/>
                <a:cs typeface="Arial"/>
              </a:defRPr>
            </a:lvl4pPr>
            <a:lvl5pPr>
              <a:defRPr sz="1070" b="0">
                <a:solidFill>
                  <a:srgbClr val="23143A"/>
                </a:solidFill>
                <a:latin typeface="Arial"/>
                <a:ea typeface="Arial"/>
                <a:cs typeface="Arial"/>
              </a:defRPr>
            </a:lvl5pPr>
            <a:lvl6pPr>
              <a:defRPr sz="1070" b="0">
                <a:solidFill>
                  <a:srgbClr val="23143A"/>
                </a:solidFill>
                <a:latin typeface="Arial"/>
                <a:ea typeface="Arial"/>
                <a:cs typeface="Arial"/>
              </a:defRPr>
            </a:lvl6pPr>
            <a:lvl7pPr>
              <a:defRPr sz="1070" b="0">
                <a:solidFill>
                  <a:srgbClr val="23143A"/>
                </a:solidFill>
                <a:latin typeface="Arial"/>
                <a:ea typeface="Arial"/>
                <a:cs typeface="Arial"/>
              </a:defRPr>
            </a:lvl7pPr>
            <a:lvl8pPr>
              <a:defRPr sz="1070" b="0">
                <a:solidFill>
                  <a:srgbClr val="23143A"/>
                </a:solidFill>
                <a:latin typeface="Arial"/>
                <a:ea typeface="Arial"/>
                <a:cs typeface="Arial"/>
              </a:defRPr>
            </a:lvl8pPr>
            <a:lvl9pPr>
              <a:defRPr sz="1070" b="0">
                <a:solidFill>
                  <a:srgbClr val="23143A"/>
                </a:solidFill>
                <a:latin typeface="Arial"/>
                <a:ea typeface="Arial"/>
                <a:cs typeface="Arial"/>
              </a:defRPr>
            </a:lvl9pPr>
          </a:lstStyle>
          <a:p xmlns:a="http://schemas.openxmlformats.org/drawingml/2006/main">
            <a:pPr>
              <a:lnSpc>
                <a:spcPct val="98000"/>
              </a:lnSpc>
              <a:buNone/>
              <a:defRPr sz="1070" b="0">
                <a:solidFill>
                  <a:srgbClr val="23143A"/>
                </a:solidFill>
                <a:latin typeface="Arial"/>
                <a:ea typeface="Arial"/>
                <a:cs typeface="Arial"/>
              </a:defRPr>
            </a:pPr>
            <a:r>
              <a:rPr sz="1070" b="0">
                <a:solidFill>
                  <a:srgbClr val="23143A"/>
                </a:solidFill>
                <a:latin typeface="Arial"/>
                <a:ea typeface="Arial"/>
                <a:cs typeface="Arial"/>
              </a:rPr>
              <a:t>If there is no safe gap, wait until the way is clear.</a:t>
            </a:r>
          </a:p>
        </p:txBody>
      </p:sp>
      <p:sp>
        <p:nvSpPr>
          <p:cNvPr id="10" name="Brand footer">
            <a:extLst xmlns:a="http://schemas.openxmlformats.org/drawingml/2006/main">
              <a:ext uri="{FF2B5EF4-FFF2-40B4-BE49-F238E27FC236}">
                <a16:creationId xmlns:a16="http://schemas.microsoft.com/office/drawing/2014/main" id="{A2DC2309-00A1-47B0-9012-FE3080366DC2}"/>
              </a:ext>
            </a:extLst>
          </p:cNvPr>
          <p:cNvSpPr>
            <a:spLocks xmlns:a="http://schemas.openxmlformats.org/drawingml/2006/main" noGrp="1"/>
          </p:cNvSpPr>
          <p:nvPr/>
        </p:nvSpPr>
        <p:spPr>
          <a:xfrm xmlns:a="http://schemas.openxmlformats.org/drawingml/2006/main">
            <a:off x="0" y="4762500"/>
            <a:ext cx="3657600" cy="7239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E3D1D62D-0EC3-4825-A519-BE321F22F23E}"/>
              </a:ext>
            </a:extLst>
          </p:cNvPr>
          <p:cNvPicPr>
            <a:picLocks xmlns:a="http://schemas.openxmlformats.org/drawingml/2006/main" noChangeAspect="1"/>
          </p:cNvPicPr>
          <p:nvPr/>
        </p:nvPicPr>
        <p:blipFill>
          <a:blip xmlns:r="http://schemas.openxmlformats.org/officeDocument/2006/relationships" xmlns:a="http://schemas.openxmlformats.org/drawingml/2006/main" r:embed="Rad4e669575b94770"/>
          <a:stretch xmlns:a="http://schemas.openxmlformats.org/drawingml/2006/main"/>
        </p:blipFill>
        <p:spPr>
          <a:xfrm xmlns:a="http://schemas.openxmlformats.org/drawingml/2006/main">
            <a:off x="171450" y="4981575"/>
            <a:ext cx="304800" cy="304800"/>
          </a:xfrm>
          <a:prstGeom xmlns:a="http://schemas.openxmlformats.org/drawingml/2006/main" prst="rect">
            <a:avLst/>
          </a:prstGeom>
        </p:spPr>
      </p:pic>
      <p:sp>
        <p:nvSpPr>
          <p:cNvPr id="12" name="Readable URL">
            <a:extLst xmlns:a="http://schemas.openxmlformats.org/drawingml/2006/main">
              <a:ext uri="{FF2B5EF4-FFF2-40B4-BE49-F238E27FC236}">
                <a16:creationId xmlns:a16="http://schemas.microsoft.com/office/drawing/2014/main" id="{B3CADB1F-A509-4B51-A12F-83CD226EA97E}"/>
              </a:ext>
            </a:extLst>
          </p:cNvPr>
          <p:cNvSpPr>
            <a:spLocks xmlns:a="http://schemas.openxmlformats.org/drawingml/2006/main" noGrp="1"/>
          </p:cNvSpPr>
          <p:nvPr/>
        </p:nvSpPr>
        <p:spPr>
          <a:xfrm xmlns:a="http://schemas.openxmlformats.org/drawingml/2006/main">
            <a:off x="609600" y="48958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0A"/>
                </a:solidFill>
                <a:latin typeface="Space Grotesk"/>
                <a:ea typeface="Space Grotesk"/>
                <a:cs typeface="Space Grotesk"/>
              </a:defRPr>
            </a:defPPr>
            <a:lvl1pPr>
              <a:defRPr sz="1500" b="1">
                <a:solidFill>
                  <a:srgbClr val="FFFF0A"/>
                </a:solidFill>
                <a:latin typeface="Space Grotesk"/>
                <a:ea typeface="Space Grotesk"/>
                <a:cs typeface="Space Grotesk"/>
              </a:defRPr>
            </a:lvl1pPr>
            <a:lvl2pPr>
              <a:defRPr sz="1500" b="1">
                <a:solidFill>
                  <a:srgbClr val="FFFF0A"/>
                </a:solidFill>
                <a:latin typeface="Space Grotesk"/>
                <a:ea typeface="Space Grotesk"/>
                <a:cs typeface="Space Grotesk"/>
              </a:defRPr>
            </a:lvl2pPr>
            <a:lvl3pPr>
              <a:defRPr sz="1500" b="1">
                <a:solidFill>
                  <a:srgbClr val="FFFF0A"/>
                </a:solidFill>
                <a:latin typeface="Space Grotesk"/>
                <a:ea typeface="Space Grotesk"/>
                <a:cs typeface="Space Grotesk"/>
              </a:defRPr>
            </a:lvl3pPr>
            <a:lvl4pPr>
              <a:defRPr sz="1500" b="1">
                <a:solidFill>
                  <a:srgbClr val="FFFF0A"/>
                </a:solidFill>
                <a:latin typeface="Space Grotesk"/>
                <a:ea typeface="Space Grotesk"/>
                <a:cs typeface="Space Grotesk"/>
              </a:defRPr>
            </a:lvl4pPr>
            <a:lvl5pPr>
              <a:defRPr sz="1500" b="1">
                <a:solidFill>
                  <a:srgbClr val="FFFF0A"/>
                </a:solidFill>
                <a:latin typeface="Space Grotesk"/>
                <a:ea typeface="Space Grotesk"/>
                <a:cs typeface="Space Grotesk"/>
              </a:defRPr>
            </a:lvl5pPr>
            <a:lvl6pPr>
              <a:defRPr sz="1500" b="1">
                <a:solidFill>
                  <a:srgbClr val="FFFF0A"/>
                </a:solidFill>
                <a:latin typeface="Space Grotesk"/>
                <a:ea typeface="Space Grotesk"/>
                <a:cs typeface="Space Grotesk"/>
              </a:defRPr>
            </a:lvl6pPr>
            <a:lvl7pPr>
              <a:defRPr sz="1500" b="1">
                <a:solidFill>
                  <a:srgbClr val="FFFF0A"/>
                </a:solidFill>
                <a:latin typeface="Space Grotesk"/>
                <a:ea typeface="Space Grotesk"/>
                <a:cs typeface="Space Grotesk"/>
              </a:defRPr>
            </a:lvl7pPr>
            <a:lvl8pPr>
              <a:defRPr sz="1500" b="1">
                <a:solidFill>
                  <a:srgbClr val="FFFF0A"/>
                </a:solidFill>
                <a:latin typeface="Space Grotesk"/>
                <a:ea typeface="Space Grotesk"/>
                <a:cs typeface="Space Grotesk"/>
              </a:defRPr>
            </a:lvl8pPr>
            <a:lvl9pPr>
              <a:defRPr sz="1500" b="1">
                <a:solidFill>
                  <a:srgbClr val="FFFF0A"/>
                </a:solidFill>
                <a:latin typeface="Space Grotesk"/>
                <a:ea typeface="Space Grotesk"/>
                <a:cs typeface="Space Grotesk"/>
              </a:defRPr>
            </a:lvl9pPr>
          </a:lstStyle>
          <a:p xmlns:a="http://schemas.openxmlformats.org/drawingml/2006/main">
            <a:pPr>
              <a:lnSpc>
                <a:spcPct val="98000"/>
              </a:lnSpc>
              <a:buNone/>
              <a:defRPr sz="1500" b="1">
                <a:solidFill>
                  <a:srgbClr val="FFFF0A"/>
                </a:solidFill>
                <a:latin typeface="Space Grotesk"/>
                <a:ea typeface="Space Grotesk"/>
                <a:cs typeface="Space Grotesk"/>
              </a:defRPr>
            </a:pPr>
            <a:r>
              <a:rPr sz="1500" b="1">
                <a:solidFill>
                  <a:srgbClr val="FFFF0A"/>
                </a:solidFill>
                <a:latin typeface="Space Grotesk"/>
                <a:ea typeface="Space Grotesk"/>
                <a:cs typeface="Space Grotesk"/>
              </a:rPr>
              <a:t>3fp.org</a:t>
            </a:r>
          </a:p>
        </p:txBody>
      </p:sp>
      <p:sp>
        <p:nvSpPr>
          <p:cNvPr id="13" name="Community invitation">
            <a:extLst xmlns:a="http://schemas.openxmlformats.org/drawingml/2006/main">
              <a:ext uri="{FF2B5EF4-FFF2-40B4-BE49-F238E27FC236}">
                <a16:creationId xmlns:a16="http://schemas.microsoft.com/office/drawing/2014/main" id="{C36C40A8-C76A-44EF-AE09-9C8F928414A4}"/>
              </a:ext>
            </a:extLst>
          </p:cNvPr>
          <p:cNvSpPr>
            <a:spLocks xmlns:a="http://schemas.openxmlformats.org/drawingml/2006/main" noGrp="1"/>
          </p:cNvSpPr>
          <p:nvPr/>
        </p:nvSpPr>
        <p:spPr>
          <a:xfrm xmlns:a="http://schemas.openxmlformats.org/drawingml/2006/main">
            <a:off x="609600" y="5172075"/>
            <a:ext cx="2143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00" b="1">
                <a:solidFill>
                  <a:srgbClr val="FFFFFF"/>
                </a:solidFill>
                <a:latin typeface="Arial"/>
                <a:ea typeface="Arial"/>
                <a:cs typeface="Arial"/>
              </a:defRPr>
            </a:defPPr>
            <a:lvl1pPr>
              <a:defRPr sz="1000" b="1">
                <a:solidFill>
                  <a:srgbClr val="FFFFFF"/>
                </a:solidFill>
                <a:latin typeface="Arial"/>
                <a:ea typeface="Arial"/>
                <a:cs typeface="Arial"/>
              </a:defRPr>
            </a:lvl1pPr>
            <a:lvl2pPr>
              <a:defRPr sz="1000" b="1">
                <a:solidFill>
                  <a:srgbClr val="FFFFFF"/>
                </a:solidFill>
                <a:latin typeface="Arial"/>
                <a:ea typeface="Arial"/>
                <a:cs typeface="Arial"/>
              </a:defRPr>
            </a:lvl2pPr>
            <a:lvl3pPr>
              <a:defRPr sz="1000" b="1">
                <a:solidFill>
                  <a:srgbClr val="FFFFFF"/>
                </a:solidFill>
                <a:latin typeface="Arial"/>
                <a:ea typeface="Arial"/>
                <a:cs typeface="Arial"/>
              </a:defRPr>
            </a:lvl3pPr>
            <a:lvl4pPr>
              <a:defRPr sz="1000" b="1">
                <a:solidFill>
                  <a:srgbClr val="FFFFFF"/>
                </a:solidFill>
                <a:latin typeface="Arial"/>
                <a:ea typeface="Arial"/>
                <a:cs typeface="Arial"/>
              </a:defRPr>
            </a:lvl4pPr>
            <a:lvl5pPr>
              <a:defRPr sz="1000" b="1">
                <a:solidFill>
                  <a:srgbClr val="FFFFFF"/>
                </a:solidFill>
                <a:latin typeface="Arial"/>
                <a:ea typeface="Arial"/>
                <a:cs typeface="Arial"/>
              </a:defRPr>
            </a:lvl5pPr>
            <a:lvl6pPr>
              <a:defRPr sz="1000" b="1">
                <a:solidFill>
                  <a:srgbClr val="FFFFFF"/>
                </a:solidFill>
                <a:latin typeface="Arial"/>
                <a:ea typeface="Arial"/>
                <a:cs typeface="Arial"/>
              </a:defRPr>
            </a:lvl6pPr>
            <a:lvl7pPr>
              <a:defRPr sz="1000" b="1">
                <a:solidFill>
                  <a:srgbClr val="FFFFFF"/>
                </a:solidFill>
                <a:latin typeface="Arial"/>
                <a:ea typeface="Arial"/>
                <a:cs typeface="Arial"/>
              </a:defRPr>
            </a:lvl7pPr>
            <a:lvl8pPr>
              <a:defRPr sz="1000" b="1">
                <a:solidFill>
                  <a:srgbClr val="FFFFFF"/>
                </a:solidFill>
                <a:latin typeface="Arial"/>
                <a:ea typeface="Arial"/>
                <a:cs typeface="Arial"/>
              </a:defRPr>
            </a:lvl8pPr>
            <a:lvl9pPr>
              <a:defRPr sz="1000" b="1">
                <a:solidFill>
                  <a:srgbClr val="FFFFFF"/>
                </a:solidFill>
                <a:latin typeface="Arial"/>
                <a:ea typeface="Arial"/>
                <a:cs typeface="Arial"/>
              </a:defRPr>
            </a:lvl9pPr>
          </a:lstStyle>
          <a:p xmlns:a="http://schemas.openxmlformats.org/drawingml/2006/main">
            <a:pPr>
              <a:lnSpc>
                <a:spcPct val="98000"/>
              </a:lnSpc>
              <a:buNone/>
              <a:defRPr sz="1000" b="1">
                <a:solidFill>
                  <a:srgbClr val="FFFFFF"/>
                </a:solidFill>
                <a:latin typeface="Arial"/>
                <a:ea typeface="Arial"/>
                <a:cs typeface="Arial"/>
              </a:defRPr>
            </a:pPr>
            <a:r>
              <a:rPr sz="1000" b="1">
                <a:solidFill>
                  <a:srgbClr val="FFFFFF"/>
                </a:solidFill>
                <a:latin typeface="Arial"/>
                <a:ea typeface="Arial"/>
                <a:cs typeface="Arial"/>
              </a:rPr>
              <a:t>Find groups and rides.</a:t>
            </a:r>
          </a:p>
        </p:txBody>
      </p:sp>
      <p:sp>
        <p:nvSpPr>
          <p:cNvPr id="14" name="QR quiet zone">
            <a:extLst xmlns:a="http://schemas.openxmlformats.org/drawingml/2006/main">
              <a:ext uri="{FF2B5EF4-FFF2-40B4-BE49-F238E27FC236}">
                <a16:creationId xmlns:a16="http://schemas.microsoft.com/office/drawing/2014/main" id="{9EFF4FFF-0FA9-4894-8566-FC4A20DD80D4}"/>
              </a:ext>
            </a:extLst>
          </p:cNvPr>
          <p:cNvSpPr>
            <a:spLocks xmlns:a="http://schemas.openxmlformats.org/drawingml/2006/main" noGrp="1"/>
          </p:cNvSpPr>
          <p:nvPr/>
        </p:nvSpPr>
        <p:spPr>
          <a:xfrm xmlns:a="http://schemas.openxmlformats.org/drawingml/2006/main">
            <a:off x="2962275" y="4848225"/>
            <a:ext cx="590550" cy="59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5" name="">
            <a:extLst xmlns:a="http://schemas.openxmlformats.org/drawingml/2006/main">
              <a:ext uri="{FF2B5EF4-FFF2-40B4-BE49-F238E27FC236}">
                <a16:creationId xmlns:a16="http://schemas.microsoft.com/office/drawing/2014/main" id="{D8C045A2-8EE9-46F0-89A1-F5C25EFB4B8B}"/>
              </a:ext>
            </a:extLst>
          </p:cNvPr>
          <p:cNvPicPr>
            <a:picLocks xmlns:a="http://schemas.openxmlformats.org/drawingml/2006/main" noChangeAspect="1"/>
          </p:cNvPicPr>
          <p:nvPr/>
        </p:nvPicPr>
        <p:blipFill>
          <a:blip xmlns:r="http://schemas.openxmlformats.org/officeDocument/2006/relationships" xmlns:a="http://schemas.openxmlformats.org/drawingml/2006/main" r:embed="R78197c8f99574348"/>
          <a:stretch xmlns:a="http://schemas.openxmlformats.org/drawingml/2006/main"/>
        </p:blipFill>
        <p:spPr>
          <a:xfrm xmlns:a="http://schemas.openxmlformats.org/drawingml/2006/main">
            <a:off x="3009900" y="4895850"/>
            <a:ext cx="495300" cy="495300"/>
          </a:xfrm>
          <a:prstGeom xmlns:a="http://schemas.openxmlformats.org/drawingml/2006/main" prst="rect">
            <a:avLst/>
          </a:prstGeom>
        </p:spPr>
      </p:pic>
    </p:spTree>
    <p:extLst>
      <p:ext uri="{BB962C8B-B14F-4D97-AF65-F5344CB8AC3E}">
        <p14:creationId xmlns:p14="http://schemas.microsoft.com/office/powerpoint/2010/main" val="1585614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2026-10-29T13:48:23.9940000Z</dcterms:created>
  <dcterms:modified xsi:type="dcterms:W3CDTF">2026-10-29T13:48:23.9940000Z</dcterms:modified>
</coreProperties>
</file>