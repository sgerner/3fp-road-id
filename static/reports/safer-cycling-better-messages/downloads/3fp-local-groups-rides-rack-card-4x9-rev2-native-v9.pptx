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e2cc6c01b794810" /><Relationship Type="http://schemas.openxmlformats.org/officeDocument/2006/relationships/extended-properties" Target="/docProps/app.xml" Id="R639818dc3c28440c" /><Relationship Type="http://schemas.openxmlformats.org/officeDocument/2006/relationships/officeDocument" Target="/ppt/presentation.xml" Id="Ra52f78d9da40499a" /></Relationships>
</file>

<file path=ppt/presentation.xml><?xml version="1.0" encoding="utf-8"?>
<p:presentation xmlns:p="http://schemas.openxmlformats.org/presentationml/2006/main">
  <p:sldMasterIdLst>
    <p:sldMasterId xmlns:r="http://schemas.openxmlformats.org/officeDocument/2006/relationships" id="2147483648" r:id="R7de6028c0655443b"/>
  </p:sldMasterIdLst>
  <p:notesMasterIdLst>
    <p:notesMasterId xmlns:r="http://schemas.openxmlformats.org/officeDocument/2006/relationships" r:id="R500e57199d204af4"/>
  </p:notesMasterIdLst>
  <p:sldIdLst>
    <p:sldId xmlns:r="http://schemas.openxmlformats.org/officeDocument/2006/relationships" id="256" r:id="R0ca2acbd3e03427f"/>
    <p:sldId xmlns:r="http://schemas.openxmlformats.org/officeDocument/2006/relationships" id="257" r:id="Rfc8aa3454bef47a6"/>
  </p:sldIdLst>
  <p:sldSz cx="3657600" cy="82296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0afdc1cafd4081" /><Relationship Type="http://schemas.openxmlformats.org/officeDocument/2006/relationships/slideMaster" Target="/ppt/slideMasters/slideMaster1.xml" Id="R7de6028c0655443b" /><Relationship Type="http://schemas.openxmlformats.org/officeDocument/2006/relationships/notesMaster" Target="/ppt/notesMasters/notesMaster1.xml" Id="R500e57199d204af4" /><Relationship Type="http://schemas.openxmlformats.org/officeDocument/2006/relationships/presProps" Target="/ppt/presProps.xml" Id="R2b3f4184a1324f9e" /><Relationship Type="http://schemas.openxmlformats.org/officeDocument/2006/relationships/tableStyles" Target="/ppt/tableStyles.xml" Id="R27ba61cd58c546ee" /><Relationship Type="http://schemas.openxmlformats.org/officeDocument/2006/relationships/slide" Target="/ppt/slides/slide1.xml" Id="R0ca2acbd3e03427f" /><Relationship Type="http://schemas.openxmlformats.org/officeDocument/2006/relationships/slide" Target="/ppt/slides/slide2.xml" Id="Rfc8aa3454bef47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cbe358f53c1431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b2b405f7f04eb5" /><Relationship Type="http://schemas.openxmlformats.org/officeDocument/2006/relationships/notesMaster" Target="/ppt/notesMasters/notesMaster1.xml" Id="Rb6ae5eeed3fa4209" /></Relationships>
</file>

<file path=ppt/notesSlides/_rels/notesSlide2.xml.rels>&#65279;<?xml version="1.0" encoding="utf-8"?><Relationships xmlns="http://schemas.openxmlformats.org/package/2006/relationships"><Relationship Type="http://schemas.openxmlformats.org/officeDocument/2006/relationships/slide" Target="/ppt/slides/slide2.xml" Id="Rb9faece235fd4f1d" /><Relationship Type="http://schemas.openxmlformats.org/officeDocument/2006/relationships/notesMaster" Target="/ppt/notesMasters/notesMaster1.xml" Id="R73110eeb0dad43a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 general group and public-ride discovery. QR opens 3fp.org. Check current details with the group or ride host.</a:t>
            </a:r>
          </a:p>
          <a:p xmlns:a="http://schemas.openxmlformats.org/drawingml/2006/main">
            <a:r>
              <a:t>VERSION REVIEW: v8 local edition; reviewed 2026-10-22. Exact 3FP message/artwork remains untested.</a:t>
            </a:r>
          </a:p>
          <a:p xmlns:a="http://schemas.openxmlformats.org/drawingml/2006/main">
            <a:r>
              <a:t>Emotional copy: “Meet your next riding buddy.” is a creative proposal informed by audience and behavior guidance. The exact print copy is untested and has not demonstrated crash reduction or crash prevention.</a:t>
            </a:r>
          </a:p>
          <a:p xmlns:a="http://schemas.openxmlformats.org/drawingml/2006/main">
            <a:r>
              <a:t>Evidence and endpoint: these materials help people find current listings; participation and listing use are access outcomes, not a safety intervention or proof of safety-in-numbers effects.</a:t>
            </a:r>
          </a:p>
          <a:p xmlns:a="http://schemas.openxmlformats.org/drawingml/2006/main">
            <a:r>
              <a:t>Practitioner delivery: confirm listings and direct participants to each host for current route, pace, access, regrouping, and format. Record successful navigation and participation separately from behavior and safety.</a:t>
            </a:r>
          </a:p>
          <a:p xmlns:a="http://schemas.openxmlformats.org/drawingml/2006/main">
            <a:r>
              <a:t>CAST (Delhomme et al., 2009) and NASEM (2025) evaluation practice: pretest with the intended audience; plan evaluation before delivery; separate process/reach, comprehension, behavior, safety, and economic outcomes; select a design suited to the campaign and any concurrent enforcement, education, equipment, or infrastructure.</a:t>
            </a:r>
          </a:p>
          <a:p xmlns:a="http://schemas.openxmlformats.org/drawingml/2006/main">
            <a:r>
              <a:t>Phillips et al. (2011) pooled estimate is from heterogeneous campaigns and is not a cyclist-print forecast. Public research review: output/public-safety-review/REPORT.md.</a:t>
            </a:r>
          </a:p>
          <a:p xmlns:a="http://schemas.openxmlformats.org/drawingml/2006/main">
            <a:r>
              <a:t>Source references:</a:t>
            </a:r>
          </a:p>
          <a:p xmlns:a="http://schemas.openxmlformats.org/drawingml/2006/main">
            <a:r>
              <a:t>3FP group directory: https://3fp.org/groups</a:t>
            </a:r>
          </a:p>
          <a:p xmlns:a="http://schemas.openxmlformats.org/drawingml/2006/main">
            <a:r>
              <a:t>3FP public ride directory: https://3fp.org/ride</a:t>
            </a:r>
          </a:p>
          <a:p xmlns:a="http://schemas.openxmlformats.org/drawingml/2006/main">
            <a:r>
              <a:t>3FP homepage and QR destination: https://3fp.org</a:t>
            </a:r>
          </a:p>
          <a:p xmlns:a="http://schemas.openxmlformats.org/drawingml/2006/main">
            <a:r>
              <a:t>Relationship roles in campaign copy and generated artwork are illustrative, not biographies or testimonials.</a:t>
            </a:r>
          </a:p>
          <a:p xmlns:a="http://schemas.openxmlformats.org/drawingml/2006/main">
            <a:r>
              <a:t>CAST manual: https://www.vias.be/storage/main/cast-wp3-deliverable-3.2b.pdf</a:t>
            </a:r>
          </a:p>
          <a:p xmlns:a="http://schemas.openxmlformats.org/drawingml/2006/main">
            <a:r>
              <a:t>NASEM guide: https://www.nationalacademies.org/publications/29154</a:t>
            </a:r>
          </a:p>
          <a:p xmlns:a="http://schemas.openxmlformats.org/drawingml/2006/main">
            <a:r>
              <a:t>Phillips et al.: https://doi.org/10.1016/j.aap.2011.01.002</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 current directory guidance. 3FP does not run, screen, or guarantee listed rides. Readers should confirm current plans with each host.</a:t>
            </a:r>
          </a:p>
          <a:p xmlns:a="http://schemas.openxmlformats.org/drawingml/2006/main">
            <a:r>
              <a:t>VERSION REVIEW: v8 local edition; reviewed 2026-10-22. Exact 3FP message/artwork remains untested.</a:t>
            </a:r>
          </a:p>
          <a:p xmlns:a="http://schemas.openxmlformats.org/drawingml/2006/main">
            <a:r>
              <a:t>Creative proposal boundary: exact emotional print copy is untested and has not demonstrated crash reduction or crash prevention.</a:t>
            </a:r>
          </a:p>
          <a:p xmlns:a="http://schemas.openxmlformats.org/drawingml/2006/main">
            <a:r>
              <a:t>Evidence and endpoint: these materials help people find current listings; participation and listing use are access outcomes, not a safety intervention or proof of safety-in-numbers effects.</a:t>
            </a:r>
          </a:p>
          <a:p xmlns:a="http://schemas.openxmlformats.org/drawingml/2006/main">
            <a:r>
              <a:t>Practitioner delivery: confirm listings and direct participants to each host for current route, pace, access, regrouping, and format. Record successful navigation and participation separately from behavior and safety.</a:t>
            </a:r>
          </a:p>
          <a:p xmlns:a="http://schemas.openxmlformats.org/drawingml/2006/main">
            <a:r>
              <a:t>CAST (Delhomme et al., 2009) and NASEM (2025) evaluation practice: pretest with the intended audience; plan evaluation before delivery; separate process/reach, comprehension, behavior, safety, and economic outcomes; select a design suited to the campaign and any concurrent enforcement, education, equipment, or infrastructure.</a:t>
            </a:r>
          </a:p>
          <a:p xmlns:a="http://schemas.openxmlformats.org/drawingml/2006/main">
            <a:r>
              <a:t>Phillips et al. (2011) pooled estimate is from heterogeneous campaigns and is not a cyclist-print forecast. Public research review: output/public-safety-review/REPORT.md.</a:t>
            </a:r>
          </a:p>
          <a:p xmlns:a="http://schemas.openxmlformats.org/drawingml/2006/main">
            <a:r>
              <a:t>Source references:</a:t>
            </a:r>
          </a:p>
          <a:p xmlns:a="http://schemas.openxmlformats.org/drawingml/2006/main">
            <a:r>
              <a:t>3FP group directory: https://3fp.org/groups</a:t>
            </a:r>
          </a:p>
          <a:p xmlns:a="http://schemas.openxmlformats.org/drawingml/2006/main">
            <a:r>
              <a:t>3FP public ride directory: https://3fp.org/ride</a:t>
            </a:r>
          </a:p>
          <a:p xmlns:a="http://schemas.openxmlformats.org/drawingml/2006/main">
            <a:r>
              <a:t>3FP homepage and QR destination: https://3fp.org</a:t>
            </a:r>
          </a:p>
          <a:p xmlns:a="http://schemas.openxmlformats.org/drawingml/2006/main">
            <a:r>
              <a:t>Relationship roles in campaign copy and generated artwork are illustrative, not biographies or testimonials.</a:t>
            </a:r>
          </a:p>
          <a:p xmlns:a="http://schemas.openxmlformats.org/drawingml/2006/main">
            <a:r>
              <a:t>CAST manual: https://www.vias.be/storage/main/cast-wp3-deliverable-3.2b.pdf</a:t>
            </a:r>
          </a:p>
          <a:p xmlns:a="http://schemas.openxmlformats.org/drawingml/2006/main">
            <a:r>
              <a:t>NASEM guide: https://www.nationalacademies.org/publications/29154</a:t>
            </a:r>
          </a:p>
          <a:p xmlns:a="http://schemas.openxmlformats.org/drawingml/2006/main">
            <a:r>
              <a:t>Phillips et al.: https://doi.org/10.1016/j.aap.2011.01.002</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6a89334a7dc4ed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f436b9c7d9c4c3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3256530e90048d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980880c201a416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6e6526ac01f4d4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7fc46e4affa406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153A384-B919-4DAC-8455-C2C0BE9E2D1B}"/>
              </a:ext>
            </a:extLst>
          </p:cNvPr>
          <p:cNvSpPr>
            <a:spLocks xmlns:a="http://schemas.openxmlformats.org/drawingml/2006/main" noGrp="1"/>
          </p:cNvSpPr>
          <p:nvPr>
            <p:ph type="title" idx="0"/>
          </p:nvPr>
        </p:nvSpPr>
        <p:spPr>
          <a:xfrm xmlns:a="http://schemas.openxmlformats.org/drawingml/2006/main">
            <a:off x="365760" y="3108960"/>
            <a:ext cx="2926080" cy="11887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440" b="1">
                <a:solidFill>
                  <a:schemeClr val="tx1"/>
                </a:solidFill>
                <a:latin typeface="+mj-lt"/>
                <a:ea typeface="+mj-lt"/>
                <a:cs typeface="+mj-lt"/>
              </a:defRPr>
            </a:defPPr>
            <a:lvl1pPr marL="0" indent="0" algn="ctr">
              <a:lnSpc>
                <a:spcPct val="110000"/>
              </a:lnSpc>
              <a:spcBef>
                <a:spcPts val="0"/>
              </a:spcBef>
              <a:spcAft>
                <a:spcPts val="0"/>
              </a:spcAft>
              <a:buNone/>
              <a:defRPr sz="1440" b="1">
                <a:solidFill>
                  <a:schemeClr val="tx1"/>
                </a:solidFill>
                <a:latin typeface="+mj-lt"/>
                <a:ea typeface="+mj-lt"/>
                <a:cs typeface="+mj-lt"/>
              </a:defRPr>
            </a:lvl1pPr>
            <a:lvl2pPr marL="0" indent="0" algn="ctr">
              <a:lnSpc>
                <a:spcPct val="110000"/>
              </a:lnSpc>
              <a:spcBef>
                <a:spcPts val="0"/>
              </a:spcBef>
              <a:spcAft>
                <a:spcPts val="0"/>
              </a:spcAft>
              <a:buNone/>
              <a:defRPr sz="1440" b="1">
                <a:solidFill>
                  <a:schemeClr val="tx1"/>
                </a:solidFill>
                <a:latin typeface="+mj-lt"/>
                <a:ea typeface="+mj-lt"/>
                <a:cs typeface="+mj-lt"/>
              </a:defRPr>
            </a:lvl2pPr>
            <a:lvl3pPr marL="0" indent="0" algn="ctr">
              <a:lnSpc>
                <a:spcPct val="110000"/>
              </a:lnSpc>
              <a:spcBef>
                <a:spcPts val="0"/>
              </a:spcBef>
              <a:spcAft>
                <a:spcPts val="0"/>
              </a:spcAft>
              <a:buNone/>
              <a:defRPr sz="1440" b="1">
                <a:solidFill>
                  <a:schemeClr val="tx1"/>
                </a:solidFill>
                <a:latin typeface="+mj-lt"/>
                <a:ea typeface="+mj-lt"/>
                <a:cs typeface="+mj-lt"/>
              </a:defRPr>
            </a:lvl3pPr>
            <a:lvl4pPr marL="0" indent="0" algn="ctr">
              <a:lnSpc>
                <a:spcPct val="110000"/>
              </a:lnSpc>
              <a:spcBef>
                <a:spcPts val="0"/>
              </a:spcBef>
              <a:spcAft>
                <a:spcPts val="0"/>
              </a:spcAft>
              <a:buNone/>
              <a:defRPr sz="1440" b="1">
                <a:solidFill>
                  <a:schemeClr val="tx1"/>
                </a:solidFill>
                <a:latin typeface="+mj-lt"/>
                <a:ea typeface="+mj-lt"/>
                <a:cs typeface="+mj-lt"/>
              </a:defRPr>
            </a:lvl4pPr>
            <a:lvl5pPr marL="0" indent="0" algn="ctr">
              <a:lnSpc>
                <a:spcPct val="110000"/>
              </a:lnSpc>
              <a:spcBef>
                <a:spcPts val="0"/>
              </a:spcBef>
              <a:spcAft>
                <a:spcPts val="0"/>
              </a:spcAft>
              <a:buNone/>
              <a:defRPr sz="1440" b="1">
                <a:solidFill>
                  <a:schemeClr val="tx1"/>
                </a:solidFill>
                <a:latin typeface="+mj-lt"/>
                <a:ea typeface="+mj-lt"/>
                <a:cs typeface="+mj-lt"/>
              </a:defRPr>
            </a:lvl5pPr>
            <a:lvl6pPr marL="0" indent="0" algn="ctr">
              <a:lnSpc>
                <a:spcPct val="110000"/>
              </a:lnSpc>
              <a:spcBef>
                <a:spcPts val="0"/>
              </a:spcBef>
              <a:spcAft>
                <a:spcPts val="0"/>
              </a:spcAft>
              <a:buNone/>
              <a:defRPr sz="1440" b="1">
                <a:solidFill>
                  <a:schemeClr val="tx1"/>
                </a:solidFill>
                <a:latin typeface="+mj-lt"/>
                <a:ea typeface="+mj-lt"/>
                <a:cs typeface="+mj-lt"/>
              </a:defRPr>
            </a:lvl6pPr>
            <a:lvl7pPr marL="0" indent="0" algn="ctr">
              <a:lnSpc>
                <a:spcPct val="110000"/>
              </a:lnSpc>
              <a:spcBef>
                <a:spcPts val="0"/>
              </a:spcBef>
              <a:spcAft>
                <a:spcPts val="0"/>
              </a:spcAft>
              <a:buNone/>
              <a:defRPr sz="1440" b="1">
                <a:solidFill>
                  <a:schemeClr val="tx1"/>
                </a:solidFill>
                <a:latin typeface="+mj-lt"/>
                <a:ea typeface="+mj-lt"/>
                <a:cs typeface="+mj-lt"/>
              </a:defRPr>
            </a:lvl7pPr>
            <a:lvl8pPr marL="0" indent="0" algn="ctr">
              <a:lnSpc>
                <a:spcPct val="110000"/>
              </a:lnSpc>
              <a:spcBef>
                <a:spcPts val="0"/>
              </a:spcBef>
              <a:spcAft>
                <a:spcPts val="0"/>
              </a:spcAft>
              <a:buNone/>
              <a:defRPr sz="1440" b="1">
                <a:solidFill>
                  <a:schemeClr val="tx1"/>
                </a:solidFill>
                <a:latin typeface="+mj-lt"/>
                <a:ea typeface="+mj-lt"/>
                <a:cs typeface="+mj-lt"/>
              </a:defRPr>
            </a:lvl8pPr>
            <a:lvl9pPr marL="0" indent="0" algn="ctr">
              <a:lnSpc>
                <a:spcPct val="110000"/>
              </a:lnSpc>
              <a:spcBef>
                <a:spcPts val="0"/>
              </a:spcBef>
              <a:spcAft>
                <a:spcPts val="0"/>
              </a:spcAft>
              <a:buNone/>
              <a:defRPr sz="144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25D5EDA-0EC5-4982-A2F1-6A99D756E669}"/>
              </a:ext>
            </a:extLst>
          </p:cNvPr>
          <p:cNvSpPr>
            <a:spLocks xmlns:a="http://schemas.openxmlformats.org/drawingml/2006/main" noGrp="1"/>
          </p:cNvSpPr>
          <p:nvPr>
            <p:ph type="subTitle" idx="1"/>
          </p:nvPr>
        </p:nvSpPr>
        <p:spPr>
          <a:xfrm xmlns:a="http://schemas.openxmlformats.org/drawingml/2006/main">
            <a:off x="548640" y="4526280"/>
            <a:ext cx="2560320" cy="914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 b="0">
                <a:solidFill>
                  <a:schemeClr val="tx1"/>
                </a:solidFill>
                <a:latin typeface="+mn-lt"/>
                <a:ea typeface="+mn-lt"/>
                <a:cs typeface="+mn-lt"/>
              </a:defRPr>
            </a:defPPr>
            <a:lvl1pPr marL="0" indent="0" algn="ctr">
              <a:lnSpc>
                <a:spcPct val="110000"/>
              </a:lnSpc>
              <a:spcBef>
                <a:spcPts val="0"/>
              </a:spcBef>
              <a:spcAft>
                <a:spcPts val="0"/>
              </a:spcAft>
              <a:buNone/>
              <a:defRPr sz="630" b="0">
                <a:solidFill>
                  <a:schemeClr val="tx1"/>
                </a:solidFill>
                <a:latin typeface="+mn-lt"/>
                <a:ea typeface="+mn-lt"/>
                <a:cs typeface="+mn-lt"/>
              </a:defRPr>
            </a:lvl1pPr>
            <a:lvl2pPr marL="0" indent="0" algn="ctr">
              <a:lnSpc>
                <a:spcPct val="110000"/>
              </a:lnSpc>
              <a:spcBef>
                <a:spcPts val="0"/>
              </a:spcBef>
              <a:spcAft>
                <a:spcPts val="0"/>
              </a:spcAft>
              <a:buNone/>
              <a:defRPr sz="630" b="0">
                <a:solidFill>
                  <a:schemeClr val="tx1"/>
                </a:solidFill>
                <a:latin typeface="+mn-lt"/>
                <a:ea typeface="+mn-lt"/>
                <a:cs typeface="+mn-lt"/>
              </a:defRPr>
            </a:lvl2pPr>
            <a:lvl3pPr marL="0" indent="0" algn="ctr">
              <a:lnSpc>
                <a:spcPct val="110000"/>
              </a:lnSpc>
              <a:spcBef>
                <a:spcPts val="0"/>
              </a:spcBef>
              <a:spcAft>
                <a:spcPts val="0"/>
              </a:spcAft>
              <a:buNone/>
              <a:defRPr sz="630" b="0">
                <a:solidFill>
                  <a:schemeClr val="tx1"/>
                </a:solidFill>
                <a:latin typeface="+mn-lt"/>
                <a:ea typeface="+mn-lt"/>
                <a:cs typeface="+mn-lt"/>
              </a:defRPr>
            </a:lvl3pPr>
            <a:lvl4pPr marL="0" indent="0" algn="ctr">
              <a:lnSpc>
                <a:spcPct val="110000"/>
              </a:lnSpc>
              <a:spcBef>
                <a:spcPts val="0"/>
              </a:spcBef>
              <a:spcAft>
                <a:spcPts val="0"/>
              </a:spcAft>
              <a:buNone/>
              <a:defRPr sz="630" b="0">
                <a:solidFill>
                  <a:schemeClr val="tx1"/>
                </a:solidFill>
                <a:latin typeface="+mn-lt"/>
                <a:ea typeface="+mn-lt"/>
                <a:cs typeface="+mn-lt"/>
              </a:defRPr>
            </a:lvl4pPr>
            <a:lvl5pPr marL="0" indent="0" algn="ctr">
              <a:lnSpc>
                <a:spcPct val="110000"/>
              </a:lnSpc>
              <a:spcBef>
                <a:spcPts val="0"/>
              </a:spcBef>
              <a:spcAft>
                <a:spcPts val="0"/>
              </a:spcAft>
              <a:buNone/>
              <a:defRPr sz="630" b="0">
                <a:solidFill>
                  <a:schemeClr val="tx1"/>
                </a:solidFill>
                <a:latin typeface="+mn-lt"/>
                <a:ea typeface="+mn-lt"/>
                <a:cs typeface="+mn-lt"/>
              </a:defRPr>
            </a:lvl5pPr>
            <a:lvl6pPr marL="0" indent="0" algn="ctr">
              <a:lnSpc>
                <a:spcPct val="110000"/>
              </a:lnSpc>
              <a:spcBef>
                <a:spcPts val="0"/>
              </a:spcBef>
              <a:spcAft>
                <a:spcPts val="0"/>
              </a:spcAft>
              <a:buNone/>
              <a:defRPr sz="630" b="0">
                <a:solidFill>
                  <a:schemeClr val="tx1"/>
                </a:solidFill>
                <a:latin typeface="+mn-lt"/>
                <a:ea typeface="+mn-lt"/>
                <a:cs typeface="+mn-lt"/>
              </a:defRPr>
            </a:lvl6pPr>
            <a:lvl7pPr marL="0" indent="0" algn="ctr">
              <a:lnSpc>
                <a:spcPct val="110000"/>
              </a:lnSpc>
              <a:spcBef>
                <a:spcPts val="0"/>
              </a:spcBef>
              <a:spcAft>
                <a:spcPts val="0"/>
              </a:spcAft>
              <a:buNone/>
              <a:defRPr sz="630" b="0">
                <a:solidFill>
                  <a:schemeClr val="tx1"/>
                </a:solidFill>
                <a:latin typeface="+mn-lt"/>
                <a:ea typeface="+mn-lt"/>
                <a:cs typeface="+mn-lt"/>
              </a:defRPr>
            </a:lvl7pPr>
            <a:lvl8pPr marL="0" indent="0" algn="ctr">
              <a:lnSpc>
                <a:spcPct val="110000"/>
              </a:lnSpc>
              <a:spcBef>
                <a:spcPts val="0"/>
              </a:spcBef>
              <a:spcAft>
                <a:spcPts val="0"/>
              </a:spcAft>
              <a:buNone/>
              <a:defRPr sz="630" b="0">
                <a:solidFill>
                  <a:schemeClr val="tx1"/>
                </a:solidFill>
                <a:latin typeface="+mn-lt"/>
                <a:ea typeface="+mn-lt"/>
                <a:cs typeface="+mn-lt"/>
              </a:defRPr>
            </a:lvl8pPr>
            <a:lvl9pPr marL="0" indent="0" algn="ctr">
              <a:lnSpc>
                <a:spcPct val="110000"/>
              </a:lnSpc>
              <a:spcBef>
                <a:spcPts val="0"/>
              </a:spcBef>
              <a:spcAft>
                <a:spcPts val="0"/>
              </a:spcAft>
              <a:buNone/>
              <a:defRPr sz="63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C699831-2B66-459F-904D-07C70F78FDDC}"/>
              </a:ext>
            </a:extLst>
          </p:cNvPr>
          <p:cNvSpPr>
            <a:spLocks xmlns:a="http://schemas.openxmlformats.org/drawingml/2006/main" noGrp="1"/>
          </p:cNvSpPr>
          <p:nvPr>
            <p:ph type="title" idx="0"/>
          </p:nvPr>
        </p:nvSpPr>
        <p:spPr>
          <a:xfrm xmlns:a="http://schemas.openxmlformats.org/drawingml/2006/main">
            <a:off x="365760" y="3429000"/>
            <a:ext cx="2926080" cy="1371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260" b="1">
                <a:solidFill>
                  <a:schemeClr val="tx1"/>
                </a:solidFill>
                <a:latin typeface="+mj-lt"/>
                <a:ea typeface="+mj-lt"/>
                <a:cs typeface="+mj-lt"/>
              </a:defRPr>
            </a:defPPr>
            <a:lvl1pPr marL="0" indent="0" algn="ctr">
              <a:lnSpc>
                <a:spcPct val="110000"/>
              </a:lnSpc>
              <a:spcBef>
                <a:spcPts val="0"/>
              </a:spcBef>
              <a:spcAft>
                <a:spcPts val="0"/>
              </a:spcAft>
              <a:buNone/>
              <a:defRPr sz="1260" b="1">
                <a:solidFill>
                  <a:schemeClr val="tx1"/>
                </a:solidFill>
                <a:latin typeface="+mj-lt"/>
                <a:ea typeface="+mj-lt"/>
                <a:cs typeface="+mj-lt"/>
              </a:defRPr>
            </a:lvl1pPr>
            <a:lvl2pPr marL="0" indent="0" algn="ctr">
              <a:lnSpc>
                <a:spcPct val="110000"/>
              </a:lnSpc>
              <a:spcBef>
                <a:spcPts val="0"/>
              </a:spcBef>
              <a:spcAft>
                <a:spcPts val="0"/>
              </a:spcAft>
              <a:buNone/>
              <a:defRPr sz="1260" b="1">
                <a:solidFill>
                  <a:schemeClr val="tx1"/>
                </a:solidFill>
                <a:latin typeface="+mj-lt"/>
                <a:ea typeface="+mj-lt"/>
                <a:cs typeface="+mj-lt"/>
              </a:defRPr>
            </a:lvl2pPr>
            <a:lvl3pPr marL="0" indent="0" algn="ctr">
              <a:lnSpc>
                <a:spcPct val="110000"/>
              </a:lnSpc>
              <a:spcBef>
                <a:spcPts val="0"/>
              </a:spcBef>
              <a:spcAft>
                <a:spcPts val="0"/>
              </a:spcAft>
              <a:buNone/>
              <a:defRPr sz="1260" b="1">
                <a:solidFill>
                  <a:schemeClr val="tx1"/>
                </a:solidFill>
                <a:latin typeface="+mj-lt"/>
                <a:ea typeface="+mj-lt"/>
                <a:cs typeface="+mj-lt"/>
              </a:defRPr>
            </a:lvl3pPr>
            <a:lvl4pPr marL="0" indent="0" algn="ctr">
              <a:lnSpc>
                <a:spcPct val="110000"/>
              </a:lnSpc>
              <a:spcBef>
                <a:spcPts val="0"/>
              </a:spcBef>
              <a:spcAft>
                <a:spcPts val="0"/>
              </a:spcAft>
              <a:buNone/>
              <a:defRPr sz="1260" b="1">
                <a:solidFill>
                  <a:schemeClr val="tx1"/>
                </a:solidFill>
                <a:latin typeface="+mj-lt"/>
                <a:ea typeface="+mj-lt"/>
                <a:cs typeface="+mj-lt"/>
              </a:defRPr>
            </a:lvl4pPr>
            <a:lvl5pPr marL="0" indent="0" algn="ctr">
              <a:lnSpc>
                <a:spcPct val="110000"/>
              </a:lnSpc>
              <a:spcBef>
                <a:spcPts val="0"/>
              </a:spcBef>
              <a:spcAft>
                <a:spcPts val="0"/>
              </a:spcAft>
              <a:buNone/>
              <a:defRPr sz="1260" b="1">
                <a:solidFill>
                  <a:schemeClr val="tx1"/>
                </a:solidFill>
                <a:latin typeface="+mj-lt"/>
                <a:ea typeface="+mj-lt"/>
                <a:cs typeface="+mj-lt"/>
              </a:defRPr>
            </a:lvl5pPr>
            <a:lvl6pPr marL="0" indent="0" algn="ctr">
              <a:lnSpc>
                <a:spcPct val="110000"/>
              </a:lnSpc>
              <a:spcBef>
                <a:spcPts val="0"/>
              </a:spcBef>
              <a:spcAft>
                <a:spcPts val="0"/>
              </a:spcAft>
              <a:buNone/>
              <a:defRPr sz="1260" b="1">
                <a:solidFill>
                  <a:schemeClr val="tx1"/>
                </a:solidFill>
                <a:latin typeface="+mj-lt"/>
                <a:ea typeface="+mj-lt"/>
                <a:cs typeface="+mj-lt"/>
              </a:defRPr>
            </a:lvl6pPr>
            <a:lvl7pPr marL="0" indent="0" algn="ctr">
              <a:lnSpc>
                <a:spcPct val="110000"/>
              </a:lnSpc>
              <a:spcBef>
                <a:spcPts val="0"/>
              </a:spcBef>
              <a:spcAft>
                <a:spcPts val="0"/>
              </a:spcAft>
              <a:buNone/>
              <a:defRPr sz="1260" b="1">
                <a:solidFill>
                  <a:schemeClr val="tx1"/>
                </a:solidFill>
                <a:latin typeface="+mj-lt"/>
                <a:ea typeface="+mj-lt"/>
                <a:cs typeface="+mj-lt"/>
              </a:defRPr>
            </a:lvl7pPr>
            <a:lvl8pPr marL="0" indent="0" algn="ctr">
              <a:lnSpc>
                <a:spcPct val="110000"/>
              </a:lnSpc>
              <a:spcBef>
                <a:spcPts val="0"/>
              </a:spcBef>
              <a:spcAft>
                <a:spcPts val="0"/>
              </a:spcAft>
              <a:buNone/>
              <a:defRPr sz="1260" b="1">
                <a:solidFill>
                  <a:schemeClr val="tx1"/>
                </a:solidFill>
                <a:latin typeface="+mj-lt"/>
                <a:ea typeface="+mj-lt"/>
                <a:cs typeface="+mj-lt"/>
              </a:defRPr>
            </a:lvl8pPr>
            <a:lvl9pPr marL="0" indent="0" algn="ctr">
              <a:lnSpc>
                <a:spcPct val="110000"/>
              </a:lnSpc>
              <a:spcBef>
                <a:spcPts val="0"/>
              </a:spcBef>
              <a:spcAft>
                <a:spcPts val="0"/>
              </a:spcAft>
              <a:buNone/>
              <a:defRPr sz="126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A7E5878-16B3-4336-9C6D-CB83CEFB9A5D}"/>
              </a:ext>
            </a:extLst>
          </p:cNvPr>
          <p:cNvSpPr>
            <a:spLocks xmlns:a="http://schemas.openxmlformats.org/drawingml/2006/main" noGrp="1"/>
          </p:cNvSpPr>
          <p:nvPr>
            <p:ph type="title" idx="0"/>
          </p:nvPr>
        </p:nvSpPr>
        <p:spPr>
          <a:xfrm xmlns:a="http://schemas.openxmlformats.org/drawingml/2006/main">
            <a:off x="205740" y="640080"/>
            <a:ext cx="3246120" cy="100584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990" b="1">
                <a:solidFill>
                  <a:schemeClr val="tx1"/>
                </a:solidFill>
                <a:latin typeface="+mj-lt"/>
                <a:ea typeface="+mj-lt"/>
                <a:cs typeface="+mj-lt"/>
              </a:defRPr>
            </a:defPPr>
            <a:lvl1pPr marL="0" indent="0" algn="l">
              <a:lnSpc>
                <a:spcPct val="110000"/>
              </a:lnSpc>
              <a:spcBef>
                <a:spcPts val="0"/>
              </a:spcBef>
              <a:spcAft>
                <a:spcPts val="0"/>
              </a:spcAft>
              <a:buNone/>
              <a:defRPr sz="990" b="1">
                <a:solidFill>
                  <a:schemeClr val="tx1"/>
                </a:solidFill>
                <a:latin typeface="+mj-lt"/>
                <a:ea typeface="+mj-lt"/>
                <a:cs typeface="+mj-lt"/>
              </a:defRPr>
            </a:lvl1pPr>
            <a:lvl2pPr marL="0" indent="0" algn="l">
              <a:lnSpc>
                <a:spcPct val="110000"/>
              </a:lnSpc>
              <a:spcBef>
                <a:spcPts val="0"/>
              </a:spcBef>
              <a:spcAft>
                <a:spcPts val="0"/>
              </a:spcAft>
              <a:buNone/>
              <a:defRPr sz="990" b="1">
                <a:solidFill>
                  <a:schemeClr val="tx1"/>
                </a:solidFill>
                <a:latin typeface="+mj-lt"/>
                <a:ea typeface="+mj-lt"/>
                <a:cs typeface="+mj-lt"/>
              </a:defRPr>
            </a:lvl2pPr>
            <a:lvl3pPr marL="0" indent="0" algn="l">
              <a:lnSpc>
                <a:spcPct val="110000"/>
              </a:lnSpc>
              <a:spcBef>
                <a:spcPts val="0"/>
              </a:spcBef>
              <a:spcAft>
                <a:spcPts val="0"/>
              </a:spcAft>
              <a:buNone/>
              <a:defRPr sz="990" b="1">
                <a:solidFill>
                  <a:schemeClr val="tx1"/>
                </a:solidFill>
                <a:latin typeface="+mj-lt"/>
                <a:ea typeface="+mj-lt"/>
                <a:cs typeface="+mj-lt"/>
              </a:defRPr>
            </a:lvl3pPr>
            <a:lvl4pPr marL="0" indent="0" algn="l">
              <a:lnSpc>
                <a:spcPct val="110000"/>
              </a:lnSpc>
              <a:spcBef>
                <a:spcPts val="0"/>
              </a:spcBef>
              <a:spcAft>
                <a:spcPts val="0"/>
              </a:spcAft>
              <a:buNone/>
              <a:defRPr sz="990" b="1">
                <a:solidFill>
                  <a:schemeClr val="tx1"/>
                </a:solidFill>
                <a:latin typeface="+mj-lt"/>
                <a:ea typeface="+mj-lt"/>
                <a:cs typeface="+mj-lt"/>
              </a:defRPr>
            </a:lvl4pPr>
            <a:lvl5pPr marL="0" indent="0" algn="l">
              <a:lnSpc>
                <a:spcPct val="110000"/>
              </a:lnSpc>
              <a:spcBef>
                <a:spcPts val="0"/>
              </a:spcBef>
              <a:spcAft>
                <a:spcPts val="0"/>
              </a:spcAft>
              <a:buNone/>
              <a:defRPr sz="990" b="1">
                <a:solidFill>
                  <a:schemeClr val="tx1"/>
                </a:solidFill>
                <a:latin typeface="+mj-lt"/>
                <a:ea typeface="+mj-lt"/>
                <a:cs typeface="+mj-lt"/>
              </a:defRPr>
            </a:lvl5pPr>
            <a:lvl6pPr marL="0" indent="0" algn="l">
              <a:lnSpc>
                <a:spcPct val="110000"/>
              </a:lnSpc>
              <a:spcBef>
                <a:spcPts val="0"/>
              </a:spcBef>
              <a:spcAft>
                <a:spcPts val="0"/>
              </a:spcAft>
              <a:buNone/>
              <a:defRPr sz="990" b="1">
                <a:solidFill>
                  <a:schemeClr val="tx1"/>
                </a:solidFill>
                <a:latin typeface="+mj-lt"/>
                <a:ea typeface="+mj-lt"/>
                <a:cs typeface="+mj-lt"/>
              </a:defRPr>
            </a:lvl6pPr>
            <a:lvl7pPr marL="0" indent="0" algn="l">
              <a:lnSpc>
                <a:spcPct val="110000"/>
              </a:lnSpc>
              <a:spcBef>
                <a:spcPts val="0"/>
              </a:spcBef>
              <a:spcAft>
                <a:spcPts val="0"/>
              </a:spcAft>
              <a:buNone/>
              <a:defRPr sz="990" b="1">
                <a:solidFill>
                  <a:schemeClr val="tx1"/>
                </a:solidFill>
                <a:latin typeface="+mj-lt"/>
                <a:ea typeface="+mj-lt"/>
                <a:cs typeface="+mj-lt"/>
              </a:defRPr>
            </a:lvl7pPr>
            <a:lvl8pPr marL="0" indent="0" algn="l">
              <a:lnSpc>
                <a:spcPct val="110000"/>
              </a:lnSpc>
              <a:spcBef>
                <a:spcPts val="0"/>
              </a:spcBef>
              <a:spcAft>
                <a:spcPts val="0"/>
              </a:spcAft>
              <a:buNone/>
              <a:defRPr sz="990" b="1">
                <a:solidFill>
                  <a:schemeClr val="tx1"/>
                </a:solidFill>
                <a:latin typeface="+mj-lt"/>
                <a:ea typeface="+mj-lt"/>
                <a:cs typeface="+mj-lt"/>
              </a:defRPr>
            </a:lvl8pPr>
            <a:lvl9pPr marL="0" indent="0" algn="l">
              <a:lnSpc>
                <a:spcPct val="110000"/>
              </a:lnSpc>
              <a:spcBef>
                <a:spcPts val="0"/>
              </a:spcBef>
              <a:spcAft>
                <a:spcPts val="0"/>
              </a:spcAft>
              <a:buNone/>
              <a:defRPr sz="99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3FFEF95-6610-479F-B359-CE5C73626247}"/>
              </a:ext>
            </a:extLst>
          </p:cNvPr>
          <p:cNvSpPr>
            <a:spLocks xmlns:a="http://schemas.openxmlformats.org/drawingml/2006/main" noGrp="1"/>
          </p:cNvSpPr>
          <p:nvPr>
            <p:ph type="body" idx="1"/>
          </p:nvPr>
        </p:nvSpPr>
        <p:spPr>
          <a:xfrm xmlns:a="http://schemas.openxmlformats.org/drawingml/2006/main">
            <a:off x="205740" y="2286000"/>
            <a:ext cx="3246120" cy="512064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75" b="0">
                <a:solidFill>
                  <a:schemeClr val="tx1"/>
                </a:solidFill>
                <a:latin typeface="+mn-lt"/>
                <a:ea typeface="+mn-lt"/>
                <a:cs typeface="+mn-lt"/>
              </a:defRPr>
            </a:defPPr>
            <a:lvl1pPr marL="68580" indent="-68580" algn="l">
              <a:lnSpc>
                <a:spcPct val="110000"/>
              </a:lnSpc>
              <a:spcBef>
                <a:spcPts val="0"/>
              </a:spcBef>
              <a:spcAft>
                <a:spcPts val="360"/>
              </a:spcAft>
              <a:buChar char="•"/>
              <a:defRPr sz="675" b="0">
                <a:solidFill>
                  <a:schemeClr val="tx1"/>
                </a:solidFill>
                <a:latin typeface="+mn-lt"/>
                <a:ea typeface="+mn-lt"/>
                <a:cs typeface="+mn-lt"/>
              </a:defRPr>
            </a:lvl1pPr>
            <a:lvl2pPr marL="160020" indent="-68580" algn="l">
              <a:lnSpc>
                <a:spcPct val="110000"/>
              </a:lnSpc>
              <a:spcBef>
                <a:spcPts val="0"/>
              </a:spcBef>
              <a:spcAft>
                <a:spcPts val="360"/>
              </a:spcAft>
              <a:buChar char="•"/>
              <a:defRPr sz="675" b="0">
                <a:solidFill>
                  <a:schemeClr val="tx1"/>
                </a:solidFill>
                <a:latin typeface="+mn-lt"/>
                <a:ea typeface="+mn-lt"/>
                <a:cs typeface="+mn-lt"/>
              </a:defRPr>
            </a:lvl2pPr>
            <a:lvl3pPr marL="251460" indent="-68580" algn="l">
              <a:lnSpc>
                <a:spcPct val="110000"/>
              </a:lnSpc>
              <a:spcBef>
                <a:spcPts val="0"/>
              </a:spcBef>
              <a:spcAft>
                <a:spcPts val="360"/>
              </a:spcAft>
              <a:buChar char="•"/>
              <a:defRPr sz="675" b="0">
                <a:solidFill>
                  <a:schemeClr val="tx1"/>
                </a:solidFill>
                <a:latin typeface="+mn-lt"/>
                <a:ea typeface="+mn-lt"/>
                <a:cs typeface="+mn-lt"/>
              </a:defRPr>
            </a:lvl3pPr>
            <a:lvl4pPr marL="342900" indent="-68580" algn="l">
              <a:lnSpc>
                <a:spcPct val="110000"/>
              </a:lnSpc>
              <a:spcBef>
                <a:spcPts val="0"/>
              </a:spcBef>
              <a:spcAft>
                <a:spcPts val="360"/>
              </a:spcAft>
              <a:buChar char="•"/>
              <a:defRPr sz="675" b="0">
                <a:solidFill>
                  <a:schemeClr val="tx1"/>
                </a:solidFill>
                <a:latin typeface="+mn-lt"/>
                <a:ea typeface="+mn-lt"/>
                <a:cs typeface="+mn-lt"/>
              </a:defRPr>
            </a:lvl4pPr>
            <a:lvl5pPr marL="434340" indent="-68580" algn="l">
              <a:lnSpc>
                <a:spcPct val="110000"/>
              </a:lnSpc>
              <a:spcBef>
                <a:spcPts val="0"/>
              </a:spcBef>
              <a:spcAft>
                <a:spcPts val="360"/>
              </a:spcAft>
              <a:buChar char="•"/>
              <a:defRPr sz="675" b="0">
                <a:solidFill>
                  <a:schemeClr val="tx1"/>
                </a:solidFill>
                <a:latin typeface="+mn-lt"/>
                <a:ea typeface="+mn-lt"/>
                <a:cs typeface="+mn-lt"/>
              </a:defRPr>
            </a:lvl5pPr>
            <a:lvl6pPr marL="525780" indent="-68580" algn="l">
              <a:lnSpc>
                <a:spcPct val="110000"/>
              </a:lnSpc>
              <a:spcBef>
                <a:spcPts val="0"/>
              </a:spcBef>
              <a:spcAft>
                <a:spcPts val="360"/>
              </a:spcAft>
              <a:buChar char="•"/>
              <a:defRPr sz="675" b="0">
                <a:solidFill>
                  <a:schemeClr val="tx1"/>
                </a:solidFill>
                <a:latin typeface="+mn-lt"/>
                <a:ea typeface="+mn-lt"/>
                <a:cs typeface="+mn-lt"/>
              </a:defRPr>
            </a:lvl6pPr>
            <a:lvl7pPr marL="617220" indent="-68580" algn="l">
              <a:lnSpc>
                <a:spcPct val="110000"/>
              </a:lnSpc>
              <a:spcBef>
                <a:spcPts val="0"/>
              </a:spcBef>
              <a:spcAft>
                <a:spcPts val="360"/>
              </a:spcAft>
              <a:buChar char="•"/>
              <a:defRPr sz="675" b="0">
                <a:solidFill>
                  <a:schemeClr val="tx1"/>
                </a:solidFill>
                <a:latin typeface="+mn-lt"/>
                <a:ea typeface="+mn-lt"/>
                <a:cs typeface="+mn-lt"/>
              </a:defRPr>
            </a:lvl7pPr>
            <a:lvl8pPr marL="708660" indent="-68580" algn="l">
              <a:lnSpc>
                <a:spcPct val="110000"/>
              </a:lnSpc>
              <a:spcBef>
                <a:spcPts val="0"/>
              </a:spcBef>
              <a:spcAft>
                <a:spcPts val="360"/>
              </a:spcAft>
              <a:buChar char="•"/>
              <a:defRPr sz="675" b="0">
                <a:solidFill>
                  <a:schemeClr val="tx1"/>
                </a:solidFill>
                <a:latin typeface="+mn-lt"/>
                <a:ea typeface="+mn-lt"/>
                <a:cs typeface="+mn-lt"/>
              </a:defRPr>
            </a:lvl8pPr>
            <a:lvl9pPr marL="800100" indent="-68580" algn="l">
              <a:lnSpc>
                <a:spcPct val="110000"/>
              </a:lnSpc>
              <a:spcBef>
                <a:spcPts val="0"/>
              </a:spcBef>
              <a:spcAft>
                <a:spcPts val="360"/>
              </a:spcAft>
              <a:buChar char="•"/>
              <a:defRPr sz="6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49D874B-6E5C-4731-95AD-E61A3973BB77}"/>
              </a:ext>
            </a:extLst>
          </p:cNvPr>
          <p:cNvSpPr>
            <a:spLocks xmlns:a="http://schemas.openxmlformats.org/drawingml/2006/main" noGrp="1"/>
          </p:cNvSpPr>
          <p:nvPr>
            <p:ph type="title" idx="0"/>
          </p:nvPr>
        </p:nvSpPr>
        <p:spPr>
          <a:xfrm xmlns:a="http://schemas.openxmlformats.org/drawingml/2006/main">
            <a:off x="205740" y="640080"/>
            <a:ext cx="3246120" cy="100584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990" b="1">
                <a:solidFill>
                  <a:schemeClr val="tx1"/>
                </a:solidFill>
                <a:latin typeface="+mj-lt"/>
                <a:ea typeface="+mj-lt"/>
                <a:cs typeface="+mj-lt"/>
              </a:defRPr>
            </a:defPPr>
            <a:lvl1pPr marL="0" indent="0" algn="l">
              <a:lnSpc>
                <a:spcPct val="110000"/>
              </a:lnSpc>
              <a:spcBef>
                <a:spcPts val="0"/>
              </a:spcBef>
              <a:spcAft>
                <a:spcPts val="0"/>
              </a:spcAft>
              <a:buNone/>
              <a:defRPr sz="990" b="1">
                <a:solidFill>
                  <a:schemeClr val="tx1"/>
                </a:solidFill>
                <a:latin typeface="+mj-lt"/>
                <a:ea typeface="+mj-lt"/>
                <a:cs typeface="+mj-lt"/>
              </a:defRPr>
            </a:lvl1pPr>
            <a:lvl2pPr marL="0" indent="0" algn="l">
              <a:lnSpc>
                <a:spcPct val="110000"/>
              </a:lnSpc>
              <a:spcBef>
                <a:spcPts val="0"/>
              </a:spcBef>
              <a:spcAft>
                <a:spcPts val="0"/>
              </a:spcAft>
              <a:buNone/>
              <a:defRPr sz="990" b="1">
                <a:solidFill>
                  <a:schemeClr val="tx1"/>
                </a:solidFill>
                <a:latin typeface="+mj-lt"/>
                <a:ea typeface="+mj-lt"/>
                <a:cs typeface="+mj-lt"/>
              </a:defRPr>
            </a:lvl2pPr>
            <a:lvl3pPr marL="0" indent="0" algn="l">
              <a:lnSpc>
                <a:spcPct val="110000"/>
              </a:lnSpc>
              <a:spcBef>
                <a:spcPts val="0"/>
              </a:spcBef>
              <a:spcAft>
                <a:spcPts val="0"/>
              </a:spcAft>
              <a:buNone/>
              <a:defRPr sz="990" b="1">
                <a:solidFill>
                  <a:schemeClr val="tx1"/>
                </a:solidFill>
                <a:latin typeface="+mj-lt"/>
                <a:ea typeface="+mj-lt"/>
                <a:cs typeface="+mj-lt"/>
              </a:defRPr>
            </a:lvl3pPr>
            <a:lvl4pPr marL="0" indent="0" algn="l">
              <a:lnSpc>
                <a:spcPct val="110000"/>
              </a:lnSpc>
              <a:spcBef>
                <a:spcPts val="0"/>
              </a:spcBef>
              <a:spcAft>
                <a:spcPts val="0"/>
              </a:spcAft>
              <a:buNone/>
              <a:defRPr sz="990" b="1">
                <a:solidFill>
                  <a:schemeClr val="tx1"/>
                </a:solidFill>
                <a:latin typeface="+mj-lt"/>
                <a:ea typeface="+mj-lt"/>
                <a:cs typeface="+mj-lt"/>
              </a:defRPr>
            </a:lvl4pPr>
            <a:lvl5pPr marL="0" indent="0" algn="l">
              <a:lnSpc>
                <a:spcPct val="110000"/>
              </a:lnSpc>
              <a:spcBef>
                <a:spcPts val="0"/>
              </a:spcBef>
              <a:spcAft>
                <a:spcPts val="0"/>
              </a:spcAft>
              <a:buNone/>
              <a:defRPr sz="990" b="1">
                <a:solidFill>
                  <a:schemeClr val="tx1"/>
                </a:solidFill>
                <a:latin typeface="+mj-lt"/>
                <a:ea typeface="+mj-lt"/>
                <a:cs typeface="+mj-lt"/>
              </a:defRPr>
            </a:lvl5pPr>
            <a:lvl6pPr marL="0" indent="0" algn="l">
              <a:lnSpc>
                <a:spcPct val="110000"/>
              </a:lnSpc>
              <a:spcBef>
                <a:spcPts val="0"/>
              </a:spcBef>
              <a:spcAft>
                <a:spcPts val="0"/>
              </a:spcAft>
              <a:buNone/>
              <a:defRPr sz="990" b="1">
                <a:solidFill>
                  <a:schemeClr val="tx1"/>
                </a:solidFill>
                <a:latin typeface="+mj-lt"/>
                <a:ea typeface="+mj-lt"/>
                <a:cs typeface="+mj-lt"/>
              </a:defRPr>
            </a:lvl6pPr>
            <a:lvl7pPr marL="0" indent="0" algn="l">
              <a:lnSpc>
                <a:spcPct val="110000"/>
              </a:lnSpc>
              <a:spcBef>
                <a:spcPts val="0"/>
              </a:spcBef>
              <a:spcAft>
                <a:spcPts val="0"/>
              </a:spcAft>
              <a:buNone/>
              <a:defRPr sz="990" b="1">
                <a:solidFill>
                  <a:schemeClr val="tx1"/>
                </a:solidFill>
                <a:latin typeface="+mj-lt"/>
                <a:ea typeface="+mj-lt"/>
                <a:cs typeface="+mj-lt"/>
              </a:defRPr>
            </a:lvl7pPr>
            <a:lvl8pPr marL="0" indent="0" algn="l">
              <a:lnSpc>
                <a:spcPct val="110000"/>
              </a:lnSpc>
              <a:spcBef>
                <a:spcPts val="0"/>
              </a:spcBef>
              <a:spcAft>
                <a:spcPts val="0"/>
              </a:spcAft>
              <a:buNone/>
              <a:defRPr sz="990" b="1">
                <a:solidFill>
                  <a:schemeClr val="tx1"/>
                </a:solidFill>
                <a:latin typeface="+mj-lt"/>
                <a:ea typeface="+mj-lt"/>
                <a:cs typeface="+mj-lt"/>
              </a:defRPr>
            </a:lvl8pPr>
            <a:lvl9pPr marL="0" indent="0" algn="l">
              <a:lnSpc>
                <a:spcPct val="110000"/>
              </a:lnSpc>
              <a:spcBef>
                <a:spcPts val="0"/>
              </a:spcBef>
              <a:spcAft>
                <a:spcPts val="0"/>
              </a:spcAft>
              <a:buNone/>
              <a:defRPr sz="99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6A182E3-5E68-405E-89E2-4AC90311F010}"/>
              </a:ext>
            </a:extLst>
          </p:cNvPr>
          <p:cNvSpPr>
            <a:spLocks xmlns:a="http://schemas.openxmlformats.org/drawingml/2006/main" noGrp="1"/>
          </p:cNvSpPr>
          <p:nvPr>
            <p:ph type="body" idx="1"/>
          </p:nvPr>
        </p:nvSpPr>
        <p:spPr>
          <a:xfrm xmlns:a="http://schemas.openxmlformats.org/drawingml/2006/main">
            <a:off x="205740" y="2286000"/>
            <a:ext cx="1508760" cy="512064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30" b="0">
                <a:solidFill>
                  <a:schemeClr val="tx1"/>
                </a:solidFill>
                <a:latin typeface="+mn-lt"/>
                <a:ea typeface="+mn-lt"/>
                <a:cs typeface="+mn-lt"/>
              </a:defRPr>
            </a:defPPr>
            <a:lvl1pPr marL="68580" indent="-68580" algn="l">
              <a:lnSpc>
                <a:spcPct val="110000"/>
              </a:lnSpc>
              <a:spcBef>
                <a:spcPts val="0"/>
              </a:spcBef>
              <a:spcAft>
                <a:spcPts val="360"/>
              </a:spcAft>
              <a:buChar char="•"/>
              <a:defRPr sz="630" b="0">
                <a:solidFill>
                  <a:schemeClr val="tx1"/>
                </a:solidFill>
                <a:latin typeface="+mn-lt"/>
                <a:ea typeface="+mn-lt"/>
                <a:cs typeface="+mn-lt"/>
              </a:defRPr>
            </a:lvl1pPr>
            <a:lvl2pPr marL="160020" indent="-68580" algn="l">
              <a:lnSpc>
                <a:spcPct val="110000"/>
              </a:lnSpc>
              <a:spcBef>
                <a:spcPts val="0"/>
              </a:spcBef>
              <a:spcAft>
                <a:spcPts val="360"/>
              </a:spcAft>
              <a:buChar char="•"/>
              <a:defRPr sz="630" b="0">
                <a:solidFill>
                  <a:schemeClr val="tx1"/>
                </a:solidFill>
                <a:latin typeface="+mn-lt"/>
                <a:ea typeface="+mn-lt"/>
                <a:cs typeface="+mn-lt"/>
              </a:defRPr>
            </a:lvl2pPr>
            <a:lvl3pPr marL="251460" indent="-68580" algn="l">
              <a:lnSpc>
                <a:spcPct val="110000"/>
              </a:lnSpc>
              <a:spcBef>
                <a:spcPts val="0"/>
              </a:spcBef>
              <a:spcAft>
                <a:spcPts val="360"/>
              </a:spcAft>
              <a:buChar char="•"/>
              <a:defRPr sz="630" b="0">
                <a:solidFill>
                  <a:schemeClr val="tx1"/>
                </a:solidFill>
                <a:latin typeface="+mn-lt"/>
                <a:ea typeface="+mn-lt"/>
                <a:cs typeface="+mn-lt"/>
              </a:defRPr>
            </a:lvl3pPr>
            <a:lvl4pPr marL="342900" indent="-68580" algn="l">
              <a:lnSpc>
                <a:spcPct val="110000"/>
              </a:lnSpc>
              <a:spcBef>
                <a:spcPts val="0"/>
              </a:spcBef>
              <a:spcAft>
                <a:spcPts val="360"/>
              </a:spcAft>
              <a:buChar char="•"/>
              <a:defRPr sz="630" b="0">
                <a:solidFill>
                  <a:schemeClr val="tx1"/>
                </a:solidFill>
                <a:latin typeface="+mn-lt"/>
                <a:ea typeface="+mn-lt"/>
                <a:cs typeface="+mn-lt"/>
              </a:defRPr>
            </a:lvl4pPr>
            <a:lvl5pPr marL="434340" indent="-68580" algn="l">
              <a:lnSpc>
                <a:spcPct val="110000"/>
              </a:lnSpc>
              <a:spcBef>
                <a:spcPts val="0"/>
              </a:spcBef>
              <a:spcAft>
                <a:spcPts val="360"/>
              </a:spcAft>
              <a:buChar char="•"/>
              <a:defRPr sz="630" b="0">
                <a:solidFill>
                  <a:schemeClr val="tx1"/>
                </a:solidFill>
                <a:latin typeface="+mn-lt"/>
                <a:ea typeface="+mn-lt"/>
                <a:cs typeface="+mn-lt"/>
              </a:defRPr>
            </a:lvl5pPr>
            <a:lvl6pPr marL="525780" indent="-68580" algn="l">
              <a:lnSpc>
                <a:spcPct val="110000"/>
              </a:lnSpc>
              <a:spcBef>
                <a:spcPts val="0"/>
              </a:spcBef>
              <a:spcAft>
                <a:spcPts val="360"/>
              </a:spcAft>
              <a:buChar char="•"/>
              <a:defRPr sz="630" b="0">
                <a:solidFill>
                  <a:schemeClr val="tx1"/>
                </a:solidFill>
                <a:latin typeface="+mn-lt"/>
                <a:ea typeface="+mn-lt"/>
                <a:cs typeface="+mn-lt"/>
              </a:defRPr>
            </a:lvl6pPr>
            <a:lvl7pPr marL="617220" indent="-68580" algn="l">
              <a:lnSpc>
                <a:spcPct val="110000"/>
              </a:lnSpc>
              <a:spcBef>
                <a:spcPts val="0"/>
              </a:spcBef>
              <a:spcAft>
                <a:spcPts val="360"/>
              </a:spcAft>
              <a:buChar char="•"/>
              <a:defRPr sz="630" b="0">
                <a:solidFill>
                  <a:schemeClr val="tx1"/>
                </a:solidFill>
                <a:latin typeface="+mn-lt"/>
                <a:ea typeface="+mn-lt"/>
                <a:cs typeface="+mn-lt"/>
              </a:defRPr>
            </a:lvl7pPr>
            <a:lvl8pPr marL="708660" indent="-68580" algn="l">
              <a:lnSpc>
                <a:spcPct val="110000"/>
              </a:lnSpc>
              <a:spcBef>
                <a:spcPts val="0"/>
              </a:spcBef>
              <a:spcAft>
                <a:spcPts val="360"/>
              </a:spcAft>
              <a:buChar char="•"/>
              <a:defRPr sz="630" b="0">
                <a:solidFill>
                  <a:schemeClr val="tx1"/>
                </a:solidFill>
                <a:latin typeface="+mn-lt"/>
                <a:ea typeface="+mn-lt"/>
                <a:cs typeface="+mn-lt"/>
              </a:defRPr>
            </a:lvl8pPr>
            <a:lvl9pPr marL="800100" indent="-68580" algn="l">
              <a:lnSpc>
                <a:spcPct val="110000"/>
              </a:lnSpc>
              <a:spcBef>
                <a:spcPts val="0"/>
              </a:spcBef>
              <a:spcAft>
                <a:spcPts val="360"/>
              </a:spcAft>
              <a:buChar char="•"/>
              <a:defRPr sz="63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3CA3DE2-1BA8-42E8-99E3-98D4EB7AF1BB}"/>
              </a:ext>
            </a:extLst>
          </p:cNvPr>
          <p:cNvSpPr>
            <a:spLocks xmlns:a="http://schemas.openxmlformats.org/drawingml/2006/main" noGrp="1"/>
          </p:cNvSpPr>
          <p:nvPr>
            <p:ph type="body" idx="2"/>
          </p:nvPr>
        </p:nvSpPr>
        <p:spPr>
          <a:xfrm xmlns:a="http://schemas.openxmlformats.org/drawingml/2006/main">
            <a:off x="1943100" y="2286000"/>
            <a:ext cx="1508760" cy="512064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30" b="0">
                <a:solidFill>
                  <a:schemeClr val="tx1"/>
                </a:solidFill>
                <a:latin typeface="+mn-lt"/>
                <a:ea typeface="+mn-lt"/>
                <a:cs typeface="+mn-lt"/>
              </a:defRPr>
            </a:defPPr>
            <a:lvl1pPr marL="68580" indent="-68580" algn="l">
              <a:lnSpc>
                <a:spcPct val="110000"/>
              </a:lnSpc>
              <a:spcBef>
                <a:spcPts val="0"/>
              </a:spcBef>
              <a:spcAft>
                <a:spcPts val="360"/>
              </a:spcAft>
              <a:buChar char="•"/>
              <a:defRPr sz="630" b="0">
                <a:solidFill>
                  <a:schemeClr val="tx1"/>
                </a:solidFill>
                <a:latin typeface="+mn-lt"/>
                <a:ea typeface="+mn-lt"/>
                <a:cs typeface="+mn-lt"/>
              </a:defRPr>
            </a:lvl1pPr>
            <a:lvl2pPr marL="160020" indent="-68580" algn="l">
              <a:lnSpc>
                <a:spcPct val="110000"/>
              </a:lnSpc>
              <a:spcBef>
                <a:spcPts val="0"/>
              </a:spcBef>
              <a:spcAft>
                <a:spcPts val="360"/>
              </a:spcAft>
              <a:buChar char="•"/>
              <a:defRPr sz="630" b="0">
                <a:solidFill>
                  <a:schemeClr val="tx1"/>
                </a:solidFill>
                <a:latin typeface="+mn-lt"/>
                <a:ea typeface="+mn-lt"/>
                <a:cs typeface="+mn-lt"/>
              </a:defRPr>
            </a:lvl2pPr>
            <a:lvl3pPr marL="251460" indent="-68580" algn="l">
              <a:lnSpc>
                <a:spcPct val="110000"/>
              </a:lnSpc>
              <a:spcBef>
                <a:spcPts val="0"/>
              </a:spcBef>
              <a:spcAft>
                <a:spcPts val="360"/>
              </a:spcAft>
              <a:buChar char="•"/>
              <a:defRPr sz="630" b="0">
                <a:solidFill>
                  <a:schemeClr val="tx1"/>
                </a:solidFill>
                <a:latin typeface="+mn-lt"/>
                <a:ea typeface="+mn-lt"/>
                <a:cs typeface="+mn-lt"/>
              </a:defRPr>
            </a:lvl3pPr>
            <a:lvl4pPr marL="342900" indent="-68580" algn="l">
              <a:lnSpc>
                <a:spcPct val="110000"/>
              </a:lnSpc>
              <a:spcBef>
                <a:spcPts val="0"/>
              </a:spcBef>
              <a:spcAft>
                <a:spcPts val="360"/>
              </a:spcAft>
              <a:buChar char="•"/>
              <a:defRPr sz="630" b="0">
                <a:solidFill>
                  <a:schemeClr val="tx1"/>
                </a:solidFill>
                <a:latin typeface="+mn-lt"/>
                <a:ea typeface="+mn-lt"/>
                <a:cs typeface="+mn-lt"/>
              </a:defRPr>
            </a:lvl4pPr>
            <a:lvl5pPr marL="434340" indent="-68580" algn="l">
              <a:lnSpc>
                <a:spcPct val="110000"/>
              </a:lnSpc>
              <a:spcBef>
                <a:spcPts val="0"/>
              </a:spcBef>
              <a:spcAft>
                <a:spcPts val="360"/>
              </a:spcAft>
              <a:buChar char="•"/>
              <a:defRPr sz="630" b="0">
                <a:solidFill>
                  <a:schemeClr val="tx1"/>
                </a:solidFill>
                <a:latin typeface="+mn-lt"/>
                <a:ea typeface="+mn-lt"/>
                <a:cs typeface="+mn-lt"/>
              </a:defRPr>
            </a:lvl5pPr>
            <a:lvl6pPr marL="525780" indent="-68580" algn="l">
              <a:lnSpc>
                <a:spcPct val="110000"/>
              </a:lnSpc>
              <a:spcBef>
                <a:spcPts val="0"/>
              </a:spcBef>
              <a:spcAft>
                <a:spcPts val="360"/>
              </a:spcAft>
              <a:buChar char="•"/>
              <a:defRPr sz="630" b="0">
                <a:solidFill>
                  <a:schemeClr val="tx1"/>
                </a:solidFill>
                <a:latin typeface="+mn-lt"/>
                <a:ea typeface="+mn-lt"/>
                <a:cs typeface="+mn-lt"/>
              </a:defRPr>
            </a:lvl6pPr>
            <a:lvl7pPr marL="617220" indent="-68580" algn="l">
              <a:lnSpc>
                <a:spcPct val="110000"/>
              </a:lnSpc>
              <a:spcBef>
                <a:spcPts val="0"/>
              </a:spcBef>
              <a:spcAft>
                <a:spcPts val="360"/>
              </a:spcAft>
              <a:buChar char="•"/>
              <a:defRPr sz="630" b="0">
                <a:solidFill>
                  <a:schemeClr val="tx1"/>
                </a:solidFill>
                <a:latin typeface="+mn-lt"/>
                <a:ea typeface="+mn-lt"/>
                <a:cs typeface="+mn-lt"/>
              </a:defRPr>
            </a:lvl7pPr>
            <a:lvl8pPr marL="708660" indent="-68580" algn="l">
              <a:lnSpc>
                <a:spcPct val="110000"/>
              </a:lnSpc>
              <a:spcBef>
                <a:spcPts val="0"/>
              </a:spcBef>
              <a:spcAft>
                <a:spcPts val="360"/>
              </a:spcAft>
              <a:buChar char="•"/>
              <a:defRPr sz="630" b="0">
                <a:solidFill>
                  <a:schemeClr val="tx1"/>
                </a:solidFill>
                <a:latin typeface="+mn-lt"/>
                <a:ea typeface="+mn-lt"/>
                <a:cs typeface="+mn-lt"/>
              </a:defRPr>
            </a:lvl8pPr>
            <a:lvl9pPr marL="800100" indent="-68580" algn="l">
              <a:lnSpc>
                <a:spcPct val="110000"/>
              </a:lnSpc>
              <a:spcBef>
                <a:spcPts val="0"/>
              </a:spcBef>
              <a:spcAft>
                <a:spcPts val="360"/>
              </a:spcAft>
              <a:buChar char="•"/>
              <a:defRPr sz="63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78EC34D-5557-483B-94CA-E6EB92DC7173}"/>
              </a:ext>
            </a:extLst>
          </p:cNvPr>
          <p:cNvSpPr>
            <a:spLocks xmlns:a="http://schemas.openxmlformats.org/drawingml/2006/main" noGrp="1"/>
          </p:cNvSpPr>
          <p:nvPr>
            <p:ph type="title" idx="0"/>
          </p:nvPr>
        </p:nvSpPr>
        <p:spPr>
          <a:xfrm xmlns:a="http://schemas.openxmlformats.org/drawingml/2006/main">
            <a:off x="205740" y="640080"/>
            <a:ext cx="3246120" cy="100584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990" b="1">
                <a:solidFill>
                  <a:schemeClr val="tx1"/>
                </a:solidFill>
                <a:latin typeface="+mj-lt"/>
                <a:ea typeface="+mj-lt"/>
                <a:cs typeface="+mj-lt"/>
              </a:defRPr>
            </a:defPPr>
            <a:lvl1pPr marL="0" indent="0" algn="l">
              <a:lnSpc>
                <a:spcPct val="110000"/>
              </a:lnSpc>
              <a:spcBef>
                <a:spcPts val="0"/>
              </a:spcBef>
              <a:spcAft>
                <a:spcPts val="0"/>
              </a:spcAft>
              <a:buNone/>
              <a:defRPr sz="990" b="1">
                <a:solidFill>
                  <a:schemeClr val="tx1"/>
                </a:solidFill>
                <a:latin typeface="+mj-lt"/>
                <a:ea typeface="+mj-lt"/>
                <a:cs typeface="+mj-lt"/>
              </a:defRPr>
            </a:lvl1pPr>
            <a:lvl2pPr marL="0" indent="0" algn="l">
              <a:lnSpc>
                <a:spcPct val="110000"/>
              </a:lnSpc>
              <a:spcBef>
                <a:spcPts val="0"/>
              </a:spcBef>
              <a:spcAft>
                <a:spcPts val="0"/>
              </a:spcAft>
              <a:buNone/>
              <a:defRPr sz="990" b="1">
                <a:solidFill>
                  <a:schemeClr val="tx1"/>
                </a:solidFill>
                <a:latin typeface="+mj-lt"/>
                <a:ea typeface="+mj-lt"/>
                <a:cs typeface="+mj-lt"/>
              </a:defRPr>
            </a:lvl2pPr>
            <a:lvl3pPr marL="0" indent="0" algn="l">
              <a:lnSpc>
                <a:spcPct val="110000"/>
              </a:lnSpc>
              <a:spcBef>
                <a:spcPts val="0"/>
              </a:spcBef>
              <a:spcAft>
                <a:spcPts val="0"/>
              </a:spcAft>
              <a:buNone/>
              <a:defRPr sz="990" b="1">
                <a:solidFill>
                  <a:schemeClr val="tx1"/>
                </a:solidFill>
                <a:latin typeface="+mj-lt"/>
                <a:ea typeface="+mj-lt"/>
                <a:cs typeface="+mj-lt"/>
              </a:defRPr>
            </a:lvl3pPr>
            <a:lvl4pPr marL="0" indent="0" algn="l">
              <a:lnSpc>
                <a:spcPct val="110000"/>
              </a:lnSpc>
              <a:spcBef>
                <a:spcPts val="0"/>
              </a:spcBef>
              <a:spcAft>
                <a:spcPts val="0"/>
              </a:spcAft>
              <a:buNone/>
              <a:defRPr sz="990" b="1">
                <a:solidFill>
                  <a:schemeClr val="tx1"/>
                </a:solidFill>
                <a:latin typeface="+mj-lt"/>
                <a:ea typeface="+mj-lt"/>
                <a:cs typeface="+mj-lt"/>
              </a:defRPr>
            </a:lvl4pPr>
            <a:lvl5pPr marL="0" indent="0" algn="l">
              <a:lnSpc>
                <a:spcPct val="110000"/>
              </a:lnSpc>
              <a:spcBef>
                <a:spcPts val="0"/>
              </a:spcBef>
              <a:spcAft>
                <a:spcPts val="0"/>
              </a:spcAft>
              <a:buNone/>
              <a:defRPr sz="990" b="1">
                <a:solidFill>
                  <a:schemeClr val="tx1"/>
                </a:solidFill>
                <a:latin typeface="+mj-lt"/>
                <a:ea typeface="+mj-lt"/>
                <a:cs typeface="+mj-lt"/>
              </a:defRPr>
            </a:lvl5pPr>
            <a:lvl6pPr marL="0" indent="0" algn="l">
              <a:lnSpc>
                <a:spcPct val="110000"/>
              </a:lnSpc>
              <a:spcBef>
                <a:spcPts val="0"/>
              </a:spcBef>
              <a:spcAft>
                <a:spcPts val="0"/>
              </a:spcAft>
              <a:buNone/>
              <a:defRPr sz="990" b="1">
                <a:solidFill>
                  <a:schemeClr val="tx1"/>
                </a:solidFill>
                <a:latin typeface="+mj-lt"/>
                <a:ea typeface="+mj-lt"/>
                <a:cs typeface="+mj-lt"/>
              </a:defRPr>
            </a:lvl6pPr>
            <a:lvl7pPr marL="0" indent="0" algn="l">
              <a:lnSpc>
                <a:spcPct val="110000"/>
              </a:lnSpc>
              <a:spcBef>
                <a:spcPts val="0"/>
              </a:spcBef>
              <a:spcAft>
                <a:spcPts val="0"/>
              </a:spcAft>
              <a:buNone/>
              <a:defRPr sz="990" b="1">
                <a:solidFill>
                  <a:schemeClr val="tx1"/>
                </a:solidFill>
                <a:latin typeface="+mj-lt"/>
                <a:ea typeface="+mj-lt"/>
                <a:cs typeface="+mj-lt"/>
              </a:defRPr>
            </a:lvl7pPr>
            <a:lvl8pPr marL="0" indent="0" algn="l">
              <a:lnSpc>
                <a:spcPct val="110000"/>
              </a:lnSpc>
              <a:spcBef>
                <a:spcPts val="0"/>
              </a:spcBef>
              <a:spcAft>
                <a:spcPts val="0"/>
              </a:spcAft>
              <a:buNone/>
              <a:defRPr sz="990" b="1">
                <a:solidFill>
                  <a:schemeClr val="tx1"/>
                </a:solidFill>
                <a:latin typeface="+mj-lt"/>
                <a:ea typeface="+mj-lt"/>
                <a:cs typeface="+mj-lt"/>
              </a:defRPr>
            </a:lvl8pPr>
            <a:lvl9pPr marL="0" indent="0" algn="l">
              <a:lnSpc>
                <a:spcPct val="110000"/>
              </a:lnSpc>
              <a:spcBef>
                <a:spcPts val="0"/>
              </a:spcBef>
              <a:spcAft>
                <a:spcPts val="0"/>
              </a:spcAft>
              <a:buNone/>
              <a:defRPr sz="99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4D04C64-B7EA-4AFA-946A-3785C4D76A24}"/>
              </a:ext>
            </a:extLst>
          </p:cNvPr>
          <p:cNvSpPr>
            <a:spLocks xmlns:a="http://schemas.openxmlformats.org/drawingml/2006/main" noGrp="1"/>
          </p:cNvSpPr>
          <p:nvPr>
            <p:ph type="body" idx="1"/>
          </p:nvPr>
        </p:nvSpPr>
        <p:spPr>
          <a:xfrm xmlns:a="http://schemas.openxmlformats.org/drawingml/2006/main">
            <a:off x="205740" y="2286000"/>
            <a:ext cx="1508760" cy="512064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75" b="0">
                <a:solidFill>
                  <a:schemeClr val="tx1"/>
                </a:solidFill>
                <a:latin typeface="+mn-lt"/>
                <a:ea typeface="+mn-lt"/>
                <a:cs typeface="+mn-lt"/>
              </a:defRPr>
            </a:defPPr>
            <a:lvl1pPr marL="68580" indent="-68580" algn="l">
              <a:lnSpc>
                <a:spcPct val="110000"/>
              </a:lnSpc>
              <a:spcBef>
                <a:spcPts val="0"/>
              </a:spcBef>
              <a:spcAft>
                <a:spcPts val="360"/>
              </a:spcAft>
              <a:buChar char="•"/>
              <a:defRPr sz="675" b="0">
                <a:solidFill>
                  <a:schemeClr val="tx1"/>
                </a:solidFill>
                <a:latin typeface="+mn-lt"/>
                <a:ea typeface="+mn-lt"/>
                <a:cs typeface="+mn-lt"/>
              </a:defRPr>
            </a:lvl1pPr>
            <a:lvl2pPr marL="160020" indent="-68580" algn="l">
              <a:lnSpc>
                <a:spcPct val="110000"/>
              </a:lnSpc>
              <a:spcBef>
                <a:spcPts val="0"/>
              </a:spcBef>
              <a:spcAft>
                <a:spcPts val="360"/>
              </a:spcAft>
              <a:buChar char="•"/>
              <a:defRPr sz="675" b="0">
                <a:solidFill>
                  <a:schemeClr val="tx1"/>
                </a:solidFill>
                <a:latin typeface="+mn-lt"/>
                <a:ea typeface="+mn-lt"/>
                <a:cs typeface="+mn-lt"/>
              </a:defRPr>
            </a:lvl2pPr>
            <a:lvl3pPr marL="251460" indent="-68580" algn="l">
              <a:lnSpc>
                <a:spcPct val="110000"/>
              </a:lnSpc>
              <a:spcBef>
                <a:spcPts val="0"/>
              </a:spcBef>
              <a:spcAft>
                <a:spcPts val="360"/>
              </a:spcAft>
              <a:buChar char="•"/>
              <a:defRPr sz="675" b="0">
                <a:solidFill>
                  <a:schemeClr val="tx1"/>
                </a:solidFill>
                <a:latin typeface="+mn-lt"/>
                <a:ea typeface="+mn-lt"/>
                <a:cs typeface="+mn-lt"/>
              </a:defRPr>
            </a:lvl3pPr>
            <a:lvl4pPr marL="342900" indent="-68580" algn="l">
              <a:lnSpc>
                <a:spcPct val="110000"/>
              </a:lnSpc>
              <a:spcBef>
                <a:spcPts val="0"/>
              </a:spcBef>
              <a:spcAft>
                <a:spcPts val="360"/>
              </a:spcAft>
              <a:buChar char="•"/>
              <a:defRPr sz="675" b="0">
                <a:solidFill>
                  <a:schemeClr val="tx1"/>
                </a:solidFill>
                <a:latin typeface="+mn-lt"/>
                <a:ea typeface="+mn-lt"/>
                <a:cs typeface="+mn-lt"/>
              </a:defRPr>
            </a:lvl4pPr>
            <a:lvl5pPr marL="434340" indent="-68580" algn="l">
              <a:lnSpc>
                <a:spcPct val="110000"/>
              </a:lnSpc>
              <a:spcBef>
                <a:spcPts val="0"/>
              </a:spcBef>
              <a:spcAft>
                <a:spcPts val="360"/>
              </a:spcAft>
              <a:buChar char="•"/>
              <a:defRPr sz="675" b="0">
                <a:solidFill>
                  <a:schemeClr val="tx1"/>
                </a:solidFill>
                <a:latin typeface="+mn-lt"/>
                <a:ea typeface="+mn-lt"/>
                <a:cs typeface="+mn-lt"/>
              </a:defRPr>
            </a:lvl5pPr>
            <a:lvl6pPr marL="525780" indent="-68580" algn="l">
              <a:lnSpc>
                <a:spcPct val="110000"/>
              </a:lnSpc>
              <a:spcBef>
                <a:spcPts val="0"/>
              </a:spcBef>
              <a:spcAft>
                <a:spcPts val="360"/>
              </a:spcAft>
              <a:buChar char="•"/>
              <a:defRPr sz="675" b="0">
                <a:solidFill>
                  <a:schemeClr val="tx1"/>
                </a:solidFill>
                <a:latin typeface="+mn-lt"/>
                <a:ea typeface="+mn-lt"/>
                <a:cs typeface="+mn-lt"/>
              </a:defRPr>
            </a:lvl6pPr>
            <a:lvl7pPr marL="617220" indent="-68580" algn="l">
              <a:lnSpc>
                <a:spcPct val="110000"/>
              </a:lnSpc>
              <a:spcBef>
                <a:spcPts val="0"/>
              </a:spcBef>
              <a:spcAft>
                <a:spcPts val="360"/>
              </a:spcAft>
              <a:buChar char="•"/>
              <a:defRPr sz="675" b="0">
                <a:solidFill>
                  <a:schemeClr val="tx1"/>
                </a:solidFill>
                <a:latin typeface="+mn-lt"/>
                <a:ea typeface="+mn-lt"/>
                <a:cs typeface="+mn-lt"/>
              </a:defRPr>
            </a:lvl7pPr>
            <a:lvl8pPr marL="708660" indent="-68580" algn="l">
              <a:lnSpc>
                <a:spcPct val="110000"/>
              </a:lnSpc>
              <a:spcBef>
                <a:spcPts val="0"/>
              </a:spcBef>
              <a:spcAft>
                <a:spcPts val="360"/>
              </a:spcAft>
              <a:buChar char="•"/>
              <a:defRPr sz="675" b="0">
                <a:solidFill>
                  <a:schemeClr val="tx1"/>
                </a:solidFill>
                <a:latin typeface="+mn-lt"/>
                <a:ea typeface="+mn-lt"/>
                <a:cs typeface="+mn-lt"/>
              </a:defRPr>
            </a:lvl8pPr>
            <a:lvl9pPr marL="800100" indent="-68580" algn="l">
              <a:lnSpc>
                <a:spcPct val="110000"/>
              </a:lnSpc>
              <a:spcBef>
                <a:spcPts val="0"/>
              </a:spcBef>
              <a:spcAft>
                <a:spcPts val="360"/>
              </a:spcAft>
              <a:buChar char="•"/>
              <a:defRPr sz="6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e0a971e0ab24b4b" /><Relationship Type="http://schemas.openxmlformats.org/officeDocument/2006/relationships/slideLayout" Target="/ppt/slideLayouts/slideLayout1.xml" Id="Radedd27103ab4bc8" /><Relationship Type="http://schemas.openxmlformats.org/officeDocument/2006/relationships/slideLayout" Target="/ppt/slideLayouts/slideLayout2.xml" Id="R0126d63b19514b6f" /><Relationship Type="http://schemas.openxmlformats.org/officeDocument/2006/relationships/slideLayout" Target="/ppt/slideLayouts/slideLayout3.xml" Id="R5614cddb8ac0444e" /><Relationship Type="http://schemas.openxmlformats.org/officeDocument/2006/relationships/slideLayout" Target="/ppt/slideLayouts/slideLayout4.xml" Id="Ra5a7bc0ecc5e429a" /><Relationship Type="http://schemas.openxmlformats.org/officeDocument/2006/relationships/slideLayout" Target="/ppt/slideLayouts/slideLayout5.xml" Id="Rff8b608139a74a41" /><Relationship Type="http://schemas.openxmlformats.org/officeDocument/2006/relationships/slideLayout" Target="/ppt/slideLayouts/slideLayout6.xml" Id="R66a8b67638fc458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dedd27103ab4bc8"/>
    <p:sldLayoutId xmlns:r="http://schemas.openxmlformats.org/officeDocument/2006/relationships" id="2147483650" r:id="R0126d63b19514b6f"/>
    <p:sldLayoutId xmlns:r="http://schemas.openxmlformats.org/officeDocument/2006/relationships" id="2147483651" r:id="R5614cddb8ac0444e"/>
    <p:sldLayoutId xmlns:r="http://schemas.openxmlformats.org/officeDocument/2006/relationships" id="2147483652" r:id="Ra5a7bc0ecc5e429a"/>
    <p:sldLayoutId xmlns:r="http://schemas.openxmlformats.org/officeDocument/2006/relationships" id="2147483653" r:id="Rff8b608139a74a41"/>
    <p:sldLayoutId xmlns:r="http://schemas.openxmlformats.org/officeDocument/2006/relationships" id="2147483654" r:id="R66a8b67638fc458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2ee4f15bf224eb4" /><Relationship Type="http://schemas.openxmlformats.org/officeDocument/2006/relationships/image" Target="/ppt/media/image.png" Id="R30de91e9e73644b3" /><Relationship Type="http://schemas.openxmlformats.org/officeDocument/2006/relationships/image" Target="/ppt/media/image2.png" Id="Rc9d179b1cb454a92" /><Relationship Type="http://schemas.openxmlformats.org/officeDocument/2006/relationships/image" Target="/ppt/media/image3.png" Id="R66b0ac832afd400b" /><Relationship Type="http://schemas.openxmlformats.org/officeDocument/2006/relationships/notesSlide" Target="/ppt/notesSlides/notesSlide1.xml" Id="R07919f0a93a64fc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9867aa49eed4f0f" /><Relationship Type="http://schemas.openxmlformats.org/officeDocument/2006/relationships/image" Target="/ppt/media/image4.png" Id="R682738822a0345f4" /><Relationship Type="http://schemas.openxmlformats.org/officeDocument/2006/relationships/image" Target="/ppt/media/image5.png" Id="Rb755efac9a614b2f" /><Relationship Type="http://schemas.openxmlformats.org/officeDocument/2006/relationships/image" Target="/ppt/media/image6.png" Id="R0866e9cf841646a0" /><Relationship Type="http://schemas.openxmlformats.org/officeDocument/2006/relationships/notesSlide" Target="/ppt/notesSlides/notesSlide2.xml" Id="Rd5cb0dabd58a4b55" /></Relationships>
</file>

<file path=ppt/slides/slide1.xml><?xml version="1.0" encoding="utf-8"?>
<p:sld xmlns:p="http://schemas.openxmlformats.org/presentationml/2006/main">
  <p:cSld>
    <p:bg>
      <p:bgPr>
        <a:solidFill xmlns:a="http://schemas.openxmlformats.org/drawingml/2006/main">
          <a:srgbClr val="7926CB"/>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ADC4CD3C-DF3D-4882-87B2-D50F22574459}"/>
              </a:ext>
            </a:extLst>
          </p:cNvPr>
          <p:cNvPicPr>
            <a:picLocks xmlns:a="http://schemas.openxmlformats.org/drawingml/2006/main" noChangeAspect="1"/>
          </p:cNvPicPr>
          <p:nvPr/>
        </p:nvPicPr>
        <p:blipFill>
          <a:blip xmlns:r="http://schemas.openxmlformats.org/officeDocument/2006/relationships" xmlns:a="http://schemas.openxmlformats.org/drawingml/2006/main" r:embed="R30de91e9e73644b3"/>
          <a:srcRect xmlns:a="http://schemas.openxmlformats.org/drawingml/2006/main" l="0" t="0" r="0" b="0"/>
          <a:stretch xmlns:a="http://schemas.openxmlformats.org/drawingml/2006/main">
            <a:fillRect l="0" t="0" r="0" b="0"/>
          </a:stretch>
        </p:blipFill>
        <p:spPr>
          <a:xfrm xmlns:a="http://schemas.openxmlformats.org/drawingml/2006/main">
            <a:off x="0" y="0"/>
            <a:ext cx="1752600" cy="2628900"/>
          </a:xfrm>
          <a:prstGeom xmlns:a="http://schemas.openxmlformats.org/drawingml/2006/main" prst="rect">
            <a:avLst/>
          </a:prstGeom>
        </p:spPr>
      </p:pic>
      <p:sp>
        <p:nvSpPr>
          <p:cNvPr id="2" name="Rack front headline ground">
            <a:extLst xmlns:a="http://schemas.openxmlformats.org/drawingml/2006/main">
              <a:ext uri="{FF2B5EF4-FFF2-40B4-BE49-F238E27FC236}">
                <a16:creationId xmlns:a16="http://schemas.microsoft.com/office/drawing/2014/main" id="{33A1076A-7AA2-4DC6-BCA5-B7529D925407}"/>
              </a:ext>
            </a:extLst>
          </p:cNvPr>
          <p:cNvSpPr>
            <a:spLocks xmlns:a="http://schemas.openxmlformats.org/drawingml/2006/main" noGrp="1"/>
          </p:cNvSpPr>
          <p:nvPr/>
        </p:nvSpPr>
        <p:spPr>
          <a:xfrm xmlns:a="http://schemas.openxmlformats.org/drawingml/2006/main">
            <a:off x="1752600" y="0"/>
            <a:ext cx="1905000" cy="2628900"/>
          </a:xfrm>
          <a:prstGeom xmlns:a="http://schemas.openxmlformats.org/drawingml/2006/main" prst="rect">
            <a:avLst/>
          </a:prstGeom>
          <a:solidFill xmlns:a="http://schemas.openxmlformats.org/drawingml/2006/main">
            <a:srgbClr val="35125F"/>
          </a:solidFill>
          <a:ln xmlns:a="http://schemas.openxmlformats.org/drawingml/2006/main" w="0">
            <a:noFill/>
            <a:prstDash val="solid"/>
          </a:ln>
        </p:spPr>
      </p:sp>
      <p:sp>
        <p:nvSpPr>
          <p:cNvPr id="3" name="Rack front headline">
            <a:extLst xmlns:a="http://schemas.openxmlformats.org/drawingml/2006/main">
              <a:ext uri="{FF2B5EF4-FFF2-40B4-BE49-F238E27FC236}">
                <a16:creationId xmlns:a16="http://schemas.microsoft.com/office/drawing/2014/main" id="{4A1B2778-A655-456E-9B20-8EDB4B22A826}"/>
              </a:ext>
            </a:extLst>
          </p:cNvPr>
          <p:cNvSpPr>
            <a:spLocks xmlns:a="http://schemas.openxmlformats.org/drawingml/2006/main" noGrp="1"/>
          </p:cNvSpPr>
          <p:nvPr/>
        </p:nvSpPr>
        <p:spPr>
          <a:xfrm xmlns:a="http://schemas.openxmlformats.org/drawingml/2006/main">
            <a:off x="1952625" y="257175"/>
            <a:ext cx="1524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0" b="1">
                <a:solidFill>
                  <a:srgbClr val="FFFF0A"/>
                </a:solidFill>
                <a:latin typeface="Space Grotesk"/>
                <a:ea typeface="Space Grotesk"/>
                <a:cs typeface="Space Grotesk"/>
              </a:defRPr>
            </a:defPPr>
            <a:lvl1pPr algn="l">
              <a:defRPr sz="1720" b="1">
                <a:solidFill>
                  <a:srgbClr val="FFFF0A"/>
                </a:solidFill>
                <a:latin typeface="Space Grotesk"/>
                <a:ea typeface="Space Grotesk"/>
                <a:cs typeface="Space Grotesk"/>
              </a:defRPr>
            </a:lvl1pPr>
            <a:lvl2pPr algn="l">
              <a:defRPr sz="1720" b="1">
                <a:solidFill>
                  <a:srgbClr val="FFFF0A"/>
                </a:solidFill>
                <a:latin typeface="Space Grotesk"/>
                <a:ea typeface="Space Grotesk"/>
                <a:cs typeface="Space Grotesk"/>
              </a:defRPr>
            </a:lvl2pPr>
            <a:lvl3pPr algn="l">
              <a:defRPr sz="1720" b="1">
                <a:solidFill>
                  <a:srgbClr val="FFFF0A"/>
                </a:solidFill>
                <a:latin typeface="Space Grotesk"/>
                <a:ea typeface="Space Grotesk"/>
                <a:cs typeface="Space Grotesk"/>
              </a:defRPr>
            </a:lvl3pPr>
            <a:lvl4pPr algn="l">
              <a:defRPr sz="1720" b="1">
                <a:solidFill>
                  <a:srgbClr val="FFFF0A"/>
                </a:solidFill>
                <a:latin typeface="Space Grotesk"/>
                <a:ea typeface="Space Grotesk"/>
                <a:cs typeface="Space Grotesk"/>
              </a:defRPr>
            </a:lvl4pPr>
            <a:lvl5pPr algn="l">
              <a:defRPr sz="1720" b="1">
                <a:solidFill>
                  <a:srgbClr val="FFFF0A"/>
                </a:solidFill>
                <a:latin typeface="Space Grotesk"/>
                <a:ea typeface="Space Grotesk"/>
                <a:cs typeface="Space Grotesk"/>
              </a:defRPr>
            </a:lvl5pPr>
            <a:lvl6pPr algn="l">
              <a:defRPr sz="1720" b="1">
                <a:solidFill>
                  <a:srgbClr val="FFFF0A"/>
                </a:solidFill>
                <a:latin typeface="Space Grotesk"/>
                <a:ea typeface="Space Grotesk"/>
                <a:cs typeface="Space Grotesk"/>
              </a:defRPr>
            </a:lvl6pPr>
            <a:lvl7pPr algn="l">
              <a:defRPr sz="1720" b="1">
                <a:solidFill>
                  <a:srgbClr val="FFFF0A"/>
                </a:solidFill>
                <a:latin typeface="Space Grotesk"/>
                <a:ea typeface="Space Grotesk"/>
                <a:cs typeface="Space Grotesk"/>
              </a:defRPr>
            </a:lvl7pPr>
            <a:lvl8pPr algn="l">
              <a:defRPr sz="1720" b="1">
                <a:solidFill>
                  <a:srgbClr val="FFFF0A"/>
                </a:solidFill>
                <a:latin typeface="Space Grotesk"/>
                <a:ea typeface="Space Grotesk"/>
                <a:cs typeface="Space Grotesk"/>
              </a:defRPr>
            </a:lvl8pPr>
            <a:lvl9pPr algn="l">
              <a:defRPr sz="1720" b="1">
                <a:solidFill>
                  <a:srgbClr val="FFFF0A"/>
                </a:solidFill>
                <a:latin typeface="Space Grotesk"/>
                <a:ea typeface="Space Grotesk"/>
                <a:cs typeface="Space Grotesk"/>
              </a:defRPr>
            </a:lvl9pPr>
          </a:lstStyle>
          <a:p xmlns:a="http://schemas.openxmlformats.org/drawingml/2006/main">
            <a:pPr algn="l">
              <a:lnSpc>
                <a:spcPct val="95000"/>
              </a:lnSpc>
              <a:buNone/>
              <a:defRPr sz="1720" b="1">
                <a:solidFill>
                  <a:srgbClr val="FFFF0A"/>
                </a:solidFill>
                <a:latin typeface="Space Grotesk"/>
                <a:ea typeface="Space Grotesk"/>
                <a:cs typeface="Space Grotesk"/>
              </a:defRPr>
            </a:pPr>
            <a:r>
              <a:rPr sz="1720" b="1">
                <a:solidFill>
                  <a:srgbClr val="FFFF0A"/>
                </a:solidFill>
                <a:latin typeface="Space Grotesk"/>
                <a:ea typeface="Space Grotesk"/>
                <a:cs typeface="Space Grotesk"/>
              </a:rPr>
              <a:t>Meet your</a:t>
            </a:r>
          </a:p>
          <a:p xmlns:a="http://schemas.openxmlformats.org/drawingml/2006/main">
            <a:pPr algn="l">
              <a:lnSpc>
                <a:spcPct val="95000"/>
              </a:lnSpc>
              <a:buNone/>
              <a:defRPr sz="1720" b="1">
                <a:solidFill>
                  <a:srgbClr val="FFFF0A"/>
                </a:solidFill>
                <a:latin typeface="Space Grotesk"/>
                <a:ea typeface="Space Grotesk"/>
                <a:cs typeface="Space Grotesk"/>
              </a:defRPr>
            </a:pPr>
            <a:r>
              <a:rPr sz="1720" b="1">
                <a:solidFill>
                  <a:srgbClr val="FFFF0A"/>
                </a:solidFill>
                <a:latin typeface="Space Grotesk"/>
                <a:ea typeface="Space Grotesk"/>
                <a:cs typeface="Space Grotesk"/>
              </a:rPr>
              <a:t>next riding</a:t>
            </a:r>
          </a:p>
          <a:p xmlns:a="http://schemas.openxmlformats.org/drawingml/2006/main">
            <a:pPr algn="l">
              <a:lnSpc>
                <a:spcPct val="95000"/>
              </a:lnSpc>
              <a:buNone/>
              <a:defRPr sz="1720" b="1">
                <a:solidFill>
                  <a:srgbClr val="FFFF0A"/>
                </a:solidFill>
                <a:latin typeface="Space Grotesk"/>
                <a:ea typeface="Space Grotesk"/>
                <a:cs typeface="Space Grotesk"/>
              </a:defRPr>
            </a:pPr>
            <a:r>
              <a:rPr sz="1720" b="1">
                <a:solidFill>
                  <a:srgbClr val="FFFF0A"/>
                </a:solidFill>
                <a:latin typeface="Space Grotesk"/>
                <a:ea typeface="Space Grotesk"/>
                <a:cs typeface="Space Grotesk"/>
              </a:rPr>
              <a:t>buddy.</a:t>
            </a:r>
          </a:p>
        </p:txBody>
      </p:sp>
      <p:sp>
        <p:nvSpPr>
          <p:cNvPr id="4" name="Rack front question">
            <a:extLst xmlns:a="http://schemas.openxmlformats.org/drawingml/2006/main">
              <a:ext uri="{FF2B5EF4-FFF2-40B4-BE49-F238E27FC236}">
                <a16:creationId xmlns:a16="http://schemas.microsoft.com/office/drawing/2014/main" id="{7BF06D4C-0EB8-4ED3-8615-B2DF01452E1E}"/>
              </a:ext>
            </a:extLst>
          </p:cNvPr>
          <p:cNvSpPr>
            <a:spLocks xmlns:a="http://schemas.openxmlformats.org/drawingml/2006/main" noGrp="1"/>
          </p:cNvSpPr>
          <p:nvPr/>
        </p:nvSpPr>
        <p:spPr>
          <a:xfrm xmlns:a="http://schemas.openxmlformats.org/drawingml/2006/main">
            <a:off x="1952625" y="1438275"/>
            <a:ext cx="15049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0" b="1">
                <a:solidFill>
                  <a:srgbClr val="FFFFFF"/>
                </a:solidFill>
                <a:latin typeface="Arial"/>
                <a:ea typeface="Arial"/>
                <a:cs typeface="Arial"/>
              </a:defRPr>
            </a:defPPr>
            <a:lvl1pPr algn="l">
              <a:defRPr sz="970" b="1">
                <a:solidFill>
                  <a:srgbClr val="FFFFFF"/>
                </a:solidFill>
                <a:latin typeface="Arial"/>
                <a:ea typeface="Arial"/>
                <a:cs typeface="Arial"/>
              </a:defRPr>
            </a:lvl1pPr>
            <a:lvl2pPr algn="l">
              <a:defRPr sz="970" b="1">
                <a:solidFill>
                  <a:srgbClr val="FFFFFF"/>
                </a:solidFill>
                <a:latin typeface="Arial"/>
                <a:ea typeface="Arial"/>
                <a:cs typeface="Arial"/>
              </a:defRPr>
            </a:lvl2pPr>
            <a:lvl3pPr algn="l">
              <a:defRPr sz="970" b="1">
                <a:solidFill>
                  <a:srgbClr val="FFFFFF"/>
                </a:solidFill>
                <a:latin typeface="Arial"/>
                <a:ea typeface="Arial"/>
                <a:cs typeface="Arial"/>
              </a:defRPr>
            </a:lvl3pPr>
            <a:lvl4pPr algn="l">
              <a:defRPr sz="970" b="1">
                <a:solidFill>
                  <a:srgbClr val="FFFFFF"/>
                </a:solidFill>
                <a:latin typeface="Arial"/>
                <a:ea typeface="Arial"/>
                <a:cs typeface="Arial"/>
              </a:defRPr>
            </a:lvl4pPr>
            <a:lvl5pPr algn="l">
              <a:defRPr sz="970" b="1">
                <a:solidFill>
                  <a:srgbClr val="FFFFFF"/>
                </a:solidFill>
                <a:latin typeface="Arial"/>
                <a:ea typeface="Arial"/>
                <a:cs typeface="Arial"/>
              </a:defRPr>
            </a:lvl5pPr>
            <a:lvl6pPr algn="l">
              <a:defRPr sz="970" b="1">
                <a:solidFill>
                  <a:srgbClr val="FFFFFF"/>
                </a:solidFill>
                <a:latin typeface="Arial"/>
                <a:ea typeface="Arial"/>
                <a:cs typeface="Arial"/>
              </a:defRPr>
            </a:lvl6pPr>
            <a:lvl7pPr algn="l">
              <a:defRPr sz="970" b="1">
                <a:solidFill>
                  <a:srgbClr val="FFFFFF"/>
                </a:solidFill>
                <a:latin typeface="Arial"/>
                <a:ea typeface="Arial"/>
                <a:cs typeface="Arial"/>
              </a:defRPr>
            </a:lvl7pPr>
            <a:lvl8pPr algn="l">
              <a:defRPr sz="970" b="1">
                <a:solidFill>
                  <a:srgbClr val="FFFFFF"/>
                </a:solidFill>
                <a:latin typeface="Arial"/>
                <a:ea typeface="Arial"/>
                <a:cs typeface="Arial"/>
              </a:defRPr>
            </a:lvl8pPr>
            <a:lvl9pPr algn="l">
              <a:defRPr sz="970" b="1">
                <a:solidFill>
                  <a:srgbClr val="FFFFFF"/>
                </a:solidFill>
                <a:latin typeface="Arial"/>
                <a:ea typeface="Arial"/>
                <a:cs typeface="Arial"/>
              </a:defRPr>
            </a:lvl9pPr>
          </a:lstStyle>
          <a:p xmlns:a="http://schemas.openxmlformats.org/drawingml/2006/main">
            <a:pPr algn="l">
              <a:lnSpc>
                <a:spcPct val="100000"/>
              </a:lnSpc>
              <a:buNone/>
              <a:defRPr sz="970" b="1">
                <a:solidFill>
                  <a:srgbClr val="FFFFFF"/>
                </a:solidFill>
                <a:latin typeface="Arial"/>
                <a:ea typeface="Arial"/>
                <a:cs typeface="Arial"/>
              </a:defRPr>
            </a:pPr>
            <a:r>
              <a:rPr sz="970" b="1">
                <a:solidFill>
                  <a:srgbClr val="FFFFFF"/>
                </a:solidFill>
                <a:latin typeface="Arial"/>
                <a:ea typeface="Arial"/>
                <a:cs typeface="Arial"/>
              </a:rPr>
              <a:t>Looking for company, a new route, or a reason to ride?</a:t>
            </a:r>
          </a:p>
        </p:txBody>
      </p:sp>
      <p:sp>
        <p:nvSpPr>
          <p:cNvPr id="5" name="Rack front header edge">
            <a:extLst xmlns:a="http://schemas.openxmlformats.org/drawingml/2006/main">
              <a:ext uri="{FF2B5EF4-FFF2-40B4-BE49-F238E27FC236}">
                <a16:creationId xmlns:a16="http://schemas.microsoft.com/office/drawing/2014/main" id="{A27A297F-FE1B-48C5-97F7-CDC24CED0FD5}"/>
              </a:ext>
            </a:extLst>
          </p:cNvPr>
          <p:cNvSpPr>
            <a:spLocks xmlns:a="http://schemas.openxmlformats.org/drawingml/2006/main" noGrp="1"/>
          </p:cNvSpPr>
          <p:nvPr/>
        </p:nvSpPr>
        <p:spPr>
          <a:xfrm xmlns:a="http://schemas.openxmlformats.org/drawingml/2006/main">
            <a:off x="0" y="2628900"/>
            <a:ext cx="3657600" cy="47625"/>
          </a:xfrm>
          <a:prstGeom xmlns:a="http://schemas.openxmlformats.org/drawingml/2006/main" prst="rect">
            <a:avLst/>
          </a:prstGeom>
          <a:solidFill xmlns:a="http://schemas.openxmlformats.org/drawingml/2006/main">
            <a:srgbClr val="FF0180"/>
          </a:solidFill>
          <a:ln xmlns:a="http://schemas.openxmlformats.org/drawingml/2006/main" w="0">
            <a:noFill/>
            <a:prstDash val="solid"/>
          </a:ln>
        </p:spPr>
      </p:sp>
      <p:sp>
        <p:nvSpPr>
          <p:cNvPr id="6" name="Rack front discovery copy ground">
            <a:extLst xmlns:a="http://schemas.openxmlformats.org/drawingml/2006/main">
              <a:ext uri="{FF2B5EF4-FFF2-40B4-BE49-F238E27FC236}">
                <a16:creationId xmlns:a16="http://schemas.microsoft.com/office/drawing/2014/main" id="{E3055C1B-2EA3-4A32-B4AA-4F6916A1D91E}"/>
              </a:ext>
            </a:extLst>
          </p:cNvPr>
          <p:cNvSpPr>
            <a:spLocks xmlns:a="http://schemas.openxmlformats.org/drawingml/2006/main" noGrp="1"/>
          </p:cNvSpPr>
          <p:nvPr/>
        </p:nvSpPr>
        <p:spPr>
          <a:xfrm xmlns:a="http://schemas.openxmlformats.org/drawingml/2006/main">
            <a:off x="0" y="2676525"/>
            <a:ext cx="3657600" cy="3981450"/>
          </a:xfrm>
          <a:prstGeom xmlns:a="http://schemas.openxmlformats.org/drawingml/2006/main" prst="rect">
            <a:avLst/>
          </a:prstGeom>
          <a:solidFill xmlns:a="http://schemas.openxmlformats.org/drawingml/2006/main">
            <a:srgbClr val="FFF3DF"/>
          </a:solidFill>
          <a:ln xmlns:a="http://schemas.openxmlformats.org/drawingml/2006/main" w="0">
            <a:noFill/>
            <a:prstDash val="solid"/>
          </a:ln>
        </p:spPr>
      </p:sp>
      <p:sp>
        <p:nvSpPr>
          <p:cNvPr id="7" name="Rack front introduction">
            <a:extLst xmlns:a="http://schemas.openxmlformats.org/drawingml/2006/main">
              <a:ext uri="{FF2B5EF4-FFF2-40B4-BE49-F238E27FC236}">
                <a16:creationId xmlns:a16="http://schemas.microsoft.com/office/drawing/2014/main" id="{74DB9C66-7949-4D76-8549-601F9334DC78}"/>
              </a:ext>
            </a:extLst>
          </p:cNvPr>
          <p:cNvSpPr>
            <a:spLocks xmlns:a="http://schemas.openxmlformats.org/drawingml/2006/main" noGrp="1"/>
          </p:cNvSpPr>
          <p:nvPr/>
        </p:nvSpPr>
        <p:spPr>
          <a:xfrm xmlns:a="http://schemas.openxmlformats.org/drawingml/2006/main">
            <a:off x="209550" y="2886075"/>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0" b="1">
                <a:solidFill>
                  <a:srgbClr val="23143A"/>
                </a:solidFill>
                <a:latin typeface="Arial"/>
                <a:ea typeface="Arial"/>
                <a:cs typeface="Arial"/>
              </a:defRPr>
            </a:defPPr>
            <a:lvl1pPr algn="l">
              <a:defRPr sz="1120" b="1">
                <a:solidFill>
                  <a:srgbClr val="23143A"/>
                </a:solidFill>
                <a:latin typeface="Arial"/>
                <a:ea typeface="Arial"/>
                <a:cs typeface="Arial"/>
              </a:defRPr>
            </a:lvl1pPr>
            <a:lvl2pPr algn="l">
              <a:defRPr sz="1120" b="1">
                <a:solidFill>
                  <a:srgbClr val="23143A"/>
                </a:solidFill>
                <a:latin typeface="Arial"/>
                <a:ea typeface="Arial"/>
                <a:cs typeface="Arial"/>
              </a:defRPr>
            </a:lvl2pPr>
            <a:lvl3pPr algn="l">
              <a:defRPr sz="1120" b="1">
                <a:solidFill>
                  <a:srgbClr val="23143A"/>
                </a:solidFill>
                <a:latin typeface="Arial"/>
                <a:ea typeface="Arial"/>
                <a:cs typeface="Arial"/>
              </a:defRPr>
            </a:lvl3pPr>
            <a:lvl4pPr algn="l">
              <a:defRPr sz="1120" b="1">
                <a:solidFill>
                  <a:srgbClr val="23143A"/>
                </a:solidFill>
                <a:latin typeface="Arial"/>
                <a:ea typeface="Arial"/>
                <a:cs typeface="Arial"/>
              </a:defRPr>
            </a:lvl4pPr>
            <a:lvl5pPr algn="l">
              <a:defRPr sz="1120" b="1">
                <a:solidFill>
                  <a:srgbClr val="23143A"/>
                </a:solidFill>
                <a:latin typeface="Arial"/>
                <a:ea typeface="Arial"/>
                <a:cs typeface="Arial"/>
              </a:defRPr>
            </a:lvl5pPr>
            <a:lvl6pPr algn="l">
              <a:defRPr sz="1120" b="1">
                <a:solidFill>
                  <a:srgbClr val="23143A"/>
                </a:solidFill>
                <a:latin typeface="Arial"/>
                <a:ea typeface="Arial"/>
                <a:cs typeface="Arial"/>
              </a:defRPr>
            </a:lvl6pPr>
            <a:lvl7pPr algn="l">
              <a:defRPr sz="1120" b="1">
                <a:solidFill>
                  <a:srgbClr val="23143A"/>
                </a:solidFill>
                <a:latin typeface="Arial"/>
                <a:ea typeface="Arial"/>
                <a:cs typeface="Arial"/>
              </a:defRPr>
            </a:lvl7pPr>
            <a:lvl8pPr algn="l">
              <a:defRPr sz="1120" b="1">
                <a:solidFill>
                  <a:srgbClr val="23143A"/>
                </a:solidFill>
                <a:latin typeface="Arial"/>
                <a:ea typeface="Arial"/>
                <a:cs typeface="Arial"/>
              </a:defRPr>
            </a:lvl8pPr>
            <a:lvl9pPr algn="l">
              <a:defRPr sz="1120" b="1">
                <a:solidFill>
                  <a:srgbClr val="23143A"/>
                </a:solidFill>
                <a:latin typeface="Arial"/>
                <a:ea typeface="Arial"/>
                <a:cs typeface="Arial"/>
              </a:defRPr>
            </a:lvl9pPr>
          </a:lstStyle>
          <a:p xmlns:a="http://schemas.openxmlformats.org/drawingml/2006/main">
            <a:pPr algn="l">
              <a:lnSpc>
                <a:spcPct val="100000"/>
              </a:lnSpc>
              <a:buNone/>
              <a:defRPr sz="1120" b="1">
                <a:solidFill>
                  <a:srgbClr val="23143A"/>
                </a:solidFill>
                <a:latin typeface="Arial"/>
                <a:ea typeface="Arial"/>
                <a:cs typeface="Arial"/>
              </a:defRPr>
            </a:pPr>
            <a:r>
              <a:rPr sz="1120" b="1">
                <a:solidFill>
                  <a:srgbClr val="23143A"/>
                </a:solidFill>
                <a:latin typeface="Arial"/>
                <a:ea typeface="Arial"/>
                <a:cs typeface="Arial"/>
              </a:rPr>
              <a:t>Browse local cycling groups and public rides at 3fp.org.</a:t>
            </a:r>
          </a:p>
        </p:txBody>
      </p:sp>
      <p:sp>
        <p:nvSpPr>
          <p:cNvPr id="8" name="Rack group directory label">
            <a:extLst xmlns:a="http://schemas.openxmlformats.org/drawingml/2006/main">
              <a:ext uri="{FF2B5EF4-FFF2-40B4-BE49-F238E27FC236}">
                <a16:creationId xmlns:a16="http://schemas.microsoft.com/office/drawing/2014/main" id="{F8C33AF4-3048-4EB1-BFE2-C839D8AFA76F}"/>
              </a:ext>
            </a:extLst>
          </p:cNvPr>
          <p:cNvSpPr>
            <a:spLocks xmlns:a="http://schemas.openxmlformats.org/drawingml/2006/main" noGrp="1"/>
          </p:cNvSpPr>
          <p:nvPr/>
        </p:nvSpPr>
        <p:spPr>
          <a:xfrm xmlns:a="http://schemas.openxmlformats.org/drawingml/2006/main">
            <a:off x="209550" y="3505200"/>
            <a:ext cx="3238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7926CB"/>
                </a:solidFill>
                <a:latin typeface="Space Grotesk"/>
                <a:ea typeface="Space Grotesk"/>
                <a:cs typeface="Space Grotesk"/>
              </a:defRPr>
            </a:defPPr>
            <a:lvl1pPr algn="l">
              <a:defRPr sz="1050" b="1">
                <a:solidFill>
                  <a:srgbClr val="7926CB"/>
                </a:solidFill>
                <a:latin typeface="Space Grotesk"/>
                <a:ea typeface="Space Grotesk"/>
                <a:cs typeface="Space Grotesk"/>
              </a:defRPr>
            </a:lvl1pPr>
            <a:lvl2pPr algn="l">
              <a:defRPr sz="1050" b="1">
                <a:solidFill>
                  <a:srgbClr val="7926CB"/>
                </a:solidFill>
                <a:latin typeface="Space Grotesk"/>
                <a:ea typeface="Space Grotesk"/>
                <a:cs typeface="Space Grotesk"/>
              </a:defRPr>
            </a:lvl2pPr>
            <a:lvl3pPr algn="l">
              <a:defRPr sz="1050" b="1">
                <a:solidFill>
                  <a:srgbClr val="7926CB"/>
                </a:solidFill>
                <a:latin typeface="Space Grotesk"/>
                <a:ea typeface="Space Grotesk"/>
                <a:cs typeface="Space Grotesk"/>
              </a:defRPr>
            </a:lvl3pPr>
            <a:lvl4pPr algn="l">
              <a:defRPr sz="1050" b="1">
                <a:solidFill>
                  <a:srgbClr val="7926CB"/>
                </a:solidFill>
                <a:latin typeface="Space Grotesk"/>
                <a:ea typeface="Space Grotesk"/>
                <a:cs typeface="Space Grotesk"/>
              </a:defRPr>
            </a:lvl4pPr>
            <a:lvl5pPr algn="l">
              <a:defRPr sz="1050" b="1">
                <a:solidFill>
                  <a:srgbClr val="7926CB"/>
                </a:solidFill>
                <a:latin typeface="Space Grotesk"/>
                <a:ea typeface="Space Grotesk"/>
                <a:cs typeface="Space Grotesk"/>
              </a:defRPr>
            </a:lvl5pPr>
            <a:lvl6pPr algn="l">
              <a:defRPr sz="1050" b="1">
                <a:solidFill>
                  <a:srgbClr val="7926CB"/>
                </a:solidFill>
                <a:latin typeface="Space Grotesk"/>
                <a:ea typeface="Space Grotesk"/>
                <a:cs typeface="Space Grotesk"/>
              </a:defRPr>
            </a:lvl6pPr>
            <a:lvl7pPr algn="l">
              <a:defRPr sz="1050" b="1">
                <a:solidFill>
                  <a:srgbClr val="7926CB"/>
                </a:solidFill>
                <a:latin typeface="Space Grotesk"/>
                <a:ea typeface="Space Grotesk"/>
                <a:cs typeface="Space Grotesk"/>
              </a:defRPr>
            </a:lvl7pPr>
            <a:lvl8pPr algn="l">
              <a:defRPr sz="1050" b="1">
                <a:solidFill>
                  <a:srgbClr val="7926CB"/>
                </a:solidFill>
                <a:latin typeface="Space Grotesk"/>
                <a:ea typeface="Space Grotesk"/>
                <a:cs typeface="Space Grotesk"/>
              </a:defRPr>
            </a:lvl8pPr>
            <a:lvl9pPr algn="l">
              <a:defRPr sz="1050" b="1">
                <a:solidFill>
                  <a:srgbClr val="7926CB"/>
                </a:solidFill>
                <a:latin typeface="Space Grotesk"/>
                <a:ea typeface="Space Grotesk"/>
                <a:cs typeface="Space Grotesk"/>
              </a:defRPr>
            </a:lvl9pPr>
          </a:lstStyle>
          <a:p xmlns:a="http://schemas.openxmlformats.org/drawingml/2006/main">
            <a:pPr algn="l">
              <a:lnSpc>
                <a:spcPct val="100000"/>
              </a:lnSpc>
              <a:buNone/>
              <a:defRPr sz="1050" b="1">
                <a:solidFill>
                  <a:srgbClr val="7926CB"/>
                </a:solidFill>
                <a:latin typeface="Space Grotesk"/>
                <a:ea typeface="Space Grotesk"/>
                <a:cs typeface="Space Grotesk"/>
              </a:defRPr>
            </a:pPr>
            <a:r>
              <a:rPr sz="1050" b="1">
                <a:solidFill>
                  <a:srgbClr val="7926CB"/>
                </a:solidFill>
                <a:latin typeface="Space Grotesk"/>
                <a:ea typeface="Space Grotesk"/>
                <a:cs typeface="Space Grotesk"/>
              </a:rPr>
              <a:t>FIND A GROUP</a:t>
            </a:r>
          </a:p>
        </p:txBody>
      </p:sp>
      <p:sp>
        <p:nvSpPr>
          <p:cNvPr id="9" name="Rack group directory address">
            <a:extLst xmlns:a="http://schemas.openxmlformats.org/drawingml/2006/main">
              <a:ext uri="{FF2B5EF4-FFF2-40B4-BE49-F238E27FC236}">
                <a16:creationId xmlns:a16="http://schemas.microsoft.com/office/drawing/2014/main" id="{B7E96528-E7EE-4CC9-BC5D-C4A9E253D89E}"/>
              </a:ext>
            </a:extLst>
          </p:cNvPr>
          <p:cNvSpPr>
            <a:spLocks xmlns:a="http://schemas.openxmlformats.org/drawingml/2006/main" noGrp="1"/>
          </p:cNvSpPr>
          <p:nvPr/>
        </p:nvSpPr>
        <p:spPr>
          <a:xfrm xmlns:a="http://schemas.openxmlformats.org/drawingml/2006/main">
            <a:off x="209550" y="3705225"/>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00" b="1">
                <a:solidFill>
                  <a:srgbClr val="35125F"/>
                </a:solidFill>
                <a:latin typeface="Space Grotesk"/>
                <a:ea typeface="Space Grotesk"/>
                <a:cs typeface="Space Grotesk"/>
              </a:defRPr>
            </a:defPPr>
            <a:lvl1pPr algn="l">
              <a:defRPr sz="1400" b="1">
                <a:solidFill>
                  <a:srgbClr val="35125F"/>
                </a:solidFill>
                <a:latin typeface="Space Grotesk"/>
                <a:ea typeface="Space Grotesk"/>
                <a:cs typeface="Space Grotesk"/>
              </a:defRPr>
            </a:lvl1pPr>
            <a:lvl2pPr algn="l">
              <a:defRPr sz="1400" b="1">
                <a:solidFill>
                  <a:srgbClr val="35125F"/>
                </a:solidFill>
                <a:latin typeface="Space Grotesk"/>
                <a:ea typeface="Space Grotesk"/>
                <a:cs typeface="Space Grotesk"/>
              </a:defRPr>
            </a:lvl2pPr>
            <a:lvl3pPr algn="l">
              <a:defRPr sz="1400" b="1">
                <a:solidFill>
                  <a:srgbClr val="35125F"/>
                </a:solidFill>
                <a:latin typeface="Space Grotesk"/>
                <a:ea typeface="Space Grotesk"/>
                <a:cs typeface="Space Grotesk"/>
              </a:defRPr>
            </a:lvl3pPr>
            <a:lvl4pPr algn="l">
              <a:defRPr sz="1400" b="1">
                <a:solidFill>
                  <a:srgbClr val="35125F"/>
                </a:solidFill>
                <a:latin typeface="Space Grotesk"/>
                <a:ea typeface="Space Grotesk"/>
                <a:cs typeface="Space Grotesk"/>
              </a:defRPr>
            </a:lvl4pPr>
            <a:lvl5pPr algn="l">
              <a:defRPr sz="1400" b="1">
                <a:solidFill>
                  <a:srgbClr val="35125F"/>
                </a:solidFill>
                <a:latin typeface="Space Grotesk"/>
                <a:ea typeface="Space Grotesk"/>
                <a:cs typeface="Space Grotesk"/>
              </a:defRPr>
            </a:lvl5pPr>
            <a:lvl6pPr algn="l">
              <a:defRPr sz="1400" b="1">
                <a:solidFill>
                  <a:srgbClr val="35125F"/>
                </a:solidFill>
                <a:latin typeface="Space Grotesk"/>
                <a:ea typeface="Space Grotesk"/>
                <a:cs typeface="Space Grotesk"/>
              </a:defRPr>
            </a:lvl6pPr>
            <a:lvl7pPr algn="l">
              <a:defRPr sz="1400" b="1">
                <a:solidFill>
                  <a:srgbClr val="35125F"/>
                </a:solidFill>
                <a:latin typeface="Space Grotesk"/>
                <a:ea typeface="Space Grotesk"/>
                <a:cs typeface="Space Grotesk"/>
              </a:defRPr>
            </a:lvl7pPr>
            <a:lvl8pPr algn="l">
              <a:defRPr sz="1400" b="1">
                <a:solidFill>
                  <a:srgbClr val="35125F"/>
                </a:solidFill>
                <a:latin typeface="Space Grotesk"/>
                <a:ea typeface="Space Grotesk"/>
                <a:cs typeface="Space Grotesk"/>
              </a:defRPr>
            </a:lvl8pPr>
            <a:lvl9pPr algn="l">
              <a:defRPr sz="1400" b="1">
                <a:solidFill>
                  <a:srgbClr val="35125F"/>
                </a:solidFill>
                <a:latin typeface="Space Grotesk"/>
                <a:ea typeface="Space Grotesk"/>
                <a:cs typeface="Space Grotesk"/>
              </a:defRPr>
            </a:lvl9pPr>
          </a:lstStyle>
          <a:p xmlns:a="http://schemas.openxmlformats.org/drawingml/2006/main">
            <a:pPr algn="l">
              <a:lnSpc>
                <a:spcPct val="100000"/>
              </a:lnSpc>
              <a:buNone/>
              <a:defRPr sz="1400" b="1">
                <a:solidFill>
                  <a:srgbClr val="35125F"/>
                </a:solidFill>
                <a:latin typeface="Space Grotesk"/>
                <a:ea typeface="Space Grotesk"/>
                <a:cs typeface="Space Grotesk"/>
              </a:defRPr>
            </a:pPr>
            <a:r>
              <a:rPr sz="1400" b="1">
                <a:solidFill>
                  <a:srgbClr val="35125F"/>
                </a:solidFill>
                <a:latin typeface="Space Grotesk"/>
                <a:ea typeface="Space Grotesk"/>
                <a:cs typeface="Space Grotesk"/>
              </a:rPr>
              <a:t>3fp.org/groups</a:t>
            </a:r>
          </a:p>
        </p:txBody>
      </p:sp>
      <p:sp>
        <p:nvSpPr>
          <p:cNvPr id="10" name="Rack ride directory label">
            <a:extLst xmlns:a="http://schemas.openxmlformats.org/drawingml/2006/main">
              <a:ext uri="{FF2B5EF4-FFF2-40B4-BE49-F238E27FC236}">
                <a16:creationId xmlns:a16="http://schemas.microsoft.com/office/drawing/2014/main" id="{1D753A4D-60CF-4557-B6A5-ABFE2B76214B}"/>
              </a:ext>
            </a:extLst>
          </p:cNvPr>
          <p:cNvSpPr>
            <a:spLocks xmlns:a="http://schemas.openxmlformats.org/drawingml/2006/main" noGrp="1"/>
          </p:cNvSpPr>
          <p:nvPr/>
        </p:nvSpPr>
        <p:spPr>
          <a:xfrm xmlns:a="http://schemas.openxmlformats.org/drawingml/2006/main">
            <a:off x="209550" y="4191000"/>
            <a:ext cx="3238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7926CB"/>
                </a:solidFill>
                <a:latin typeface="Space Grotesk"/>
                <a:ea typeface="Space Grotesk"/>
                <a:cs typeface="Space Grotesk"/>
              </a:defRPr>
            </a:defPPr>
            <a:lvl1pPr algn="l">
              <a:defRPr sz="1050" b="1">
                <a:solidFill>
                  <a:srgbClr val="7926CB"/>
                </a:solidFill>
                <a:latin typeface="Space Grotesk"/>
                <a:ea typeface="Space Grotesk"/>
                <a:cs typeface="Space Grotesk"/>
              </a:defRPr>
            </a:lvl1pPr>
            <a:lvl2pPr algn="l">
              <a:defRPr sz="1050" b="1">
                <a:solidFill>
                  <a:srgbClr val="7926CB"/>
                </a:solidFill>
                <a:latin typeface="Space Grotesk"/>
                <a:ea typeface="Space Grotesk"/>
                <a:cs typeface="Space Grotesk"/>
              </a:defRPr>
            </a:lvl2pPr>
            <a:lvl3pPr algn="l">
              <a:defRPr sz="1050" b="1">
                <a:solidFill>
                  <a:srgbClr val="7926CB"/>
                </a:solidFill>
                <a:latin typeface="Space Grotesk"/>
                <a:ea typeface="Space Grotesk"/>
                <a:cs typeface="Space Grotesk"/>
              </a:defRPr>
            </a:lvl3pPr>
            <a:lvl4pPr algn="l">
              <a:defRPr sz="1050" b="1">
                <a:solidFill>
                  <a:srgbClr val="7926CB"/>
                </a:solidFill>
                <a:latin typeface="Space Grotesk"/>
                <a:ea typeface="Space Grotesk"/>
                <a:cs typeface="Space Grotesk"/>
              </a:defRPr>
            </a:lvl4pPr>
            <a:lvl5pPr algn="l">
              <a:defRPr sz="1050" b="1">
                <a:solidFill>
                  <a:srgbClr val="7926CB"/>
                </a:solidFill>
                <a:latin typeface="Space Grotesk"/>
                <a:ea typeface="Space Grotesk"/>
                <a:cs typeface="Space Grotesk"/>
              </a:defRPr>
            </a:lvl5pPr>
            <a:lvl6pPr algn="l">
              <a:defRPr sz="1050" b="1">
                <a:solidFill>
                  <a:srgbClr val="7926CB"/>
                </a:solidFill>
                <a:latin typeface="Space Grotesk"/>
                <a:ea typeface="Space Grotesk"/>
                <a:cs typeface="Space Grotesk"/>
              </a:defRPr>
            </a:lvl6pPr>
            <a:lvl7pPr algn="l">
              <a:defRPr sz="1050" b="1">
                <a:solidFill>
                  <a:srgbClr val="7926CB"/>
                </a:solidFill>
                <a:latin typeface="Space Grotesk"/>
                <a:ea typeface="Space Grotesk"/>
                <a:cs typeface="Space Grotesk"/>
              </a:defRPr>
            </a:lvl7pPr>
            <a:lvl8pPr algn="l">
              <a:defRPr sz="1050" b="1">
                <a:solidFill>
                  <a:srgbClr val="7926CB"/>
                </a:solidFill>
                <a:latin typeface="Space Grotesk"/>
                <a:ea typeface="Space Grotesk"/>
                <a:cs typeface="Space Grotesk"/>
              </a:defRPr>
            </a:lvl8pPr>
            <a:lvl9pPr algn="l">
              <a:defRPr sz="1050" b="1">
                <a:solidFill>
                  <a:srgbClr val="7926CB"/>
                </a:solidFill>
                <a:latin typeface="Space Grotesk"/>
                <a:ea typeface="Space Grotesk"/>
                <a:cs typeface="Space Grotesk"/>
              </a:defRPr>
            </a:lvl9pPr>
          </a:lstStyle>
          <a:p xmlns:a="http://schemas.openxmlformats.org/drawingml/2006/main">
            <a:pPr algn="l">
              <a:lnSpc>
                <a:spcPct val="100000"/>
              </a:lnSpc>
              <a:buNone/>
              <a:defRPr sz="1050" b="1">
                <a:solidFill>
                  <a:srgbClr val="7926CB"/>
                </a:solidFill>
                <a:latin typeface="Space Grotesk"/>
                <a:ea typeface="Space Grotesk"/>
                <a:cs typeface="Space Grotesk"/>
              </a:defRPr>
            </a:pPr>
            <a:r>
              <a:rPr sz="1050" b="1">
                <a:solidFill>
                  <a:srgbClr val="7926CB"/>
                </a:solidFill>
                <a:latin typeface="Space Grotesk"/>
                <a:ea typeface="Space Grotesk"/>
                <a:cs typeface="Space Grotesk"/>
              </a:rPr>
              <a:t>FIND A PUBLIC RIDE</a:t>
            </a:r>
          </a:p>
        </p:txBody>
      </p:sp>
      <p:sp>
        <p:nvSpPr>
          <p:cNvPr id="11" name="Rack ride directory address">
            <a:extLst xmlns:a="http://schemas.openxmlformats.org/drawingml/2006/main">
              <a:ext uri="{FF2B5EF4-FFF2-40B4-BE49-F238E27FC236}">
                <a16:creationId xmlns:a16="http://schemas.microsoft.com/office/drawing/2014/main" id="{A7713900-D4C4-4473-84A1-9D57DCF033F5}"/>
              </a:ext>
            </a:extLst>
          </p:cNvPr>
          <p:cNvSpPr>
            <a:spLocks xmlns:a="http://schemas.openxmlformats.org/drawingml/2006/main" noGrp="1"/>
          </p:cNvSpPr>
          <p:nvPr/>
        </p:nvSpPr>
        <p:spPr>
          <a:xfrm xmlns:a="http://schemas.openxmlformats.org/drawingml/2006/main">
            <a:off x="209550" y="4391025"/>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00" b="1">
                <a:solidFill>
                  <a:srgbClr val="35125F"/>
                </a:solidFill>
                <a:latin typeface="Space Grotesk"/>
                <a:ea typeface="Space Grotesk"/>
                <a:cs typeface="Space Grotesk"/>
              </a:defRPr>
            </a:defPPr>
            <a:lvl1pPr algn="l">
              <a:defRPr sz="1400" b="1">
                <a:solidFill>
                  <a:srgbClr val="35125F"/>
                </a:solidFill>
                <a:latin typeface="Space Grotesk"/>
                <a:ea typeface="Space Grotesk"/>
                <a:cs typeface="Space Grotesk"/>
              </a:defRPr>
            </a:lvl1pPr>
            <a:lvl2pPr algn="l">
              <a:defRPr sz="1400" b="1">
                <a:solidFill>
                  <a:srgbClr val="35125F"/>
                </a:solidFill>
                <a:latin typeface="Space Grotesk"/>
                <a:ea typeface="Space Grotesk"/>
                <a:cs typeface="Space Grotesk"/>
              </a:defRPr>
            </a:lvl2pPr>
            <a:lvl3pPr algn="l">
              <a:defRPr sz="1400" b="1">
                <a:solidFill>
                  <a:srgbClr val="35125F"/>
                </a:solidFill>
                <a:latin typeface="Space Grotesk"/>
                <a:ea typeface="Space Grotesk"/>
                <a:cs typeface="Space Grotesk"/>
              </a:defRPr>
            </a:lvl3pPr>
            <a:lvl4pPr algn="l">
              <a:defRPr sz="1400" b="1">
                <a:solidFill>
                  <a:srgbClr val="35125F"/>
                </a:solidFill>
                <a:latin typeface="Space Grotesk"/>
                <a:ea typeface="Space Grotesk"/>
                <a:cs typeface="Space Grotesk"/>
              </a:defRPr>
            </a:lvl4pPr>
            <a:lvl5pPr algn="l">
              <a:defRPr sz="1400" b="1">
                <a:solidFill>
                  <a:srgbClr val="35125F"/>
                </a:solidFill>
                <a:latin typeface="Space Grotesk"/>
                <a:ea typeface="Space Grotesk"/>
                <a:cs typeface="Space Grotesk"/>
              </a:defRPr>
            </a:lvl5pPr>
            <a:lvl6pPr algn="l">
              <a:defRPr sz="1400" b="1">
                <a:solidFill>
                  <a:srgbClr val="35125F"/>
                </a:solidFill>
                <a:latin typeface="Space Grotesk"/>
                <a:ea typeface="Space Grotesk"/>
                <a:cs typeface="Space Grotesk"/>
              </a:defRPr>
            </a:lvl6pPr>
            <a:lvl7pPr algn="l">
              <a:defRPr sz="1400" b="1">
                <a:solidFill>
                  <a:srgbClr val="35125F"/>
                </a:solidFill>
                <a:latin typeface="Space Grotesk"/>
                <a:ea typeface="Space Grotesk"/>
                <a:cs typeface="Space Grotesk"/>
              </a:defRPr>
            </a:lvl7pPr>
            <a:lvl8pPr algn="l">
              <a:defRPr sz="1400" b="1">
                <a:solidFill>
                  <a:srgbClr val="35125F"/>
                </a:solidFill>
                <a:latin typeface="Space Grotesk"/>
                <a:ea typeface="Space Grotesk"/>
                <a:cs typeface="Space Grotesk"/>
              </a:defRPr>
            </a:lvl8pPr>
            <a:lvl9pPr algn="l">
              <a:defRPr sz="1400" b="1">
                <a:solidFill>
                  <a:srgbClr val="35125F"/>
                </a:solidFill>
                <a:latin typeface="Space Grotesk"/>
                <a:ea typeface="Space Grotesk"/>
                <a:cs typeface="Space Grotesk"/>
              </a:defRPr>
            </a:lvl9pPr>
          </a:lstStyle>
          <a:p xmlns:a="http://schemas.openxmlformats.org/drawingml/2006/main">
            <a:pPr algn="l">
              <a:lnSpc>
                <a:spcPct val="100000"/>
              </a:lnSpc>
              <a:buNone/>
              <a:defRPr sz="1400" b="1">
                <a:solidFill>
                  <a:srgbClr val="35125F"/>
                </a:solidFill>
                <a:latin typeface="Space Grotesk"/>
                <a:ea typeface="Space Grotesk"/>
                <a:cs typeface="Space Grotesk"/>
              </a:defRPr>
            </a:pPr>
            <a:r>
              <a:rPr sz="1400" b="1">
                <a:solidFill>
                  <a:srgbClr val="35125F"/>
                </a:solidFill>
                <a:latin typeface="Space Grotesk"/>
                <a:ea typeface="Space Grotesk"/>
                <a:cs typeface="Space Grotesk"/>
              </a:rPr>
              <a:t>3fp.org/ride</a:t>
            </a:r>
          </a:p>
        </p:txBody>
      </p:sp>
      <p:sp>
        <p:nvSpPr>
          <p:cNvPr id="12" name="Rack listing reminder">
            <a:extLst xmlns:a="http://schemas.openxmlformats.org/drawingml/2006/main">
              <a:ext uri="{FF2B5EF4-FFF2-40B4-BE49-F238E27FC236}">
                <a16:creationId xmlns:a16="http://schemas.microsoft.com/office/drawing/2014/main" id="{DB241A62-C22C-4B1A-A4C6-249AEE783352}"/>
              </a:ext>
            </a:extLst>
          </p:cNvPr>
          <p:cNvSpPr>
            <a:spLocks xmlns:a="http://schemas.openxmlformats.org/drawingml/2006/main" noGrp="1"/>
          </p:cNvSpPr>
          <p:nvPr/>
        </p:nvSpPr>
        <p:spPr>
          <a:xfrm xmlns:a="http://schemas.openxmlformats.org/drawingml/2006/main">
            <a:off x="209550" y="4876800"/>
            <a:ext cx="323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80" b="0">
                <a:solidFill>
                  <a:srgbClr val="23143A"/>
                </a:solidFill>
                <a:latin typeface="Arial"/>
                <a:ea typeface="Arial"/>
                <a:cs typeface="Arial"/>
              </a:defRPr>
            </a:defPPr>
            <a:lvl1pPr algn="l">
              <a:defRPr sz="980" b="0">
                <a:solidFill>
                  <a:srgbClr val="23143A"/>
                </a:solidFill>
                <a:latin typeface="Arial"/>
                <a:ea typeface="Arial"/>
                <a:cs typeface="Arial"/>
              </a:defRPr>
            </a:lvl1pPr>
            <a:lvl2pPr algn="l">
              <a:defRPr sz="980" b="0">
                <a:solidFill>
                  <a:srgbClr val="23143A"/>
                </a:solidFill>
                <a:latin typeface="Arial"/>
                <a:ea typeface="Arial"/>
                <a:cs typeface="Arial"/>
              </a:defRPr>
            </a:lvl2pPr>
            <a:lvl3pPr algn="l">
              <a:defRPr sz="980" b="0">
                <a:solidFill>
                  <a:srgbClr val="23143A"/>
                </a:solidFill>
                <a:latin typeface="Arial"/>
                <a:ea typeface="Arial"/>
                <a:cs typeface="Arial"/>
              </a:defRPr>
            </a:lvl3pPr>
            <a:lvl4pPr algn="l">
              <a:defRPr sz="980" b="0">
                <a:solidFill>
                  <a:srgbClr val="23143A"/>
                </a:solidFill>
                <a:latin typeface="Arial"/>
                <a:ea typeface="Arial"/>
                <a:cs typeface="Arial"/>
              </a:defRPr>
            </a:lvl4pPr>
            <a:lvl5pPr algn="l">
              <a:defRPr sz="980" b="0">
                <a:solidFill>
                  <a:srgbClr val="23143A"/>
                </a:solidFill>
                <a:latin typeface="Arial"/>
                <a:ea typeface="Arial"/>
                <a:cs typeface="Arial"/>
              </a:defRPr>
            </a:lvl5pPr>
            <a:lvl6pPr algn="l">
              <a:defRPr sz="980" b="0">
                <a:solidFill>
                  <a:srgbClr val="23143A"/>
                </a:solidFill>
                <a:latin typeface="Arial"/>
                <a:ea typeface="Arial"/>
                <a:cs typeface="Arial"/>
              </a:defRPr>
            </a:lvl6pPr>
            <a:lvl7pPr algn="l">
              <a:defRPr sz="980" b="0">
                <a:solidFill>
                  <a:srgbClr val="23143A"/>
                </a:solidFill>
                <a:latin typeface="Arial"/>
                <a:ea typeface="Arial"/>
                <a:cs typeface="Arial"/>
              </a:defRPr>
            </a:lvl7pPr>
            <a:lvl8pPr algn="l">
              <a:defRPr sz="980" b="0">
                <a:solidFill>
                  <a:srgbClr val="23143A"/>
                </a:solidFill>
                <a:latin typeface="Arial"/>
                <a:ea typeface="Arial"/>
                <a:cs typeface="Arial"/>
              </a:defRPr>
            </a:lvl8pPr>
            <a:lvl9pPr algn="l">
              <a:defRPr sz="980" b="0">
                <a:solidFill>
                  <a:srgbClr val="23143A"/>
                </a:solidFill>
                <a:latin typeface="Arial"/>
                <a:ea typeface="Arial"/>
                <a:cs typeface="Arial"/>
              </a:defRPr>
            </a:lvl9pPr>
          </a:lstStyle>
          <a:p xmlns:a="http://schemas.openxmlformats.org/drawingml/2006/main">
            <a:pPr algn="l">
              <a:lnSpc>
                <a:spcPct val="100000"/>
              </a:lnSpc>
              <a:buNone/>
              <a:defRPr sz="980" b="0">
                <a:solidFill>
                  <a:srgbClr val="23143A"/>
                </a:solidFill>
                <a:latin typeface="Arial"/>
                <a:ea typeface="Arial"/>
                <a:cs typeface="Arial"/>
              </a:defRPr>
            </a:pPr>
            <a:r>
              <a:rPr sz="980" b="0">
                <a:solidFill>
                  <a:srgbClr val="23143A"/>
                </a:solidFill>
                <a:latin typeface="Arial"/>
                <a:ea typeface="Arial"/>
                <a:cs typeface="Arial"/>
              </a:rPr>
              <a:t>Start exploring at 3fp.org. Check current details with each group or ride host.</a:t>
            </a:r>
          </a:p>
        </p:txBody>
      </p:sp>
      <p:sp>
        <p:nvSpPr>
          <p:cNvPr id="13" name="Rack front QR ground">
            <a:extLst xmlns:a="http://schemas.openxmlformats.org/drawingml/2006/main">
              <a:ext uri="{FF2B5EF4-FFF2-40B4-BE49-F238E27FC236}">
                <a16:creationId xmlns:a16="http://schemas.microsoft.com/office/drawing/2014/main" id="{09814999-0206-49E9-9989-2DAD39CB3634}"/>
              </a:ext>
            </a:extLst>
          </p:cNvPr>
          <p:cNvSpPr>
            <a:spLocks xmlns:a="http://schemas.openxmlformats.org/drawingml/2006/main" noGrp="1"/>
          </p:cNvSpPr>
          <p:nvPr/>
        </p:nvSpPr>
        <p:spPr>
          <a:xfrm xmlns:a="http://schemas.openxmlformats.org/drawingml/2006/main">
            <a:off x="0" y="6657975"/>
            <a:ext cx="3657600" cy="1571625"/>
          </a:xfrm>
          <a:prstGeom xmlns:a="http://schemas.openxmlformats.org/drawingml/2006/main" prst="rect">
            <a:avLst/>
          </a:prstGeom>
          <a:solidFill xmlns:a="http://schemas.openxmlformats.org/drawingml/2006/main">
            <a:srgbClr val="FFFF0A"/>
          </a:solidFill>
          <a:ln xmlns:a="http://schemas.openxmlformats.org/drawingml/2006/main" w="0">
            <a:noFill/>
            <a:prstDash val="solid"/>
          </a:ln>
        </p:spPr>
      </p:sp>
      <p:pic>
        <p:nvPicPr>
          <p:cNvPr id="14" name="">
            <a:extLst xmlns:a="http://schemas.openxmlformats.org/drawingml/2006/main">
              <a:ext uri="{FF2B5EF4-FFF2-40B4-BE49-F238E27FC236}">
                <a16:creationId xmlns:a16="http://schemas.microsoft.com/office/drawing/2014/main" id="{90A6CFF1-E352-4F67-8C6B-EC39918B102D}"/>
              </a:ext>
            </a:extLst>
          </p:cNvPr>
          <p:cNvPicPr>
            <a:picLocks xmlns:a="http://schemas.openxmlformats.org/drawingml/2006/main" noChangeAspect="1"/>
          </p:cNvPicPr>
          <p:nvPr/>
        </p:nvPicPr>
        <p:blipFill>
          <a:blip xmlns:r="http://schemas.openxmlformats.org/officeDocument/2006/relationships" xmlns:a="http://schemas.openxmlformats.org/drawingml/2006/main" r:embed="Rc9d179b1cb454a92"/>
          <a:stretch xmlns:a="http://schemas.openxmlformats.org/drawingml/2006/main"/>
        </p:blipFill>
        <p:spPr>
          <a:xfrm xmlns:a="http://schemas.openxmlformats.org/drawingml/2006/main">
            <a:off x="190500" y="7086600"/>
            <a:ext cx="666750" cy="666750"/>
          </a:xfrm>
          <a:prstGeom xmlns:a="http://schemas.openxmlformats.org/drawingml/2006/main" prst="rect">
            <a:avLst/>
          </a:prstGeom>
        </p:spPr>
      </p:pic>
      <p:sp>
        <p:nvSpPr>
          <p:cNvPr id="15" name="Rack front scan label">
            <a:extLst xmlns:a="http://schemas.openxmlformats.org/drawingml/2006/main">
              <a:ext uri="{FF2B5EF4-FFF2-40B4-BE49-F238E27FC236}">
                <a16:creationId xmlns:a16="http://schemas.microsoft.com/office/drawing/2014/main" id="{CC5CA16B-4353-4F6C-A0EF-7CBE3ED87D6A}"/>
              </a:ext>
            </a:extLst>
          </p:cNvPr>
          <p:cNvSpPr>
            <a:spLocks xmlns:a="http://schemas.openxmlformats.org/drawingml/2006/main" noGrp="1"/>
          </p:cNvSpPr>
          <p:nvPr/>
        </p:nvSpPr>
        <p:spPr>
          <a:xfrm xmlns:a="http://schemas.openxmlformats.org/drawingml/2006/main">
            <a:off x="1028700" y="6915150"/>
            <a:ext cx="16764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20" b="1">
                <a:solidFill>
                  <a:srgbClr val="7926CB"/>
                </a:solidFill>
                <a:latin typeface="Space Grotesk"/>
                <a:ea typeface="Space Grotesk"/>
                <a:cs typeface="Space Grotesk"/>
              </a:defRPr>
            </a:defPPr>
            <a:lvl1pPr algn="l">
              <a:defRPr sz="1220" b="1">
                <a:solidFill>
                  <a:srgbClr val="7926CB"/>
                </a:solidFill>
                <a:latin typeface="Space Grotesk"/>
                <a:ea typeface="Space Grotesk"/>
                <a:cs typeface="Space Grotesk"/>
              </a:defRPr>
            </a:lvl1pPr>
            <a:lvl2pPr algn="l">
              <a:defRPr sz="1220" b="1">
                <a:solidFill>
                  <a:srgbClr val="7926CB"/>
                </a:solidFill>
                <a:latin typeface="Space Grotesk"/>
                <a:ea typeface="Space Grotesk"/>
                <a:cs typeface="Space Grotesk"/>
              </a:defRPr>
            </a:lvl2pPr>
            <a:lvl3pPr algn="l">
              <a:defRPr sz="1220" b="1">
                <a:solidFill>
                  <a:srgbClr val="7926CB"/>
                </a:solidFill>
                <a:latin typeface="Space Grotesk"/>
                <a:ea typeface="Space Grotesk"/>
                <a:cs typeface="Space Grotesk"/>
              </a:defRPr>
            </a:lvl3pPr>
            <a:lvl4pPr algn="l">
              <a:defRPr sz="1220" b="1">
                <a:solidFill>
                  <a:srgbClr val="7926CB"/>
                </a:solidFill>
                <a:latin typeface="Space Grotesk"/>
                <a:ea typeface="Space Grotesk"/>
                <a:cs typeface="Space Grotesk"/>
              </a:defRPr>
            </a:lvl4pPr>
            <a:lvl5pPr algn="l">
              <a:defRPr sz="1220" b="1">
                <a:solidFill>
                  <a:srgbClr val="7926CB"/>
                </a:solidFill>
                <a:latin typeface="Space Grotesk"/>
                <a:ea typeface="Space Grotesk"/>
                <a:cs typeface="Space Grotesk"/>
              </a:defRPr>
            </a:lvl5pPr>
            <a:lvl6pPr algn="l">
              <a:defRPr sz="1220" b="1">
                <a:solidFill>
                  <a:srgbClr val="7926CB"/>
                </a:solidFill>
                <a:latin typeface="Space Grotesk"/>
                <a:ea typeface="Space Grotesk"/>
                <a:cs typeface="Space Grotesk"/>
              </a:defRPr>
            </a:lvl6pPr>
            <a:lvl7pPr algn="l">
              <a:defRPr sz="1220" b="1">
                <a:solidFill>
                  <a:srgbClr val="7926CB"/>
                </a:solidFill>
                <a:latin typeface="Space Grotesk"/>
                <a:ea typeface="Space Grotesk"/>
                <a:cs typeface="Space Grotesk"/>
              </a:defRPr>
            </a:lvl7pPr>
            <a:lvl8pPr algn="l">
              <a:defRPr sz="1220" b="1">
                <a:solidFill>
                  <a:srgbClr val="7926CB"/>
                </a:solidFill>
                <a:latin typeface="Space Grotesk"/>
                <a:ea typeface="Space Grotesk"/>
                <a:cs typeface="Space Grotesk"/>
              </a:defRPr>
            </a:lvl8pPr>
            <a:lvl9pPr algn="l">
              <a:defRPr sz="1220" b="1">
                <a:solidFill>
                  <a:srgbClr val="7926CB"/>
                </a:solidFill>
                <a:latin typeface="Space Grotesk"/>
                <a:ea typeface="Space Grotesk"/>
                <a:cs typeface="Space Grotesk"/>
              </a:defRPr>
            </a:lvl9pPr>
          </a:lstStyle>
          <a:p xmlns:a="http://schemas.openxmlformats.org/drawingml/2006/main">
            <a:pPr algn="l">
              <a:lnSpc>
                <a:spcPct val="100000"/>
              </a:lnSpc>
              <a:buNone/>
              <a:defRPr sz="1220" b="1">
                <a:solidFill>
                  <a:srgbClr val="7926CB"/>
                </a:solidFill>
                <a:latin typeface="Space Grotesk"/>
                <a:ea typeface="Space Grotesk"/>
                <a:cs typeface="Space Grotesk"/>
              </a:defRPr>
            </a:pPr>
            <a:r>
              <a:rPr sz="1220" b="1">
                <a:solidFill>
                  <a:srgbClr val="7926CB"/>
                </a:solidFill>
                <a:latin typeface="Space Grotesk"/>
                <a:ea typeface="Space Grotesk"/>
                <a:cs typeface="Space Grotesk"/>
              </a:rPr>
              <a:t>START EXPLORING</a:t>
            </a:r>
          </a:p>
          <a:p xmlns:a="http://schemas.openxmlformats.org/drawingml/2006/main">
            <a:pPr algn="l">
              <a:lnSpc>
                <a:spcPct val="100000"/>
              </a:lnSpc>
              <a:buNone/>
              <a:defRPr sz="1220" b="1">
                <a:solidFill>
                  <a:srgbClr val="7926CB"/>
                </a:solidFill>
                <a:latin typeface="Space Grotesk"/>
                <a:ea typeface="Space Grotesk"/>
                <a:cs typeface="Space Grotesk"/>
              </a:defRPr>
            </a:pPr>
            <a:r>
              <a:rPr sz="1220" b="1">
                <a:solidFill>
                  <a:srgbClr val="7926CB"/>
                </a:solidFill>
                <a:latin typeface="Space Grotesk"/>
                <a:ea typeface="Space Grotesk"/>
                <a:cs typeface="Space Grotesk"/>
              </a:rPr>
              <a:t>3fp.org</a:t>
            </a:r>
          </a:p>
        </p:txBody>
      </p:sp>
      <p:sp>
        <p:nvSpPr>
          <p:cNvPr id="16" name="Rack front tagline">
            <a:extLst xmlns:a="http://schemas.openxmlformats.org/drawingml/2006/main">
              <a:ext uri="{FF2B5EF4-FFF2-40B4-BE49-F238E27FC236}">
                <a16:creationId xmlns:a16="http://schemas.microsoft.com/office/drawing/2014/main" id="{7BCC770B-6A93-4018-AF77-F52DE731491A}"/>
              </a:ext>
            </a:extLst>
          </p:cNvPr>
          <p:cNvSpPr>
            <a:spLocks xmlns:a="http://schemas.openxmlformats.org/drawingml/2006/main" noGrp="1"/>
          </p:cNvSpPr>
          <p:nvPr/>
        </p:nvSpPr>
        <p:spPr>
          <a:xfrm xmlns:a="http://schemas.openxmlformats.org/drawingml/2006/main">
            <a:off x="1028700" y="7486650"/>
            <a:ext cx="1762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0" b="1">
                <a:solidFill>
                  <a:srgbClr val="23143A"/>
                </a:solidFill>
                <a:latin typeface="Arial"/>
                <a:ea typeface="Arial"/>
                <a:cs typeface="Arial"/>
              </a:defRPr>
            </a:defPPr>
            <a:lvl1pPr algn="l">
              <a:defRPr sz="970" b="1">
                <a:solidFill>
                  <a:srgbClr val="23143A"/>
                </a:solidFill>
                <a:latin typeface="Arial"/>
                <a:ea typeface="Arial"/>
                <a:cs typeface="Arial"/>
              </a:defRPr>
            </a:lvl1pPr>
            <a:lvl2pPr algn="l">
              <a:defRPr sz="970" b="1">
                <a:solidFill>
                  <a:srgbClr val="23143A"/>
                </a:solidFill>
                <a:latin typeface="Arial"/>
                <a:ea typeface="Arial"/>
                <a:cs typeface="Arial"/>
              </a:defRPr>
            </a:lvl2pPr>
            <a:lvl3pPr algn="l">
              <a:defRPr sz="970" b="1">
                <a:solidFill>
                  <a:srgbClr val="23143A"/>
                </a:solidFill>
                <a:latin typeface="Arial"/>
                <a:ea typeface="Arial"/>
                <a:cs typeface="Arial"/>
              </a:defRPr>
            </a:lvl3pPr>
            <a:lvl4pPr algn="l">
              <a:defRPr sz="970" b="1">
                <a:solidFill>
                  <a:srgbClr val="23143A"/>
                </a:solidFill>
                <a:latin typeface="Arial"/>
                <a:ea typeface="Arial"/>
                <a:cs typeface="Arial"/>
              </a:defRPr>
            </a:lvl4pPr>
            <a:lvl5pPr algn="l">
              <a:defRPr sz="970" b="1">
                <a:solidFill>
                  <a:srgbClr val="23143A"/>
                </a:solidFill>
                <a:latin typeface="Arial"/>
                <a:ea typeface="Arial"/>
                <a:cs typeface="Arial"/>
              </a:defRPr>
            </a:lvl5pPr>
            <a:lvl6pPr algn="l">
              <a:defRPr sz="970" b="1">
                <a:solidFill>
                  <a:srgbClr val="23143A"/>
                </a:solidFill>
                <a:latin typeface="Arial"/>
                <a:ea typeface="Arial"/>
                <a:cs typeface="Arial"/>
              </a:defRPr>
            </a:lvl6pPr>
            <a:lvl7pPr algn="l">
              <a:defRPr sz="970" b="1">
                <a:solidFill>
                  <a:srgbClr val="23143A"/>
                </a:solidFill>
                <a:latin typeface="Arial"/>
                <a:ea typeface="Arial"/>
                <a:cs typeface="Arial"/>
              </a:defRPr>
            </a:lvl7pPr>
            <a:lvl8pPr algn="l">
              <a:defRPr sz="970" b="1">
                <a:solidFill>
                  <a:srgbClr val="23143A"/>
                </a:solidFill>
                <a:latin typeface="Arial"/>
                <a:ea typeface="Arial"/>
                <a:cs typeface="Arial"/>
              </a:defRPr>
            </a:lvl8pPr>
            <a:lvl9pPr algn="l">
              <a:defRPr sz="970" b="1">
                <a:solidFill>
                  <a:srgbClr val="23143A"/>
                </a:solidFill>
                <a:latin typeface="Arial"/>
                <a:ea typeface="Arial"/>
                <a:cs typeface="Arial"/>
              </a:defRPr>
            </a:lvl9pPr>
          </a:lstStyle>
          <a:p xmlns:a="http://schemas.openxmlformats.org/drawingml/2006/main">
            <a:pPr algn="l">
              <a:lnSpc>
                <a:spcPct val="100000"/>
              </a:lnSpc>
              <a:buNone/>
              <a:defRPr sz="970" b="1">
                <a:solidFill>
                  <a:srgbClr val="23143A"/>
                </a:solidFill>
                <a:latin typeface="Arial"/>
                <a:ea typeface="Arial"/>
                <a:cs typeface="Arial"/>
              </a:defRPr>
            </a:pPr>
            <a:r>
              <a:rPr sz="970" b="1">
                <a:solidFill>
                  <a:srgbClr val="23143A"/>
                </a:solidFill>
                <a:latin typeface="Arial"/>
                <a:ea typeface="Arial"/>
                <a:cs typeface="Arial"/>
              </a:rPr>
              <a:t>More ways to ride, together.</a:t>
            </a:r>
          </a:p>
        </p:txBody>
      </p:sp>
      <p:sp>
        <p:nvSpPr>
          <p:cNvPr id="17" name="QR code white quiet zone">
            <a:extLst xmlns:a="http://schemas.openxmlformats.org/drawingml/2006/main">
              <a:ext uri="{FF2B5EF4-FFF2-40B4-BE49-F238E27FC236}">
                <a16:creationId xmlns:a16="http://schemas.microsoft.com/office/drawing/2014/main" id="{914CF04E-D470-4B16-BC0E-3584CA52D368}"/>
              </a:ext>
            </a:extLst>
          </p:cNvPr>
          <p:cNvSpPr>
            <a:spLocks xmlns:a="http://schemas.openxmlformats.org/drawingml/2006/main" noGrp="1"/>
          </p:cNvSpPr>
          <p:nvPr/>
        </p:nvSpPr>
        <p:spPr>
          <a:xfrm xmlns:a="http://schemas.openxmlformats.org/drawingml/2006/main">
            <a:off x="2762250" y="6924675"/>
            <a:ext cx="838200" cy="8382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18" name="">
            <a:extLst xmlns:a="http://schemas.openxmlformats.org/drawingml/2006/main">
              <a:ext uri="{FF2B5EF4-FFF2-40B4-BE49-F238E27FC236}">
                <a16:creationId xmlns:a16="http://schemas.microsoft.com/office/drawing/2014/main" id="{AA7F701F-F745-49F7-B82B-7177A58CBBAA}"/>
              </a:ext>
            </a:extLst>
          </p:cNvPr>
          <p:cNvPicPr>
            <a:picLocks xmlns:a="http://schemas.openxmlformats.org/drawingml/2006/main" noChangeAspect="1"/>
          </p:cNvPicPr>
          <p:nvPr/>
        </p:nvPicPr>
        <p:blipFill>
          <a:blip xmlns:r="http://schemas.openxmlformats.org/officeDocument/2006/relationships" xmlns:a="http://schemas.openxmlformats.org/drawingml/2006/main" r:embed="R66b0ac832afd400b"/>
          <a:stretch xmlns:a="http://schemas.openxmlformats.org/drawingml/2006/main"/>
        </p:blipFill>
        <p:spPr>
          <a:xfrm xmlns:a="http://schemas.openxmlformats.org/drawingml/2006/main">
            <a:off x="2800350" y="6962775"/>
            <a:ext cx="762000" cy="762000"/>
          </a:xfrm>
          <a:prstGeom xmlns:a="http://schemas.openxmlformats.org/drawingml/2006/main" prst="rect">
            <a:avLst/>
          </a:prstGeom>
        </p:spPr>
      </p:pic>
      <p:sp>
        <p:nvSpPr>
          <p:cNvPr id="19" name="Rack front footer">
            <a:extLst xmlns:a="http://schemas.openxmlformats.org/drawingml/2006/main">
              <a:ext uri="{FF2B5EF4-FFF2-40B4-BE49-F238E27FC236}">
                <a16:creationId xmlns:a16="http://schemas.microsoft.com/office/drawing/2014/main" id="{27A68759-D38B-4FAB-95EE-8343660E3262}"/>
              </a:ext>
            </a:extLst>
          </p:cNvPr>
          <p:cNvSpPr>
            <a:spLocks xmlns:a="http://schemas.openxmlformats.org/drawingml/2006/main" noGrp="1"/>
          </p:cNvSpPr>
          <p:nvPr/>
        </p:nvSpPr>
        <p:spPr>
          <a:xfrm xmlns:a="http://schemas.openxmlformats.org/drawingml/2006/main">
            <a:off x="209550" y="6248400"/>
            <a:ext cx="3238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20" b="1">
                <a:solidFill>
                  <a:srgbClr val="35125F"/>
                </a:solidFill>
                <a:latin typeface="Arial"/>
                <a:ea typeface="Arial"/>
                <a:cs typeface="Arial"/>
              </a:defRPr>
            </a:defPPr>
            <a:lvl1pPr algn="l">
              <a:defRPr sz="920" b="1">
                <a:solidFill>
                  <a:srgbClr val="35125F"/>
                </a:solidFill>
                <a:latin typeface="Arial"/>
                <a:ea typeface="Arial"/>
                <a:cs typeface="Arial"/>
              </a:defRPr>
            </a:lvl1pPr>
            <a:lvl2pPr algn="l">
              <a:defRPr sz="920" b="1">
                <a:solidFill>
                  <a:srgbClr val="35125F"/>
                </a:solidFill>
                <a:latin typeface="Arial"/>
                <a:ea typeface="Arial"/>
                <a:cs typeface="Arial"/>
              </a:defRPr>
            </a:lvl2pPr>
            <a:lvl3pPr algn="l">
              <a:defRPr sz="920" b="1">
                <a:solidFill>
                  <a:srgbClr val="35125F"/>
                </a:solidFill>
                <a:latin typeface="Arial"/>
                <a:ea typeface="Arial"/>
                <a:cs typeface="Arial"/>
              </a:defRPr>
            </a:lvl3pPr>
            <a:lvl4pPr algn="l">
              <a:defRPr sz="920" b="1">
                <a:solidFill>
                  <a:srgbClr val="35125F"/>
                </a:solidFill>
                <a:latin typeface="Arial"/>
                <a:ea typeface="Arial"/>
                <a:cs typeface="Arial"/>
              </a:defRPr>
            </a:lvl4pPr>
            <a:lvl5pPr algn="l">
              <a:defRPr sz="920" b="1">
                <a:solidFill>
                  <a:srgbClr val="35125F"/>
                </a:solidFill>
                <a:latin typeface="Arial"/>
                <a:ea typeface="Arial"/>
                <a:cs typeface="Arial"/>
              </a:defRPr>
            </a:lvl5pPr>
            <a:lvl6pPr algn="l">
              <a:defRPr sz="920" b="1">
                <a:solidFill>
                  <a:srgbClr val="35125F"/>
                </a:solidFill>
                <a:latin typeface="Arial"/>
                <a:ea typeface="Arial"/>
                <a:cs typeface="Arial"/>
              </a:defRPr>
            </a:lvl6pPr>
            <a:lvl7pPr algn="l">
              <a:defRPr sz="920" b="1">
                <a:solidFill>
                  <a:srgbClr val="35125F"/>
                </a:solidFill>
                <a:latin typeface="Arial"/>
                <a:ea typeface="Arial"/>
                <a:cs typeface="Arial"/>
              </a:defRPr>
            </a:lvl7pPr>
            <a:lvl8pPr algn="l">
              <a:defRPr sz="920" b="1">
                <a:solidFill>
                  <a:srgbClr val="35125F"/>
                </a:solidFill>
                <a:latin typeface="Arial"/>
                <a:ea typeface="Arial"/>
                <a:cs typeface="Arial"/>
              </a:defRPr>
            </a:lvl8pPr>
            <a:lvl9pPr algn="l">
              <a:defRPr sz="920" b="1">
                <a:solidFill>
                  <a:srgbClr val="35125F"/>
                </a:solidFill>
                <a:latin typeface="Arial"/>
                <a:ea typeface="Arial"/>
                <a:cs typeface="Arial"/>
              </a:defRPr>
            </a:lvl9pPr>
          </a:lstStyle>
          <a:p xmlns:a="http://schemas.openxmlformats.org/drawingml/2006/main">
            <a:pPr algn="l">
              <a:lnSpc>
                <a:spcPct val="100000"/>
              </a:lnSpc>
              <a:buNone/>
              <a:defRPr sz="920" b="1">
                <a:solidFill>
                  <a:srgbClr val="35125F"/>
                </a:solidFill>
                <a:latin typeface="Arial"/>
                <a:ea typeface="Arial"/>
                <a:cs typeface="Arial"/>
              </a:defRPr>
            </a:pPr>
            <a:r>
              <a:rPr sz="920" b="1">
                <a:solidFill>
                  <a:srgbClr val="35125F"/>
                </a:solidFill>
                <a:latin typeface="Arial"/>
                <a:ea typeface="Arial"/>
                <a:cs typeface="Arial"/>
              </a:rPr>
              <a:t>3 Feet Please · Find groups and public rides at 3fp.org.</a:t>
            </a:r>
          </a:p>
        </p:txBody>
      </p:sp>
    </p:spTree>
    <p:extLst>
      <p:ext uri="{BB962C8B-B14F-4D97-AF65-F5344CB8AC3E}">
        <p14:creationId xmlns:p14="http://schemas.microsoft.com/office/powerpoint/2010/main" val="1345645518"/>
      </p:ext>
    </p:extLst>
  </p:cSld>
</p:sld>
</file>

<file path=ppt/slides/slide2.xml><?xml version="1.0" encoding="utf-8"?>
<p:sld xmlns:p="http://schemas.openxmlformats.org/presentationml/2006/main">
  <p:cSld>
    <p:bg>
      <p:bgPr>
        <a:solidFill xmlns:a="http://schemas.openxmlformats.org/drawingml/2006/main">
          <a:srgbClr val="FFF3DF"/>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04B21056-ECE2-4476-A061-222A159869A8}"/>
              </a:ext>
            </a:extLst>
          </p:cNvPr>
          <p:cNvPicPr>
            <a:picLocks xmlns:a="http://schemas.openxmlformats.org/drawingml/2006/main" noChangeAspect="1"/>
          </p:cNvPicPr>
          <p:nvPr/>
        </p:nvPicPr>
        <p:blipFill>
          <a:blip xmlns:r="http://schemas.openxmlformats.org/officeDocument/2006/relationships" xmlns:a="http://schemas.openxmlformats.org/drawingml/2006/main" r:embed="R682738822a0345f4"/>
          <a:srcRect xmlns:a="http://schemas.openxmlformats.org/drawingml/2006/main" l="0" t="0" r="0" b="0"/>
          <a:stretch xmlns:a="http://schemas.openxmlformats.org/drawingml/2006/main">
            <a:fillRect l="0" t="0" r="0" b="0"/>
          </a:stretch>
        </p:blipFill>
        <p:spPr>
          <a:xfrm xmlns:a="http://schemas.openxmlformats.org/drawingml/2006/main">
            <a:off x="0" y="0"/>
            <a:ext cx="1200150" cy="1800225"/>
          </a:xfrm>
          <a:prstGeom xmlns:a="http://schemas.openxmlformats.org/drawingml/2006/main" prst="rect">
            <a:avLst/>
          </a:prstGeom>
        </p:spPr>
      </p:pic>
      <p:sp>
        <p:nvSpPr>
          <p:cNvPr id="2" name="Rack back headline ground">
            <a:extLst xmlns:a="http://schemas.openxmlformats.org/drawingml/2006/main">
              <a:ext uri="{FF2B5EF4-FFF2-40B4-BE49-F238E27FC236}">
                <a16:creationId xmlns:a16="http://schemas.microsoft.com/office/drawing/2014/main" id="{62A13630-AA67-4764-B22C-F2FBF4AD3828}"/>
              </a:ext>
            </a:extLst>
          </p:cNvPr>
          <p:cNvSpPr>
            <a:spLocks xmlns:a="http://schemas.openxmlformats.org/drawingml/2006/main" noGrp="1"/>
          </p:cNvSpPr>
          <p:nvPr/>
        </p:nvSpPr>
        <p:spPr>
          <a:xfrm xmlns:a="http://schemas.openxmlformats.org/drawingml/2006/main">
            <a:off x="1200150" y="0"/>
            <a:ext cx="2457450" cy="1800225"/>
          </a:xfrm>
          <a:prstGeom xmlns:a="http://schemas.openxmlformats.org/drawingml/2006/main" prst="rect">
            <a:avLst/>
          </a:prstGeom>
          <a:solidFill xmlns:a="http://schemas.openxmlformats.org/drawingml/2006/main">
            <a:srgbClr val="35125F"/>
          </a:solidFill>
          <a:ln xmlns:a="http://schemas.openxmlformats.org/drawingml/2006/main" w="0">
            <a:noFill/>
            <a:prstDash val="solid"/>
          </a:ln>
        </p:spPr>
      </p:sp>
      <p:sp>
        <p:nvSpPr>
          <p:cNvPr id="3" name="Rack back headline">
            <a:extLst xmlns:a="http://schemas.openxmlformats.org/drawingml/2006/main">
              <a:ext uri="{FF2B5EF4-FFF2-40B4-BE49-F238E27FC236}">
                <a16:creationId xmlns:a16="http://schemas.microsoft.com/office/drawing/2014/main" id="{4DEC7C91-5C4C-421E-801B-BDB468A15CFD}"/>
              </a:ext>
            </a:extLst>
          </p:cNvPr>
          <p:cNvSpPr>
            <a:spLocks xmlns:a="http://schemas.openxmlformats.org/drawingml/2006/main" noGrp="1"/>
          </p:cNvSpPr>
          <p:nvPr/>
        </p:nvSpPr>
        <p:spPr>
          <a:xfrm xmlns:a="http://schemas.openxmlformats.org/drawingml/2006/main">
            <a:off x="1428750" y="333375"/>
            <a:ext cx="20097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FFF0A"/>
                </a:solidFill>
                <a:latin typeface="Space Grotesk"/>
                <a:ea typeface="Space Grotesk"/>
                <a:cs typeface="Space Grotesk"/>
              </a:defRPr>
            </a:defPPr>
            <a:lvl1pPr algn="l">
              <a:defRPr sz="1800" b="1">
                <a:solidFill>
                  <a:srgbClr val="FFFF0A"/>
                </a:solidFill>
                <a:latin typeface="Space Grotesk"/>
                <a:ea typeface="Space Grotesk"/>
                <a:cs typeface="Space Grotesk"/>
              </a:defRPr>
            </a:lvl1pPr>
            <a:lvl2pPr algn="l">
              <a:defRPr sz="1800" b="1">
                <a:solidFill>
                  <a:srgbClr val="FFFF0A"/>
                </a:solidFill>
                <a:latin typeface="Space Grotesk"/>
                <a:ea typeface="Space Grotesk"/>
                <a:cs typeface="Space Grotesk"/>
              </a:defRPr>
            </a:lvl2pPr>
            <a:lvl3pPr algn="l">
              <a:defRPr sz="1800" b="1">
                <a:solidFill>
                  <a:srgbClr val="FFFF0A"/>
                </a:solidFill>
                <a:latin typeface="Space Grotesk"/>
                <a:ea typeface="Space Grotesk"/>
                <a:cs typeface="Space Grotesk"/>
              </a:defRPr>
            </a:lvl3pPr>
            <a:lvl4pPr algn="l">
              <a:defRPr sz="1800" b="1">
                <a:solidFill>
                  <a:srgbClr val="FFFF0A"/>
                </a:solidFill>
                <a:latin typeface="Space Grotesk"/>
                <a:ea typeface="Space Grotesk"/>
                <a:cs typeface="Space Grotesk"/>
              </a:defRPr>
            </a:lvl4pPr>
            <a:lvl5pPr algn="l">
              <a:defRPr sz="1800" b="1">
                <a:solidFill>
                  <a:srgbClr val="FFFF0A"/>
                </a:solidFill>
                <a:latin typeface="Space Grotesk"/>
                <a:ea typeface="Space Grotesk"/>
                <a:cs typeface="Space Grotesk"/>
              </a:defRPr>
            </a:lvl5pPr>
            <a:lvl6pPr algn="l">
              <a:defRPr sz="1800" b="1">
                <a:solidFill>
                  <a:srgbClr val="FFFF0A"/>
                </a:solidFill>
                <a:latin typeface="Space Grotesk"/>
                <a:ea typeface="Space Grotesk"/>
                <a:cs typeface="Space Grotesk"/>
              </a:defRPr>
            </a:lvl6pPr>
            <a:lvl7pPr algn="l">
              <a:defRPr sz="1800" b="1">
                <a:solidFill>
                  <a:srgbClr val="FFFF0A"/>
                </a:solidFill>
                <a:latin typeface="Space Grotesk"/>
                <a:ea typeface="Space Grotesk"/>
                <a:cs typeface="Space Grotesk"/>
              </a:defRPr>
            </a:lvl7pPr>
            <a:lvl8pPr algn="l">
              <a:defRPr sz="1800" b="1">
                <a:solidFill>
                  <a:srgbClr val="FFFF0A"/>
                </a:solidFill>
                <a:latin typeface="Space Grotesk"/>
                <a:ea typeface="Space Grotesk"/>
                <a:cs typeface="Space Grotesk"/>
              </a:defRPr>
            </a:lvl8pPr>
            <a:lvl9pPr algn="l">
              <a:defRPr sz="1800" b="1">
                <a:solidFill>
                  <a:srgbClr val="FFFF0A"/>
                </a:solidFill>
                <a:latin typeface="Space Grotesk"/>
                <a:ea typeface="Space Grotesk"/>
                <a:cs typeface="Space Grotesk"/>
              </a:defRPr>
            </a:lvl9pPr>
          </a:lstStyle>
          <a:p xmlns:a="http://schemas.openxmlformats.org/drawingml/2006/main">
            <a:pPr algn="l">
              <a:lnSpc>
                <a:spcPct val="95000"/>
              </a:lnSpc>
              <a:buNone/>
              <a:defRPr sz="1800" b="1">
                <a:solidFill>
                  <a:srgbClr val="FFFF0A"/>
                </a:solidFill>
                <a:latin typeface="Space Grotesk"/>
                <a:ea typeface="Space Grotesk"/>
                <a:cs typeface="Space Grotesk"/>
              </a:defRPr>
            </a:pPr>
            <a:r>
              <a:rPr sz="1800" b="1">
                <a:solidFill>
                  <a:srgbClr val="FFFF0A"/>
                </a:solidFill>
                <a:latin typeface="Space Grotesk"/>
                <a:ea typeface="Space Grotesk"/>
                <a:cs typeface="Space Grotesk"/>
              </a:rPr>
              <a:t>Meet your next</a:t>
            </a:r>
          </a:p>
          <a:p xmlns:a="http://schemas.openxmlformats.org/drawingml/2006/main">
            <a:pPr algn="l">
              <a:lnSpc>
                <a:spcPct val="95000"/>
              </a:lnSpc>
              <a:buNone/>
              <a:defRPr sz="1800" b="1">
                <a:solidFill>
                  <a:srgbClr val="FFFF0A"/>
                </a:solidFill>
                <a:latin typeface="Space Grotesk"/>
                <a:ea typeface="Space Grotesk"/>
                <a:cs typeface="Space Grotesk"/>
              </a:defRPr>
            </a:pPr>
            <a:r>
              <a:rPr sz="1800" b="1">
                <a:solidFill>
                  <a:srgbClr val="FFFF0A"/>
                </a:solidFill>
                <a:latin typeface="Space Grotesk"/>
                <a:ea typeface="Space Grotesk"/>
                <a:cs typeface="Space Grotesk"/>
              </a:rPr>
              <a:t>riding buddy.</a:t>
            </a:r>
          </a:p>
        </p:txBody>
      </p:sp>
      <p:sp>
        <p:nvSpPr>
          <p:cNvPr id="4" name="Rack back introduction">
            <a:extLst xmlns:a="http://schemas.openxmlformats.org/drawingml/2006/main">
              <a:ext uri="{FF2B5EF4-FFF2-40B4-BE49-F238E27FC236}">
                <a16:creationId xmlns:a16="http://schemas.microsoft.com/office/drawing/2014/main" id="{ABAFA6AB-39EB-41AC-9D49-F94B15D15ED4}"/>
              </a:ext>
            </a:extLst>
          </p:cNvPr>
          <p:cNvSpPr>
            <a:spLocks xmlns:a="http://schemas.openxmlformats.org/drawingml/2006/main" noGrp="1"/>
          </p:cNvSpPr>
          <p:nvPr/>
        </p:nvSpPr>
        <p:spPr>
          <a:xfrm xmlns:a="http://schemas.openxmlformats.org/drawingml/2006/main">
            <a:off x="1428750" y="1114425"/>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60" b="1">
                <a:solidFill>
                  <a:srgbClr val="FFFFFF"/>
                </a:solidFill>
                <a:latin typeface="Arial"/>
                <a:ea typeface="Arial"/>
                <a:cs typeface="Arial"/>
              </a:defRPr>
            </a:defPPr>
            <a:lvl1pPr algn="l">
              <a:defRPr sz="960" b="1">
                <a:solidFill>
                  <a:srgbClr val="FFFFFF"/>
                </a:solidFill>
                <a:latin typeface="Arial"/>
                <a:ea typeface="Arial"/>
                <a:cs typeface="Arial"/>
              </a:defRPr>
            </a:lvl1pPr>
            <a:lvl2pPr algn="l">
              <a:defRPr sz="960" b="1">
                <a:solidFill>
                  <a:srgbClr val="FFFFFF"/>
                </a:solidFill>
                <a:latin typeface="Arial"/>
                <a:ea typeface="Arial"/>
                <a:cs typeface="Arial"/>
              </a:defRPr>
            </a:lvl2pPr>
            <a:lvl3pPr algn="l">
              <a:defRPr sz="960" b="1">
                <a:solidFill>
                  <a:srgbClr val="FFFFFF"/>
                </a:solidFill>
                <a:latin typeface="Arial"/>
                <a:ea typeface="Arial"/>
                <a:cs typeface="Arial"/>
              </a:defRPr>
            </a:lvl3pPr>
            <a:lvl4pPr algn="l">
              <a:defRPr sz="960" b="1">
                <a:solidFill>
                  <a:srgbClr val="FFFFFF"/>
                </a:solidFill>
                <a:latin typeface="Arial"/>
                <a:ea typeface="Arial"/>
                <a:cs typeface="Arial"/>
              </a:defRPr>
            </a:lvl4pPr>
            <a:lvl5pPr algn="l">
              <a:defRPr sz="960" b="1">
                <a:solidFill>
                  <a:srgbClr val="FFFFFF"/>
                </a:solidFill>
                <a:latin typeface="Arial"/>
                <a:ea typeface="Arial"/>
                <a:cs typeface="Arial"/>
              </a:defRPr>
            </a:lvl5pPr>
            <a:lvl6pPr algn="l">
              <a:defRPr sz="960" b="1">
                <a:solidFill>
                  <a:srgbClr val="FFFFFF"/>
                </a:solidFill>
                <a:latin typeface="Arial"/>
                <a:ea typeface="Arial"/>
                <a:cs typeface="Arial"/>
              </a:defRPr>
            </a:lvl6pPr>
            <a:lvl7pPr algn="l">
              <a:defRPr sz="960" b="1">
                <a:solidFill>
                  <a:srgbClr val="FFFFFF"/>
                </a:solidFill>
                <a:latin typeface="Arial"/>
                <a:ea typeface="Arial"/>
                <a:cs typeface="Arial"/>
              </a:defRPr>
            </a:lvl7pPr>
            <a:lvl8pPr algn="l">
              <a:defRPr sz="960" b="1">
                <a:solidFill>
                  <a:srgbClr val="FFFFFF"/>
                </a:solidFill>
                <a:latin typeface="Arial"/>
                <a:ea typeface="Arial"/>
                <a:cs typeface="Arial"/>
              </a:defRPr>
            </a:lvl8pPr>
            <a:lvl9pPr algn="l">
              <a:defRPr sz="960" b="1">
                <a:solidFill>
                  <a:srgbClr val="FFFFFF"/>
                </a:solidFill>
                <a:latin typeface="Arial"/>
                <a:ea typeface="Arial"/>
                <a:cs typeface="Arial"/>
              </a:defRPr>
            </a:lvl9pPr>
          </a:lstStyle>
          <a:p xmlns:a="http://schemas.openxmlformats.org/drawingml/2006/main">
            <a:pPr algn="l">
              <a:lnSpc>
                <a:spcPct val="100000"/>
              </a:lnSpc>
              <a:buNone/>
              <a:defRPr sz="960" b="1">
                <a:solidFill>
                  <a:srgbClr val="FFFFFF"/>
                </a:solidFill>
                <a:latin typeface="Arial"/>
                <a:ea typeface="Arial"/>
                <a:cs typeface="Arial"/>
              </a:defRPr>
            </a:pPr>
            <a:r>
              <a:rPr sz="960" b="1">
                <a:solidFill>
                  <a:srgbClr val="FFFFFF"/>
                </a:solidFill>
                <a:latin typeface="Arial"/>
                <a:ea typeface="Arial"/>
                <a:cs typeface="Arial"/>
              </a:rPr>
              <a:t>Listings have different formats and expectations. Check the details with the host.</a:t>
            </a:r>
          </a:p>
        </p:txBody>
      </p:sp>
      <p:sp>
        <p:nvSpPr>
          <p:cNvPr id="5" name="Rack back step one heading">
            <a:extLst xmlns:a="http://schemas.openxmlformats.org/drawingml/2006/main">
              <a:ext uri="{FF2B5EF4-FFF2-40B4-BE49-F238E27FC236}">
                <a16:creationId xmlns:a16="http://schemas.microsoft.com/office/drawing/2014/main" id="{B9DF5B19-2C8D-4B63-9C82-6BAFC576F0A3}"/>
              </a:ext>
            </a:extLst>
          </p:cNvPr>
          <p:cNvSpPr>
            <a:spLocks xmlns:a="http://schemas.openxmlformats.org/drawingml/2006/main" noGrp="1"/>
          </p:cNvSpPr>
          <p:nvPr/>
        </p:nvSpPr>
        <p:spPr>
          <a:xfrm xmlns:a="http://schemas.openxmlformats.org/drawingml/2006/main">
            <a:off x="209550" y="20574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0" b="1">
                <a:solidFill>
                  <a:srgbClr val="7926CB"/>
                </a:solidFill>
                <a:latin typeface="Space Grotesk"/>
                <a:ea typeface="Space Grotesk"/>
                <a:cs typeface="Space Grotesk"/>
              </a:defRPr>
            </a:defPPr>
            <a:lvl1pPr algn="l">
              <a:defRPr sz="1080" b="1">
                <a:solidFill>
                  <a:srgbClr val="7926CB"/>
                </a:solidFill>
                <a:latin typeface="Space Grotesk"/>
                <a:ea typeface="Space Grotesk"/>
                <a:cs typeface="Space Grotesk"/>
              </a:defRPr>
            </a:lvl1pPr>
            <a:lvl2pPr algn="l">
              <a:defRPr sz="1080" b="1">
                <a:solidFill>
                  <a:srgbClr val="7926CB"/>
                </a:solidFill>
                <a:latin typeface="Space Grotesk"/>
                <a:ea typeface="Space Grotesk"/>
                <a:cs typeface="Space Grotesk"/>
              </a:defRPr>
            </a:lvl2pPr>
            <a:lvl3pPr algn="l">
              <a:defRPr sz="1080" b="1">
                <a:solidFill>
                  <a:srgbClr val="7926CB"/>
                </a:solidFill>
                <a:latin typeface="Space Grotesk"/>
                <a:ea typeface="Space Grotesk"/>
                <a:cs typeface="Space Grotesk"/>
              </a:defRPr>
            </a:lvl3pPr>
            <a:lvl4pPr algn="l">
              <a:defRPr sz="1080" b="1">
                <a:solidFill>
                  <a:srgbClr val="7926CB"/>
                </a:solidFill>
                <a:latin typeface="Space Grotesk"/>
                <a:ea typeface="Space Grotesk"/>
                <a:cs typeface="Space Grotesk"/>
              </a:defRPr>
            </a:lvl4pPr>
            <a:lvl5pPr algn="l">
              <a:defRPr sz="1080" b="1">
                <a:solidFill>
                  <a:srgbClr val="7926CB"/>
                </a:solidFill>
                <a:latin typeface="Space Grotesk"/>
                <a:ea typeface="Space Grotesk"/>
                <a:cs typeface="Space Grotesk"/>
              </a:defRPr>
            </a:lvl5pPr>
            <a:lvl6pPr algn="l">
              <a:defRPr sz="1080" b="1">
                <a:solidFill>
                  <a:srgbClr val="7926CB"/>
                </a:solidFill>
                <a:latin typeface="Space Grotesk"/>
                <a:ea typeface="Space Grotesk"/>
                <a:cs typeface="Space Grotesk"/>
              </a:defRPr>
            </a:lvl6pPr>
            <a:lvl7pPr algn="l">
              <a:defRPr sz="1080" b="1">
                <a:solidFill>
                  <a:srgbClr val="7926CB"/>
                </a:solidFill>
                <a:latin typeface="Space Grotesk"/>
                <a:ea typeface="Space Grotesk"/>
                <a:cs typeface="Space Grotesk"/>
              </a:defRPr>
            </a:lvl7pPr>
            <a:lvl8pPr algn="l">
              <a:defRPr sz="1080" b="1">
                <a:solidFill>
                  <a:srgbClr val="7926CB"/>
                </a:solidFill>
                <a:latin typeface="Space Grotesk"/>
                <a:ea typeface="Space Grotesk"/>
                <a:cs typeface="Space Grotesk"/>
              </a:defRPr>
            </a:lvl8pPr>
            <a:lvl9pPr algn="l">
              <a:defRPr sz="1080" b="1">
                <a:solidFill>
                  <a:srgbClr val="7926CB"/>
                </a:solidFill>
                <a:latin typeface="Space Grotesk"/>
                <a:ea typeface="Space Grotesk"/>
                <a:cs typeface="Space Grotesk"/>
              </a:defRPr>
            </a:lvl9pPr>
          </a:lstStyle>
          <a:p xmlns:a="http://schemas.openxmlformats.org/drawingml/2006/main">
            <a:pPr algn="l">
              <a:lnSpc>
                <a:spcPct val="100000"/>
              </a:lnSpc>
              <a:buNone/>
              <a:defRPr sz="1080" b="1">
                <a:solidFill>
                  <a:srgbClr val="7926CB"/>
                </a:solidFill>
                <a:latin typeface="Space Grotesk"/>
                <a:ea typeface="Space Grotesk"/>
                <a:cs typeface="Space Grotesk"/>
              </a:defRPr>
            </a:pPr>
            <a:r>
              <a:rPr sz="1080" b="1">
                <a:solidFill>
                  <a:srgbClr val="7926CB"/>
                </a:solidFill>
                <a:latin typeface="Space Grotesk"/>
                <a:ea typeface="Space Grotesk"/>
                <a:cs typeface="Space Grotesk"/>
              </a:rPr>
              <a:t>1  BROWSE PUBLIC RIDES</a:t>
            </a:r>
          </a:p>
        </p:txBody>
      </p:sp>
      <p:sp>
        <p:nvSpPr>
          <p:cNvPr id="6" name="Rack back step one copy">
            <a:extLst xmlns:a="http://schemas.openxmlformats.org/drawingml/2006/main">
              <a:ext uri="{FF2B5EF4-FFF2-40B4-BE49-F238E27FC236}">
                <a16:creationId xmlns:a16="http://schemas.microsoft.com/office/drawing/2014/main" id="{196348D3-0D68-492D-9CFA-1971634DD028}"/>
              </a:ext>
            </a:extLst>
          </p:cNvPr>
          <p:cNvSpPr>
            <a:spLocks xmlns:a="http://schemas.openxmlformats.org/drawingml/2006/main" noGrp="1"/>
          </p:cNvSpPr>
          <p:nvPr/>
        </p:nvSpPr>
        <p:spPr>
          <a:xfrm xmlns:a="http://schemas.openxmlformats.org/drawingml/2006/main">
            <a:off x="209550" y="2295525"/>
            <a:ext cx="323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80" b="0">
                <a:solidFill>
                  <a:srgbClr val="23143A"/>
                </a:solidFill>
                <a:latin typeface="Arial"/>
                <a:ea typeface="Arial"/>
                <a:cs typeface="Arial"/>
              </a:defRPr>
            </a:defPPr>
            <a:lvl1pPr algn="l">
              <a:defRPr sz="980" b="0">
                <a:solidFill>
                  <a:srgbClr val="23143A"/>
                </a:solidFill>
                <a:latin typeface="Arial"/>
                <a:ea typeface="Arial"/>
                <a:cs typeface="Arial"/>
              </a:defRPr>
            </a:lvl1pPr>
            <a:lvl2pPr algn="l">
              <a:defRPr sz="980" b="0">
                <a:solidFill>
                  <a:srgbClr val="23143A"/>
                </a:solidFill>
                <a:latin typeface="Arial"/>
                <a:ea typeface="Arial"/>
                <a:cs typeface="Arial"/>
              </a:defRPr>
            </a:lvl2pPr>
            <a:lvl3pPr algn="l">
              <a:defRPr sz="980" b="0">
                <a:solidFill>
                  <a:srgbClr val="23143A"/>
                </a:solidFill>
                <a:latin typeface="Arial"/>
                <a:ea typeface="Arial"/>
                <a:cs typeface="Arial"/>
              </a:defRPr>
            </a:lvl3pPr>
            <a:lvl4pPr algn="l">
              <a:defRPr sz="980" b="0">
                <a:solidFill>
                  <a:srgbClr val="23143A"/>
                </a:solidFill>
                <a:latin typeface="Arial"/>
                <a:ea typeface="Arial"/>
                <a:cs typeface="Arial"/>
              </a:defRPr>
            </a:lvl4pPr>
            <a:lvl5pPr algn="l">
              <a:defRPr sz="980" b="0">
                <a:solidFill>
                  <a:srgbClr val="23143A"/>
                </a:solidFill>
                <a:latin typeface="Arial"/>
                <a:ea typeface="Arial"/>
                <a:cs typeface="Arial"/>
              </a:defRPr>
            </a:lvl5pPr>
            <a:lvl6pPr algn="l">
              <a:defRPr sz="980" b="0">
                <a:solidFill>
                  <a:srgbClr val="23143A"/>
                </a:solidFill>
                <a:latin typeface="Arial"/>
                <a:ea typeface="Arial"/>
                <a:cs typeface="Arial"/>
              </a:defRPr>
            </a:lvl6pPr>
            <a:lvl7pPr algn="l">
              <a:defRPr sz="980" b="0">
                <a:solidFill>
                  <a:srgbClr val="23143A"/>
                </a:solidFill>
                <a:latin typeface="Arial"/>
                <a:ea typeface="Arial"/>
                <a:cs typeface="Arial"/>
              </a:defRPr>
            </a:lvl7pPr>
            <a:lvl8pPr algn="l">
              <a:defRPr sz="980" b="0">
                <a:solidFill>
                  <a:srgbClr val="23143A"/>
                </a:solidFill>
                <a:latin typeface="Arial"/>
                <a:ea typeface="Arial"/>
                <a:cs typeface="Arial"/>
              </a:defRPr>
            </a:lvl8pPr>
            <a:lvl9pPr algn="l">
              <a:defRPr sz="980" b="0">
                <a:solidFill>
                  <a:srgbClr val="23143A"/>
                </a:solidFill>
                <a:latin typeface="Arial"/>
                <a:ea typeface="Arial"/>
                <a:cs typeface="Arial"/>
              </a:defRPr>
            </a:lvl9pPr>
          </a:lstStyle>
          <a:p xmlns:a="http://schemas.openxmlformats.org/drawingml/2006/main">
            <a:pPr algn="l">
              <a:lnSpc>
                <a:spcPct val="100000"/>
              </a:lnSpc>
              <a:buNone/>
              <a:defRPr sz="980" b="0">
                <a:solidFill>
                  <a:srgbClr val="23143A"/>
                </a:solidFill>
                <a:latin typeface="Arial"/>
                <a:ea typeface="Arial"/>
                <a:cs typeface="Arial"/>
              </a:defRPr>
            </a:pPr>
            <a:r>
              <a:rPr sz="980" b="0">
                <a:solidFill>
                  <a:srgbClr val="23143A"/>
                </a:solidFill>
                <a:latin typeface="Arial"/>
                <a:ea typeface="Arial"/>
                <a:cs typeface="Arial"/>
              </a:rPr>
              <a:t>Go to 3fp.org/ride. Search listings by location or pace, and filter by difficulty when available.</a:t>
            </a:r>
          </a:p>
        </p:txBody>
      </p:sp>
      <p:sp>
        <p:nvSpPr>
          <p:cNvPr id="7" name="Rack back step two heading">
            <a:extLst xmlns:a="http://schemas.openxmlformats.org/drawingml/2006/main">
              <a:ext uri="{FF2B5EF4-FFF2-40B4-BE49-F238E27FC236}">
                <a16:creationId xmlns:a16="http://schemas.microsoft.com/office/drawing/2014/main" id="{184631A0-ACF3-4B7E-AC61-188DFE912302}"/>
              </a:ext>
            </a:extLst>
          </p:cNvPr>
          <p:cNvSpPr>
            <a:spLocks xmlns:a="http://schemas.openxmlformats.org/drawingml/2006/main" noGrp="1"/>
          </p:cNvSpPr>
          <p:nvPr/>
        </p:nvSpPr>
        <p:spPr>
          <a:xfrm xmlns:a="http://schemas.openxmlformats.org/drawingml/2006/main">
            <a:off x="209550" y="2943225"/>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0" b="1">
                <a:solidFill>
                  <a:srgbClr val="7926CB"/>
                </a:solidFill>
                <a:latin typeface="Space Grotesk"/>
                <a:ea typeface="Space Grotesk"/>
                <a:cs typeface="Space Grotesk"/>
              </a:defRPr>
            </a:defPPr>
            <a:lvl1pPr algn="l">
              <a:defRPr sz="1080" b="1">
                <a:solidFill>
                  <a:srgbClr val="7926CB"/>
                </a:solidFill>
                <a:latin typeface="Space Grotesk"/>
                <a:ea typeface="Space Grotesk"/>
                <a:cs typeface="Space Grotesk"/>
              </a:defRPr>
            </a:lvl1pPr>
            <a:lvl2pPr algn="l">
              <a:defRPr sz="1080" b="1">
                <a:solidFill>
                  <a:srgbClr val="7926CB"/>
                </a:solidFill>
                <a:latin typeface="Space Grotesk"/>
                <a:ea typeface="Space Grotesk"/>
                <a:cs typeface="Space Grotesk"/>
              </a:defRPr>
            </a:lvl2pPr>
            <a:lvl3pPr algn="l">
              <a:defRPr sz="1080" b="1">
                <a:solidFill>
                  <a:srgbClr val="7926CB"/>
                </a:solidFill>
                <a:latin typeface="Space Grotesk"/>
                <a:ea typeface="Space Grotesk"/>
                <a:cs typeface="Space Grotesk"/>
              </a:defRPr>
            </a:lvl3pPr>
            <a:lvl4pPr algn="l">
              <a:defRPr sz="1080" b="1">
                <a:solidFill>
                  <a:srgbClr val="7926CB"/>
                </a:solidFill>
                <a:latin typeface="Space Grotesk"/>
                <a:ea typeface="Space Grotesk"/>
                <a:cs typeface="Space Grotesk"/>
              </a:defRPr>
            </a:lvl4pPr>
            <a:lvl5pPr algn="l">
              <a:defRPr sz="1080" b="1">
                <a:solidFill>
                  <a:srgbClr val="7926CB"/>
                </a:solidFill>
                <a:latin typeface="Space Grotesk"/>
                <a:ea typeface="Space Grotesk"/>
                <a:cs typeface="Space Grotesk"/>
              </a:defRPr>
            </a:lvl5pPr>
            <a:lvl6pPr algn="l">
              <a:defRPr sz="1080" b="1">
                <a:solidFill>
                  <a:srgbClr val="7926CB"/>
                </a:solidFill>
                <a:latin typeface="Space Grotesk"/>
                <a:ea typeface="Space Grotesk"/>
                <a:cs typeface="Space Grotesk"/>
              </a:defRPr>
            </a:lvl6pPr>
            <a:lvl7pPr algn="l">
              <a:defRPr sz="1080" b="1">
                <a:solidFill>
                  <a:srgbClr val="7926CB"/>
                </a:solidFill>
                <a:latin typeface="Space Grotesk"/>
                <a:ea typeface="Space Grotesk"/>
                <a:cs typeface="Space Grotesk"/>
              </a:defRPr>
            </a:lvl7pPr>
            <a:lvl8pPr algn="l">
              <a:defRPr sz="1080" b="1">
                <a:solidFill>
                  <a:srgbClr val="7926CB"/>
                </a:solidFill>
                <a:latin typeface="Space Grotesk"/>
                <a:ea typeface="Space Grotesk"/>
                <a:cs typeface="Space Grotesk"/>
              </a:defRPr>
            </a:lvl8pPr>
            <a:lvl9pPr algn="l">
              <a:defRPr sz="1080" b="1">
                <a:solidFill>
                  <a:srgbClr val="7926CB"/>
                </a:solidFill>
                <a:latin typeface="Space Grotesk"/>
                <a:ea typeface="Space Grotesk"/>
                <a:cs typeface="Space Grotesk"/>
              </a:defRPr>
            </a:lvl9pPr>
          </a:lstStyle>
          <a:p xmlns:a="http://schemas.openxmlformats.org/drawingml/2006/main">
            <a:pPr algn="l">
              <a:lnSpc>
                <a:spcPct val="100000"/>
              </a:lnSpc>
              <a:buNone/>
              <a:defRPr sz="1080" b="1">
                <a:solidFill>
                  <a:srgbClr val="7926CB"/>
                </a:solidFill>
                <a:latin typeface="Space Grotesk"/>
                <a:ea typeface="Space Grotesk"/>
                <a:cs typeface="Space Grotesk"/>
              </a:defRPr>
            </a:pPr>
            <a:r>
              <a:rPr sz="1080" b="1">
                <a:solidFill>
                  <a:srgbClr val="7926CB"/>
                </a:solidFill>
                <a:latin typeface="Space Grotesk"/>
                <a:ea typeface="Space Grotesk"/>
                <a:cs typeface="Space Grotesk"/>
              </a:rPr>
              <a:t>2  READ THE LISTING</a:t>
            </a:r>
          </a:p>
        </p:txBody>
      </p:sp>
      <p:sp>
        <p:nvSpPr>
          <p:cNvPr id="8" name="Rack back step two copy">
            <a:extLst xmlns:a="http://schemas.openxmlformats.org/drawingml/2006/main">
              <a:ext uri="{FF2B5EF4-FFF2-40B4-BE49-F238E27FC236}">
                <a16:creationId xmlns:a16="http://schemas.microsoft.com/office/drawing/2014/main" id="{D41D2664-1083-4CE7-8B85-A481207B2313}"/>
              </a:ext>
            </a:extLst>
          </p:cNvPr>
          <p:cNvSpPr>
            <a:spLocks xmlns:a="http://schemas.openxmlformats.org/drawingml/2006/main" noGrp="1"/>
          </p:cNvSpPr>
          <p:nvPr/>
        </p:nvSpPr>
        <p:spPr>
          <a:xfrm xmlns:a="http://schemas.openxmlformats.org/drawingml/2006/main">
            <a:off x="209550" y="3181350"/>
            <a:ext cx="323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80" b="0">
                <a:solidFill>
                  <a:srgbClr val="23143A"/>
                </a:solidFill>
                <a:latin typeface="Arial"/>
                <a:ea typeface="Arial"/>
                <a:cs typeface="Arial"/>
              </a:defRPr>
            </a:defPPr>
            <a:lvl1pPr algn="l">
              <a:defRPr sz="980" b="0">
                <a:solidFill>
                  <a:srgbClr val="23143A"/>
                </a:solidFill>
                <a:latin typeface="Arial"/>
                <a:ea typeface="Arial"/>
                <a:cs typeface="Arial"/>
              </a:defRPr>
            </a:lvl1pPr>
            <a:lvl2pPr algn="l">
              <a:defRPr sz="980" b="0">
                <a:solidFill>
                  <a:srgbClr val="23143A"/>
                </a:solidFill>
                <a:latin typeface="Arial"/>
                <a:ea typeface="Arial"/>
                <a:cs typeface="Arial"/>
              </a:defRPr>
            </a:lvl2pPr>
            <a:lvl3pPr algn="l">
              <a:defRPr sz="980" b="0">
                <a:solidFill>
                  <a:srgbClr val="23143A"/>
                </a:solidFill>
                <a:latin typeface="Arial"/>
                <a:ea typeface="Arial"/>
                <a:cs typeface="Arial"/>
              </a:defRPr>
            </a:lvl3pPr>
            <a:lvl4pPr algn="l">
              <a:defRPr sz="980" b="0">
                <a:solidFill>
                  <a:srgbClr val="23143A"/>
                </a:solidFill>
                <a:latin typeface="Arial"/>
                <a:ea typeface="Arial"/>
                <a:cs typeface="Arial"/>
              </a:defRPr>
            </a:lvl4pPr>
            <a:lvl5pPr algn="l">
              <a:defRPr sz="980" b="0">
                <a:solidFill>
                  <a:srgbClr val="23143A"/>
                </a:solidFill>
                <a:latin typeface="Arial"/>
                <a:ea typeface="Arial"/>
                <a:cs typeface="Arial"/>
              </a:defRPr>
            </a:lvl5pPr>
            <a:lvl6pPr algn="l">
              <a:defRPr sz="980" b="0">
                <a:solidFill>
                  <a:srgbClr val="23143A"/>
                </a:solidFill>
                <a:latin typeface="Arial"/>
                <a:ea typeface="Arial"/>
                <a:cs typeface="Arial"/>
              </a:defRPr>
            </a:lvl6pPr>
            <a:lvl7pPr algn="l">
              <a:defRPr sz="980" b="0">
                <a:solidFill>
                  <a:srgbClr val="23143A"/>
                </a:solidFill>
                <a:latin typeface="Arial"/>
                <a:ea typeface="Arial"/>
                <a:cs typeface="Arial"/>
              </a:defRPr>
            </a:lvl7pPr>
            <a:lvl8pPr algn="l">
              <a:defRPr sz="980" b="0">
                <a:solidFill>
                  <a:srgbClr val="23143A"/>
                </a:solidFill>
                <a:latin typeface="Arial"/>
                <a:ea typeface="Arial"/>
                <a:cs typeface="Arial"/>
              </a:defRPr>
            </a:lvl8pPr>
            <a:lvl9pPr algn="l">
              <a:defRPr sz="980" b="0">
                <a:solidFill>
                  <a:srgbClr val="23143A"/>
                </a:solidFill>
                <a:latin typeface="Arial"/>
                <a:ea typeface="Arial"/>
                <a:cs typeface="Arial"/>
              </a:defRPr>
            </a:lvl9pPr>
          </a:lstStyle>
          <a:p xmlns:a="http://schemas.openxmlformats.org/drawingml/2006/main">
            <a:pPr algn="l">
              <a:lnSpc>
                <a:spcPct val="100000"/>
              </a:lnSpc>
              <a:buNone/>
              <a:defRPr sz="980" b="0">
                <a:solidFill>
                  <a:srgbClr val="23143A"/>
                </a:solidFill>
                <a:latin typeface="Arial"/>
                <a:ea typeface="Arial"/>
                <a:cs typeface="Arial"/>
              </a:defRPr>
            </a:pPr>
            <a:r>
              <a:rPr sz="980" b="0">
                <a:solidFill>
                  <a:srgbClr val="23143A"/>
                </a:solidFill>
                <a:latin typeface="Arial"/>
                <a:ea typeface="Arial"/>
                <a:cs typeface="Arial"/>
              </a:rPr>
              <a:t>Check the time, start place, distance, pace, and route details shown.</a:t>
            </a:r>
          </a:p>
        </p:txBody>
      </p:sp>
      <p:sp>
        <p:nvSpPr>
          <p:cNvPr id="9" name="Rack back step three heading">
            <a:extLst xmlns:a="http://schemas.openxmlformats.org/drawingml/2006/main">
              <a:ext uri="{FF2B5EF4-FFF2-40B4-BE49-F238E27FC236}">
                <a16:creationId xmlns:a16="http://schemas.microsoft.com/office/drawing/2014/main" id="{BD5E76FD-AE79-47D5-8E21-55A9FC465D05}"/>
              </a:ext>
            </a:extLst>
          </p:cNvPr>
          <p:cNvSpPr>
            <a:spLocks xmlns:a="http://schemas.openxmlformats.org/drawingml/2006/main" noGrp="1"/>
          </p:cNvSpPr>
          <p:nvPr/>
        </p:nvSpPr>
        <p:spPr>
          <a:xfrm xmlns:a="http://schemas.openxmlformats.org/drawingml/2006/main">
            <a:off x="209550" y="382905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0" b="1">
                <a:solidFill>
                  <a:srgbClr val="7926CB"/>
                </a:solidFill>
                <a:latin typeface="Space Grotesk"/>
                <a:ea typeface="Space Grotesk"/>
                <a:cs typeface="Space Grotesk"/>
              </a:defRPr>
            </a:defPPr>
            <a:lvl1pPr algn="l">
              <a:defRPr sz="1080" b="1">
                <a:solidFill>
                  <a:srgbClr val="7926CB"/>
                </a:solidFill>
                <a:latin typeface="Space Grotesk"/>
                <a:ea typeface="Space Grotesk"/>
                <a:cs typeface="Space Grotesk"/>
              </a:defRPr>
            </a:lvl1pPr>
            <a:lvl2pPr algn="l">
              <a:defRPr sz="1080" b="1">
                <a:solidFill>
                  <a:srgbClr val="7926CB"/>
                </a:solidFill>
                <a:latin typeface="Space Grotesk"/>
                <a:ea typeface="Space Grotesk"/>
                <a:cs typeface="Space Grotesk"/>
              </a:defRPr>
            </a:lvl2pPr>
            <a:lvl3pPr algn="l">
              <a:defRPr sz="1080" b="1">
                <a:solidFill>
                  <a:srgbClr val="7926CB"/>
                </a:solidFill>
                <a:latin typeface="Space Grotesk"/>
                <a:ea typeface="Space Grotesk"/>
                <a:cs typeface="Space Grotesk"/>
              </a:defRPr>
            </a:lvl3pPr>
            <a:lvl4pPr algn="l">
              <a:defRPr sz="1080" b="1">
                <a:solidFill>
                  <a:srgbClr val="7926CB"/>
                </a:solidFill>
                <a:latin typeface="Space Grotesk"/>
                <a:ea typeface="Space Grotesk"/>
                <a:cs typeface="Space Grotesk"/>
              </a:defRPr>
            </a:lvl4pPr>
            <a:lvl5pPr algn="l">
              <a:defRPr sz="1080" b="1">
                <a:solidFill>
                  <a:srgbClr val="7926CB"/>
                </a:solidFill>
                <a:latin typeface="Space Grotesk"/>
                <a:ea typeface="Space Grotesk"/>
                <a:cs typeface="Space Grotesk"/>
              </a:defRPr>
            </a:lvl5pPr>
            <a:lvl6pPr algn="l">
              <a:defRPr sz="1080" b="1">
                <a:solidFill>
                  <a:srgbClr val="7926CB"/>
                </a:solidFill>
                <a:latin typeface="Space Grotesk"/>
                <a:ea typeface="Space Grotesk"/>
                <a:cs typeface="Space Grotesk"/>
              </a:defRPr>
            </a:lvl6pPr>
            <a:lvl7pPr algn="l">
              <a:defRPr sz="1080" b="1">
                <a:solidFill>
                  <a:srgbClr val="7926CB"/>
                </a:solidFill>
                <a:latin typeface="Space Grotesk"/>
                <a:ea typeface="Space Grotesk"/>
                <a:cs typeface="Space Grotesk"/>
              </a:defRPr>
            </a:lvl7pPr>
            <a:lvl8pPr algn="l">
              <a:defRPr sz="1080" b="1">
                <a:solidFill>
                  <a:srgbClr val="7926CB"/>
                </a:solidFill>
                <a:latin typeface="Space Grotesk"/>
                <a:ea typeface="Space Grotesk"/>
                <a:cs typeface="Space Grotesk"/>
              </a:defRPr>
            </a:lvl8pPr>
            <a:lvl9pPr algn="l">
              <a:defRPr sz="1080" b="1">
                <a:solidFill>
                  <a:srgbClr val="7926CB"/>
                </a:solidFill>
                <a:latin typeface="Space Grotesk"/>
                <a:ea typeface="Space Grotesk"/>
                <a:cs typeface="Space Grotesk"/>
              </a:defRPr>
            </a:lvl9pPr>
          </a:lstStyle>
          <a:p xmlns:a="http://schemas.openxmlformats.org/drawingml/2006/main">
            <a:pPr algn="l">
              <a:lnSpc>
                <a:spcPct val="100000"/>
              </a:lnSpc>
              <a:buNone/>
              <a:defRPr sz="1080" b="1">
                <a:solidFill>
                  <a:srgbClr val="7926CB"/>
                </a:solidFill>
                <a:latin typeface="Space Grotesk"/>
                <a:ea typeface="Space Grotesk"/>
                <a:cs typeface="Space Grotesk"/>
              </a:defRPr>
            </a:pPr>
            <a:r>
              <a:rPr sz="1080" b="1">
                <a:solidFill>
                  <a:srgbClr val="7926CB"/>
                </a:solidFill>
                <a:latin typeface="Space Grotesk"/>
                <a:ea typeface="Space Grotesk"/>
                <a:cs typeface="Space Grotesk"/>
              </a:rPr>
              <a:t>3  ASK THE HOST</a:t>
            </a:r>
          </a:p>
        </p:txBody>
      </p:sp>
      <p:sp>
        <p:nvSpPr>
          <p:cNvPr id="10" name="Rack back step three copy">
            <a:extLst xmlns:a="http://schemas.openxmlformats.org/drawingml/2006/main">
              <a:ext uri="{FF2B5EF4-FFF2-40B4-BE49-F238E27FC236}">
                <a16:creationId xmlns:a16="http://schemas.microsoft.com/office/drawing/2014/main" id="{BD11D915-DE6D-486E-8118-CDB83C09F909}"/>
              </a:ext>
            </a:extLst>
          </p:cNvPr>
          <p:cNvSpPr>
            <a:spLocks xmlns:a="http://schemas.openxmlformats.org/drawingml/2006/main" noGrp="1"/>
          </p:cNvSpPr>
          <p:nvPr/>
        </p:nvSpPr>
        <p:spPr>
          <a:xfrm xmlns:a="http://schemas.openxmlformats.org/drawingml/2006/main">
            <a:off x="209550" y="4067175"/>
            <a:ext cx="3238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80" b="0">
                <a:solidFill>
                  <a:srgbClr val="23143A"/>
                </a:solidFill>
                <a:latin typeface="Arial"/>
                <a:ea typeface="Arial"/>
                <a:cs typeface="Arial"/>
              </a:defRPr>
            </a:defPPr>
            <a:lvl1pPr algn="l">
              <a:defRPr sz="980" b="0">
                <a:solidFill>
                  <a:srgbClr val="23143A"/>
                </a:solidFill>
                <a:latin typeface="Arial"/>
                <a:ea typeface="Arial"/>
                <a:cs typeface="Arial"/>
              </a:defRPr>
            </a:lvl1pPr>
            <a:lvl2pPr algn="l">
              <a:defRPr sz="980" b="0">
                <a:solidFill>
                  <a:srgbClr val="23143A"/>
                </a:solidFill>
                <a:latin typeface="Arial"/>
                <a:ea typeface="Arial"/>
                <a:cs typeface="Arial"/>
              </a:defRPr>
            </a:lvl2pPr>
            <a:lvl3pPr algn="l">
              <a:defRPr sz="980" b="0">
                <a:solidFill>
                  <a:srgbClr val="23143A"/>
                </a:solidFill>
                <a:latin typeface="Arial"/>
                <a:ea typeface="Arial"/>
                <a:cs typeface="Arial"/>
              </a:defRPr>
            </a:lvl3pPr>
            <a:lvl4pPr algn="l">
              <a:defRPr sz="980" b="0">
                <a:solidFill>
                  <a:srgbClr val="23143A"/>
                </a:solidFill>
                <a:latin typeface="Arial"/>
                <a:ea typeface="Arial"/>
                <a:cs typeface="Arial"/>
              </a:defRPr>
            </a:lvl4pPr>
            <a:lvl5pPr algn="l">
              <a:defRPr sz="980" b="0">
                <a:solidFill>
                  <a:srgbClr val="23143A"/>
                </a:solidFill>
                <a:latin typeface="Arial"/>
                <a:ea typeface="Arial"/>
                <a:cs typeface="Arial"/>
              </a:defRPr>
            </a:lvl5pPr>
            <a:lvl6pPr algn="l">
              <a:defRPr sz="980" b="0">
                <a:solidFill>
                  <a:srgbClr val="23143A"/>
                </a:solidFill>
                <a:latin typeface="Arial"/>
                <a:ea typeface="Arial"/>
                <a:cs typeface="Arial"/>
              </a:defRPr>
            </a:lvl6pPr>
            <a:lvl7pPr algn="l">
              <a:defRPr sz="980" b="0">
                <a:solidFill>
                  <a:srgbClr val="23143A"/>
                </a:solidFill>
                <a:latin typeface="Arial"/>
                <a:ea typeface="Arial"/>
                <a:cs typeface="Arial"/>
              </a:defRPr>
            </a:lvl7pPr>
            <a:lvl8pPr algn="l">
              <a:defRPr sz="980" b="0">
                <a:solidFill>
                  <a:srgbClr val="23143A"/>
                </a:solidFill>
                <a:latin typeface="Arial"/>
                <a:ea typeface="Arial"/>
                <a:cs typeface="Arial"/>
              </a:defRPr>
            </a:lvl8pPr>
            <a:lvl9pPr algn="l">
              <a:defRPr sz="980" b="0">
                <a:solidFill>
                  <a:srgbClr val="23143A"/>
                </a:solidFill>
                <a:latin typeface="Arial"/>
                <a:ea typeface="Arial"/>
                <a:cs typeface="Arial"/>
              </a:defRPr>
            </a:lvl9pPr>
          </a:lstStyle>
          <a:p xmlns:a="http://schemas.openxmlformats.org/drawingml/2006/main">
            <a:pPr algn="l">
              <a:lnSpc>
                <a:spcPct val="100000"/>
              </a:lnSpc>
              <a:buNone/>
              <a:defRPr sz="980" b="0">
                <a:solidFill>
                  <a:srgbClr val="23143A"/>
                </a:solidFill>
                <a:latin typeface="Arial"/>
                <a:ea typeface="Arial"/>
                <a:cs typeface="Arial"/>
              </a:defRPr>
            </a:pPr>
            <a:r>
              <a:rPr sz="980" b="0">
                <a:solidFill>
                  <a:srgbClr val="23143A"/>
                </a:solidFill>
                <a:latin typeface="Arial"/>
                <a:ea typeface="Arial"/>
                <a:cs typeface="Arial"/>
              </a:rPr>
              <a:t>Ask about route, pace, start, access, and expectations before you go.</a:t>
            </a:r>
          </a:p>
        </p:txBody>
      </p:sp>
      <p:sp>
        <p:nvSpPr>
          <p:cNvPr id="11" name="Rack back group divider">
            <a:extLst xmlns:a="http://schemas.openxmlformats.org/drawingml/2006/main">
              <a:ext uri="{FF2B5EF4-FFF2-40B4-BE49-F238E27FC236}">
                <a16:creationId xmlns:a16="http://schemas.microsoft.com/office/drawing/2014/main" id="{2E514E33-D500-48A8-A407-82297260D0D0}"/>
              </a:ext>
            </a:extLst>
          </p:cNvPr>
          <p:cNvSpPr>
            <a:spLocks xmlns:a="http://schemas.openxmlformats.org/drawingml/2006/main" noGrp="1"/>
          </p:cNvSpPr>
          <p:nvPr/>
        </p:nvSpPr>
        <p:spPr>
          <a:xfrm xmlns:a="http://schemas.openxmlformats.org/drawingml/2006/main">
            <a:off x="209550" y="4752975"/>
            <a:ext cx="3238500" cy="19050"/>
          </a:xfrm>
          <a:prstGeom xmlns:a="http://schemas.openxmlformats.org/drawingml/2006/main" prst="rect">
            <a:avLst/>
          </a:prstGeom>
          <a:solidFill xmlns:a="http://schemas.openxmlformats.org/drawingml/2006/main">
            <a:srgbClr val="FF0180"/>
          </a:solidFill>
          <a:ln xmlns:a="http://schemas.openxmlformats.org/drawingml/2006/main" w="0">
            <a:noFill/>
            <a:prstDash val="solid"/>
          </a:ln>
        </p:spPr>
      </p:sp>
      <p:sp>
        <p:nvSpPr>
          <p:cNvPr id="12" name="Rack back group heading">
            <a:extLst xmlns:a="http://schemas.openxmlformats.org/drawingml/2006/main">
              <a:ext uri="{FF2B5EF4-FFF2-40B4-BE49-F238E27FC236}">
                <a16:creationId xmlns:a16="http://schemas.microsoft.com/office/drawing/2014/main" id="{0E4B09CC-4B93-49B4-8884-D5227A1816AB}"/>
              </a:ext>
            </a:extLst>
          </p:cNvPr>
          <p:cNvSpPr>
            <a:spLocks xmlns:a="http://schemas.openxmlformats.org/drawingml/2006/main" noGrp="1"/>
          </p:cNvSpPr>
          <p:nvPr/>
        </p:nvSpPr>
        <p:spPr>
          <a:xfrm xmlns:a="http://schemas.openxmlformats.org/drawingml/2006/main">
            <a:off x="209550" y="49149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0" b="1">
                <a:solidFill>
                  <a:srgbClr val="7926CB"/>
                </a:solidFill>
                <a:latin typeface="Space Grotesk"/>
                <a:ea typeface="Space Grotesk"/>
                <a:cs typeface="Space Grotesk"/>
              </a:defRPr>
            </a:defPPr>
            <a:lvl1pPr algn="l">
              <a:defRPr sz="1080" b="1">
                <a:solidFill>
                  <a:srgbClr val="7926CB"/>
                </a:solidFill>
                <a:latin typeface="Space Grotesk"/>
                <a:ea typeface="Space Grotesk"/>
                <a:cs typeface="Space Grotesk"/>
              </a:defRPr>
            </a:lvl1pPr>
            <a:lvl2pPr algn="l">
              <a:defRPr sz="1080" b="1">
                <a:solidFill>
                  <a:srgbClr val="7926CB"/>
                </a:solidFill>
                <a:latin typeface="Space Grotesk"/>
                <a:ea typeface="Space Grotesk"/>
                <a:cs typeface="Space Grotesk"/>
              </a:defRPr>
            </a:lvl2pPr>
            <a:lvl3pPr algn="l">
              <a:defRPr sz="1080" b="1">
                <a:solidFill>
                  <a:srgbClr val="7926CB"/>
                </a:solidFill>
                <a:latin typeface="Space Grotesk"/>
                <a:ea typeface="Space Grotesk"/>
                <a:cs typeface="Space Grotesk"/>
              </a:defRPr>
            </a:lvl3pPr>
            <a:lvl4pPr algn="l">
              <a:defRPr sz="1080" b="1">
                <a:solidFill>
                  <a:srgbClr val="7926CB"/>
                </a:solidFill>
                <a:latin typeface="Space Grotesk"/>
                <a:ea typeface="Space Grotesk"/>
                <a:cs typeface="Space Grotesk"/>
              </a:defRPr>
            </a:lvl4pPr>
            <a:lvl5pPr algn="l">
              <a:defRPr sz="1080" b="1">
                <a:solidFill>
                  <a:srgbClr val="7926CB"/>
                </a:solidFill>
                <a:latin typeface="Space Grotesk"/>
                <a:ea typeface="Space Grotesk"/>
                <a:cs typeface="Space Grotesk"/>
              </a:defRPr>
            </a:lvl5pPr>
            <a:lvl6pPr algn="l">
              <a:defRPr sz="1080" b="1">
                <a:solidFill>
                  <a:srgbClr val="7926CB"/>
                </a:solidFill>
                <a:latin typeface="Space Grotesk"/>
                <a:ea typeface="Space Grotesk"/>
                <a:cs typeface="Space Grotesk"/>
              </a:defRPr>
            </a:lvl6pPr>
            <a:lvl7pPr algn="l">
              <a:defRPr sz="1080" b="1">
                <a:solidFill>
                  <a:srgbClr val="7926CB"/>
                </a:solidFill>
                <a:latin typeface="Space Grotesk"/>
                <a:ea typeface="Space Grotesk"/>
                <a:cs typeface="Space Grotesk"/>
              </a:defRPr>
            </a:lvl7pPr>
            <a:lvl8pPr algn="l">
              <a:defRPr sz="1080" b="1">
                <a:solidFill>
                  <a:srgbClr val="7926CB"/>
                </a:solidFill>
                <a:latin typeface="Space Grotesk"/>
                <a:ea typeface="Space Grotesk"/>
                <a:cs typeface="Space Grotesk"/>
              </a:defRPr>
            </a:lvl8pPr>
            <a:lvl9pPr algn="l">
              <a:defRPr sz="1080" b="1">
                <a:solidFill>
                  <a:srgbClr val="7926CB"/>
                </a:solidFill>
                <a:latin typeface="Space Grotesk"/>
                <a:ea typeface="Space Grotesk"/>
                <a:cs typeface="Space Grotesk"/>
              </a:defRPr>
            </a:lvl9pPr>
          </a:lstStyle>
          <a:p xmlns:a="http://schemas.openxmlformats.org/drawingml/2006/main">
            <a:pPr algn="l">
              <a:lnSpc>
                <a:spcPct val="100000"/>
              </a:lnSpc>
              <a:buNone/>
              <a:defRPr sz="1080" b="1">
                <a:solidFill>
                  <a:srgbClr val="7926CB"/>
                </a:solidFill>
                <a:latin typeface="Space Grotesk"/>
                <a:ea typeface="Space Grotesk"/>
                <a:cs typeface="Space Grotesk"/>
              </a:defRPr>
            </a:pPr>
            <a:r>
              <a:rPr sz="1080" b="1">
                <a:solidFill>
                  <a:srgbClr val="7926CB"/>
                </a:solidFill>
                <a:latin typeface="Space Grotesk"/>
                <a:ea typeface="Space Grotesk"/>
                <a:cs typeface="Space Grotesk"/>
              </a:rPr>
              <a:t>LOOKING FOR A GROUP?</a:t>
            </a:r>
          </a:p>
        </p:txBody>
      </p:sp>
      <p:sp>
        <p:nvSpPr>
          <p:cNvPr id="13" name="Rack back group copy">
            <a:extLst xmlns:a="http://schemas.openxmlformats.org/drawingml/2006/main">
              <a:ext uri="{FF2B5EF4-FFF2-40B4-BE49-F238E27FC236}">
                <a16:creationId xmlns:a16="http://schemas.microsoft.com/office/drawing/2014/main" id="{B1CE6CCE-5AB9-4976-AEC6-9842A6406099}"/>
              </a:ext>
            </a:extLst>
          </p:cNvPr>
          <p:cNvSpPr>
            <a:spLocks xmlns:a="http://schemas.openxmlformats.org/drawingml/2006/main" noGrp="1"/>
          </p:cNvSpPr>
          <p:nvPr/>
        </p:nvSpPr>
        <p:spPr>
          <a:xfrm xmlns:a="http://schemas.openxmlformats.org/drawingml/2006/main">
            <a:off x="209550" y="516255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80" b="0">
                <a:solidFill>
                  <a:srgbClr val="23143A"/>
                </a:solidFill>
                <a:latin typeface="Arial"/>
                <a:ea typeface="Arial"/>
                <a:cs typeface="Arial"/>
              </a:defRPr>
            </a:defPPr>
            <a:lvl1pPr algn="l">
              <a:defRPr sz="980" b="0">
                <a:solidFill>
                  <a:srgbClr val="23143A"/>
                </a:solidFill>
                <a:latin typeface="Arial"/>
                <a:ea typeface="Arial"/>
                <a:cs typeface="Arial"/>
              </a:defRPr>
            </a:lvl1pPr>
            <a:lvl2pPr algn="l">
              <a:defRPr sz="980" b="0">
                <a:solidFill>
                  <a:srgbClr val="23143A"/>
                </a:solidFill>
                <a:latin typeface="Arial"/>
                <a:ea typeface="Arial"/>
                <a:cs typeface="Arial"/>
              </a:defRPr>
            </a:lvl2pPr>
            <a:lvl3pPr algn="l">
              <a:defRPr sz="980" b="0">
                <a:solidFill>
                  <a:srgbClr val="23143A"/>
                </a:solidFill>
                <a:latin typeface="Arial"/>
                <a:ea typeface="Arial"/>
                <a:cs typeface="Arial"/>
              </a:defRPr>
            </a:lvl3pPr>
            <a:lvl4pPr algn="l">
              <a:defRPr sz="980" b="0">
                <a:solidFill>
                  <a:srgbClr val="23143A"/>
                </a:solidFill>
                <a:latin typeface="Arial"/>
                <a:ea typeface="Arial"/>
                <a:cs typeface="Arial"/>
              </a:defRPr>
            </a:lvl4pPr>
            <a:lvl5pPr algn="l">
              <a:defRPr sz="980" b="0">
                <a:solidFill>
                  <a:srgbClr val="23143A"/>
                </a:solidFill>
                <a:latin typeface="Arial"/>
                <a:ea typeface="Arial"/>
                <a:cs typeface="Arial"/>
              </a:defRPr>
            </a:lvl5pPr>
            <a:lvl6pPr algn="l">
              <a:defRPr sz="980" b="0">
                <a:solidFill>
                  <a:srgbClr val="23143A"/>
                </a:solidFill>
                <a:latin typeface="Arial"/>
                <a:ea typeface="Arial"/>
                <a:cs typeface="Arial"/>
              </a:defRPr>
            </a:lvl6pPr>
            <a:lvl7pPr algn="l">
              <a:defRPr sz="980" b="0">
                <a:solidFill>
                  <a:srgbClr val="23143A"/>
                </a:solidFill>
                <a:latin typeface="Arial"/>
                <a:ea typeface="Arial"/>
                <a:cs typeface="Arial"/>
              </a:defRPr>
            </a:lvl7pPr>
            <a:lvl8pPr algn="l">
              <a:defRPr sz="980" b="0">
                <a:solidFill>
                  <a:srgbClr val="23143A"/>
                </a:solidFill>
                <a:latin typeface="Arial"/>
                <a:ea typeface="Arial"/>
                <a:cs typeface="Arial"/>
              </a:defRPr>
            </a:lvl8pPr>
            <a:lvl9pPr algn="l">
              <a:defRPr sz="980" b="0">
                <a:solidFill>
                  <a:srgbClr val="23143A"/>
                </a:solidFill>
                <a:latin typeface="Arial"/>
                <a:ea typeface="Arial"/>
                <a:cs typeface="Arial"/>
              </a:defRPr>
            </a:lvl9pPr>
          </a:lstStyle>
          <a:p xmlns:a="http://schemas.openxmlformats.org/drawingml/2006/main">
            <a:pPr algn="l">
              <a:lnSpc>
                <a:spcPct val="100000"/>
              </a:lnSpc>
              <a:buNone/>
              <a:defRPr sz="980" b="0">
                <a:solidFill>
                  <a:srgbClr val="23143A"/>
                </a:solidFill>
                <a:latin typeface="Arial"/>
                <a:ea typeface="Arial"/>
                <a:cs typeface="Arial"/>
              </a:defRPr>
            </a:pPr>
            <a:r>
              <a:rPr sz="980" b="0">
                <a:solidFill>
                  <a:srgbClr val="23143A"/>
                </a:solidFill>
                <a:latin typeface="Arial"/>
                <a:ea typeface="Arial"/>
                <a:cs typeface="Arial"/>
              </a:rPr>
              <a:t>Browse public group listings at 3fp.org/groups and follow the group’s own joining instructions.</a:t>
            </a:r>
          </a:p>
        </p:txBody>
      </p:sp>
      <p:sp>
        <p:nvSpPr>
          <p:cNvPr id="14" name="Rack back footer">
            <a:extLst xmlns:a="http://schemas.openxmlformats.org/drawingml/2006/main">
              <a:ext uri="{FF2B5EF4-FFF2-40B4-BE49-F238E27FC236}">
                <a16:creationId xmlns:a16="http://schemas.microsoft.com/office/drawing/2014/main" id="{21E29260-7CE7-4526-A8ED-626D02EF09F4}"/>
              </a:ext>
            </a:extLst>
          </p:cNvPr>
          <p:cNvSpPr>
            <a:spLocks xmlns:a="http://schemas.openxmlformats.org/drawingml/2006/main" noGrp="1"/>
          </p:cNvSpPr>
          <p:nvPr/>
        </p:nvSpPr>
        <p:spPr>
          <a:xfrm xmlns:a="http://schemas.openxmlformats.org/drawingml/2006/main">
            <a:off x="0" y="6029325"/>
            <a:ext cx="3657600" cy="2200275"/>
          </a:xfrm>
          <a:prstGeom xmlns:a="http://schemas.openxmlformats.org/drawingml/2006/main" prst="rect">
            <a:avLst/>
          </a:prstGeom>
          <a:solidFill xmlns:a="http://schemas.openxmlformats.org/drawingml/2006/main">
            <a:srgbClr val="7926CB"/>
          </a:solidFill>
          <a:ln xmlns:a="http://schemas.openxmlformats.org/drawingml/2006/main" w="0">
            <a:noFill/>
            <a:prstDash val="solid"/>
          </a:ln>
        </p:spPr>
      </p:sp>
      <p:pic>
        <p:nvPicPr>
          <p:cNvPr id="15" name="">
            <a:extLst xmlns:a="http://schemas.openxmlformats.org/drawingml/2006/main">
              <a:ext uri="{FF2B5EF4-FFF2-40B4-BE49-F238E27FC236}">
                <a16:creationId xmlns:a16="http://schemas.microsoft.com/office/drawing/2014/main" id="{C121A8D8-B107-4FAD-9427-9170FC9082BB}"/>
              </a:ext>
            </a:extLst>
          </p:cNvPr>
          <p:cNvPicPr>
            <a:picLocks xmlns:a="http://schemas.openxmlformats.org/drawingml/2006/main" noChangeAspect="1"/>
          </p:cNvPicPr>
          <p:nvPr/>
        </p:nvPicPr>
        <p:blipFill>
          <a:blip xmlns:r="http://schemas.openxmlformats.org/officeDocument/2006/relationships" xmlns:a="http://schemas.openxmlformats.org/drawingml/2006/main" r:embed="Rb755efac9a614b2f"/>
          <a:stretch xmlns:a="http://schemas.openxmlformats.org/drawingml/2006/main"/>
        </p:blipFill>
        <p:spPr>
          <a:xfrm xmlns:a="http://schemas.openxmlformats.org/drawingml/2006/main">
            <a:off x="209550" y="6724650"/>
            <a:ext cx="552450" cy="552450"/>
          </a:xfrm>
          <a:prstGeom xmlns:a="http://schemas.openxmlformats.org/drawingml/2006/main" prst="rect">
            <a:avLst/>
          </a:prstGeom>
        </p:spPr>
      </p:pic>
      <p:sp>
        <p:nvSpPr>
          <p:cNvPr id="16" name="Rack back footer site">
            <a:extLst xmlns:a="http://schemas.openxmlformats.org/drawingml/2006/main">
              <a:ext uri="{FF2B5EF4-FFF2-40B4-BE49-F238E27FC236}">
                <a16:creationId xmlns:a16="http://schemas.microsoft.com/office/drawing/2014/main" id="{20B5CF6C-4D6B-4D52-B7D9-96093F1BED1B}"/>
              </a:ext>
            </a:extLst>
          </p:cNvPr>
          <p:cNvSpPr>
            <a:spLocks xmlns:a="http://schemas.openxmlformats.org/drawingml/2006/main" noGrp="1"/>
          </p:cNvSpPr>
          <p:nvPr/>
        </p:nvSpPr>
        <p:spPr>
          <a:xfrm xmlns:a="http://schemas.openxmlformats.org/drawingml/2006/main">
            <a:off x="914400" y="6591300"/>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00" b="1">
                <a:solidFill>
                  <a:srgbClr val="FFFF0A"/>
                </a:solidFill>
                <a:latin typeface="Space Grotesk"/>
                <a:ea typeface="Space Grotesk"/>
                <a:cs typeface="Space Grotesk"/>
              </a:defRPr>
            </a:defPPr>
            <a:lvl1pPr algn="l">
              <a:defRPr sz="1400" b="1">
                <a:solidFill>
                  <a:srgbClr val="FFFF0A"/>
                </a:solidFill>
                <a:latin typeface="Space Grotesk"/>
                <a:ea typeface="Space Grotesk"/>
                <a:cs typeface="Space Grotesk"/>
              </a:defRPr>
            </a:lvl1pPr>
            <a:lvl2pPr algn="l">
              <a:defRPr sz="1400" b="1">
                <a:solidFill>
                  <a:srgbClr val="FFFF0A"/>
                </a:solidFill>
                <a:latin typeface="Space Grotesk"/>
                <a:ea typeface="Space Grotesk"/>
                <a:cs typeface="Space Grotesk"/>
              </a:defRPr>
            </a:lvl2pPr>
            <a:lvl3pPr algn="l">
              <a:defRPr sz="1400" b="1">
                <a:solidFill>
                  <a:srgbClr val="FFFF0A"/>
                </a:solidFill>
                <a:latin typeface="Space Grotesk"/>
                <a:ea typeface="Space Grotesk"/>
                <a:cs typeface="Space Grotesk"/>
              </a:defRPr>
            </a:lvl3pPr>
            <a:lvl4pPr algn="l">
              <a:defRPr sz="1400" b="1">
                <a:solidFill>
                  <a:srgbClr val="FFFF0A"/>
                </a:solidFill>
                <a:latin typeface="Space Grotesk"/>
                <a:ea typeface="Space Grotesk"/>
                <a:cs typeface="Space Grotesk"/>
              </a:defRPr>
            </a:lvl4pPr>
            <a:lvl5pPr algn="l">
              <a:defRPr sz="1400" b="1">
                <a:solidFill>
                  <a:srgbClr val="FFFF0A"/>
                </a:solidFill>
                <a:latin typeface="Space Grotesk"/>
                <a:ea typeface="Space Grotesk"/>
                <a:cs typeface="Space Grotesk"/>
              </a:defRPr>
            </a:lvl5pPr>
            <a:lvl6pPr algn="l">
              <a:defRPr sz="1400" b="1">
                <a:solidFill>
                  <a:srgbClr val="FFFF0A"/>
                </a:solidFill>
                <a:latin typeface="Space Grotesk"/>
                <a:ea typeface="Space Grotesk"/>
                <a:cs typeface="Space Grotesk"/>
              </a:defRPr>
            </a:lvl6pPr>
            <a:lvl7pPr algn="l">
              <a:defRPr sz="1400" b="1">
                <a:solidFill>
                  <a:srgbClr val="FFFF0A"/>
                </a:solidFill>
                <a:latin typeface="Space Grotesk"/>
                <a:ea typeface="Space Grotesk"/>
                <a:cs typeface="Space Grotesk"/>
              </a:defRPr>
            </a:lvl7pPr>
            <a:lvl8pPr algn="l">
              <a:defRPr sz="1400" b="1">
                <a:solidFill>
                  <a:srgbClr val="FFFF0A"/>
                </a:solidFill>
                <a:latin typeface="Space Grotesk"/>
                <a:ea typeface="Space Grotesk"/>
                <a:cs typeface="Space Grotesk"/>
              </a:defRPr>
            </a:lvl8pPr>
            <a:lvl9pPr algn="l">
              <a:defRPr sz="1400" b="1">
                <a:solidFill>
                  <a:srgbClr val="FFFF0A"/>
                </a:solidFill>
                <a:latin typeface="Space Grotesk"/>
                <a:ea typeface="Space Grotesk"/>
                <a:cs typeface="Space Grotesk"/>
              </a:defRPr>
            </a:lvl9pPr>
          </a:lstStyle>
          <a:p xmlns:a="http://schemas.openxmlformats.org/drawingml/2006/main">
            <a:pPr algn="l">
              <a:lnSpc>
                <a:spcPct val="100000"/>
              </a:lnSpc>
              <a:buNone/>
              <a:defRPr sz="1400" b="1">
                <a:solidFill>
                  <a:srgbClr val="FFFF0A"/>
                </a:solidFill>
                <a:latin typeface="Space Grotesk"/>
                <a:ea typeface="Space Grotesk"/>
                <a:cs typeface="Space Grotesk"/>
              </a:defRPr>
            </a:pPr>
            <a:r>
              <a:rPr sz="1400" b="1">
                <a:solidFill>
                  <a:srgbClr val="FFFF0A"/>
                </a:solidFill>
                <a:latin typeface="Space Grotesk"/>
                <a:ea typeface="Space Grotesk"/>
                <a:cs typeface="Space Grotesk"/>
              </a:rPr>
              <a:t>3fp.org</a:t>
            </a:r>
          </a:p>
        </p:txBody>
      </p:sp>
      <p:sp>
        <p:nvSpPr>
          <p:cNvPr id="17" name="Rack back footer invitation">
            <a:extLst xmlns:a="http://schemas.openxmlformats.org/drawingml/2006/main">
              <a:ext uri="{FF2B5EF4-FFF2-40B4-BE49-F238E27FC236}">
                <a16:creationId xmlns:a16="http://schemas.microsoft.com/office/drawing/2014/main" id="{14D3ED33-5F9E-4959-B1B4-78A772E171E3}"/>
              </a:ext>
            </a:extLst>
          </p:cNvPr>
          <p:cNvSpPr>
            <a:spLocks xmlns:a="http://schemas.openxmlformats.org/drawingml/2006/main" noGrp="1"/>
          </p:cNvSpPr>
          <p:nvPr/>
        </p:nvSpPr>
        <p:spPr>
          <a:xfrm xmlns:a="http://schemas.openxmlformats.org/drawingml/2006/main">
            <a:off x="914400" y="6877050"/>
            <a:ext cx="18192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0" b="1">
                <a:solidFill>
                  <a:srgbClr val="FFFFFF"/>
                </a:solidFill>
                <a:latin typeface="Arial"/>
                <a:ea typeface="Arial"/>
                <a:cs typeface="Arial"/>
              </a:defRPr>
            </a:defPPr>
            <a:lvl1pPr algn="l">
              <a:defRPr sz="1000" b="1">
                <a:solidFill>
                  <a:srgbClr val="FFFFFF"/>
                </a:solidFill>
                <a:latin typeface="Arial"/>
                <a:ea typeface="Arial"/>
                <a:cs typeface="Arial"/>
              </a:defRPr>
            </a:lvl1pPr>
            <a:lvl2pPr algn="l">
              <a:defRPr sz="1000" b="1">
                <a:solidFill>
                  <a:srgbClr val="FFFFFF"/>
                </a:solidFill>
                <a:latin typeface="Arial"/>
                <a:ea typeface="Arial"/>
                <a:cs typeface="Arial"/>
              </a:defRPr>
            </a:lvl2pPr>
            <a:lvl3pPr algn="l">
              <a:defRPr sz="1000" b="1">
                <a:solidFill>
                  <a:srgbClr val="FFFFFF"/>
                </a:solidFill>
                <a:latin typeface="Arial"/>
                <a:ea typeface="Arial"/>
                <a:cs typeface="Arial"/>
              </a:defRPr>
            </a:lvl3pPr>
            <a:lvl4pPr algn="l">
              <a:defRPr sz="1000" b="1">
                <a:solidFill>
                  <a:srgbClr val="FFFFFF"/>
                </a:solidFill>
                <a:latin typeface="Arial"/>
                <a:ea typeface="Arial"/>
                <a:cs typeface="Arial"/>
              </a:defRPr>
            </a:lvl4pPr>
            <a:lvl5pPr algn="l">
              <a:defRPr sz="1000" b="1">
                <a:solidFill>
                  <a:srgbClr val="FFFFFF"/>
                </a:solidFill>
                <a:latin typeface="Arial"/>
                <a:ea typeface="Arial"/>
                <a:cs typeface="Arial"/>
              </a:defRPr>
            </a:lvl5pPr>
            <a:lvl6pPr algn="l">
              <a:defRPr sz="1000" b="1">
                <a:solidFill>
                  <a:srgbClr val="FFFFFF"/>
                </a:solidFill>
                <a:latin typeface="Arial"/>
                <a:ea typeface="Arial"/>
                <a:cs typeface="Arial"/>
              </a:defRPr>
            </a:lvl6pPr>
            <a:lvl7pPr algn="l">
              <a:defRPr sz="1000" b="1">
                <a:solidFill>
                  <a:srgbClr val="FFFFFF"/>
                </a:solidFill>
                <a:latin typeface="Arial"/>
                <a:ea typeface="Arial"/>
                <a:cs typeface="Arial"/>
              </a:defRPr>
            </a:lvl7pPr>
            <a:lvl8pPr algn="l">
              <a:defRPr sz="1000" b="1">
                <a:solidFill>
                  <a:srgbClr val="FFFFFF"/>
                </a:solidFill>
                <a:latin typeface="Arial"/>
                <a:ea typeface="Arial"/>
                <a:cs typeface="Arial"/>
              </a:defRPr>
            </a:lvl8pPr>
            <a:lvl9pPr algn="l">
              <a:defRPr sz="1000" b="1">
                <a:solidFill>
                  <a:srgbClr val="FFFFFF"/>
                </a:solidFill>
                <a:latin typeface="Arial"/>
                <a:ea typeface="Arial"/>
                <a:cs typeface="Arial"/>
              </a:defRPr>
            </a:lvl9pPr>
          </a:lstStyle>
          <a:p xmlns:a="http://schemas.openxmlformats.org/drawingml/2006/main">
            <a:pPr algn="l">
              <a:lnSpc>
                <a:spcPct val="100000"/>
              </a:lnSpc>
              <a:buNone/>
              <a:defRPr sz="1000" b="1">
                <a:solidFill>
                  <a:srgbClr val="FFFFFF"/>
                </a:solidFill>
                <a:latin typeface="Arial"/>
                <a:ea typeface="Arial"/>
                <a:cs typeface="Arial"/>
              </a:defRPr>
            </a:pPr>
            <a:r>
              <a:rPr sz="1000" b="1">
                <a:solidFill>
                  <a:srgbClr val="FFFFFF"/>
                </a:solidFill>
                <a:latin typeface="Arial"/>
                <a:ea typeface="Arial"/>
                <a:cs typeface="Arial"/>
              </a:rPr>
              <a:t>Find your people and public rides.</a:t>
            </a:r>
          </a:p>
        </p:txBody>
      </p:sp>
      <p:sp>
        <p:nvSpPr>
          <p:cNvPr id="18" name="Rack back footer tagline">
            <a:extLst xmlns:a="http://schemas.openxmlformats.org/drawingml/2006/main">
              <a:ext uri="{FF2B5EF4-FFF2-40B4-BE49-F238E27FC236}">
                <a16:creationId xmlns:a16="http://schemas.microsoft.com/office/drawing/2014/main" id="{E6D4C669-2F48-433C-9524-836AC893017E}"/>
              </a:ext>
            </a:extLst>
          </p:cNvPr>
          <p:cNvSpPr>
            <a:spLocks xmlns:a="http://schemas.openxmlformats.org/drawingml/2006/main" noGrp="1"/>
          </p:cNvSpPr>
          <p:nvPr/>
        </p:nvSpPr>
        <p:spPr>
          <a:xfrm xmlns:a="http://schemas.openxmlformats.org/drawingml/2006/main">
            <a:off x="209550" y="7543800"/>
            <a:ext cx="23622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60" b="1">
                <a:solidFill>
                  <a:srgbClr val="FFFFFF"/>
                </a:solidFill>
                <a:latin typeface="Arial"/>
                <a:ea typeface="Arial"/>
                <a:cs typeface="Arial"/>
              </a:defRPr>
            </a:defPPr>
            <a:lvl1pPr algn="l">
              <a:defRPr sz="960" b="1">
                <a:solidFill>
                  <a:srgbClr val="FFFFFF"/>
                </a:solidFill>
                <a:latin typeface="Arial"/>
                <a:ea typeface="Arial"/>
                <a:cs typeface="Arial"/>
              </a:defRPr>
            </a:lvl1pPr>
            <a:lvl2pPr algn="l">
              <a:defRPr sz="960" b="1">
                <a:solidFill>
                  <a:srgbClr val="FFFFFF"/>
                </a:solidFill>
                <a:latin typeface="Arial"/>
                <a:ea typeface="Arial"/>
                <a:cs typeface="Arial"/>
              </a:defRPr>
            </a:lvl2pPr>
            <a:lvl3pPr algn="l">
              <a:defRPr sz="960" b="1">
                <a:solidFill>
                  <a:srgbClr val="FFFFFF"/>
                </a:solidFill>
                <a:latin typeface="Arial"/>
                <a:ea typeface="Arial"/>
                <a:cs typeface="Arial"/>
              </a:defRPr>
            </a:lvl3pPr>
            <a:lvl4pPr algn="l">
              <a:defRPr sz="960" b="1">
                <a:solidFill>
                  <a:srgbClr val="FFFFFF"/>
                </a:solidFill>
                <a:latin typeface="Arial"/>
                <a:ea typeface="Arial"/>
                <a:cs typeface="Arial"/>
              </a:defRPr>
            </a:lvl4pPr>
            <a:lvl5pPr algn="l">
              <a:defRPr sz="960" b="1">
                <a:solidFill>
                  <a:srgbClr val="FFFFFF"/>
                </a:solidFill>
                <a:latin typeface="Arial"/>
                <a:ea typeface="Arial"/>
                <a:cs typeface="Arial"/>
              </a:defRPr>
            </a:lvl5pPr>
            <a:lvl6pPr algn="l">
              <a:defRPr sz="960" b="1">
                <a:solidFill>
                  <a:srgbClr val="FFFFFF"/>
                </a:solidFill>
                <a:latin typeface="Arial"/>
                <a:ea typeface="Arial"/>
                <a:cs typeface="Arial"/>
              </a:defRPr>
            </a:lvl6pPr>
            <a:lvl7pPr algn="l">
              <a:defRPr sz="960" b="1">
                <a:solidFill>
                  <a:srgbClr val="FFFFFF"/>
                </a:solidFill>
                <a:latin typeface="Arial"/>
                <a:ea typeface="Arial"/>
                <a:cs typeface="Arial"/>
              </a:defRPr>
            </a:lvl7pPr>
            <a:lvl8pPr algn="l">
              <a:defRPr sz="960" b="1">
                <a:solidFill>
                  <a:srgbClr val="FFFFFF"/>
                </a:solidFill>
                <a:latin typeface="Arial"/>
                <a:ea typeface="Arial"/>
                <a:cs typeface="Arial"/>
              </a:defRPr>
            </a:lvl8pPr>
            <a:lvl9pPr algn="l">
              <a:defRPr sz="960" b="1">
                <a:solidFill>
                  <a:srgbClr val="FFFFFF"/>
                </a:solidFill>
                <a:latin typeface="Arial"/>
                <a:ea typeface="Arial"/>
                <a:cs typeface="Arial"/>
              </a:defRPr>
            </a:lvl9pPr>
          </a:lstStyle>
          <a:p xmlns:a="http://schemas.openxmlformats.org/drawingml/2006/main">
            <a:pPr algn="l">
              <a:lnSpc>
                <a:spcPct val="100000"/>
              </a:lnSpc>
              <a:buNone/>
              <a:defRPr sz="960" b="1">
                <a:solidFill>
                  <a:srgbClr val="FFFFFF"/>
                </a:solidFill>
                <a:latin typeface="Arial"/>
                <a:ea typeface="Arial"/>
                <a:cs typeface="Arial"/>
              </a:defRPr>
            </a:pPr>
            <a:r>
              <a:rPr sz="960" b="1">
                <a:solidFill>
                  <a:srgbClr val="FFFFFF"/>
                </a:solidFill>
                <a:latin typeface="Arial"/>
                <a:ea typeface="Arial"/>
                <a:cs typeface="Arial"/>
              </a:rPr>
              <a:t>More ways to ride, together.</a:t>
            </a:r>
          </a:p>
        </p:txBody>
      </p:sp>
      <p:sp>
        <p:nvSpPr>
          <p:cNvPr id="19" name="QR code white quiet zone">
            <a:extLst xmlns:a="http://schemas.openxmlformats.org/drawingml/2006/main">
              <a:ext uri="{FF2B5EF4-FFF2-40B4-BE49-F238E27FC236}">
                <a16:creationId xmlns:a16="http://schemas.microsoft.com/office/drawing/2014/main" id="{113EF979-F3A3-4A07-A4DE-590FCA309EA8}"/>
              </a:ext>
            </a:extLst>
          </p:cNvPr>
          <p:cNvSpPr>
            <a:spLocks xmlns:a="http://schemas.openxmlformats.org/drawingml/2006/main" noGrp="1"/>
          </p:cNvSpPr>
          <p:nvPr/>
        </p:nvSpPr>
        <p:spPr>
          <a:xfrm xmlns:a="http://schemas.openxmlformats.org/drawingml/2006/main">
            <a:off x="2743200" y="6686550"/>
            <a:ext cx="762000" cy="762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20" name="">
            <a:extLst xmlns:a="http://schemas.openxmlformats.org/drawingml/2006/main">
              <a:ext uri="{FF2B5EF4-FFF2-40B4-BE49-F238E27FC236}">
                <a16:creationId xmlns:a16="http://schemas.microsoft.com/office/drawing/2014/main" id="{47F1DD5A-EFFF-47C8-BF5A-D61B6B56F70F}"/>
              </a:ext>
            </a:extLst>
          </p:cNvPr>
          <p:cNvPicPr>
            <a:picLocks xmlns:a="http://schemas.openxmlformats.org/drawingml/2006/main" noChangeAspect="1"/>
          </p:cNvPicPr>
          <p:nvPr/>
        </p:nvPicPr>
        <p:blipFill>
          <a:blip xmlns:r="http://schemas.openxmlformats.org/officeDocument/2006/relationships" xmlns:a="http://schemas.openxmlformats.org/drawingml/2006/main" r:embed="R0866e9cf841646a0"/>
          <a:stretch xmlns:a="http://schemas.openxmlformats.org/drawingml/2006/main"/>
        </p:blipFill>
        <p:spPr>
          <a:xfrm xmlns:a="http://schemas.openxmlformats.org/drawingml/2006/main">
            <a:off x="2781300" y="6724650"/>
            <a:ext cx="685800" cy="685800"/>
          </a:xfrm>
          <a:prstGeom xmlns:a="http://schemas.openxmlformats.org/drawingml/2006/main" prst="rect">
            <a:avLst/>
          </a:prstGeom>
        </p:spPr>
      </p:pic>
    </p:spTree>
    <p:extLst>
      <p:ext uri="{BB962C8B-B14F-4D97-AF65-F5344CB8AC3E}">
        <p14:creationId xmlns:p14="http://schemas.microsoft.com/office/powerpoint/2010/main" val="4111898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2026-10-29T13:45:20.7710000Z</dcterms:created>
  <dcterms:modified xsi:type="dcterms:W3CDTF">2026-10-29T13:45:20.7710000Z</dcterms:modified>
</coreProperties>
</file>