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159c6617dc41c6" /><Relationship Type="http://schemas.openxmlformats.org/officeDocument/2006/relationships/extended-properties" Target="/docProps/app.xml" Id="R4c30b98a3a8c47ae" /><Relationship Type="http://schemas.openxmlformats.org/officeDocument/2006/relationships/officeDocument" Target="/ppt/presentation.xml" Id="Rb4f03a26873c4aa4" /></Relationships>
</file>

<file path=ppt/presentation.xml><?xml version="1.0" encoding="utf-8"?>
<p:presentation xmlns:p="http://schemas.openxmlformats.org/presentationml/2006/main">
  <p:sldMasterIdLst>
    <p:sldMasterId xmlns:r="http://schemas.openxmlformats.org/officeDocument/2006/relationships" id="2147483648" r:id="Rd1c61fa8a9494a2d"/>
  </p:sldMasterIdLst>
  <p:notesMasterIdLst>
    <p:notesMasterId xmlns:r="http://schemas.openxmlformats.org/officeDocument/2006/relationships" r:id="R722f093423874106"/>
  </p:notesMasterIdLst>
  <p:sldIdLst>
    <p:sldId xmlns:r="http://schemas.openxmlformats.org/officeDocument/2006/relationships" id="256" r:id="Rfe6b1a2b383e491c"/>
    <p:sldId xmlns:r="http://schemas.openxmlformats.org/officeDocument/2006/relationships" id="257" r:id="R520a5e3f0cbd4f28"/>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34b67c33a84246" /><Relationship Type="http://schemas.openxmlformats.org/officeDocument/2006/relationships/slideMaster" Target="/ppt/slideMasters/slideMaster1.xml" Id="Rd1c61fa8a9494a2d" /><Relationship Type="http://schemas.openxmlformats.org/officeDocument/2006/relationships/notesMaster" Target="/ppt/notesMasters/notesMaster1.xml" Id="R722f093423874106" /><Relationship Type="http://schemas.openxmlformats.org/officeDocument/2006/relationships/presProps" Target="/ppt/presProps.xml" Id="R78962beb844e44ec" /><Relationship Type="http://schemas.openxmlformats.org/officeDocument/2006/relationships/tableStyles" Target="/ppt/tableStyles.xml" Id="R182226878ec14179" /><Relationship Type="http://schemas.openxmlformats.org/officeDocument/2006/relationships/slide" Target="/ppt/slides/slide1.xml" Id="Rfe6b1a2b383e491c" /><Relationship Type="http://schemas.openxmlformats.org/officeDocument/2006/relationships/slide" Target="/ppt/slides/slide2.xml" Id="R520a5e3f0cbd4f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8490d6fc548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5d27f1946c4d8e" /><Relationship Type="http://schemas.openxmlformats.org/officeDocument/2006/relationships/notesMaster" Target="/ppt/notesMasters/notesMaster1.xml" Id="Re4da8db064514a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34555288d644d5" /><Relationship Type="http://schemas.openxmlformats.org/officeDocument/2006/relationships/notesMaster" Target="/ppt/notesMasters/notesMaster1.xml" Id="R2bfffb0d527146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Copy and layout held constant. Social export is 1080 x 1350 RGB PNG; not a printer file.</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Copy and layout held constant. Social export is 1080 x 1350 RGB PNG; not a printer file.</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d5e79b046640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62df44e3b746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d39afcf3824e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1ce810102349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07143c6b9845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c20e2f8cfa41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DDC6CF-0A1D-4C8D-A6D6-DB5003DA9A9E}"/>
              </a:ext>
            </a:extLst>
          </p:cNvPr>
          <p:cNvSpPr>
            <a:spLocks xmlns:a="http://schemas.openxmlformats.org/drawingml/2006/main" noGrp="1"/>
          </p:cNvSpPr>
          <p:nvPr>
            <p:ph type="title" idx="0"/>
          </p:nvPr>
        </p:nvSpPr>
        <p:spPr>
          <a:xfrm xmlns:a="http://schemas.openxmlformats.org/drawingml/2006/main">
            <a:off x="1028700" y="4857750"/>
            <a:ext cx="82296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gn="ctr">
              <a:lnSpc>
                <a:spcPct val="110000"/>
              </a:lnSpc>
              <a:spcBef>
                <a:spcPts val="0"/>
              </a:spcBef>
              <a:spcAft>
                <a:spcPts val="0"/>
              </a:spcAft>
              <a:buNone/>
              <a:defRPr sz="4050" b="1">
                <a:solidFill>
                  <a:schemeClr val="tx1"/>
                </a:solidFill>
                <a:latin typeface="+mj-lt"/>
                <a:ea typeface="+mj-lt"/>
                <a:cs typeface="+mj-lt"/>
              </a:defRPr>
            </a:lvl1pPr>
            <a:lvl2pPr marL="0" indent="0" algn="ctr">
              <a:lnSpc>
                <a:spcPct val="110000"/>
              </a:lnSpc>
              <a:spcBef>
                <a:spcPts val="0"/>
              </a:spcBef>
              <a:spcAft>
                <a:spcPts val="0"/>
              </a:spcAft>
              <a:buNone/>
              <a:defRPr sz="4050" b="1">
                <a:solidFill>
                  <a:schemeClr val="tx1"/>
                </a:solidFill>
                <a:latin typeface="+mj-lt"/>
                <a:ea typeface="+mj-lt"/>
                <a:cs typeface="+mj-lt"/>
              </a:defRPr>
            </a:lvl2pPr>
            <a:lvl3pPr marL="0" indent="0" algn="ctr">
              <a:lnSpc>
                <a:spcPct val="110000"/>
              </a:lnSpc>
              <a:spcBef>
                <a:spcPts val="0"/>
              </a:spcBef>
              <a:spcAft>
                <a:spcPts val="0"/>
              </a:spcAft>
              <a:buNone/>
              <a:defRPr sz="4050" b="1">
                <a:solidFill>
                  <a:schemeClr val="tx1"/>
                </a:solidFill>
                <a:latin typeface="+mj-lt"/>
                <a:ea typeface="+mj-lt"/>
                <a:cs typeface="+mj-lt"/>
              </a:defRPr>
            </a:lvl3pPr>
            <a:lvl4pPr marL="0" indent="0" algn="ctr">
              <a:lnSpc>
                <a:spcPct val="110000"/>
              </a:lnSpc>
              <a:spcBef>
                <a:spcPts val="0"/>
              </a:spcBef>
              <a:spcAft>
                <a:spcPts val="0"/>
              </a:spcAft>
              <a:buNone/>
              <a:defRPr sz="4050" b="1">
                <a:solidFill>
                  <a:schemeClr val="tx1"/>
                </a:solidFill>
                <a:latin typeface="+mj-lt"/>
                <a:ea typeface="+mj-lt"/>
                <a:cs typeface="+mj-lt"/>
              </a:defRPr>
            </a:lvl4pPr>
            <a:lvl5pPr marL="0" indent="0" algn="ctr">
              <a:lnSpc>
                <a:spcPct val="110000"/>
              </a:lnSpc>
              <a:spcBef>
                <a:spcPts val="0"/>
              </a:spcBef>
              <a:spcAft>
                <a:spcPts val="0"/>
              </a:spcAft>
              <a:buNone/>
              <a:defRPr sz="4050" b="1">
                <a:solidFill>
                  <a:schemeClr val="tx1"/>
                </a:solidFill>
                <a:latin typeface="+mj-lt"/>
                <a:ea typeface="+mj-lt"/>
                <a:cs typeface="+mj-lt"/>
              </a:defRPr>
            </a:lvl5pPr>
            <a:lvl6pPr marL="0" indent="0" algn="ctr">
              <a:lnSpc>
                <a:spcPct val="110000"/>
              </a:lnSpc>
              <a:spcBef>
                <a:spcPts val="0"/>
              </a:spcBef>
              <a:spcAft>
                <a:spcPts val="0"/>
              </a:spcAft>
              <a:buNone/>
              <a:defRPr sz="4050" b="1">
                <a:solidFill>
                  <a:schemeClr val="tx1"/>
                </a:solidFill>
                <a:latin typeface="+mj-lt"/>
                <a:ea typeface="+mj-lt"/>
                <a:cs typeface="+mj-lt"/>
              </a:defRPr>
            </a:lvl6pPr>
            <a:lvl7pPr marL="0" indent="0" algn="ctr">
              <a:lnSpc>
                <a:spcPct val="110000"/>
              </a:lnSpc>
              <a:spcBef>
                <a:spcPts val="0"/>
              </a:spcBef>
              <a:spcAft>
                <a:spcPts val="0"/>
              </a:spcAft>
              <a:buNone/>
              <a:defRPr sz="4050" b="1">
                <a:solidFill>
                  <a:schemeClr val="tx1"/>
                </a:solidFill>
                <a:latin typeface="+mj-lt"/>
                <a:ea typeface="+mj-lt"/>
                <a:cs typeface="+mj-lt"/>
              </a:defRPr>
            </a:lvl7pPr>
            <a:lvl8pPr marL="0" indent="0" algn="ctr">
              <a:lnSpc>
                <a:spcPct val="110000"/>
              </a:lnSpc>
              <a:spcBef>
                <a:spcPts val="0"/>
              </a:spcBef>
              <a:spcAft>
                <a:spcPts val="0"/>
              </a:spcAft>
              <a:buNone/>
              <a:defRPr sz="4050" b="1">
                <a:solidFill>
                  <a:schemeClr val="tx1"/>
                </a:solidFill>
                <a:latin typeface="+mj-lt"/>
                <a:ea typeface="+mj-lt"/>
                <a:cs typeface="+mj-lt"/>
              </a:defRPr>
            </a:lvl8pPr>
            <a:lvl9pPr marL="0" indent="0" algn="ctr">
              <a:lnSpc>
                <a:spcPct val="110000"/>
              </a:lnSpc>
              <a:spcBef>
                <a:spcPts val="0"/>
              </a:spcBef>
              <a:spcAft>
                <a:spcPts val="0"/>
              </a:spcAft>
              <a:buNone/>
              <a:defRPr sz="40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A47FA7-0501-4454-8C31-3BE1370EC2BB}"/>
              </a:ext>
            </a:extLst>
          </p:cNvPr>
          <p:cNvSpPr>
            <a:spLocks xmlns:a="http://schemas.openxmlformats.org/drawingml/2006/main" noGrp="1"/>
          </p:cNvSpPr>
          <p:nvPr>
            <p:ph type="subTitle" idx="1"/>
          </p:nvPr>
        </p:nvSpPr>
        <p:spPr>
          <a:xfrm xmlns:a="http://schemas.openxmlformats.org/drawingml/2006/main">
            <a:off x="1543050" y="7072313"/>
            <a:ext cx="72009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gn="ctr">
              <a:lnSpc>
                <a:spcPct val="110000"/>
              </a:lnSpc>
              <a:spcBef>
                <a:spcPts val="0"/>
              </a:spcBef>
              <a:spcAft>
                <a:spcPts val="0"/>
              </a:spcAft>
              <a:buNone/>
              <a:defRPr sz="1772" b="0">
                <a:solidFill>
                  <a:schemeClr val="tx1"/>
                </a:solidFill>
                <a:latin typeface="+mn-lt"/>
                <a:ea typeface="+mn-lt"/>
                <a:cs typeface="+mn-lt"/>
              </a:defRPr>
            </a:lvl1pPr>
            <a:lvl2pPr marL="0" indent="0" algn="ctr">
              <a:lnSpc>
                <a:spcPct val="110000"/>
              </a:lnSpc>
              <a:spcBef>
                <a:spcPts val="0"/>
              </a:spcBef>
              <a:spcAft>
                <a:spcPts val="0"/>
              </a:spcAft>
              <a:buNone/>
              <a:defRPr sz="1772" b="0">
                <a:solidFill>
                  <a:schemeClr val="tx1"/>
                </a:solidFill>
                <a:latin typeface="+mn-lt"/>
                <a:ea typeface="+mn-lt"/>
                <a:cs typeface="+mn-lt"/>
              </a:defRPr>
            </a:lvl2pPr>
            <a:lvl3pPr marL="0" indent="0" algn="ctr">
              <a:lnSpc>
                <a:spcPct val="110000"/>
              </a:lnSpc>
              <a:spcBef>
                <a:spcPts val="0"/>
              </a:spcBef>
              <a:spcAft>
                <a:spcPts val="0"/>
              </a:spcAft>
              <a:buNone/>
              <a:defRPr sz="1772" b="0">
                <a:solidFill>
                  <a:schemeClr val="tx1"/>
                </a:solidFill>
                <a:latin typeface="+mn-lt"/>
                <a:ea typeface="+mn-lt"/>
                <a:cs typeface="+mn-lt"/>
              </a:defRPr>
            </a:lvl3pPr>
            <a:lvl4pPr marL="0" indent="0" algn="ctr">
              <a:lnSpc>
                <a:spcPct val="110000"/>
              </a:lnSpc>
              <a:spcBef>
                <a:spcPts val="0"/>
              </a:spcBef>
              <a:spcAft>
                <a:spcPts val="0"/>
              </a:spcAft>
              <a:buNone/>
              <a:defRPr sz="1772" b="0">
                <a:solidFill>
                  <a:schemeClr val="tx1"/>
                </a:solidFill>
                <a:latin typeface="+mn-lt"/>
                <a:ea typeface="+mn-lt"/>
                <a:cs typeface="+mn-lt"/>
              </a:defRPr>
            </a:lvl4pPr>
            <a:lvl5pPr marL="0" indent="0" algn="ctr">
              <a:lnSpc>
                <a:spcPct val="110000"/>
              </a:lnSpc>
              <a:spcBef>
                <a:spcPts val="0"/>
              </a:spcBef>
              <a:spcAft>
                <a:spcPts val="0"/>
              </a:spcAft>
              <a:buNone/>
              <a:defRPr sz="1772" b="0">
                <a:solidFill>
                  <a:schemeClr val="tx1"/>
                </a:solidFill>
                <a:latin typeface="+mn-lt"/>
                <a:ea typeface="+mn-lt"/>
                <a:cs typeface="+mn-lt"/>
              </a:defRPr>
            </a:lvl5pPr>
            <a:lvl6pPr marL="0" indent="0" algn="ctr">
              <a:lnSpc>
                <a:spcPct val="110000"/>
              </a:lnSpc>
              <a:spcBef>
                <a:spcPts val="0"/>
              </a:spcBef>
              <a:spcAft>
                <a:spcPts val="0"/>
              </a:spcAft>
              <a:buNone/>
              <a:defRPr sz="1772" b="0">
                <a:solidFill>
                  <a:schemeClr val="tx1"/>
                </a:solidFill>
                <a:latin typeface="+mn-lt"/>
                <a:ea typeface="+mn-lt"/>
                <a:cs typeface="+mn-lt"/>
              </a:defRPr>
            </a:lvl6pPr>
            <a:lvl7pPr marL="0" indent="0" algn="ctr">
              <a:lnSpc>
                <a:spcPct val="110000"/>
              </a:lnSpc>
              <a:spcBef>
                <a:spcPts val="0"/>
              </a:spcBef>
              <a:spcAft>
                <a:spcPts val="0"/>
              </a:spcAft>
              <a:buNone/>
              <a:defRPr sz="1772" b="0">
                <a:solidFill>
                  <a:schemeClr val="tx1"/>
                </a:solidFill>
                <a:latin typeface="+mn-lt"/>
                <a:ea typeface="+mn-lt"/>
                <a:cs typeface="+mn-lt"/>
              </a:defRPr>
            </a:lvl7pPr>
            <a:lvl8pPr marL="0" indent="0" algn="ctr">
              <a:lnSpc>
                <a:spcPct val="110000"/>
              </a:lnSpc>
              <a:spcBef>
                <a:spcPts val="0"/>
              </a:spcBef>
              <a:spcAft>
                <a:spcPts val="0"/>
              </a:spcAft>
              <a:buNone/>
              <a:defRPr sz="1772" b="0">
                <a:solidFill>
                  <a:schemeClr val="tx1"/>
                </a:solidFill>
                <a:latin typeface="+mn-lt"/>
                <a:ea typeface="+mn-lt"/>
                <a:cs typeface="+mn-lt"/>
              </a:defRPr>
            </a:lvl8pPr>
            <a:lvl9pPr marL="0" indent="0" algn="ctr">
              <a:lnSpc>
                <a:spcPct val="110000"/>
              </a:lnSpc>
              <a:spcBef>
                <a:spcPts val="0"/>
              </a:spcBef>
              <a:spcAft>
                <a:spcPts val="0"/>
              </a:spcAft>
              <a:buNone/>
              <a:defRPr sz="17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0253D8-60A7-4E3B-AF57-77F401233C0D}"/>
              </a:ext>
            </a:extLst>
          </p:cNvPr>
          <p:cNvSpPr>
            <a:spLocks xmlns:a="http://schemas.openxmlformats.org/drawingml/2006/main" noGrp="1"/>
          </p:cNvSpPr>
          <p:nvPr>
            <p:ph type="title" idx="0"/>
          </p:nvPr>
        </p:nvSpPr>
        <p:spPr>
          <a:xfrm xmlns:a="http://schemas.openxmlformats.org/drawingml/2006/main">
            <a:off x="1028700" y="5357813"/>
            <a:ext cx="82296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gn="ctr">
              <a:lnSpc>
                <a:spcPct val="110000"/>
              </a:lnSpc>
              <a:spcBef>
                <a:spcPts val="0"/>
              </a:spcBef>
              <a:spcAft>
                <a:spcPts val="0"/>
              </a:spcAft>
              <a:buNone/>
              <a:defRPr sz="3544" b="1">
                <a:solidFill>
                  <a:schemeClr val="tx1"/>
                </a:solidFill>
                <a:latin typeface="+mj-lt"/>
                <a:ea typeface="+mj-lt"/>
                <a:cs typeface="+mj-lt"/>
              </a:defRPr>
            </a:lvl1pPr>
            <a:lvl2pPr marL="0" indent="0" algn="ctr">
              <a:lnSpc>
                <a:spcPct val="110000"/>
              </a:lnSpc>
              <a:spcBef>
                <a:spcPts val="0"/>
              </a:spcBef>
              <a:spcAft>
                <a:spcPts val="0"/>
              </a:spcAft>
              <a:buNone/>
              <a:defRPr sz="3544" b="1">
                <a:solidFill>
                  <a:schemeClr val="tx1"/>
                </a:solidFill>
                <a:latin typeface="+mj-lt"/>
                <a:ea typeface="+mj-lt"/>
                <a:cs typeface="+mj-lt"/>
              </a:defRPr>
            </a:lvl2pPr>
            <a:lvl3pPr marL="0" indent="0" algn="ctr">
              <a:lnSpc>
                <a:spcPct val="110000"/>
              </a:lnSpc>
              <a:spcBef>
                <a:spcPts val="0"/>
              </a:spcBef>
              <a:spcAft>
                <a:spcPts val="0"/>
              </a:spcAft>
              <a:buNone/>
              <a:defRPr sz="3544" b="1">
                <a:solidFill>
                  <a:schemeClr val="tx1"/>
                </a:solidFill>
                <a:latin typeface="+mj-lt"/>
                <a:ea typeface="+mj-lt"/>
                <a:cs typeface="+mj-lt"/>
              </a:defRPr>
            </a:lvl3pPr>
            <a:lvl4pPr marL="0" indent="0" algn="ctr">
              <a:lnSpc>
                <a:spcPct val="110000"/>
              </a:lnSpc>
              <a:spcBef>
                <a:spcPts val="0"/>
              </a:spcBef>
              <a:spcAft>
                <a:spcPts val="0"/>
              </a:spcAft>
              <a:buNone/>
              <a:defRPr sz="3544" b="1">
                <a:solidFill>
                  <a:schemeClr val="tx1"/>
                </a:solidFill>
                <a:latin typeface="+mj-lt"/>
                <a:ea typeface="+mj-lt"/>
                <a:cs typeface="+mj-lt"/>
              </a:defRPr>
            </a:lvl4pPr>
            <a:lvl5pPr marL="0" indent="0" algn="ctr">
              <a:lnSpc>
                <a:spcPct val="110000"/>
              </a:lnSpc>
              <a:spcBef>
                <a:spcPts val="0"/>
              </a:spcBef>
              <a:spcAft>
                <a:spcPts val="0"/>
              </a:spcAft>
              <a:buNone/>
              <a:defRPr sz="3544" b="1">
                <a:solidFill>
                  <a:schemeClr val="tx1"/>
                </a:solidFill>
                <a:latin typeface="+mj-lt"/>
                <a:ea typeface="+mj-lt"/>
                <a:cs typeface="+mj-lt"/>
              </a:defRPr>
            </a:lvl5pPr>
            <a:lvl6pPr marL="0" indent="0" algn="ctr">
              <a:lnSpc>
                <a:spcPct val="110000"/>
              </a:lnSpc>
              <a:spcBef>
                <a:spcPts val="0"/>
              </a:spcBef>
              <a:spcAft>
                <a:spcPts val="0"/>
              </a:spcAft>
              <a:buNone/>
              <a:defRPr sz="3544" b="1">
                <a:solidFill>
                  <a:schemeClr val="tx1"/>
                </a:solidFill>
                <a:latin typeface="+mj-lt"/>
                <a:ea typeface="+mj-lt"/>
                <a:cs typeface="+mj-lt"/>
              </a:defRPr>
            </a:lvl6pPr>
            <a:lvl7pPr marL="0" indent="0" algn="ctr">
              <a:lnSpc>
                <a:spcPct val="110000"/>
              </a:lnSpc>
              <a:spcBef>
                <a:spcPts val="0"/>
              </a:spcBef>
              <a:spcAft>
                <a:spcPts val="0"/>
              </a:spcAft>
              <a:buNone/>
              <a:defRPr sz="3544" b="1">
                <a:solidFill>
                  <a:schemeClr val="tx1"/>
                </a:solidFill>
                <a:latin typeface="+mj-lt"/>
                <a:ea typeface="+mj-lt"/>
                <a:cs typeface="+mj-lt"/>
              </a:defRPr>
            </a:lvl7pPr>
            <a:lvl8pPr marL="0" indent="0" algn="ctr">
              <a:lnSpc>
                <a:spcPct val="110000"/>
              </a:lnSpc>
              <a:spcBef>
                <a:spcPts val="0"/>
              </a:spcBef>
              <a:spcAft>
                <a:spcPts val="0"/>
              </a:spcAft>
              <a:buNone/>
              <a:defRPr sz="3544" b="1">
                <a:solidFill>
                  <a:schemeClr val="tx1"/>
                </a:solidFill>
                <a:latin typeface="+mj-lt"/>
                <a:ea typeface="+mj-lt"/>
                <a:cs typeface="+mj-lt"/>
              </a:defRPr>
            </a:lvl8pPr>
            <a:lvl9pPr marL="0" indent="0" algn="ctr">
              <a:lnSpc>
                <a:spcPct val="110000"/>
              </a:lnSpc>
              <a:spcBef>
                <a:spcPts val="0"/>
              </a:spcBef>
              <a:spcAft>
                <a:spcPts val="0"/>
              </a:spcAft>
              <a:buNone/>
              <a:defRPr sz="35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BA7F8-79EB-40E3-8630-859F8B7BA38F}"/>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84E687-A3B3-4912-A208-2095286D1C9F}"/>
              </a:ext>
            </a:extLst>
          </p:cNvPr>
          <p:cNvSpPr>
            <a:spLocks xmlns:a="http://schemas.openxmlformats.org/drawingml/2006/main" noGrp="1"/>
          </p:cNvSpPr>
          <p:nvPr>
            <p:ph type="body" idx="1"/>
          </p:nvPr>
        </p:nvSpPr>
        <p:spPr>
          <a:xfrm xmlns:a="http://schemas.openxmlformats.org/drawingml/2006/main">
            <a:off x="578644" y="3571875"/>
            <a:ext cx="9129713"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BAD46E-D2F1-49D1-9F22-A7E2239264E2}"/>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3A2CC5-D17F-48CA-AE2E-A677AE15387E}"/>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53FF8A-820C-4987-A889-B4C852AFB2DF}"/>
              </a:ext>
            </a:extLst>
          </p:cNvPr>
          <p:cNvSpPr>
            <a:spLocks xmlns:a="http://schemas.openxmlformats.org/drawingml/2006/main" noGrp="1"/>
          </p:cNvSpPr>
          <p:nvPr>
            <p:ph type="body" idx="2"/>
          </p:nvPr>
        </p:nvSpPr>
        <p:spPr>
          <a:xfrm xmlns:a="http://schemas.openxmlformats.org/drawingml/2006/main">
            <a:off x="5464969"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BFEA4B-E20E-4C74-B0A1-26F36545FE1C}"/>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06DFB2-7CFA-4432-9827-2A931E6F6819}"/>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4e1580b4594307" /><Relationship Type="http://schemas.openxmlformats.org/officeDocument/2006/relationships/slideLayout" Target="/ppt/slideLayouts/slideLayout1.xml" Id="Rd16870cd35a8477d" /><Relationship Type="http://schemas.openxmlformats.org/officeDocument/2006/relationships/slideLayout" Target="/ppt/slideLayouts/slideLayout2.xml" Id="R2e0cc680aa004ac4" /><Relationship Type="http://schemas.openxmlformats.org/officeDocument/2006/relationships/slideLayout" Target="/ppt/slideLayouts/slideLayout3.xml" Id="R8be1f9c997354306" /><Relationship Type="http://schemas.openxmlformats.org/officeDocument/2006/relationships/slideLayout" Target="/ppt/slideLayouts/slideLayout4.xml" Id="R5e2b042f26b94375" /><Relationship Type="http://schemas.openxmlformats.org/officeDocument/2006/relationships/slideLayout" Target="/ppt/slideLayouts/slideLayout5.xml" Id="R6f2214aa3b254076" /><Relationship Type="http://schemas.openxmlformats.org/officeDocument/2006/relationships/slideLayout" Target="/ppt/slideLayouts/slideLayout6.xml" Id="Rdc6515ad88c24d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6870cd35a8477d"/>
    <p:sldLayoutId xmlns:r="http://schemas.openxmlformats.org/officeDocument/2006/relationships" id="2147483650" r:id="R2e0cc680aa004ac4"/>
    <p:sldLayoutId xmlns:r="http://schemas.openxmlformats.org/officeDocument/2006/relationships" id="2147483651" r:id="R8be1f9c997354306"/>
    <p:sldLayoutId xmlns:r="http://schemas.openxmlformats.org/officeDocument/2006/relationships" id="2147483652" r:id="R5e2b042f26b94375"/>
    <p:sldLayoutId xmlns:r="http://schemas.openxmlformats.org/officeDocument/2006/relationships" id="2147483653" r:id="R6f2214aa3b254076"/>
    <p:sldLayoutId xmlns:r="http://schemas.openxmlformats.org/officeDocument/2006/relationships" id="2147483654" r:id="Rdc6515ad88c24d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01f4366bb14926" /><Relationship Type="http://schemas.openxmlformats.org/officeDocument/2006/relationships/image" Target="/ppt/media/image.png" Id="Ra6e517a99e364f9f" /><Relationship Type="http://schemas.openxmlformats.org/officeDocument/2006/relationships/image" Target="/ppt/media/image2.png" Id="Rd6bcea004ce740e6" /><Relationship Type="http://schemas.openxmlformats.org/officeDocument/2006/relationships/notesSlide" Target="/ppt/notesSlides/notesSlide1.xml" Id="R07b2f7e831144c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310f5cd0a64a9b" /><Relationship Type="http://schemas.openxmlformats.org/officeDocument/2006/relationships/image" Target="/ppt/media/image3.png" Id="Rb67ee7ed85e841fc" /><Relationship Type="http://schemas.openxmlformats.org/officeDocument/2006/relationships/image" Target="/ppt/media/image4.png" Id="R0a75a1b0c2c949ee" /><Relationship Type="http://schemas.openxmlformats.org/officeDocument/2006/relationships/notesSlide" Target="/ppt/notesSlides/notesSlide2.xml" Id="R2e1a1d639abe43aa" /></Relationships>
</file>

<file path=ppt/slides/slide1.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9" name="Social yellow message column">
            <a:extLst xmlns:a="http://schemas.openxmlformats.org/drawingml/2006/main">
              <a:ext uri="{FF2B5EF4-FFF2-40B4-BE49-F238E27FC236}">
                <a16:creationId xmlns:a16="http://schemas.microsoft.com/office/drawing/2014/main" id="{21CEAB05-BEDC-4FCC-A3B5-BB76B072C0E2}"/>
              </a:ext>
            </a:extLst>
          </p:cNvPr>
          <p:cNvSpPr>
            <a:spLocks xmlns:a="http://schemas.openxmlformats.org/drawingml/2006/main" noGrp="1"/>
          </p:cNvSpPr>
          <p:nvPr/>
        </p:nvSpPr>
        <p:spPr>
          <a:xfrm xmlns:a="http://schemas.openxmlformats.org/drawingml/2006/main">
            <a:off x="0" y="0"/>
            <a:ext cx="4419600" cy="112395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8EF1499-25DB-492D-A532-69B0F78ADB7D}"/>
              </a:ext>
            </a:extLst>
          </p:cNvPr>
          <p:cNvPicPr>
            <a:picLocks xmlns:a="http://schemas.openxmlformats.org/drawingml/2006/main" noChangeAspect="1"/>
          </p:cNvPicPr>
          <p:nvPr/>
        </p:nvPicPr>
        <p:blipFill>
          <a:blip xmlns:r="http://schemas.openxmlformats.org/officeDocument/2006/relationships" xmlns:a="http://schemas.openxmlformats.org/drawingml/2006/main" r:embed="Ra6e517a99e364f9f"/>
          <a:srcRect xmlns:a="http://schemas.openxmlformats.org/drawingml/2006/main" l="17385" t="0" r="17385" b="0"/>
          <a:stretch xmlns:a="http://schemas.openxmlformats.org/drawingml/2006/main">
            <a:fillRect l="0" t="0" r="0" b="0"/>
          </a:stretch>
        </p:blipFill>
        <p:spPr>
          <a:xfrm xmlns:a="http://schemas.openxmlformats.org/drawingml/2006/main">
            <a:off x="4419600" y="0"/>
            <a:ext cx="5867400" cy="11239500"/>
          </a:xfrm>
          <a:prstGeom xmlns:a="http://schemas.openxmlformats.org/drawingml/2006/main" prst="rect">
            <a:avLst/>
          </a:prstGeom>
        </p:spPr>
      </p:pic>
      <p:sp>
        <p:nvSpPr>
          <p:cNvPr id="3" name="Social central message">
            <a:extLst xmlns:a="http://schemas.openxmlformats.org/drawingml/2006/main">
              <a:ext uri="{FF2B5EF4-FFF2-40B4-BE49-F238E27FC236}">
                <a16:creationId xmlns:a16="http://schemas.microsoft.com/office/drawing/2014/main" id="{1B9A83E3-7546-4A68-8B6D-1DA8B0FA4FEB}"/>
              </a:ext>
            </a:extLst>
          </p:cNvPr>
          <p:cNvSpPr>
            <a:spLocks xmlns:a="http://schemas.openxmlformats.org/drawingml/2006/main" noGrp="1"/>
          </p:cNvSpPr>
          <p:nvPr/>
        </p:nvSpPr>
        <p:spPr>
          <a:xfrm xmlns:a="http://schemas.openxmlformats.org/drawingml/2006/main">
            <a:off x="419100" y="1390650"/>
            <a:ext cx="3571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00" b="1">
                <a:solidFill>
                  <a:srgbClr val="7926CB"/>
                </a:solidFill>
                <a:latin typeface="Space Grotesk"/>
                <a:ea typeface="Space Grotesk"/>
                <a:cs typeface="Space Grotesk"/>
              </a:defRPr>
            </a:defPPr>
            <a:lvl1pPr>
              <a:defRPr sz="3400" b="1">
                <a:solidFill>
                  <a:srgbClr val="7926CB"/>
                </a:solidFill>
                <a:latin typeface="Space Grotesk"/>
                <a:ea typeface="Space Grotesk"/>
                <a:cs typeface="Space Grotesk"/>
              </a:defRPr>
            </a:lvl1pPr>
            <a:lvl2pPr>
              <a:defRPr sz="3400" b="1">
                <a:solidFill>
                  <a:srgbClr val="7926CB"/>
                </a:solidFill>
                <a:latin typeface="Space Grotesk"/>
                <a:ea typeface="Space Grotesk"/>
                <a:cs typeface="Space Grotesk"/>
              </a:defRPr>
            </a:lvl2pPr>
            <a:lvl3pPr>
              <a:defRPr sz="3400" b="1">
                <a:solidFill>
                  <a:srgbClr val="7926CB"/>
                </a:solidFill>
                <a:latin typeface="Space Grotesk"/>
                <a:ea typeface="Space Grotesk"/>
                <a:cs typeface="Space Grotesk"/>
              </a:defRPr>
            </a:lvl3pPr>
            <a:lvl4pPr>
              <a:defRPr sz="3400" b="1">
                <a:solidFill>
                  <a:srgbClr val="7926CB"/>
                </a:solidFill>
                <a:latin typeface="Space Grotesk"/>
                <a:ea typeface="Space Grotesk"/>
                <a:cs typeface="Space Grotesk"/>
              </a:defRPr>
            </a:lvl4pPr>
            <a:lvl5pPr>
              <a:defRPr sz="3400" b="1">
                <a:solidFill>
                  <a:srgbClr val="7926CB"/>
                </a:solidFill>
                <a:latin typeface="Space Grotesk"/>
                <a:ea typeface="Space Grotesk"/>
                <a:cs typeface="Space Grotesk"/>
              </a:defRPr>
            </a:lvl5pPr>
            <a:lvl6pPr>
              <a:defRPr sz="3400" b="1">
                <a:solidFill>
                  <a:srgbClr val="7926CB"/>
                </a:solidFill>
                <a:latin typeface="Space Grotesk"/>
                <a:ea typeface="Space Grotesk"/>
                <a:cs typeface="Space Grotesk"/>
              </a:defRPr>
            </a:lvl6pPr>
            <a:lvl7pPr>
              <a:defRPr sz="3400" b="1">
                <a:solidFill>
                  <a:srgbClr val="7926CB"/>
                </a:solidFill>
                <a:latin typeface="Space Grotesk"/>
                <a:ea typeface="Space Grotesk"/>
                <a:cs typeface="Space Grotesk"/>
              </a:defRPr>
            </a:lvl7pPr>
            <a:lvl8pPr>
              <a:defRPr sz="3400" b="1">
                <a:solidFill>
                  <a:srgbClr val="7926CB"/>
                </a:solidFill>
                <a:latin typeface="Space Grotesk"/>
                <a:ea typeface="Space Grotesk"/>
                <a:cs typeface="Space Grotesk"/>
              </a:defRPr>
            </a:lvl8pPr>
            <a:lvl9pPr>
              <a:defRPr sz="3400" b="1">
                <a:solidFill>
                  <a:srgbClr val="7926CB"/>
                </a:solidFill>
                <a:latin typeface="Space Grotesk"/>
                <a:ea typeface="Space Grotesk"/>
                <a:cs typeface="Space Grotesk"/>
              </a:defRPr>
            </a:lvl9pPr>
          </a:lstStyle>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RIDERS NEED</a:t>
            </a:r>
          </a:p>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ROOM TO MOVE.</a:t>
            </a:r>
          </a:p>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WAIT TO PASS.</a:t>
            </a:r>
          </a:p>
        </p:txBody>
      </p:sp>
      <p:sp>
        <p:nvSpPr>
          <p:cNvPr id="4" name="Social action">
            <a:extLst xmlns:a="http://schemas.openxmlformats.org/drawingml/2006/main">
              <a:ext uri="{FF2B5EF4-FFF2-40B4-BE49-F238E27FC236}">
                <a16:creationId xmlns:a16="http://schemas.microsoft.com/office/drawing/2014/main" id="{1F99C1F6-BED9-47EE-9E2C-AD7C27A43457}"/>
              </a:ext>
            </a:extLst>
          </p:cNvPr>
          <p:cNvSpPr>
            <a:spLocks xmlns:a="http://schemas.openxmlformats.org/drawingml/2006/main" noGrp="1"/>
          </p:cNvSpPr>
          <p:nvPr/>
        </p:nvSpPr>
        <p:spPr>
          <a:xfrm xmlns:a="http://schemas.openxmlformats.org/drawingml/2006/main">
            <a:off x="438150" y="6038850"/>
            <a:ext cx="35147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3143A"/>
                </a:solidFill>
                <a:latin typeface="Arial"/>
                <a:ea typeface="Arial"/>
                <a:cs typeface="Arial"/>
              </a:defRPr>
            </a:defPPr>
            <a:lvl1pPr>
              <a:defRPr sz="1950" b="1">
                <a:solidFill>
                  <a:srgbClr val="23143A"/>
                </a:solidFill>
                <a:latin typeface="Arial"/>
                <a:ea typeface="Arial"/>
                <a:cs typeface="Arial"/>
              </a:defRPr>
            </a:lvl1pPr>
            <a:lvl2pPr>
              <a:defRPr sz="1950" b="1">
                <a:solidFill>
                  <a:srgbClr val="23143A"/>
                </a:solidFill>
                <a:latin typeface="Arial"/>
                <a:ea typeface="Arial"/>
                <a:cs typeface="Arial"/>
              </a:defRPr>
            </a:lvl2pPr>
            <a:lvl3pPr>
              <a:defRPr sz="1950" b="1">
                <a:solidFill>
                  <a:srgbClr val="23143A"/>
                </a:solidFill>
                <a:latin typeface="Arial"/>
                <a:ea typeface="Arial"/>
                <a:cs typeface="Arial"/>
              </a:defRPr>
            </a:lvl3pPr>
            <a:lvl4pPr>
              <a:defRPr sz="1950" b="1">
                <a:solidFill>
                  <a:srgbClr val="23143A"/>
                </a:solidFill>
                <a:latin typeface="Arial"/>
                <a:ea typeface="Arial"/>
                <a:cs typeface="Arial"/>
              </a:defRPr>
            </a:lvl4pPr>
            <a:lvl5pPr>
              <a:defRPr sz="1950" b="1">
                <a:solidFill>
                  <a:srgbClr val="23143A"/>
                </a:solidFill>
                <a:latin typeface="Arial"/>
                <a:ea typeface="Arial"/>
                <a:cs typeface="Arial"/>
              </a:defRPr>
            </a:lvl5pPr>
            <a:lvl6pPr>
              <a:defRPr sz="1950" b="1">
                <a:solidFill>
                  <a:srgbClr val="23143A"/>
                </a:solidFill>
                <a:latin typeface="Arial"/>
                <a:ea typeface="Arial"/>
                <a:cs typeface="Arial"/>
              </a:defRPr>
            </a:lvl6pPr>
            <a:lvl7pPr>
              <a:defRPr sz="1950" b="1">
                <a:solidFill>
                  <a:srgbClr val="23143A"/>
                </a:solidFill>
                <a:latin typeface="Arial"/>
                <a:ea typeface="Arial"/>
                <a:cs typeface="Arial"/>
              </a:defRPr>
            </a:lvl7pPr>
            <a:lvl8pPr>
              <a:defRPr sz="1950" b="1">
                <a:solidFill>
                  <a:srgbClr val="23143A"/>
                </a:solidFill>
                <a:latin typeface="Arial"/>
                <a:ea typeface="Arial"/>
                <a:cs typeface="Arial"/>
              </a:defRPr>
            </a:lvl8pPr>
            <a:lvl9pPr>
              <a:defRPr sz="1950" b="1">
                <a:solidFill>
                  <a:srgbClr val="23143A"/>
                </a:solidFill>
                <a:latin typeface="Arial"/>
                <a:ea typeface="Arial"/>
                <a:cs typeface="Arial"/>
              </a:defRPr>
            </a:lvl9pPr>
          </a:lstStyle>
          <a:p xmlns:a="http://schemas.openxmlformats.org/drawingml/2006/main">
            <a:pPr>
              <a:lnSpc>
                <a:spcPct val="98000"/>
              </a:lnSpc>
              <a:buNone/>
              <a:defRPr sz="1950" b="1">
                <a:solidFill>
                  <a:srgbClr val="23143A"/>
                </a:solidFill>
                <a:latin typeface="Arial"/>
                <a:ea typeface="Arial"/>
                <a:cs typeface="Arial"/>
              </a:defRPr>
            </a:pPr>
            <a:r>
              <a:rPr sz="1950" b="1">
                <a:solidFill>
                  <a:srgbClr val="23143A"/>
                </a:solidFill>
                <a:latin typeface="Arial"/>
                <a:ea typeface="Arial"/>
                <a:cs typeface="Arial"/>
              </a:rPr>
              <a:t>Rough pavement, debris, parked cars, or a narrow lane may put a rider farther from the curb. Wait behind until a pass is clear and lawful.</a:t>
            </a:r>
          </a:p>
        </p:txBody>
      </p:sp>
      <p:sp>
        <p:nvSpPr>
          <p:cNvPr id="5" name="Brand footer">
            <a:extLst xmlns:a="http://schemas.openxmlformats.org/drawingml/2006/main">
              <a:ext uri="{FF2B5EF4-FFF2-40B4-BE49-F238E27FC236}">
                <a16:creationId xmlns:a16="http://schemas.microsoft.com/office/drawing/2014/main" id="{F80A2D68-166D-4B23-90E2-F44F7D55A3AA}"/>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0AD41D1F-48C6-4725-9FD3-8ED06C88EDB8}"/>
              </a:ext>
            </a:extLst>
          </p:cNvPr>
          <p:cNvPicPr>
            <a:picLocks xmlns:a="http://schemas.openxmlformats.org/drawingml/2006/main" noChangeAspect="1"/>
          </p:cNvPicPr>
          <p:nvPr/>
        </p:nvPicPr>
        <p:blipFill>
          <a:blip xmlns:r="http://schemas.openxmlformats.org/officeDocument/2006/relationships" xmlns:a="http://schemas.openxmlformats.org/drawingml/2006/main" r:embed="Rd6bcea004ce740e6"/>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90B905E5-13BD-4585-A3B2-5E15E92BEC19}"/>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90DB80C0-16D1-4A42-A8B7-33B65C1A2A6D}"/>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236460557"/>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9" name="Social yellow message column">
            <a:extLst xmlns:a="http://schemas.openxmlformats.org/drawingml/2006/main">
              <a:ext uri="{FF2B5EF4-FFF2-40B4-BE49-F238E27FC236}">
                <a16:creationId xmlns:a16="http://schemas.microsoft.com/office/drawing/2014/main" id="{EFF445D5-8569-4370-946F-B745BCD476C7}"/>
              </a:ext>
            </a:extLst>
          </p:cNvPr>
          <p:cNvSpPr>
            <a:spLocks xmlns:a="http://schemas.openxmlformats.org/drawingml/2006/main" noGrp="1"/>
          </p:cNvSpPr>
          <p:nvPr/>
        </p:nvSpPr>
        <p:spPr>
          <a:xfrm xmlns:a="http://schemas.openxmlformats.org/drawingml/2006/main">
            <a:off x="0" y="0"/>
            <a:ext cx="4419600" cy="112395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4FFCD7B-DD0F-413D-8B1A-14C2E0B2FC7C}"/>
              </a:ext>
            </a:extLst>
          </p:cNvPr>
          <p:cNvPicPr>
            <a:picLocks xmlns:a="http://schemas.openxmlformats.org/drawingml/2006/main" noChangeAspect="1"/>
          </p:cNvPicPr>
          <p:nvPr/>
        </p:nvPicPr>
        <p:blipFill>
          <a:blip xmlns:r="http://schemas.openxmlformats.org/officeDocument/2006/relationships" xmlns:a="http://schemas.openxmlformats.org/drawingml/2006/main" r:embed="Rb67ee7ed85e841fc"/>
          <a:srcRect xmlns:a="http://schemas.openxmlformats.org/drawingml/2006/main" l="17385" t="0" r="17385" b="0"/>
          <a:stretch xmlns:a="http://schemas.openxmlformats.org/drawingml/2006/main">
            <a:fillRect l="0" t="0" r="0" b="0"/>
          </a:stretch>
        </p:blipFill>
        <p:spPr>
          <a:xfrm xmlns:a="http://schemas.openxmlformats.org/drawingml/2006/main">
            <a:off x="4419600" y="0"/>
            <a:ext cx="5867400" cy="11239500"/>
          </a:xfrm>
          <a:prstGeom xmlns:a="http://schemas.openxmlformats.org/drawingml/2006/main" prst="rect">
            <a:avLst/>
          </a:prstGeom>
        </p:spPr>
      </p:pic>
      <p:sp>
        <p:nvSpPr>
          <p:cNvPr id="3" name="Social central message">
            <a:extLst xmlns:a="http://schemas.openxmlformats.org/drawingml/2006/main">
              <a:ext uri="{FF2B5EF4-FFF2-40B4-BE49-F238E27FC236}">
                <a16:creationId xmlns:a16="http://schemas.microsoft.com/office/drawing/2014/main" id="{CDFB258B-2F30-49C7-8DE7-D74F1BEEDEC4}"/>
              </a:ext>
            </a:extLst>
          </p:cNvPr>
          <p:cNvSpPr>
            <a:spLocks xmlns:a="http://schemas.openxmlformats.org/drawingml/2006/main" noGrp="1"/>
          </p:cNvSpPr>
          <p:nvPr/>
        </p:nvSpPr>
        <p:spPr>
          <a:xfrm xmlns:a="http://schemas.openxmlformats.org/drawingml/2006/main">
            <a:off x="419100" y="1390650"/>
            <a:ext cx="3571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00" b="1">
                <a:solidFill>
                  <a:srgbClr val="7926CB"/>
                </a:solidFill>
                <a:latin typeface="Space Grotesk"/>
                <a:ea typeface="Space Grotesk"/>
                <a:cs typeface="Space Grotesk"/>
              </a:defRPr>
            </a:defPPr>
            <a:lvl1pPr>
              <a:defRPr sz="3400" b="1">
                <a:solidFill>
                  <a:srgbClr val="7926CB"/>
                </a:solidFill>
                <a:latin typeface="Space Grotesk"/>
                <a:ea typeface="Space Grotesk"/>
                <a:cs typeface="Space Grotesk"/>
              </a:defRPr>
            </a:lvl1pPr>
            <a:lvl2pPr>
              <a:defRPr sz="3400" b="1">
                <a:solidFill>
                  <a:srgbClr val="7926CB"/>
                </a:solidFill>
                <a:latin typeface="Space Grotesk"/>
                <a:ea typeface="Space Grotesk"/>
                <a:cs typeface="Space Grotesk"/>
              </a:defRPr>
            </a:lvl2pPr>
            <a:lvl3pPr>
              <a:defRPr sz="3400" b="1">
                <a:solidFill>
                  <a:srgbClr val="7926CB"/>
                </a:solidFill>
                <a:latin typeface="Space Grotesk"/>
                <a:ea typeface="Space Grotesk"/>
                <a:cs typeface="Space Grotesk"/>
              </a:defRPr>
            </a:lvl3pPr>
            <a:lvl4pPr>
              <a:defRPr sz="3400" b="1">
                <a:solidFill>
                  <a:srgbClr val="7926CB"/>
                </a:solidFill>
                <a:latin typeface="Space Grotesk"/>
                <a:ea typeface="Space Grotesk"/>
                <a:cs typeface="Space Grotesk"/>
              </a:defRPr>
            </a:lvl4pPr>
            <a:lvl5pPr>
              <a:defRPr sz="3400" b="1">
                <a:solidFill>
                  <a:srgbClr val="7926CB"/>
                </a:solidFill>
                <a:latin typeface="Space Grotesk"/>
                <a:ea typeface="Space Grotesk"/>
                <a:cs typeface="Space Grotesk"/>
              </a:defRPr>
            </a:lvl5pPr>
            <a:lvl6pPr>
              <a:defRPr sz="3400" b="1">
                <a:solidFill>
                  <a:srgbClr val="7926CB"/>
                </a:solidFill>
                <a:latin typeface="Space Grotesk"/>
                <a:ea typeface="Space Grotesk"/>
                <a:cs typeface="Space Grotesk"/>
              </a:defRPr>
            </a:lvl6pPr>
            <a:lvl7pPr>
              <a:defRPr sz="3400" b="1">
                <a:solidFill>
                  <a:srgbClr val="7926CB"/>
                </a:solidFill>
                <a:latin typeface="Space Grotesk"/>
                <a:ea typeface="Space Grotesk"/>
                <a:cs typeface="Space Grotesk"/>
              </a:defRPr>
            </a:lvl7pPr>
            <a:lvl8pPr>
              <a:defRPr sz="3400" b="1">
                <a:solidFill>
                  <a:srgbClr val="7926CB"/>
                </a:solidFill>
                <a:latin typeface="Space Grotesk"/>
                <a:ea typeface="Space Grotesk"/>
                <a:cs typeface="Space Grotesk"/>
              </a:defRPr>
            </a:lvl8pPr>
            <a:lvl9pPr>
              <a:defRPr sz="3400" b="1">
                <a:solidFill>
                  <a:srgbClr val="7926CB"/>
                </a:solidFill>
                <a:latin typeface="Space Grotesk"/>
                <a:ea typeface="Space Grotesk"/>
                <a:cs typeface="Space Grotesk"/>
              </a:defRPr>
            </a:lvl9pPr>
          </a:lstStyle>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RIDERS NEED</a:t>
            </a:r>
          </a:p>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ROOM TO MOVE.</a:t>
            </a:r>
          </a:p>
          <a:p xmlns:a="http://schemas.openxmlformats.org/drawingml/2006/main">
            <a:pPr>
              <a:lnSpc>
                <a:spcPct val="98000"/>
              </a:lnSpc>
              <a:buNone/>
              <a:defRPr sz="3400" b="1">
                <a:solidFill>
                  <a:srgbClr val="7926CB"/>
                </a:solidFill>
                <a:latin typeface="Space Grotesk"/>
                <a:ea typeface="Space Grotesk"/>
                <a:cs typeface="Space Grotesk"/>
              </a:defRPr>
            </a:pPr>
            <a:r>
              <a:rPr sz="3400" b="1">
                <a:solidFill>
                  <a:srgbClr val="7926CB"/>
                </a:solidFill>
                <a:latin typeface="Space Grotesk"/>
                <a:ea typeface="Space Grotesk"/>
                <a:cs typeface="Space Grotesk"/>
              </a:rPr>
              <a:t>WAIT TO PASS.</a:t>
            </a:r>
          </a:p>
        </p:txBody>
      </p:sp>
      <p:sp>
        <p:nvSpPr>
          <p:cNvPr id="4" name="Social action">
            <a:extLst xmlns:a="http://schemas.openxmlformats.org/drawingml/2006/main">
              <a:ext uri="{FF2B5EF4-FFF2-40B4-BE49-F238E27FC236}">
                <a16:creationId xmlns:a16="http://schemas.microsoft.com/office/drawing/2014/main" id="{8EC4A233-5E56-480F-824D-D08AE2401E45}"/>
              </a:ext>
            </a:extLst>
          </p:cNvPr>
          <p:cNvSpPr>
            <a:spLocks xmlns:a="http://schemas.openxmlformats.org/drawingml/2006/main" noGrp="1"/>
          </p:cNvSpPr>
          <p:nvPr/>
        </p:nvSpPr>
        <p:spPr>
          <a:xfrm xmlns:a="http://schemas.openxmlformats.org/drawingml/2006/main">
            <a:off x="438150" y="6038850"/>
            <a:ext cx="35147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3143A"/>
                </a:solidFill>
                <a:latin typeface="Arial"/>
                <a:ea typeface="Arial"/>
                <a:cs typeface="Arial"/>
              </a:defRPr>
            </a:defPPr>
            <a:lvl1pPr>
              <a:defRPr sz="1950" b="1">
                <a:solidFill>
                  <a:srgbClr val="23143A"/>
                </a:solidFill>
                <a:latin typeface="Arial"/>
                <a:ea typeface="Arial"/>
                <a:cs typeface="Arial"/>
              </a:defRPr>
            </a:lvl1pPr>
            <a:lvl2pPr>
              <a:defRPr sz="1950" b="1">
                <a:solidFill>
                  <a:srgbClr val="23143A"/>
                </a:solidFill>
                <a:latin typeface="Arial"/>
                <a:ea typeface="Arial"/>
                <a:cs typeface="Arial"/>
              </a:defRPr>
            </a:lvl2pPr>
            <a:lvl3pPr>
              <a:defRPr sz="1950" b="1">
                <a:solidFill>
                  <a:srgbClr val="23143A"/>
                </a:solidFill>
                <a:latin typeface="Arial"/>
                <a:ea typeface="Arial"/>
                <a:cs typeface="Arial"/>
              </a:defRPr>
            </a:lvl3pPr>
            <a:lvl4pPr>
              <a:defRPr sz="1950" b="1">
                <a:solidFill>
                  <a:srgbClr val="23143A"/>
                </a:solidFill>
                <a:latin typeface="Arial"/>
                <a:ea typeface="Arial"/>
                <a:cs typeface="Arial"/>
              </a:defRPr>
            </a:lvl4pPr>
            <a:lvl5pPr>
              <a:defRPr sz="1950" b="1">
                <a:solidFill>
                  <a:srgbClr val="23143A"/>
                </a:solidFill>
                <a:latin typeface="Arial"/>
                <a:ea typeface="Arial"/>
                <a:cs typeface="Arial"/>
              </a:defRPr>
            </a:lvl5pPr>
            <a:lvl6pPr>
              <a:defRPr sz="1950" b="1">
                <a:solidFill>
                  <a:srgbClr val="23143A"/>
                </a:solidFill>
                <a:latin typeface="Arial"/>
                <a:ea typeface="Arial"/>
                <a:cs typeface="Arial"/>
              </a:defRPr>
            </a:lvl6pPr>
            <a:lvl7pPr>
              <a:defRPr sz="1950" b="1">
                <a:solidFill>
                  <a:srgbClr val="23143A"/>
                </a:solidFill>
                <a:latin typeface="Arial"/>
                <a:ea typeface="Arial"/>
                <a:cs typeface="Arial"/>
              </a:defRPr>
            </a:lvl7pPr>
            <a:lvl8pPr>
              <a:defRPr sz="1950" b="1">
                <a:solidFill>
                  <a:srgbClr val="23143A"/>
                </a:solidFill>
                <a:latin typeface="Arial"/>
                <a:ea typeface="Arial"/>
                <a:cs typeface="Arial"/>
              </a:defRPr>
            </a:lvl8pPr>
            <a:lvl9pPr>
              <a:defRPr sz="1950" b="1">
                <a:solidFill>
                  <a:srgbClr val="23143A"/>
                </a:solidFill>
                <a:latin typeface="Arial"/>
                <a:ea typeface="Arial"/>
                <a:cs typeface="Arial"/>
              </a:defRPr>
            </a:lvl9pPr>
          </a:lstStyle>
          <a:p xmlns:a="http://schemas.openxmlformats.org/drawingml/2006/main">
            <a:pPr>
              <a:lnSpc>
                <a:spcPct val="98000"/>
              </a:lnSpc>
              <a:buNone/>
              <a:defRPr sz="1950" b="1">
                <a:solidFill>
                  <a:srgbClr val="23143A"/>
                </a:solidFill>
                <a:latin typeface="Arial"/>
                <a:ea typeface="Arial"/>
                <a:cs typeface="Arial"/>
              </a:defRPr>
            </a:pPr>
            <a:r>
              <a:rPr sz="1950" b="1">
                <a:solidFill>
                  <a:srgbClr val="23143A"/>
                </a:solidFill>
                <a:latin typeface="Arial"/>
                <a:ea typeface="Arial"/>
                <a:cs typeface="Arial"/>
              </a:rPr>
              <a:t>Rough pavement, debris, parked cars, or a narrow lane may put a rider farther from the curb. Wait behind until a pass is clear and lawful.</a:t>
            </a:r>
          </a:p>
        </p:txBody>
      </p:sp>
      <p:sp>
        <p:nvSpPr>
          <p:cNvPr id="5" name="Brand footer">
            <a:extLst xmlns:a="http://schemas.openxmlformats.org/drawingml/2006/main">
              <a:ext uri="{FF2B5EF4-FFF2-40B4-BE49-F238E27FC236}">
                <a16:creationId xmlns:a16="http://schemas.microsoft.com/office/drawing/2014/main" id="{B86E46C3-EA5F-4CEF-AE99-80DAB425C01F}"/>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9EB93882-F62A-4F83-B6A2-359869259954}"/>
              </a:ext>
            </a:extLst>
          </p:cNvPr>
          <p:cNvPicPr>
            <a:picLocks xmlns:a="http://schemas.openxmlformats.org/drawingml/2006/main" noChangeAspect="1"/>
          </p:cNvPicPr>
          <p:nvPr/>
        </p:nvPicPr>
        <p:blipFill>
          <a:blip xmlns:r="http://schemas.openxmlformats.org/officeDocument/2006/relationships" xmlns:a="http://schemas.openxmlformats.org/drawingml/2006/main" r:embed="R0a75a1b0c2c949ee"/>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FEDC0825-1332-4171-B8EE-69D44A7F746B}"/>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E7511AFF-66C7-484E-9DE0-1645AA48AB97}"/>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601979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2026-10-29T13:48:26.3240000Z</dcterms:created>
  <dcterms:modified xsi:type="dcterms:W3CDTF">2026-10-29T13:48:26.3240000Z</dcterms:modified>
</coreProperties>
</file>