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222ce9107a4f76" /><Relationship Type="http://schemas.openxmlformats.org/officeDocument/2006/relationships/extended-properties" Target="/docProps/app.xml" Id="R0d770d3f5cf2438f" /><Relationship Type="http://schemas.openxmlformats.org/officeDocument/2006/relationships/officeDocument" Target="/ppt/presentation.xml" Id="R7202c86f09bb4dcf" /></Relationships>
</file>

<file path=ppt/presentation.xml><?xml version="1.0" encoding="utf-8"?>
<p:presentation xmlns:p="http://schemas.openxmlformats.org/presentationml/2006/main">
  <p:sldMasterIdLst>
    <p:sldMasterId xmlns:r="http://schemas.openxmlformats.org/officeDocument/2006/relationships" id="2147483648" r:id="R574ac4bc43e14eda"/>
  </p:sldMasterIdLst>
  <p:notesMasterIdLst>
    <p:notesMasterId xmlns:r="http://schemas.openxmlformats.org/officeDocument/2006/relationships" r:id="Rd5f5aff2e90b44a5"/>
  </p:notesMasterIdLst>
  <p:sldIdLst>
    <p:sldId xmlns:r="http://schemas.openxmlformats.org/officeDocument/2006/relationships" id="256" r:id="Rcd32ab47aa7c4e85"/>
    <p:sldId xmlns:r="http://schemas.openxmlformats.org/officeDocument/2006/relationships" id="257" r:id="R733fc1cd20844a1a"/>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9f5d16777c413b" /><Relationship Type="http://schemas.openxmlformats.org/officeDocument/2006/relationships/slideMaster" Target="/ppt/slideMasters/slideMaster1.xml" Id="R574ac4bc43e14eda" /><Relationship Type="http://schemas.openxmlformats.org/officeDocument/2006/relationships/notesMaster" Target="/ppt/notesMasters/notesMaster1.xml" Id="Rd5f5aff2e90b44a5" /><Relationship Type="http://schemas.openxmlformats.org/officeDocument/2006/relationships/presProps" Target="/ppt/presProps.xml" Id="Rac7a4a55e8b140da" /><Relationship Type="http://schemas.openxmlformats.org/officeDocument/2006/relationships/tableStyles" Target="/ppt/tableStyles.xml" Id="Re53f6f92fb7e45d8" /><Relationship Type="http://schemas.openxmlformats.org/officeDocument/2006/relationships/slide" Target="/ppt/slides/slide1.xml" Id="Rcd32ab47aa7c4e85" /><Relationship Type="http://schemas.openxmlformats.org/officeDocument/2006/relationships/slide" Target="/ppt/slides/slide2.xml" Id="R733fc1cd20844a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608de449e542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4c561a6e634281" /><Relationship Type="http://schemas.openxmlformats.org/officeDocument/2006/relationships/notesMaster" Target="/ppt/notesMasters/notesMaster1.xml" Id="R4313b325397440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31491217a94d75" /><Relationship Type="http://schemas.openxmlformats.org/officeDocument/2006/relationships/notesMaster" Target="/ppt/notesMasters/notesMaster1.xml" Id="R448a0b709f9b48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Room to Ride</a:t>
            </a:r>
          </a:p>
          <a:p xmlns:a="http://schemas.openxmlformats.org/drawingml/2006/main">
            <a:r>
              <a:t>Hess and Peterson found clearer interpretation of full-lane signage in an online survey. They measured stated comprehension, not observed driving, passing distance, or crashes. This creative remains untested, and lane-use rules vary by jurisdiction.</a:t>
            </a:r>
          </a:p>
          <a:p xmlns:a="http://schemas.openxmlformats.org/drawingml/2006/main">
            <a:r>
              <a:t>This exact copy and artwork have not been tested with the intended audience. Treat the emotional framing as an audience hypothesis, not an effectiveness claim. Intended direction: Shared experience, rider agency, and understanding the need for space.</a:t>
            </a:r>
          </a:p>
          <a:p xmlns:a="http://schemas.openxmlformats.org/drawingml/2006/main">
            <a:r>
              <a:t>The headline uses broad audience language. It does not speak for a specific rider or present a quote or testimonial.</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A. Same wording and layout across variants; only artwork changes. These are two one-sided poster alternatives, not a duplex sheet.</a:t>
            </a:r>
          </a:p>
          <a:p xmlns:a="http://schemas.openxmlformats.org/drawingml/2006/main">
            <a:r>
              <a:t>Sources:</a:t>
            </a:r>
          </a:p>
          <a:p xmlns:a="http://schemas.openxmlformats.org/drawingml/2006/main">
            <a:r>
              <a:t>https://journals.plos.org/plosone/article?id=10.1371/journal.pone.0136973</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Room to Ride</a:t>
            </a:r>
          </a:p>
          <a:p xmlns:a="http://schemas.openxmlformats.org/drawingml/2006/main">
            <a:r>
              <a:t>Hess and Peterson found clearer interpretation of full-lane signage in an online survey. They measured stated comprehension, not observed driving, passing distance, or crashes. This creative remains untested, and lane-use rules vary by jurisdiction.</a:t>
            </a:r>
          </a:p>
          <a:p xmlns:a="http://schemas.openxmlformats.org/drawingml/2006/main">
            <a:r>
              <a:t>This exact copy and artwork have not been tested with the intended audience. Treat the emotional framing as an audience hypothesis, not an effectiveness claim. Intended direction: Shared experience, rider agency, and understanding the need for space.</a:t>
            </a:r>
          </a:p>
          <a:p xmlns:a="http://schemas.openxmlformats.org/drawingml/2006/main">
            <a:r>
              <a:t>The headline uses broad audience language. It does not speak for a specific rider or present a quote or testimonial.</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B. Same wording and layout across variants; only artwork changes. These are two one-sided poster alternatives, not a duplex sheet.</a:t>
            </a:r>
          </a:p>
          <a:p xmlns:a="http://schemas.openxmlformats.org/drawingml/2006/main">
            <a:r>
              <a:t>Sources:</a:t>
            </a:r>
          </a:p>
          <a:p xmlns:a="http://schemas.openxmlformats.org/drawingml/2006/main">
            <a:r>
              <a:t>https://journals.plos.org/plosone/article?id=10.1371/journal.pone.0136973</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9ce4723c9d42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6d8dcb903349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81313322b94a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78f4fc320942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7106c1168543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bfc769bc5a46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963240-7709-405A-A715-09DC020A0B9A}"/>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A8A0FB-87AD-4F7B-8CB4-92A0831006B0}"/>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C85DCF-51F1-4353-822C-D103A9E0DFD8}"/>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5DA47C-A7B5-405D-B302-FC1A419DFD12}"/>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11B826-85B6-4157-B3BE-CF7112ED120C}"/>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0C8CE7-4BDD-4468-BF72-903F780BDDBD}"/>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FA4AD1-6412-48FE-867B-1C583554D46F}"/>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023CCCE-8100-4BC7-A6E9-45EF6CB3F387}"/>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1E74AC-C3A4-48EE-AE30-055E7B9F2C1C}"/>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1F5B74-E3C8-48C2-AD0E-87A3FDAEBB23}"/>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6edd7776dd46ac" /><Relationship Type="http://schemas.openxmlformats.org/officeDocument/2006/relationships/slideLayout" Target="/ppt/slideLayouts/slideLayout1.xml" Id="R7616ed6f5aa64f8b" /><Relationship Type="http://schemas.openxmlformats.org/officeDocument/2006/relationships/slideLayout" Target="/ppt/slideLayouts/slideLayout2.xml" Id="R680024ff00f74329" /><Relationship Type="http://schemas.openxmlformats.org/officeDocument/2006/relationships/slideLayout" Target="/ppt/slideLayouts/slideLayout3.xml" Id="R8533152a354b4297" /><Relationship Type="http://schemas.openxmlformats.org/officeDocument/2006/relationships/slideLayout" Target="/ppt/slideLayouts/slideLayout4.xml" Id="R9d3621a1035c491a" /><Relationship Type="http://schemas.openxmlformats.org/officeDocument/2006/relationships/slideLayout" Target="/ppt/slideLayouts/slideLayout5.xml" Id="R9193bdfb2890486d" /><Relationship Type="http://schemas.openxmlformats.org/officeDocument/2006/relationships/slideLayout" Target="/ppt/slideLayouts/slideLayout6.xml" Id="Rc8e86c0444594b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16ed6f5aa64f8b"/>
    <p:sldLayoutId xmlns:r="http://schemas.openxmlformats.org/officeDocument/2006/relationships" id="2147483650" r:id="R680024ff00f74329"/>
    <p:sldLayoutId xmlns:r="http://schemas.openxmlformats.org/officeDocument/2006/relationships" id="2147483651" r:id="R8533152a354b4297"/>
    <p:sldLayoutId xmlns:r="http://schemas.openxmlformats.org/officeDocument/2006/relationships" id="2147483652" r:id="R9d3621a1035c491a"/>
    <p:sldLayoutId xmlns:r="http://schemas.openxmlformats.org/officeDocument/2006/relationships" id="2147483653" r:id="R9193bdfb2890486d"/>
    <p:sldLayoutId xmlns:r="http://schemas.openxmlformats.org/officeDocument/2006/relationships" id="2147483654" r:id="Rc8e86c0444594b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ff1c9ef1ae4d9c" /><Relationship Type="http://schemas.openxmlformats.org/officeDocument/2006/relationships/image" Target="/ppt/media/image.png" Id="R3853262ece6f44ea" /><Relationship Type="http://schemas.openxmlformats.org/officeDocument/2006/relationships/image" Target="/ppt/media/image2.png" Id="R5fc3563e4f094199" /><Relationship Type="http://schemas.openxmlformats.org/officeDocument/2006/relationships/image" Target="/ppt/media/image3.png" Id="Rea7fea0582914f69" /><Relationship Type="http://schemas.openxmlformats.org/officeDocument/2006/relationships/notesSlide" Target="/ppt/notesSlides/notesSlide1.xml" Id="R94fcd2a40b274c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7ef3afb6a44050" /><Relationship Type="http://schemas.openxmlformats.org/officeDocument/2006/relationships/image" Target="/ppt/media/image4.png" Id="R8cee5c2cc48c4f12" /><Relationship Type="http://schemas.openxmlformats.org/officeDocument/2006/relationships/image" Target="/ppt/media/image5.png" Id="R199933e8ff794973" /><Relationship Type="http://schemas.openxmlformats.org/officeDocument/2006/relationships/image" Target="/ppt/media/image6.png" Id="Rce1389834acc49be" /><Relationship Type="http://schemas.openxmlformats.org/officeDocument/2006/relationships/notesSlide" Target="/ppt/notesSlides/notesSlide2.xml" Id="R5b187d2187b54508"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68CE95E-6DCF-4FEC-8778-1B0FA68202BA}"/>
              </a:ext>
            </a:extLst>
          </p:cNvPr>
          <p:cNvPicPr>
            <a:picLocks xmlns:a="http://schemas.openxmlformats.org/drawingml/2006/main" noChangeAspect="1"/>
          </p:cNvPicPr>
          <p:nvPr/>
        </p:nvPicPr>
        <p:blipFill>
          <a:blip xmlns:r="http://schemas.openxmlformats.org/officeDocument/2006/relationships" xmlns:a="http://schemas.openxmlformats.org/drawingml/2006/main" r:embed="R3853262ece6f44ea"/>
          <a:srcRect xmlns:a="http://schemas.openxmlformats.org/drawingml/2006/main" l="17819" t="0" r="17819" b="0"/>
          <a:stretch xmlns:a="http://schemas.openxmlformats.org/drawingml/2006/main">
            <a:fillRect l="0" t="0" r="0" b="0"/>
          </a:stretch>
        </p:blipFill>
        <p:spPr>
          <a:xfrm xmlns:a="http://schemas.openxmlformats.org/drawingml/2006/main">
            <a:off x="0" y="0"/>
            <a:ext cx="4552950" cy="8839200"/>
          </a:xfrm>
          <a:prstGeom xmlns:a="http://schemas.openxmlformats.org/drawingml/2006/main" prst="rect">
            <a:avLst/>
          </a:prstGeom>
        </p:spPr>
      </p:pic>
      <p:sp>
        <p:nvSpPr>
          <p:cNvPr id="2" name="Yellow message column">
            <a:extLst xmlns:a="http://schemas.openxmlformats.org/drawingml/2006/main">
              <a:ext uri="{FF2B5EF4-FFF2-40B4-BE49-F238E27FC236}">
                <a16:creationId xmlns:a16="http://schemas.microsoft.com/office/drawing/2014/main" id="{84CBFDDD-609E-46BA-AD39-A57CB5D287F7}"/>
              </a:ext>
            </a:extLst>
          </p:cNvPr>
          <p:cNvSpPr>
            <a:spLocks xmlns:a="http://schemas.openxmlformats.org/drawingml/2006/main" noGrp="1"/>
          </p:cNvSpPr>
          <p:nvPr/>
        </p:nvSpPr>
        <p:spPr>
          <a:xfrm xmlns:a="http://schemas.openxmlformats.org/drawingml/2006/main">
            <a:off x="4552950" y="0"/>
            <a:ext cx="3219450" cy="8839200"/>
          </a:xfrm>
          <a:prstGeom xmlns:a="http://schemas.openxmlformats.org/drawingml/2006/main" prst="rect">
            <a:avLst/>
          </a:prstGeom>
          <a:solidFill xmlns:a="http://schemas.openxmlformats.org/drawingml/2006/main">
            <a:srgbClr val="FFFF0A"/>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6CDB296D-0A46-44B0-BD7A-EA4D544FE3B4}"/>
              </a:ext>
            </a:extLst>
          </p:cNvPr>
          <p:cNvSpPr>
            <a:spLocks xmlns:a="http://schemas.openxmlformats.org/drawingml/2006/main" noGrp="1"/>
          </p:cNvSpPr>
          <p:nvPr/>
        </p:nvSpPr>
        <p:spPr>
          <a:xfrm xmlns:a="http://schemas.openxmlformats.org/drawingml/2006/main">
            <a:off x="4848225" y="400050"/>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7926CB"/>
                </a:solidFill>
                <a:latin typeface="Space Grotesk"/>
                <a:ea typeface="Space Grotesk"/>
                <a:cs typeface="Space Grotesk"/>
              </a:defRPr>
            </a:defPPr>
            <a:lvl1pPr>
              <a:defRPr sz="1100" b="1">
                <a:solidFill>
                  <a:srgbClr val="7926CB"/>
                </a:solidFill>
                <a:latin typeface="Space Grotesk"/>
                <a:ea typeface="Space Grotesk"/>
                <a:cs typeface="Space Grotesk"/>
              </a:defRPr>
            </a:lvl1pPr>
            <a:lvl2pPr>
              <a:defRPr sz="1100" b="1">
                <a:solidFill>
                  <a:srgbClr val="7926CB"/>
                </a:solidFill>
                <a:latin typeface="Space Grotesk"/>
                <a:ea typeface="Space Grotesk"/>
                <a:cs typeface="Space Grotesk"/>
              </a:defRPr>
            </a:lvl2pPr>
            <a:lvl3pPr>
              <a:defRPr sz="1100" b="1">
                <a:solidFill>
                  <a:srgbClr val="7926CB"/>
                </a:solidFill>
                <a:latin typeface="Space Grotesk"/>
                <a:ea typeface="Space Grotesk"/>
                <a:cs typeface="Space Grotesk"/>
              </a:defRPr>
            </a:lvl3pPr>
            <a:lvl4pPr>
              <a:defRPr sz="1100" b="1">
                <a:solidFill>
                  <a:srgbClr val="7926CB"/>
                </a:solidFill>
                <a:latin typeface="Space Grotesk"/>
                <a:ea typeface="Space Grotesk"/>
                <a:cs typeface="Space Grotesk"/>
              </a:defRPr>
            </a:lvl4pPr>
            <a:lvl5pPr>
              <a:defRPr sz="1100" b="1">
                <a:solidFill>
                  <a:srgbClr val="7926CB"/>
                </a:solidFill>
                <a:latin typeface="Space Grotesk"/>
                <a:ea typeface="Space Grotesk"/>
                <a:cs typeface="Space Grotesk"/>
              </a:defRPr>
            </a:lvl5pPr>
            <a:lvl6pPr>
              <a:defRPr sz="1100" b="1">
                <a:solidFill>
                  <a:srgbClr val="7926CB"/>
                </a:solidFill>
                <a:latin typeface="Space Grotesk"/>
                <a:ea typeface="Space Grotesk"/>
                <a:cs typeface="Space Grotesk"/>
              </a:defRPr>
            </a:lvl6pPr>
            <a:lvl7pPr>
              <a:defRPr sz="1100" b="1">
                <a:solidFill>
                  <a:srgbClr val="7926CB"/>
                </a:solidFill>
                <a:latin typeface="Space Grotesk"/>
                <a:ea typeface="Space Grotesk"/>
                <a:cs typeface="Space Grotesk"/>
              </a:defRPr>
            </a:lvl7pPr>
            <a:lvl8pPr>
              <a:defRPr sz="1100" b="1">
                <a:solidFill>
                  <a:srgbClr val="7926CB"/>
                </a:solidFill>
                <a:latin typeface="Space Grotesk"/>
                <a:ea typeface="Space Grotesk"/>
                <a:cs typeface="Space Grotesk"/>
              </a:defRPr>
            </a:lvl8pPr>
            <a:lvl9pPr>
              <a:defRPr sz="1100" b="1">
                <a:solidFill>
                  <a:srgbClr val="7926CB"/>
                </a:solidFill>
                <a:latin typeface="Space Grotesk"/>
                <a:ea typeface="Space Grotesk"/>
                <a:cs typeface="Space Grotesk"/>
              </a:defRPr>
            </a:lvl9pPr>
          </a:lstStyle>
          <a:p xmlns:a="http://schemas.openxmlformats.org/drawingml/2006/main">
            <a:pPr>
              <a:lnSpc>
                <a:spcPct val="98000"/>
              </a:lnSpc>
              <a:buNone/>
              <a:defRPr sz="1100" b="1">
                <a:solidFill>
                  <a:srgbClr val="7926CB"/>
                </a:solidFill>
                <a:latin typeface="Space Grotesk"/>
                <a:ea typeface="Space Grotesk"/>
                <a:cs typeface="Space Grotesk"/>
              </a:defRPr>
            </a:pPr>
            <a:r>
              <a:rPr sz="1100" b="1">
                <a:solidFill>
                  <a:srgbClr val="7926CB"/>
                </a:solidFill>
                <a:latin typeface="Space Grotesk"/>
                <a:ea typeface="Space Grotesk"/>
                <a:cs typeface="Space Grotesk"/>
              </a:rPr>
              <a:t>3 FEET PLEASE</a:t>
            </a:r>
          </a:p>
        </p:txBody>
      </p:sp>
      <p:sp>
        <p:nvSpPr>
          <p:cNvPr id="4" name="Central message">
            <a:extLst xmlns:a="http://schemas.openxmlformats.org/drawingml/2006/main">
              <a:ext uri="{FF2B5EF4-FFF2-40B4-BE49-F238E27FC236}">
                <a16:creationId xmlns:a16="http://schemas.microsoft.com/office/drawing/2014/main" id="{AB6E69BF-5262-4C3F-B92B-63C822A34F26}"/>
              </a:ext>
            </a:extLst>
          </p:cNvPr>
          <p:cNvSpPr>
            <a:spLocks xmlns:a="http://schemas.openxmlformats.org/drawingml/2006/main" noGrp="1"/>
          </p:cNvSpPr>
          <p:nvPr/>
        </p:nvSpPr>
        <p:spPr>
          <a:xfrm xmlns:a="http://schemas.openxmlformats.org/drawingml/2006/main">
            <a:off x="4810125" y="1323975"/>
            <a:ext cx="26955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00" b="1">
                <a:solidFill>
                  <a:srgbClr val="7926CB"/>
                </a:solidFill>
                <a:latin typeface="Space Grotesk"/>
                <a:ea typeface="Space Grotesk"/>
                <a:cs typeface="Space Grotesk"/>
              </a:defRPr>
            </a:defPPr>
            <a:lvl1pPr>
              <a:defRPr sz="2800" b="1">
                <a:solidFill>
                  <a:srgbClr val="7926CB"/>
                </a:solidFill>
                <a:latin typeface="Space Grotesk"/>
                <a:ea typeface="Space Grotesk"/>
                <a:cs typeface="Space Grotesk"/>
              </a:defRPr>
            </a:lvl1pPr>
            <a:lvl2pPr>
              <a:defRPr sz="2800" b="1">
                <a:solidFill>
                  <a:srgbClr val="7926CB"/>
                </a:solidFill>
                <a:latin typeface="Space Grotesk"/>
                <a:ea typeface="Space Grotesk"/>
                <a:cs typeface="Space Grotesk"/>
              </a:defRPr>
            </a:lvl2pPr>
            <a:lvl3pPr>
              <a:defRPr sz="2800" b="1">
                <a:solidFill>
                  <a:srgbClr val="7926CB"/>
                </a:solidFill>
                <a:latin typeface="Space Grotesk"/>
                <a:ea typeface="Space Grotesk"/>
                <a:cs typeface="Space Grotesk"/>
              </a:defRPr>
            </a:lvl3pPr>
            <a:lvl4pPr>
              <a:defRPr sz="2800" b="1">
                <a:solidFill>
                  <a:srgbClr val="7926CB"/>
                </a:solidFill>
                <a:latin typeface="Space Grotesk"/>
                <a:ea typeface="Space Grotesk"/>
                <a:cs typeface="Space Grotesk"/>
              </a:defRPr>
            </a:lvl4pPr>
            <a:lvl5pPr>
              <a:defRPr sz="2800" b="1">
                <a:solidFill>
                  <a:srgbClr val="7926CB"/>
                </a:solidFill>
                <a:latin typeface="Space Grotesk"/>
                <a:ea typeface="Space Grotesk"/>
                <a:cs typeface="Space Grotesk"/>
              </a:defRPr>
            </a:lvl5pPr>
            <a:lvl6pPr>
              <a:defRPr sz="2800" b="1">
                <a:solidFill>
                  <a:srgbClr val="7926CB"/>
                </a:solidFill>
                <a:latin typeface="Space Grotesk"/>
                <a:ea typeface="Space Grotesk"/>
                <a:cs typeface="Space Grotesk"/>
              </a:defRPr>
            </a:lvl6pPr>
            <a:lvl7pPr>
              <a:defRPr sz="2800" b="1">
                <a:solidFill>
                  <a:srgbClr val="7926CB"/>
                </a:solidFill>
                <a:latin typeface="Space Grotesk"/>
                <a:ea typeface="Space Grotesk"/>
                <a:cs typeface="Space Grotesk"/>
              </a:defRPr>
            </a:lvl7pPr>
            <a:lvl8pPr>
              <a:defRPr sz="2800" b="1">
                <a:solidFill>
                  <a:srgbClr val="7926CB"/>
                </a:solidFill>
                <a:latin typeface="Space Grotesk"/>
                <a:ea typeface="Space Grotesk"/>
                <a:cs typeface="Space Grotesk"/>
              </a:defRPr>
            </a:lvl8pPr>
            <a:lvl9pPr>
              <a:defRPr sz="2800" b="1">
                <a:solidFill>
                  <a:srgbClr val="7926CB"/>
                </a:solidFill>
                <a:latin typeface="Space Grotesk"/>
                <a:ea typeface="Space Grotesk"/>
                <a:cs typeface="Space Grotesk"/>
              </a:defRPr>
            </a:lvl9pPr>
          </a:lstStyle>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RIDERS NEED</a:t>
            </a:r>
          </a:p>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ROOM TO MOVE.</a:t>
            </a:r>
          </a:p>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WAIT TO PASS.</a:t>
            </a:r>
          </a:p>
        </p:txBody>
      </p:sp>
      <p:sp>
        <p:nvSpPr>
          <p:cNvPr id="5" name="Action">
            <a:extLst xmlns:a="http://schemas.openxmlformats.org/drawingml/2006/main">
              <a:ext uri="{FF2B5EF4-FFF2-40B4-BE49-F238E27FC236}">
                <a16:creationId xmlns:a16="http://schemas.microsoft.com/office/drawing/2014/main" id="{B19692FD-FD70-4A39-AC53-2FBB57031910}"/>
              </a:ext>
            </a:extLst>
          </p:cNvPr>
          <p:cNvSpPr>
            <a:spLocks xmlns:a="http://schemas.openxmlformats.org/drawingml/2006/main" noGrp="1"/>
          </p:cNvSpPr>
          <p:nvPr/>
        </p:nvSpPr>
        <p:spPr>
          <a:xfrm xmlns:a="http://schemas.openxmlformats.org/drawingml/2006/main">
            <a:off x="4848225" y="3743325"/>
            <a:ext cx="26098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23143A"/>
                </a:solidFill>
                <a:latin typeface="Arial"/>
                <a:ea typeface="Arial"/>
                <a:cs typeface="Arial"/>
              </a:defRPr>
            </a:defPPr>
            <a:lvl1pPr>
              <a:defRPr sz="1500" b="1">
                <a:solidFill>
                  <a:srgbClr val="23143A"/>
                </a:solidFill>
                <a:latin typeface="Arial"/>
                <a:ea typeface="Arial"/>
                <a:cs typeface="Arial"/>
              </a:defRPr>
            </a:lvl1pPr>
            <a:lvl2pPr>
              <a:defRPr sz="1500" b="1">
                <a:solidFill>
                  <a:srgbClr val="23143A"/>
                </a:solidFill>
                <a:latin typeface="Arial"/>
                <a:ea typeface="Arial"/>
                <a:cs typeface="Arial"/>
              </a:defRPr>
            </a:lvl2pPr>
            <a:lvl3pPr>
              <a:defRPr sz="1500" b="1">
                <a:solidFill>
                  <a:srgbClr val="23143A"/>
                </a:solidFill>
                <a:latin typeface="Arial"/>
                <a:ea typeface="Arial"/>
                <a:cs typeface="Arial"/>
              </a:defRPr>
            </a:lvl3pPr>
            <a:lvl4pPr>
              <a:defRPr sz="1500" b="1">
                <a:solidFill>
                  <a:srgbClr val="23143A"/>
                </a:solidFill>
                <a:latin typeface="Arial"/>
                <a:ea typeface="Arial"/>
                <a:cs typeface="Arial"/>
              </a:defRPr>
            </a:lvl4pPr>
            <a:lvl5pPr>
              <a:defRPr sz="1500" b="1">
                <a:solidFill>
                  <a:srgbClr val="23143A"/>
                </a:solidFill>
                <a:latin typeface="Arial"/>
                <a:ea typeface="Arial"/>
                <a:cs typeface="Arial"/>
              </a:defRPr>
            </a:lvl5pPr>
            <a:lvl6pPr>
              <a:defRPr sz="1500" b="1">
                <a:solidFill>
                  <a:srgbClr val="23143A"/>
                </a:solidFill>
                <a:latin typeface="Arial"/>
                <a:ea typeface="Arial"/>
                <a:cs typeface="Arial"/>
              </a:defRPr>
            </a:lvl6pPr>
            <a:lvl7pPr>
              <a:defRPr sz="1500" b="1">
                <a:solidFill>
                  <a:srgbClr val="23143A"/>
                </a:solidFill>
                <a:latin typeface="Arial"/>
                <a:ea typeface="Arial"/>
                <a:cs typeface="Arial"/>
              </a:defRPr>
            </a:lvl7pPr>
            <a:lvl8pPr>
              <a:defRPr sz="1500" b="1">
                <a:solidFill>
                  <a:srgbClr val="23143A"/>
                </a:solidFill>
                <a:latin typeface="Arial"/>
                <a:ea typeface="Arial"/>
                <a:cs typeface="Arial"/>
              </a:defRPr>
            </a:lvl8pPr>
            <a:lvl9pPr>
              <a:defRPr sz="1500" b="1">
                <a:solidFill>
                  <a:srgbClr val="23143A"/>
                </a:solidFill>
                <a:latin typeface="Arial"/>
                <a:ea typeface="Arial"/>
                <a:cs typeface="Arial"/>
              </a:defRPr>
            </a:lvl9pPr>
          </a:lstStyle>
          <a:p xmlns:a="http://schemas.openxmlformats.org/drawingml/2006/main">
            <a:pPr>
              <a:lnSpc>
                <a:spcPct val="98000"/>
              </a:lnSpc>
              <a:buNone/>
              <a:defRPr sz="1500" b="1">
                <a:solidFill>
                  <a:srgbClr val="23143A"/>
                </a:solidFill>
                <a:latin typeface="Arial"/>
                <a:ea typeface="Arial"/>
                <a:cs typeface="Arial"/>
              </a:defRPr>
            </a:pPr>
            <a:r>
              <a:rPr sz="1500" b="1">
                <a:solidFill>
                  <a:srgbClr val="23143A"/>
                </a:solidFill>
                <a:latin typeface="Arial"/>
                <a:ea typeface="Arial"/>
                <a:cs typeface="Arial"/>
              </a:rPr>
              <a:t>Rough pavement, debris, parked cars, or a narrow lane may put a rider farther from the curb. Wait behind until a pass is clear and lawful.</a:t>
            </a:r>
          </a:p>
        </p:txBody>
      </p:sp>
      <p:sp>
        <p:nvSpPr>
          <p:cNvPr id="6" name="Campaign title">
            <a:extLst xmlns:a="http://schemas.openxmlformats.org/drawingml/2006/main">
              <a:ext uri="{FF2B5EF4-FFF2-40B4-BE49-F238E27FC236}">
                <a16:creationId xmlns:a16="http://schemas.microsoft.com/office/drawing/2014/main" id="{AC19D4E7-6374-4DC6-8BF3-0847025E03F5}"/>
              </a:ext>
            </a:extLst>
          </p:cNvPr>
          <p:cNvSpPr>
            <a:spLocks xmlns:a="http://schemas.openxmlformats.org/drawingml/2006/main" noGrp="1"/>
          </p:cNvSpPr>
          <p:nvPr/>
        </p:nvSpPr>
        <p:spPr>
          <a:xfrm xmlns:a="http://schemas.openxmlformats.org/drawingml/2006/main">
            <a:off x="4848225" y="7115175"/>
            <a:ext cx="2609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7926CB"/>
                </a:solidFill>
                <a:latin typeface="Space Grotesk"/>
                <a:ea typeface="Space Grotesk"/>
                <a:cs typeface="Space Grotesk"/>
              </a:defRPr>
            </a:defPPr>
            <a:lvl1pPr>
              <a:defRPr sz="2400" b="1">
                <a:solidFill>
                  <a:srgbClr val="7926CB"/>
                </a:solidFill>
                <a:latin typeface="Space Grotesk"/>
                <a:ea typeface="Space Grotesk"/>
                <a:cs typeface="Space Grotesk"/>
              </a:defRPr>
            </a:lvl1pPr>
            <a:lvl2pPr>
              <a:defRPr sz="2400" b="1">
                <a:solidFill>
                  <a:srgbClr val="7926CB"/>
                </a:solidFill>
                <a:latin typeface="Space Grotesk"/>
                <a:ea typeface="Space Grotesk"/>
                <a:cs typeface="Space Grotesk"/>
              </a:defRPr>
            </a:lvl2pPr>
            <a:lvl3pPr>
              <a:defRPr sz="2400" b="1">
                <a:solidFill>
                  <a:srgbClr val="7926CB"/>
                </a:solidFill>
                <a:latin typeface="Space Grotesk"/>
                <a:ea typeface="Space Grotesk"/>
                <a:cs typeface="Space Grotesk"/>
              </a:defRPr>
            </a:lvl3pPr>
            <a:lvl4pPr>
              <a:defRPr sz="2400" b="1">
                <a:solidFill>
                  <a:srgbClr val="7926CB"/>
                </a:solidFill>
                <a:latin typeface="Space Grotesk"/>
                <a:ea typeface="Space Grotesk"/>
                <a:cs typeface="Space Grotesk"/>
              </a:defRPr>
            </a:lvl4pPr>
            <a:lvl5pPr>
              <a:defRPr sz="2400" b="1">
                <a:solidFill>
                  <a:srgbClr val="7926CB"/>
                </a:solidFill>
                <a:latin typeface="Space Grotesk"/>
                <a:ea typeface="Space Grotesk"/>
                <a:cs typeface="Space Grotesk"/>
              </a:defRPr>
            </a:lvl5pPr>
            <a:lvl6pPr>
              <a:defRPr sz="2400" b="1">
                <a:solidFill>
                  <a:srgbClr val="7926CB"/>
                </a:solidFill>
                <a:latin typeface="Space Grotesk"/>
                <a:ea typeface="Space Grotesk"/>
                <a:cs typeface="Space Grotesk"/>
              </a:defRPr>
            </a:lvl6pPr>
            <a:lvl7pPr>
              <a:defRPr sz="2400" b="1">
                <a:solidFill>
                  <a:srgbClr val="7926CB"/>
                </a:solidFill>
                <a:latin typeface="Space Grotesk"/>
                <a:ea typeface="Space Grotesk"/>
                <a:cs typeface="Space Grotesk"/>
              </a:defRPr>
            </a:lvl7pPr>
            <a:lvl8pPr>
              <a:defRPr sz="2400" b="1">
                <a:solidFill>
                  <a:srgbClr val="7926CB"/>
                </a:solidFill>
                <a:latin typeface="Space Grotesk"/>
                <a:ea typeface="Space Grotesk"/>
                <a:cs typeface="Space Grotesk"/>
              </a:defRPr>
            </a:lvl8pPr>
            <a:lvl9pPr>
              <a:defRPr sz="2400" b="1">
                <a:solidFill>
                  <a:srgbClr val="7926CB"/>
                </a:solidFill>
                <a:latin typeface="Space Grotesk"/>
                <a:ea typeface="Space Grotesk"/>
                <a:cs typeface="Space Grotesk"/>
              </a:defRPr>
            </a:lvl9pPr>
          </a:lstStyle>
          <a:p xmlns:a="http://schemas.openxmlformats.org/drawingml/2006/main">
            <a:pPr>
              <a:lnSpc>
                <a:spcPct val="98000"/>
              </a:lnSpc>
              <a:buNone/>
              <a:defRPr sz="2400" b="1">
                <a:solidFill>
                  <a:srgbClr val="7926CB"/>
                </a:solidFill>
                <a:latin typeface="Space Grotesk"/>
                <a:ea typeface="Space Grotesk"/>
                <a:cs typeface="Space Grotesk"/>
              </a:defRPr>
            </a:pPr>
            <a:r>
              <a:rPr sz="2400" b="1">
                <a:solidFill>
                  <a:srgbClr val="7926CB"/>
                </a:solidFill>
                <a:latin typeface="Space Grotesk"/>
                <a:ea typeface="Space Grotesk"/>
                <a:cs typeface="Space Grotesk"/>
              </a:rPr>
              <a:t>LANE POSITION</a:t>
            </a:r>
          </a:p>
        </p:txBody>
      </p:sp>
      <p:sp>
        <p:nvSpPr>
          <p:cNvPr id="7" name="Brand footer">
            <a:extLst xmlns:a="http://schemas.openxmlformats.org/drawingml/2006/main">
              <a:ext uri="{FF2B5EF4-FFF2-40B4-BE49-F238E27FC236}">
                <a16:creationId xmlns:a16="http://schemas.microsoft.com/office/drawing/2014/main" id="{44463AFD-CCBB-433B-BEE7-DA5D9D6748D8}"/>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237F0352-D3D1-4475-BD5E-98223151888D}"/>
              </a:ext>
            </a:extLst>
          </p:cNvPr>
          <p:cNvPicPr>
            <a:picLocks xmlns:a="http://schemas.openxmlformats.org/drawingml/2006/main" noChangeAspect="1"/>
          </p:cNvPicPr>
          <p:nvPr/>
        </p:nvPicPr>
        <p:blipFill>
          <a:blip xmlns:r="http://schemas.openxmlformats.org/officeDocument/2006/relationships" xmlns:a="http://schemas.openxmlformats.org/drawingml/2006/main" r:embed="R5fc3563e4f094199"/>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55B67FD8-C03D-4F73-8AB6-3DC3AED8E065}"/>
              </a:ext>
            </a:extLst>
          </p:cNvPr>
          <p:cNvSpPr>
            <a:spLocks xmlns:a="http://schemas.openxmlformats.org/drawingml/2006/main" noGrp="1"/>
          </p:cNvSpPr>
          <p:nvPr/>
        </p:nvSpPr>
        <p:spPr>
          <a:xfrm xmlns:a="http://schemas.openxmlformats.org/drawingml/2006/main">
            <a:off x="1257300" y="9010650"/>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ECDBDF8B-F164-4300-B7D8-5BBF5AB110FF}"/>
              </a:ext>
            </a:extLst>
          </p:cNvPr>
          <p:cNvSpPr>
            <a:spLocks xmlns:a="http://schemas.openxmlformats.org/drawingml/2006/main" noGrp="1"/>
          </p:cNvSpPr>
          <p:nvPr/>
        </p:nvSpPr>
        <p:spPr>
          <a:xfrm xmlns:a="http://schemas.openxmlformats.org/drawingml/2006/main">
            <a:off x="1257300" y="9525000"/>
            <a:ext cx="4819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public rides.</a:t>
            </a:r>
          </a:p>
        </p:txBody>
      </p:sp>
      <p:sp>
        <p:nvSpPr>
          <p:cNvPr id="11" name="QR quiet zone">
            <a:extLst xmlns:a="http://schemas.openxmlformats.org/drawingml/2006/main">
              <a:ext uri="{FF2B5EF4-FFF2-40B4-BE49-F238E27FC236}">
                <a16:creationId xmlns:a16="http://schemas.microsoft.com/office/drawing/2014/main" id="{E8FA9360-0583-4FD0-A430-C8E590F36037}"/>
              </a:ext>
            </a:extLst>
          </p:cNvPr>
          <p:cNvSpPr>
            <a:spLocks xmlns:a="http://schemas.openxmlformats.org/drawingml/2006/main" noGrp="1"/>
          </p:cNvSpPr>
          <p:nvPr/>
        </p:nvSpPr>
        <p:spPr>
          <a:xfrm xmlns:a="http://schemas.openxmlformats.org/drawingml/2006/main">
            <a:off x="6534150" y="9001125"/>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ACD6F8F0-5776-4357-9593-7555D6EAC5C8}"/>
              </a:ext>
            </a:extLst>
          </p:cNvPr>
          <p:cNvPicPr>
            <a:picLocks xmlns:a="http://schemas.openxmlformats.org/drawingml/2006/main" noChangeAspect="1"/>
          </p:cNvPicPr>
          <p:nvPr/>
        </p:nvPicPr>
        <p:blipFill>
          <a:blip xmlns:r="http://schemas.openxmlformats.org/officeDocument/2006/relationships" xmlns:a="http://schemas.openxmlformats.org/drawingml/2006/main" r:embed="Rea7fea0582914f69"/>
          <a:stretch xmlns:a="http://schemas.openxmlformats.org/drawingml/2006/main"/>
        </p:blipFill>
        <p:spPr>
          <a:xfrm xmlns:a="http://schemas.openxmlformats.org/drawingml/2006/main">
            <a:off x="6581775" y="9048750"/>
            <a:ext cx="781050" cy="781050"/>
          </a:xfrm>
          <a:prstGeom xmlns:a="http://schemas.openxmlformats.org/drawingml/2006/main" prst="rect">
            <a:avLst/>
          </a:prstGeom>
        </p:spPr>
      </p:pic>
    </p:spTree>
    <p:extLst>
      <p:ext uri="{BB962C8B-B14F-4D97-AF65-F5344CB8AC3E}">
        <p14:creationId xmlns:p14="http://schemas.microsoft.com/office/powerpoint/2010/main" val="728865288"/>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E156EAC-6BA3-4AF8-9079-0169E50B0341}"/>
              </a:ext>
            </a:extLst>
          </p:cNvPr>
          <p:cNvPicPr>
            <a:picLocks xmlns:a="http://schemas.openxmlformats.org/drawingml/2006/main" noChangeAspect="1"/>
          </p:cNvPicPr>
          <p:nvPr/>
        </p:nvPicPr>
        <p:blipFill>
          <a:blip xmlns:r="http://schemas.openxmlformats.org/officeDocument/2006/relationships" xmlns:a="http://schemas.openxmlformats.org/drawingml/2006/main" r:embed="R8cee5c2cc48c4f12"/>
          <a:srcRect xmlns:a="http://schemas.openxmlformats.org/drawingml/2006/main" l="17819" t="0" r="17819" b="0"/>
          <a:stretch xmlns:a="http://schemas.openxmlformats.org/drawingml/2006/main">
            <a:fillRect l="0" t="0" r="0" b="0"/>
          </a:stretch>
        </p:blipFill>
        <p:spPr>
          <a:xfrm xmlns:a="http://schemas.openxmlformats.org/drawingml/2006/main">
            <a:off x="0" y="0"/>
            <a:ext cx="4552950" cy="8839200"/>
          </a:xfrm>
          <a:prstGeom xmlns:a="http://schemas.openxmlformats.org/drawingml/2006/main" prst="rect">
            <a:avLst/>
          </a:prstGeom>
        </p:spPr>
      </p:pic>
      <p:sp>
        <p:nvSpPr>
          <p:cNvPr id="2" name="Yellow message column">
            <a:extLst xmlns:a="http://schemas.openxmlformats.org/drawingml/2006/main">
              <a:ext uri="{FF2B5EF4-FFF2-40B4-BE49-F238E27FC236}">
                <a16:creationId xmlns:a16="http://schemas.microsoft.com/office/drawing/2014/main" id="{1155F2CB-7D84-465E-86A7-FA4BF8C37C6F}"/>
              </a:ext>
            </a:extLst>
          </p:cNvPr>
          <p:cNvSpPr>
            <a:spLocks xmlns:a="http://schemas.openxmlformats.org/drawingml/2006/main" noGrp="1"/>
          </p:cNvSpPr>
          <p:nvPr/>
        </p:nvSpPr>
        <p:spPr>
          <a:xfrm xmlns:a="http://schemas.openxmlformats.org/drawingml/2006/main">
            <a:off x="4552950" y="0"/>
            <a:ext cx="3219450" cy="8839200"/>
          </a:xfrm>
          <a:prstGeom xmlns:a="http://schemas.openxmlformats.org/drawingml/2006/main" prst="rect">
            <a:avLst/>
          </a:prstGeom>
          <a:solidFill xmlns:a="http://schemas.openxmlformats.org/drawingml/2006/main">
            <a:srgbClr val="FFFF0A"/>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F7976B91-3FC1-47B1-A97F-CB6262BCE092}"/>
              </a:ext>
            </a:extLst>
          </p:cNvPr>
          <p:cNvSpPr>
            <a:spLocks xmlns:a="http://schemas.openxmlformats.org/drawingml/2006/main" noGrp="1"/>
          </p:cNvSpPr>
          <p:nvPr/>
        </p:nvSpPr>
        <p:spPr>
          <a:xfrm xmlns:a="http://schemas.openxmlformats.org/drawingml/2006/main">
            <a:off x="4848225" y="400050"/>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7926CB"/>
                </a:solidFill>
                <a:latin typeface="Space Grotesk"/>
                <a:ea typeface="Space Grotesk"/>
                <a:cs typeface="Space Grotesk"/>
              </a:defRPr>
            </a:defPPr>
            <a:lvl1pPr>
              <a:defRPr sz="1100" b="1">
                <a:solidFill>
                  <a:srgbClr val="7926CB"/>
                </a:solidFill>
                <a:latin typeface="Space Grotesk"/>
                <a:ea typeface="Space Grotesk"/>
                <a:cs typeface="Space Grotesk"/>
              </a:defRPr>
            </a:lvl1pPr>
            <a:lvl2pPr>
              <a:defRPr sz="1100" b="1">
                <a:solidFill>
                  <a:srgbClr val="7926CB"/>
                </a:solidFill>
                <a:latin typeface="Space Grotesk"/>
                <a:ea typeface="Space Grotesk"/>
                <a:cs typeface="Space Grotesk"/>
              </a:defRPr>
            </a:lvl2pPr>
            <a:lvl3pPr>
              <a:defRPr sz="1100" b="1">
                <a:solidFill>
                  <a:srgbClr val="7926CB"/>
                </a:solidFill>
                <a:latin typeface="Space Grotesk"/>
                <a:ea typeface="Space Grotesk"/>
                <a:cs typeface="Space Grotesk"/>
              </a:defRPr>
            </a:lvl3pPr>
            <a:lvl4pPr>
              <a:defRPr sz="1100" b="1">
                <a:solidFill>
                  <a:srgbClr val="7926CB"/>
                </a:solidFill>
                <a:latin typeface="Space Grotesk"/>
                <a:ea typeface="Space Grotesk"/>
                <a:cs typeface="Space Grotesk"/>
              </a:defRPr>
            </a:lvl4pPr>
            <a:lvl5pPr>
              <a:defRPr sz="1100" b="1">
                <a:solidFill>
                  <a:srgbClr val="7926CB"/>
                </a:solidFill>
                <a:latin typeface="Space Grotesk"/>
                <a:ea typeface="Space Grotesk"/>
                <a:cs typeface="Space Grotesk"/>
              </a:defRPr>
            </a:lvl5pPr>
            <a:lvl6pPr>
              <a:defRPr sz="1100" b="1">
                <a:solidFill>
                  <a:srgbClr val="7926CB"/>
                </a:solidFill>
                <a:latin typeface="Space Grotesk"/>
                <a:ea typeface="Space Grotesk"/>
                <a:cs typeface="Space Grotesk"/>
              </a:defRPr>
            </a:lvl6pPr>
            <a:lvl7pPr>
              <a:defRPr sz="1100" b="1">
                <a:solidFill>
                  <a:srgbClr val="7926CB"/>
                </a:solidFill>
                <a:latin typeface="Space Grotesk"/>
                <a:ea typeface="Space Grotesk"/>
                <a:cs typeface="Space Grotesk"/>
              </a:defRPr>
            </a:lvl7pPr>
            <a:lvl8pPr>
              <a:defRPr sz="1100" b="1">
                <a:solidFill>
                  <a:srgbClr val="7926CB"/>
                </a:solidFill>
                <a:latin typeface="Space Grotesk"/>
                <a:ea typeface="Space Grotesk"/>
                <a:cs typeface="Space Grotesk"/>
              </a:defRPr>
            </a:lvl8pPr>
            <a:lvl9pPr>
              <a:defRPr sz="1100" b="1">
                <a:solidFill>
                  <a:srgbClr val="7926CB"/>
                </a:solidFill>
                <a:latin typeface="Space Grotesk"/>
                <a:ea typeface="Space Grotesk"/>
                <a:cs typeface="Space Grotesk"/>
              </a:defRPr>
            </a:lvl9pPr>
          </a:lstStyle>
          <a:p xmlns:a="http://schemas.openxmlformats.org/drawingml/2006/main">
            <a:pPr>
              <a:lnSpc>
                <a:spcPct val="98000"/>
              </a:lnSpc>
              <a:buNone/>
              <a:defRPr sz="1100" b="1">
                <a:solidFill>
                  <a:srgbClr val="7926CB"/>
                </a:solidFill>
                <a:latin typeface="Space Grotesk"/>
                <a:ea typeface="Space Grotesk"/>
                <a:cs typeface="Space Grotesk"/>
              </a:defRPr>
            </a:pPr>
            <a:r>
              <a:rPr sz="1100" b="1">
                <a:solidFill>
                  <a:srgbClr val="7926CB"/>
                </a:solidFill>
                <a:latin typeface="Space Grotesk"/>
                <a:ea typeface="Space Grotesk"/>
                <a:cs typeface="Space Grotesk"/>
              </a:rPr>
              <a:t>3 FEET PLEASE</a:t>
            </a:r>
          </a:p>
        </p:txBody>
      </p:sp>
      <p:sp>
        <p:nvSpPr>
          <p:cNvPr id="4" name="Central message">
            <a:extLst xmlns:a="http://schemas.openxmlformats.org/drawingml/2006/main">
              <a:ext uri="{FF2B5EF4-FFF2-40B4-BE49-F238E27FC236}">
                <a16:creationId xmlns:a16="http://schemas.microsoft.com/office/drawing/2014/main" id="{87F64F24-AB07-4E69-B910-C92B0097FD67}"/>
              </a:ext>
            </a:extLst>
          </p:cNvPr>
          <p:cNvSpPr>
            <a:spLocks xmlns:a="http://schemas.openxmlformats.org/drawingml/2006/main" noGrp="1"/>
          </p:cNvSpPr>
          <p:nvPr/>
        </p:nvSpPr>
        <p:spPr>
          <a:xfrm xmlns:a="http://schemas.openxmlformats.org/drawingml/2006/main">
            <a:off x="4810125" y="1323975"/>
            <a:ext cx="26955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00" b="1">
                <a:solidFill>
                  <a:srgbClr val="7926CB"/>
                </a:solidFill>
                <a:latin typeface="Space Grotesk"/>
                <a:ea typeface="Space Grotesk"/>
                <a:cs typeface="Space Grotesk"/>
              </a:defRPr>
            </a:defPPr>
            <a:lvl1pPr>
              <a:defRPr sz="2800" b="1">
                <a:solidFill>
                  <a:srgbClr val="7926CB"/>
                </a:solidFill>
                <a:latin typeface="Space Grotesk"/>
                <a:ea typeface="Space Grotesk"/>
                <a:cs typeface="Space Grotesk"/>
              </a:defRPr>
            </a:lvl1pPr>
            <a:lvl2pPr>
              <a:defRPr sz="2800" b="1">
                <a:solidFill>
                  <a:srgbClr val="7926CB"/>
                </a:solidFill>
                <a:latin typeface="Space Grotesk"/>
                <a:ea typeface="Space Grotesk"/>
                <a:cs typeface="Space Grotesk"/>
              </a:defRPr>
            </a:lvl2pPr>
            <a:lvl3pPr>
              <a:defRPr sz="2800" b="1">
                <a:solidFill>
                  <a:srgbClr val="7926CB"/>
                </a:solidFill>
                <a:latin typeface="Space Grotesk"/>
                <a:ea typeface="Space Grotesk"/>
                <a:cs typeface="Space Grotesk"/>
              </a:defRPr>
            </a:lvl3pPr>
            <a:lvl4pPr>
              <a:defRPr sz="2800" b="1">
                <a:solidFill>
                  <a:srgbClr val="7926CB"/>
                </a:solidFill>
                <a:latin typeface="Space Grotesk"/>
                <a:ea typeface="Space Grotesk"/>
                <a:cs typeface="Space Grotesk"/>
              </a:defRPr>
            </a:lvl4pPr>
            <a:lvl5pPr>
              <a:defRPr sz="2800" b="1">
                <a:solidFill>
                  <a:srgbClr val="7926CB"/>
                </a:solidFill>
                <a:latin typeface="Space Grotesk"/>
                <a:ea typeface="Space Grotesk"/>
                <a:cs typeface="Space Grotesk"/>
              </a:defRPr>
            </a:lvl5pPr>
            <a:lvl6pPr>
              <a:defRPr sz="2800" b="1">
                <a:solidFill>
                  <a:srgbClr val="7926CB"/>
                </a:solidFill>
                <a:latin typeface="Space Grotesk"/>
                <a:ea typeface="Space Grotesk"/>
                <a:cs typeface="Space Grotesk"/>
              </a:defRPr>
            </a:lvl6pPr>
            <a:lvl7pPr>
              <a:defRPr sz="2800" b="1">
                <a:solidFill>
                  <a:srgbClr val="7926CB"/>
                </a:solidFill>
                <a:latin typeface="Space Grotesk"/>
                <a:ea typeface="Space Grotesk"/>
                <a:cs typeface="Space Grotesk"/>
              </a:defRPr>
            </a:lvl7pPr>
            <a:lvl8pPr>
              <a:defRPr sz="2800" b="1">
                <a:solidFill>
                  <a:srgbClr val="7926CB"/>
                </a:solidFill>
                <a:latin typeface="Space Grotesk"/>
                <a:ea typeface="Space Grotesk"/>
                <a:cs typeface="Space Grotesk"/>
              </a:defRPr>
            </a:lvl8pPr>
            <a:lvl9pPr>
              <a:defRPr sz="2800" b="1">
                <a:solidFill>
                  <a:srgbClr val="7926CB"/>
                </a:solidFill>
                <a:latin typeface="Space Grotesk"/>
                <a:ea typeface="Space Grotesk"/>
                <a:cs typeface="Space Grotesk"/>
              </a:defRPr>
            </a:lvl9pPr>
          </a:lstStyle>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RIDERS NEED</a:t>
            </a:r>
          </a:p>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ROOM TO MOVE.</a:t>
            </a:r>
          </a:p>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WAIT TO PASS.</a:t>
            </a:r>
          </a:p>
        </p:txBody>
      </p:sp>
      <p:sp>
        <p:nvSpPr>
          <p:cNvPr id="5" name="Action">
            <a:extLst xmlns:a="http://schemas.openxmlformats.org/drawingml/2006/main">
              <a:ext uri="{FF2B5EF4-FFF2-40B4-BE49-F238E27FC236}">
                <a16:creationId xmlns:a16="http://schemas.microsoft.com/office/drawing/2014/main" id="{4A732CEB-36B0-4A3D-92E6-4503D3B6FBAC}"/>
              </a:ext>
            </a:extLst>
          </p:cNvPr>
          <p:cNvSpPr>
            <a:spLocks xmlns:a="http://schemas.openxmlformats.org/drawingml/2006/main" noGrp="1"/>
          </p:cNvSpPr>
          <p:nvPr/>
        </p:nvSpPr>
        <p:spPr>
          <a:xfrm xmlns:a="http://schemas.openxmlformats.org/drawingml/2006/main">
            <a:off x="4848225" y="3743325"/>
            <a:ext cx="26098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23143A"/>
                </a:solidFill>
                <a:latin typeface="Arial"/>
                <a:ea typeface="Arial"/>
                <a:cs typeface="Arial"/>
              </a:defRPr>
            </a:defPPr>
            <a:lvl1pPr>
              <a:defRPr sz="1500" b="1">
                <a:solidFill>
                  <a:srgbClr val="23143A"/>
                </a:solidFill>
                <a:latin typeface="Arial"/>
                <a:ea typeface="Arial"/>
                <a:cs typeface="Arial"/>
              </a:defRPr>
            </a:lvl1pPr>
            <a:lvl2pPr>
              <a:defRPr sz="1500" b="1">
                <a:solidFill>
                  <a:srgbClr val="23143A"/>
                </a:solidFill>
                <a:latin typeface="Arial"/>
                <a:ea typeface="Arial"/>
                <a:cs typeface="Arial"/>
              </a:defRPr>
            </a:lvl2pPr>
            <a:lvl3pPr>
              <a:defRPr sz="1500" b="1">
                <a:solidFill>
                  <a:srgbClr val="23143A"/>
                </a:solidFill>
                <a:latin typeface="Arial"/>
                <a:ea typeface="Arial"/>
                <a:cs typeface="Arial"/>
              </a:defRPr>
            </a:lvl3pPr>
            <a:lvl4pPr>
              <a:defRPr sz="1500" b="1">
                <a:solidFill>
                  <a:srgbClr val="23143A"/>
                </a:solidFill>
                <a:latin typeface="Arial"/>
                <a:ea typeface="Arial"/>
                <a:cs typeface="Arial"/>
              </a:defRPr>
            </a:lvl4pPr>
            <a:lvl5pPr>
              <a:defRPr sz="1500" b="1">
                <a:solidFill>
                  <a:srgbClr val="23143A"/>
                </a:solidFill>
                <a:latin typeface="Arial"/>
                <a:ea typeface="Arial"/>
                <a:cs typeface="Arial"/>
              </a:defRPr>
            </a:lvl5pPr>
            <a:lvl6pPr>
              <a:defRPr sz="1500" b="1">
                <a:solidFill>
                  <a:srgbClr val="23143A"/>
                </a:solidFill>
                <a:latin typeface="Arial"/>
                <a:ea typeface="Arial"/>
                <a:cs typeface="Arial"/>
              </a:defRPr>
            </a:lvl6pPr>
            <a:lvl7pPr>
              <a:defRPr sz="1500" b="1">
                <a:solidFill>
                  <a:srgbClr val="23143A"/>
                </a:solidFill>
                <a:latin typeface="Arial"/>
                <a:ea typeface="Arial"/>
                <a:cs typeface="Arial"/>
              </a:defRPr>
            </a:lvl7pPr>
            <a:lvl8pPr>
              <a:defRPr sz="1500" b="1">
                <a:solidFill>
                  <a:srgbClr val="23143A"/>
                </a:solidFill>
                <a:latin typeface="Arial"/>
                <a:ea typeface="Arial"/>
                <a:cs typeface="Arial"/>
              </a:defRPr>
            </a:lvl8pPr>
            <a:lvl9pPr>
              <a:defRPr sz="1500" b="1">
                <a:solidFill>
                  <a:srgbClr val="23143A"/>
                </a:solidFill>
                <a:latin typeface="Arial"/>
                <a:ea typeface="Arial"/>
                <a:cs typeface="Arial"/>
              </a:defRPr>
            </a:lvl9pPr>
          </a:lstStyle>
          <a:p xmlns:a="http://schemas.openxmlformats.org/drawingml/2006/main">
            <a:pPr>
              <a:lnSpc>
                <a:spcPct val="98000"/>
              </a:lnSpc>
              <a:buNone/>
              <a:defRPr sz="1500" b="1">
                <a:solidFill>
                  <a:srgbClr val="23143A"/>
                </a:solidFill>
                <a:latin typeface="Arial"/>
                <a:ea typeface="Arial"/>
                <a:cs typeface="Arial"/>
              </a:defRPr>
            </a:pPr>
            <a:r>
              <a:rPr sz="1500" b="1">
                <a:solidFill>
                  <a:srgbClr val="23143A"/>
                </a:solidFill>
                <a:latin typeface="Arial"/>
                <a:ea typeface="Arial"/>
                <a:cs typeface="Arial"/>
              </a:rPr>
              <a:t>Rough pavement, debris, parked cars, or a narrow lane may put a rider farther from the curb. Wait behind until a pass is clear and lawful.</a:t>
            </a:r>
          </a:p>
        </p:txBody>
      </p:sp>
      <p:sp>
        <p:nvSpPr>
          <p:cNvPr id="6" name="Campaign title">
            <a:extLst xmlns:a="http://schemas.openxmlformats.org/drawingml/2006/main">
              <a:ext uri="{FF2B5EF4-FFF2-40B4-BE49-F238E27FC236}">
                <a16:creationId xmlns:a16="http://schemas.microsoft.com/office/drawing/2014/main" id="{9561D89A-8111-4A7E-A0F0-47CD6130F2A8}"/>
              </a:ext>
            </a:extLst>
          </p:cNvPr>
          <p:cNvSpPr>
            <a:spLocks xmlns:a="http://schemas.openxmlformats.org/drawingml/2006/main" noGrp="1"/>
          </p:cNvSpPr>
          <p:nvPr/>
        </p:nvSpPr>
        <p:spPr>
          <a:xfrm xmlns:a="http://schemas.openxmlformats.org/drawingml/2006/main">
            <a:off x="4848225" y="7115175"/>
            <a:ext cx="2609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7926CB"/>
                </a:solidFill>
                <a:latin typeface="Space Grotesk"/>
                <a:ea typeface="Space Grotesk"/>
                <a:cs typeface="Space Grotesk"/>
              </a:defRPr>
            </a:defPPr>
            <a:lvl1pPr>
              <a:defRPr sz="2400" b="1">
                <a:solidFill>
                  <a:srgbClr val="7926CB"/>
                </a:solidFill>
                <a:latin typeface="Space Grotesk"/>
                <a:ea typeface="Space Grotesk"/>
                <a:cs typeface="Space Grotesk"/>
              </a:defRPr>
            </a:lvl1pPr>
            <a:lvl2pPr>
              <a:defRPr sz="2400" b="1">
                <a:solidFill>
                  <a:srgbClr val="7926CB"/>
                </a:solidFill>
                <a:latin typeface="Space Grotesk"/>
                <a:ea typeface="Space Grotesk"/>
                <a:cs typeface="Space Grotesk"/>
              </a:defRPr>
            </a:lvl2pPr>
            <a:lvl3pPr>
              <a:defRPr sz="2400" b="1">
                <a:solidFill>
                  <a:srgbClr val="7926CB"/>
                </a:solidFill>
                <a:latin typeface="Space Grotesk"/>
                <a:ea typeface="Space Grotesk"/>
                <a:cs typeface="Space Grotesk"/>
              </a:defRPr>
            </a:lvl3pPr>
            <a:lvl4pPr>
              <a:defRPr sz="2400" b="1">
                <a:solidFill>
                  <a:srgbClr val="7926CB"/>
                </a:solidFill>
                <a:latin typeface="Space Grotesk"/>
                <a:ea typeface="Space Grotesk"/>
                <a:cs typeface="Space Grotesk"/>
              </a:defRPr>
            </a:lvl4pPr>
            <a:lvl5pPr>
              <a:defRPr sz="2400" b="1">
                <a:solidFill>
                  <a:srgbClr val="7926CB"/>
                </a:solidFill>
                <a:latin typeface="Space Grotesk"/>
                <a:ea typeface="Space Grotesk"/>
                <a:cs typeface="Space Grotesk"/>
              </a:defRPr>
            </a:lvl5pPr>
            <a:lvl6pPr>
              <a:defRPr sz="2400" b="1">
                <a:solidFill>
                  <a:srgbClr val="7926CB"/>
                </a:solidFill>
                <a:latin typeface="Space Grotesk"/>
                <a:ea typeface="Space Grotesk"/>
                <a:cs typeface="Space Grotesk"/>
              </a:defRPr>
            </a:lvl6pPr>
            <a:lvl7pPr>
              <a:defRPr sz="2400" b="1">
                <a:solidFill>
                  <a:srgbClr val="7926CB"/>
                </a:solidFill>
                <a:latin typeface="Space Grotesk"/>
                <a:ea typeface="Space Grotesk"/>
                <a:cs typeface="Space Grotesk"/>
              </a:defRPr>
            </a:lvl7pPr>
            <a:lvl8pPr>
              <a:defRPr sz="2400" b="1">
                <a:solidFill>
                  <a:srgbClr val="7926CB"/>
                </a:solidFill>
                <a:latin typeface="Space Grotesk"/>
                <a:ea typeface="Space Grotesk"/>
                <a:cs typeface="Space Grotesk"/>
              </a:defRPr>
            </a:lvl8pPr>
            <a:lvl9pPr>
              <a:defRPr sz="2400" b="1">
                <a:solidFill>
                  <a:srgbClr val="7926CB"/>
                </a:solidFill>
                <a:latin typeface="Space Grotesk"/>
                <a:ea typeface="Space Grotesk"/>
                <a:cs typeface="Space Grotesk"/>
              </a:defRPr>
            </a:lvl9pPr>
          </a:lstStyle>
          <a:p xmlns:a="http://schemas.openxmlformats.org/drawingml/2006/main">
            <a:pPr>
              <a:lnSpc>
                <a:spcPct val="98000"/>
              </a:lnSpc>
              <a:buNone/>
              <a:defRPr sz="2400" b="1">
                <a:solidFill>
                  <a:srgbClr val="7926CB"/>
                </a:solidFill>
                <a:latin typeface="Space Grotesk"/>
                <a:ea typeface="Space Grotesk"/>
                <a:cs typeface="Space Grotesk"/>
              </a:defRPr>
            </a:pPr>
            <a:r>
              <a:rPr sz="2400" b="1">
                <a:solidFill>
                  <a:srgbClr val="7926CB"/>
                </a:solidFill>
                <a:latin typeface="Space Grotesk"/>
                <a:ea typeface="Space Grotesk"/>
                <a:cs typeface="Space Grotesk"/>
              </a:rPr>
              <a:t>LANE POSITION</a:t>
            </a:r>
          </a:p>
        </p:txBody>
      </p:sp>
      <p:sp>
        <p:nvSpPr>
          <p:cNvPr id="7" name="Brand footer">
            <a:extLst xmlns:a="http://schemas.openxmlformats.org/drawingml/2006/main">
              <a:ext uri="{FF2B5EF4-FFF2-40B4-BE49-F238E27FC236}">
                <a16:creationId xmlns:a16="http://schemas.microsoft.com/office/drawing/2014/main" id="{6996E971-9B32-4D6F-8019-95B0FE799197}"/>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4A3AAD88-FEC1-49F2-A63E-B15BE5E52B84}"/>
              </a:ext>
            </a:extLst>
          </p:cNvPr>
          <p:cNvPicPr>
            <a:picLocks xmlns:a="http://schemas.openxmlformats.org/drawingml/2006/main" noChangeAspect="1"/>
          </p:cNvPicPr>
          <p:nvPr/>
        </p:nvPicPr>
        <p:blipFill>
          <a:blip xmlns:r="http://schemas.openxmlformats.org/officeDocument/2006/relationships" xmlns:a="http://schemas.openxmlformats.org/drawingml/2006/main" r:embed="R199933e8ff794973"/>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9D989C96-AD15-4994-A898-3C1156A6F58B}"/>
              </a:ext>
            </a:extLst>
          </p:cNvPr>
          <p:cNvSpPr>
            <a:spLocks xmlns:a="http://schemas.openxmlformats.org/drawingml/2006/main" noGrp="1"/>
          </p:cNvSpPr>
          <p:nvPr/>
        </p:nvSpPr>
        <p:spPr>
          <a:xfrm xmlns:a="http://schemas.openxmlformats.org/drawingml/2006/main">
            <a:off x="1257300" y="9010650"/>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FC054846-CED1-40DA-A576-9B1B90E77003}"/>
              </a:ext>
            </a:extLst>
          </p:cNvPr>
          <p:cNvSpPr>
            <a:spLocks xmlns:a="http://schemas.openxmlformats.org/drawingml/2006/main" noGrp="1"/>
          </p:cNvSpPr>
          <p:nvPr/>
        </p:nvSpPr>
        <p:spPr>
          <a:xfrm xmlns:a="http://schemas.openxmlformats.org/drawingml/2006/main">
            <a:off x="1257300" y="9525000"/>
            <a:ext cx="4819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public rides.</a:t>
            </a:r>
          </a:p>
        </p:txBody>
      </p:sp>
      <p:sp>
        <p:nvSpPr>
          <p:cNvPr id="11" name="QR quiet zone">
            <a:extLst xmlns:a="http://schemas.openxmlformats.org/drawingml/2006/main">
              <a:ext uri="{FF2B5EF4-FFF2-40B4-BE49-F238E27FC236}">
                <a16:creationId xmlns:a16="http://schemas.microsoft.com/office/drawing/2014/main" id="{0AC1D9B9-E385-4314-A287-FF1067B070D7}"/>
              </a:ext>
            </a:extLst>
          </p:cNvPr>
          <p:cNvSpPr>
            <a:spLocks xmlns:a="http://schemas.openxmlformats.org/drawingml/2006/main" noGrp="1"/>
          </p:cNvSpPr>
          <p:nvPr/>
        </p:nvSpPr>
        <p:spPr>
          <a:xfrm xmlns:a="http://schemas.openxmlformats.org/drawingml/2006/main">
            <a:off x="6534150" y="9001125"/>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A1477B04-7015-478D-8B24-018FA613C3B1}"/>
              </a:ext>
            </a:extLst>
          </p:cNvPr>
          <p:cNvPicPr>
            <a:picLocks xmlns:a="http://schemas.openxmlformats.org/drawingml/2006/main" noChangeAspect="1"/>
          </p:cNvPicPr>
          <p:nvPr/>
        </p:nvPicPr>
        <p:blipFill>
          <a:blip xmlns:r="http://schemas.openxmlformats.org/officeDocument/2006/relationships" xmlns:a="http://schemas.openxmlformats.org/drawingml/2006/main" r:embed="Rce1389834acc49be"/>
          <a:stretch xmlns:a="http://schemas.openxmlformats.org/drawingml/2006/main"/>
        </p:blipFill>
        <p:spPr>
          <a:xfrm xmlns:a="http://schemas.openxmlformats.org/drawingml/2006/main">
            <a:off x="6581775" y="9048750"/>
            <a:ext cx="781050" cy="781050"/>
          </a:xfrm>
          <a:prstGeom xmlns:a="http://schemas.openxmlformats.org/drawingml/2006/main" prst="rect">
            <a:avLst/>
          </a:prstGeom>
        </p:spPr>
      </p:pic>
    </p:spTree>
    <p:extLst>
      <p:ext uri="{BB962C8B-B14F-4D97-AF65-F5344CB8AC3E}">
        <p14:creationId xmlns:p14="http://schemas.microsoft.com/office/powerpoint/2010/main" val="12362693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2026-10-29T13:48:19.8890000Z</dcterms:created>
  <dcterms:modified xsi:type="dcterms:W3CDTF">2026-10-29T13:48:19.8890000Z</dcterms:modified>
</coreProperties>
</file>