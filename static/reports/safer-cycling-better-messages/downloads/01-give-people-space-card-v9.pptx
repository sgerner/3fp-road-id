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53a4b5442c4f97" /><Relationship Type="http://schemas.openxmlformats.org/officeDocument/2006/relationships/extended-properties" Target="/docProps/app.xml" Id="R99742f713a6f4766" /><Relationship Type="http://schemas.openxmlformats.org/officeDocument/2006/relationships/officeDocument" Target="/ppt/presentation.xml" Id="R76376c1943224459" /></Relationships>
</file>

<file path=ppt/presentation.xml><?xml version="1.0" encoding="utf-8"?>
<p:presentation xmlns:p="http://schemas.openxmlformats.org/presentationml/2006/main">
  <p:sldMasterIdLst>
    <p:sldMasterId xmlns:r="http://schemas.openxmlformats.org/officeDocument/2006/relationships" id="2147483648" r:id="Re6f4e25d04b049fa"/>
  </p:sldMasterIdLst>
  <p:notesMasterIdLst>
    <p:notesMasterId xmlns:r="http://schemas.openxmlformats.org/officeDocument/2006/relationships" r:id="Rf2422df20ab34b8c"/>
  </p:notesMasterIdLst>
  <p:sldIdLst>
    <p:sldId xmlns:r="http://schemas.openxmlformats.org/officeDocument/2006/relationships" id="256" r:id="Ra0dfe0af73b74557"/>
    <p:sldId xmlns:r="http://schemas.openxmlformats.org/officeDocument/2006/relationships" id="257" r:id="R59b80a4cd05a4c11"/>
  </p:sldIdLst>
  <p:sldSz cx="3657600" cy="5486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e531f40b3c4d3c" /><Relationship Type="http://schemas.openxmlformats.org/officeDocument/2006/relationships/slideMaster" Target="/ppt/slideMasters/slideMaster1.xml" Id="Re6f4e25d04b049fa" /><Relationship Type="http://schemas.openxmlformats.org/officeDocument/2006/relationships/notesMaster" Target="/ppt/notesMasters/notesMaster1.xml" Id="Rf2422df20ab34b8c" /><Relationship Type="http://schemas.openxmlformats.org/officeDocument/2006/relationships/presProps" Target="/ppt/presProps.xml" Id="R61c9460ed1074343" /><Relationship Type="http://schemas.openxmlformats.org/officeDocument/2006/relationships/tableStyles" Target="/ppt/tableStyles.xml" Id="Ra06525ea9e894422" /><Relationship Type="http://schemas.openxmlformats.org/officeDocument/2006/relationships/slide" Target="/ppt/slides/slide1.xml" Id="Ra0dfe0af73b74557" /><Relationship Type="http://schemas.openxmlformats.org/officeDocument/2006/relationships/slide" Target="/ppt/slides/slide2.xml" Id="R59b80a4cd05a4c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b5827d4bb148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549105f3f04b2b" /><Relationship Type="http://schemas.openxmlformats.org/officeDocument/2006/relationships/notesMaster" Target="/ppt/notesMasters/notesMaster1.xml" Id="R822e0bb8e6a244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a94fe7e4cd4c15" /><Relationship Type="http://schemas.openxmlformats.org/officeDocument/2006/relationships/notesMaster" Target="/ppt/notesMasters/notesMaster1.xml" Id="Rcb3b855959e44b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People S.P.A.C.E.</a:t>
            </a:r>
          </a:p>
          <a:p xmlns:a="http://schemas.openxmlformats.org/drawingml/2006/main">
            <a:r>
              <a:t>Measured passing behavior improved in some outreach/enforcement evaluations. Print was bundled with other components; no effect is established for this exact message or artwork, and no injury reduction is claimed.</a:t>
            </a:r>
          </a:p>
          <a:p xmlns:a="http://schemas.openxmlformats.org/drawingml/2006/main">
            <a:r>
              <a:t>This exact copy and artwork have not been tested with the intended audience. Treat the emotional framing as an audience hypothesis, not an effectiveness claim. Intended direction: Patience and care; preserve S.P.A.C.E.</a:t>
            </a:r>
          </a:p>
          <a:p xmlns:a="http://schemas.openxmlformats.org/drawingml/2006/main">
            <a:r>
              <a:t>“A mother” is an illustrative role in this campaign message, not a biography or testimonial about the generated image.</a:t>
            </a:r>
          </a:p>
          <a:p xmlns:a="http://schemas.openxmlformats.org/drawingml/2006/main">
            <a:r>
              <a:t>Keep the full S.P.A.C.E. driver system intact. The headline is a relationship-based creative hypothesis, not a claim about the pictured person.</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Front uses image B, a different image from lead poster A in the same campaign style.</a:t>
            </a:r>
          </a:p>
          <a:p xmlns:a="http://schemas.openxmlformats.org/drawingml/2006/main">
            <a:r>
              <a:t>Sources:</a:t>
            </a:r>
          </a:p>
          <a:p xmlns:a="http://schemas.openxmlformats.org/drawingml/2006/main">
            <a:r>
              <a:t>https://rosap.ntl.bts.gov/view/dot/60876/dot_60876_DS1.pdf</a:t>
            </a:r>
          </a:p>
          <a:p xmlns:a="http://schemas.openxmlformats.org/drawingml/2006/main">
            <a:r>
              <a:t>https://www.nhtsa.gov/road-safety/bicycle-safety</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People S.P.A.C.E.</a:t>
            </a:r>
          </a:p>
          <a:p xmlns:a="http://schemas.openxmlformats.org/drawingml/2006/main">
            <a:r>
              <a:t>Measured passing behavior improved in some outreach/enforcement evaluations. Print was bundled with other components; no effect is established for this exact message or artwork, and no injury reduction is claimed.</a:t>
            </a:r>
          </a:p>
          <a:p xmlns:a="http://schemas.openxmlformats.org/drawingml/2006/main">
            <a:r>
              <a:t>This exact copy and artwork have not been tested with the intended audience. Treat the emotional framing as an audience hypothesis, not an effectiveness claim. Intended direction: Patience and care; preserve S.P.A.C.E.</a:t>
            </a:r>
          </a:p>
          <a:p xmlns:a="http://schemas.openxmlformats.org/drawingml/2006/main">
            <a:r>
              <a:t>“A mother” is an illustrative role in this campaign message, not a biography or testimonial about the generated image.</a:t>
            </a:r>
          </a:p>
          <a:p xmlns:a="http://schemas.openxmlformats.org/drawingml/2006/main">
            <a:r>
              <a:t>Keep the full S.P.A.C.E. driver system intact. The headline is a relationship-based creative hypothesis, not a claim about the pictured person.</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Back: concise guidance. No local fields or promise of an unconfirmed service.</a:t>
            </a:r>
          </a:p>
          <a:p xmlns:a="http://schemas.openxmlformats.org/drawingml/2006/main">
            <a:r>
              <a:t>Sources:</a:t>
            </a:r>
          </a:p>
          <a:p xmlns:a="http://schemas.openxmlformats.org/drawingml/2006/main">
            <a:r>
              <a:t>https://rosap.ntl.bts.gov/view/dot/60876/dot_60876_DS1.pdf</a:t>
            </a:r>
          </a:p>
          <a:p xmlns:a="http://schemas.openxmlformats.org/drawingml/2006/main">
            <a:r>
              <a:t>https://www.nhtsa.gov/road-safety/bicycle-safety</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853eaf480242f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63bb8cb94843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3a8edc55914b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30fb27c6214c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3a6de564e14c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52e3107f7c48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3D20DB-E025-4056-8207-297C6F92D43E}"/>
              </a:ext>
            </a:extLst>
          </p:cNvPr>
          <p:cNvSpPr>
            <a:spLocks xmlns:a="http://schemas.openxmlformats.org/drawingml/2006/main" noGrp="1"/>
          </p:cNvSpPr>
          <p:nvPr>
            <p:ph type="title" idx="0"/>
          </p:nvPr>
        </p:nvSpPr>
        <p:spPr>
          <a:xfrm xmlns:a="http://schemas.openxmlformats.org/drawingml/2006/main">
            <a:off x="365760" y="2072640"/>
            <a:ext cx="2926080" cy="79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40" b="1">
                <a:solidFill>
                  <a:schemeClr val="tx1"/>
                </a:solidFill>
                <a:latin typeface="+mj-lt"/>
                <a:ea typeface="+mj-lt"/>
                <a:cs typeface="+mj-lt"/>
              </a:defRPr>
            </a:defPPr>
            <a:lvl1pPr marL="0" indent="0" algn="ctr">
              <a:lnSpc>
                <a:spcPct val="110000"/>
              </a:lnSpc>
              <a:spcBef>
                <a:spcPts val="0"/>
              </a:spcBef>
              <a:spcAft>
                <a:spcPts val="0"/>
              </a:spcAft>
              <a:buNone/>
              <a:defRPr sz="1440" b="1">
                <a:solidFill>
                  <a:schemeClr val="tx1"/>
                </a:solidFill>
                <a:latin typeface="+mj-lt"/>
                <a:ea typeface="+mj-lt"/>
                <a:cs typeface="+mj-lt"/>
              </a:defRPr>
            </a:lvl1pPr>
            <a:lvl2pPr marL="0" indent="0" algn="ctr">
              <a:lnSpc>
                <a:spcPct val="110000"/>
              </a:lnSpc>
              <a:spcBef>
                <a:spcPts val="0"/>
              </a:spcBef>
              <a:spcAft>
                <a:spcPts val="0"/>
              </a:spcAft>
              <a:buNone/>
              <a:defRPr sz="1440" b="1">
                <a:solidFill>
                  <a:schemeClr val="tx1"/>
                </a:solidFill>
                <a:latin typeface="+mj-lt"/>
                <a:ea typeface="+mj-lt"/>
                <a:cs typeface="+mj-lt"/>
              </a:defRPr>
            </a:lvl2pPr>
            <a:lvl3pPr marL="0" indent="0" algn="ctr">
              <a:lnSpc>
                <a:spcPct val="110000"/>
              </a:lnSpc>
              <a:spcBef>
                <a:spcPts val="0"/>
              </a:spcBef>
              <a:spcAft>
                <a:spcPts val="0"/>
              </a:spcAft>
              <a:buNone/>
              <a:defRPr sz="1440" b="1">
                <a:solidFill>
                  <a:schemeClr val="tx1"/>
                </a:solidFill>
                <a:latin typeface="+mj-lt"/>
                <a:ea typeface="+mj-lt"/>
                <a:cs typeface="+mj-lt"/>
              </a:defRPr>
            </a:lvl3pPr>
            <a:lvl4pPr marL="0" indent="0" algn="ctr">
              <a:lnSpc>
                <a:spcPct val="110000"/>
              </a:lnSpc>
              <a:spcBef>
                <a:spcPts val="0"/>
              </a:spcBef>
              <a:spcAft>
                <a:spcPts val="0"/>
              </a:spcAft>
              <a:buNone/>
              <a:defRPr sz="1440" b="1">
                <a:solidFill>
                  <a:schemeClr val="tx1"/>
                </a:solidFill>
                <a:latin typeface="+mj-lt"/>
                <a:ea typeface="+mj-lt"/>
                <a:cs typeface="+mj-lt"/>
              </a:defRPr>
            </a:lvl4pPr>
            <a:lvl5pPr marL="0" indent="0" algn="ctr">
              <a:lnSpc>
                <a:spcPct val="110000"/>
              </a:lnSpc>
              <a:spcBef>
                <a:spcPts val="0"/>
              </a:spcBef>
              <a:spcAft>
                <a:spcPts val="0"/>
              </a:spcAft>
              <a:buNone/>
              <a:defRPr sz="1440" b="1">
                <a:solidFill>
                  <a:schemeClr val="tx1"/>
                </a:solidFill>
                <a:latin typeface="+mj-lt"/>
                <a:ea typeface="+mj-lt"/>
                <a:cs typeface="+mj-lt"/>
              </a:defRPr>
            </a:lvl5pPr>
            <a:lvl6pPr marL="0" indent="0" algn="ctr">
              <a:lnSpc>
                <a:spcPct val="110000"/>
              </a:lnSpc>
              <a:spcBef>
                <a:spcPts val="0"/>
              </a:spcBef>
              <a:spcAft>
                <a:spcPts val="0"/>
              </a:spcAft>
              <a:buNone/>
              <a:defRPr sz="1440" b="1">
                <a:solidFill>
                  <a:schemeClr val="tx1"/>
                </a:solidFill>
                <a:latin typeface="+mj-lt"/>
                <a:ea typeface="+mj-lt"/>
                <a:cs typeface="+mj-lt"/>
              </a:defRPr>
            </a:lvl6pPr>
            <a:lvl7pPr marL="0" indent="0" algn="ctr">
              <a:lnSpc>
                <a:spcPct val="110000"/>
              </a:lnSpc>
              <a:spcBef>
                <a:spcPts val="0"/>
              </a:spcBef>
              <a:spcAft>
                <a:spcPts val="0"/>
              </a:spcAft>
              <a:buNone/>
              <a:defRPr sz="1440" b="1">
                <a:solidFill>
                  <a:schemeClr val="tx1"/>
                </a:solidFill>
                <a:latin typeface="+mj-lt"/>
                <a:ea typeface="+mj-lt"/>
                <a:cs typeface="+mj-lt"/>
              </a:defRPr>
            </a:lvl7pPr>
            <a:lvl8pPr marL="0" indent="0" algn="ctr">
              <a:lnSpc>
                <a:spcPct val="110000"/>
              </a:lnSpc>
              <a:spcBef>
                <a:spcPts val="0"/>
              </a:spcBef>
              <a:spcAft>
                <a:spcPts val="0"/>
              </a:spcAft>
              <a:buNone/>
              <a:defRPr sz="1440" b="1">
                <a:solidFill>
                  <a:schemeClr val="tx1"/>
                </a:solidFill>
                <a:latin typeface="+mj-lt"/>
                <a:ea typeface="+mj-lt"/>
                <a:cs typeface="+mj-lt"/>
              </a:defRPr>
            </a:lvl8pPr>
            <a:lvl9pPr marL="0" indent="0" algn="ctr">
              <a:lnSpc>
                <a:spcPct val="110000"/>
              </a:lnSpc>
              <a:spcBef>
                <a:spcPts val="0"/>
              </a:spcBef>
              <a:spcAft>
                <a:spcPts val="0"/>
              </a:spcAft>
              <a:buNone/>
              <a:defRPr sz="14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EB8365A-B297-4CC7-AE85-2A3AA2DD778B}"/>
              </a:ext>
            </a:extLst>
          </p:cNvPr>
          <p:cNvSpPr>
            <a:spLocks xmlns:a="http://schemas.openxmlformats.org/drawingml/2006/main" noGrp="1"/>
          </p:cNvSpPr>
          <p:nvPr>
            <p:ph type="subTitle" idx="1"/>
          </p:nvPr>
        </p:nvSpPr>
        <p:spPr>
          <a:xfrm xmlns:a="http://schemas.openxmlformats.org/drawingml/2006/main">
            <a:off x="548640" y="3017520"/>
            <a:ext cx="2560320" cy="60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 b="0">
                <a:solidFill>
                  <a:schemeClr val="tx1"/>
                </a:solidFill>
                <a:latin typeface="+mn-lt"/>
                <a:ea typeface="+mn-lt"/>
                <a:cs typeface="+mn-lt"/>
              </a:defRPr>
            </a:defPPr>
            <a:lvl1pPr marL="0" indent="0" algn="ctr">
              <a:lnSpc>
                <a:spcPct val="110000"/>
              </a:lnSpc>
              <a:spcBef>
                <a:spcPts val="0"/>
              </a:spcBef>
              <a:spcAft>
                <a:spcPts val="0"/>
              </a:spcAft>
              <a:buNone/>
              <a:defRPr sz="630" b="0">
                <a:solidFill>
                  <a:schemeClr val="tx1"/>
                </a:solidFill>
                <a:latin typeface="+mn-lt"/>
                <a:ea typeface="+mn-lt"/>
                <a:cs typeface="+mn-lt"/>
              </a:defRPr>
            </a:lvl1pPr>
            <a:lvl2pPr marL="0" indent="0" algn="ctr">
              <a:lnSpc>
                <a:spcPct val="110000"/>
              </a:lnSpc>
              <a:spcBef>
                <a:spcPts val="0"/>
              </a:spcBef>
              <a:spcAft>
                <a:spcPts val="0"/>
              </a:spcAft>
              <a:buNone/>
              <a:defRPr sz="630" b="0">
                <a:solidFill>
                  <a:schemeClr val="tx1"/>
                </a:solidFill>
                <a:latin typeface="+mn-lt"/>
                <a:ea typeface="+mn-lt"/>
                <a:cs typeface="+mn-lt"/>
              </a:defRPr>
            </a:lvl2pPr>
            <a:lvl3pPr marL="0" indent="0" algn="ctr">
              <a:lnSpc>
                <a:spcPct val="110000"/>
              </a:lnSpc>
              <a:spcBef>
                <a:spcPts val="0"/>
              </a:spcBef>
              <a:spcAft>
                <a:spcPts val="0"/>
              </a:spcAft>
              <a:buNone/>
              <a:defRPr sz="630" b="0">
                <a:solidFill>
                  <a:schemeClr val="tx1"/>
                </a:solidFill>
                <a:latin typeface="+mn-lt"/>
                <a:ea typeface="+mn-lt"/>
                <a:cs typeface="+mn-lt"/>
              </a:defRPr>
            </a:lvl3pPr>
            <a:lvl4pPr marL="0" indent="0" algn="ctr">
              <a:lnSpc>
                <a:spcPct val="110000"/>
              </a:lnSpc>
              <a:spcBef>
                <a:spcPts val="0"/>
              </a:spcBef>
              <a:spcAft>
                <a:spcPts val="0"/>
              </a:spcAft>
              <a:buNone/>
              <a:defRPr sz="630" b="0">
                <a:solidFill>
                  <a:schemeClr val="tx1"/>
                </a:solidFill>
                <a:latin typeface="+mn-lt"/>
                <a:ea typeface="+mn-lt"/>
                <a:cs typeface="+mn-lt"/>
              </a:defRPr>
            </a:lvl4pPr>
            <a:lvl5pPr marL="0" indent="0" algn="ctr">
              <a:lnSpc>
                <a:spcPct val="110000"/>
              </a:lnSpc>
              <a:spcBef>
                <a:spcPts val="0"/>
              </a:spcBef>
              <a:spcAft>
                <a:spcPts val="0"/>
              </a:spcAft>
              <a:buNone/>
              <a:defRPr sz="630" b="0">
                <a:solidFill>
                  <a:schemeClr val="tx1"/>
                </a:solidFill>
                <a:latin typeface="+mn-lt"/>
                <a:ea typeface="+mn-lt"/>
                <a:cs typeface="+mn-lt"/>
              </a:defRPr>
            </a:lvl5pPr>
            <a:lvl6pPr marL="0" indent="0" algn="ctr">
              <a:lnSpc>
                <a:spcPct val="110000"/>
              </a:lnSpc>
              <a:spcBef>
                <a:spcPts val="0"/>
              </a:spcBef>
              <a:spcAft>
                <a:spcPts val="0"/>
              </a:spcAft>
              <a:buNone/>
              <a:defRPr sz="630" b="0">
                <a:solidFill>
                  <a:schemeClr val="tx1"/>
                </a:solidFill>
                <a:latin typeface="+mn-lt"/>
                <a:ea typeface="+mn-lt"/>
                <a:cs typeface="+mn-lt"/>
              </a:defRPr>
            </a:lvl6pPr>
            <a:lvl7pPr marL="0" indent="0" algn="ctr">
              <a:lnSpc>
                <a:spcPct val="110000"/>
              </a:lnSpc>
              <a:spcBef>
                <a:spcPts val="0"/>
              </a:spcBef>
              <a:spcAft>
                <a:spcPts val="0"/>
              </a:spcAft>
              <a:buNone/>
              <a:defRPr sz="630" b="0">
                <a:solidFill>
                  <a:schemeClr val="tx1"/>
                </a:solidFill>
                <a:latin typeface="+mn-lt"/>
                <a:ea typeface="+mn-lt"/>
                <a:cs typeface="+mn-lt"/>
              </a:defRPr>
            </a:lvl7pPr>
            <a:lvl8pPr marL="0" indent="0" algn="ctr">
              <a:lnSpc>
                <a:spcPct val="110000"/>
              </a:lnSpc>
              <a:spcBef>
                <a:spcPts val="0"/>
              </a:spcBef>
              <a:spcAft>
                <a:spcPts val="0"/>
              </a:spcAft>
              <a:buNone/>
              <a:defRPr sz="630" b="0">
                <a:solidFill>
                  <a:schemeClr val="tx1"/>
                </a:solidFill>
                <a:latin typeface="+mn-lt"/>
                <a:ea typeface="+mn-lt"/>
                <a:cs typeface="+mn-lt"/>
              </a:defRPr>
            </a:lvl8pPr>
            <a:lvl9pPr marL="0" indent="0" algn="ctr">
              <a:lnSpc>
                <a:spcPct val="110000"/>
              </a:lnSpc>
              <a:spcBef>
                <a:spcPts val="0"/>
              </a:spcBef>
              <a:spcAft>
                <a:spcPts val="0"/>
              </a:spcAft>
              <a:buNone/>
              <a:defRPr sz="63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8F60FB-D639-4175-BD51-44A6A7AE6ACE}"/>
              </a:ext>
            </a:extLst>
          </p:cNvPr>
          <p:cNvSpPr>
            <a:spLocks xmlns:a="http://schemas.openxmlformats.org/drawingml/2006/main" noGrp="1"/>
          </p:cNvSpPr>
          <p:nvPr>
            <p:ph type="title" idx="0"/>
          </p:nvPr>
        </p:nvSpPr>
        <p:spPr>
          <a:xfrm xmlns:a="http://schemas.openxmlformats.org/drawingml/2006/main">
            <a:off x="365760" y="2286000"/>
            <a:ext cx="2926080" cy="91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60" b="1">
                <a:solidFill>
                  <a:schemeClr val="tx1"/>
                </a:solidFill>
                <a:latin typeface="+mj-lt"/>
                <a:ea typeface="+mj-lt"/>
                <a:cs typeface="+mj-lt"/>
              </a:defRPr>
            </a:defPPr>
            <a:lvl1pPr marL="0" indent="0" algn="ctr">
              <a:lnSpc>
                <a:spcPct val="110000"/>
              </a:lnSpc>
              <a:spcBef>
                <a:spcPts val="0"/>
              </a:spcBef>
              <a:spcAft>
                <a:spcPts val="0"/>
              </a:spcAft>
              <a:buNone/>
              <a:defRPr sz="1260" b="1">
                <a:solidFill>
                  <a:schemeClr val="tx1"/>
                </a:solidFill>
                <a:latin typeface="+mj-lt"/>
                <a:ea typeface="+mj-lt"/>
                <a:cs typeface="+mj-lt"/>
              </a:defRPr>
            </a:lvl1pPr>
            <a:lvl2pPr marL="0" indent="0" algn="ctr">
              <a:lnSpc>
                <a:spcPct val="110000"/>
              </a:lnSpc>
              <a:spcBef>
                <a:spcPts val="0"/>
              </a:spcBef>
              <a:spcAft>
                <a:spcPts val="0"/>
              </a:spcAft>
              <a:buNone/>
              <a:defRPr sz="1260" b="1">
                <a:solidFill>
                  <a:schemeClr val="tx1"/>
                </a:solidFill>
                <a:latin typeface="+mj-lt"/>
                <a:ea typeface="+mj-lt"/>
                <a:cs typeface="+mj-lt"/>
              </a:defRPr>
            </a:lvl2pPr>
            <a:lvl3pPr marL="0" indent="0" algn="ctr">
              <a:lnSpc>
                <a:spcPct val="110000"/>
              </a:lnSpc>
              <a:spcBef>
                <a:spcPts val="0"/>
              </a:spcBef>
              <a:spcAft>
                <a:spcPts val="0"/>
              </a:spcAft>
              <a:buNone/>
              <a:defRPr sz="1260" b="1">
                <a:solidFill>
                  <a:schemeClr val="tx1"/>
                </a:solidFill>
                <a:latin typeface="+mj-lt"/>
                <a:ea typeface="+mj-lt"/>
                <a:cs typeface="+mj-lt"/>
              </a:defRPr>
            </a:lvl3pPr>
            <a:lvl4pPr marL="0" indent="0" algn="ctr">
              <a:lnSpc>
                <a:spcPct val="110000"/>
              </a:lnSpc>
              <a:spcBef>
                <a:spcPts val="0"/>
              </a:spcBef>
              <a:spcAft>
                <a:spcPts val="0"/>
              </a:spcAft>
              <a:buNone/>
              <a:defRPr sz="1260" b="1">
                <a:solidFill>
                  <a:schemeClr val="tx1"/>
                </a:solidFill>
                <a:latin typeface="+mj-lt"/>
                <a:ea typeface="+mj-lt"/>
                <a:cs typeface="+mj-lt"/>
              </a:defRPr>
            </a:lvl4pPr>
            <a:lvl5pPr marL="0" indent="0" algn="ctr">
              <a:lnSpc>
                <a:spcPct val="110000"/>
              </a:lnSpc>
              <a:spcBef>
                <a:spcPts val="0"/>
              </a:spcBef>
              <a:spcAft>
                <a:spcPts val="0"/>
              </a:spcAft>
              <a:buNone/>
              <a:defRPr sz="1260" b="1">
                <a:solidFill>
                  <a:schemeClr val="tx1"/>
                </a:solidFill>
                <a:latin typeface="+mj-lt"/>
                <a:ea typeface="+mj-lt"/>
                <a:cs typeface="+mj-lt"/>
              </a:defRPr>
            </a:lvl5pPr>
            <a:lvl6pPr marL="0" indent="0" algn="ctr">
              <a:lnSpc>
                <a:spcPct val="110000"/>
              </a:lnSpc>
              <a:spcBef>
                <a:spcPts val="0"/>
              </a:spcBef>
              <a:spcAft>
                <a:spcPts val="0"/>
              </a:spcAft>
              <a:buNone/>
              <a:defRPr sz="1260" b="1">
                <a:solidFill>
                  <a:schemeClr val="tx1"/>
                </a:solidFill>
                <a:latin typeface="+mj-lt"/>
                <a:ea typeface="+mj-lt"/>
                <a:cs typeface="+mj-lt"/>
              </a:defRPr>
            </a:lvl6pPr>
            <a:lvl7pPr marL="0" indent="0" algn="ctr">
              <a:lnSpc>
                <a:spcPct val="110000"/>
              </a:lnSpc>
              <a:spcBef>
                <a:spcPts val="0"/>
              </a:spcBef>
              <a:spcAft>
                <a:spcPts val="0"/>
              </a:spcAft>
              <a:buNone/>
              <a:defRPr sz="1260" b="1">
                <a:solidFill>
                  <a:schemeClr val="tx1"/>
                </a:solidFill>
                <a:latin typeface="+mj-lt"/>
                <a:ea typeface="+mj-lt"/>
                <a:cs typeface="+mj-lt"/>
              </a:defRPr>
            </a:lvl7pPr>
            <a:lvl8pPr marL="0" indent="0" algn="ctr">
              <a:lnSpc>
                <a:spcPct val="110000"/>
              </a:lnSpc>
              <a:spcBef>
                <a:spcPts val="0"/>
              </a:spcBef>
              <a:spcAft>
                <a:spcPts val="0"/>
              </a:spcAft>
              <a:buNone/>
              <a:defRPr sz="1260" b="1">
                <a:solidFill>
                  <a:schemeClr val="tx1"/>
                </a:solidFill>
                <a:latin typeface="+mj-lt"/>
                <a:ea typeface="+mj-lt"/>
                <a:cs typeface="+mj-lt"/>
              </a:defRPr>
            </a:lvl8pPr>
            <a:lvl9pPr marL="0" indent="0" algn="ctr">
              <a:lnSpc>
                <a:spcPct val="110000"/>
              </a:lnSpc>
              <a:spcBef>
                <a:spcPts val="0"/>
              </a:spcBef>
              <a:spcAft>
                <a:spcPts val="0"/>
              </a:spcAft>
              <a:buNone/>
              <a:defRPr sz="126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058039-FE4D-40C5-859D-99140ACA0025}"/>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CF0744-3273-46A7-AA27-78EEDCE72FC8}"/>
              </a:ext>
            </a:extLst>
          </p:cNvPr>
          <p:cNvSpPr>
            <a:spLocks xmlns:a="http://schemas.openxmlformats.org/drawingml/2006/main" noGrp="1"/>
          </p:cNvSpPr>
          <p:nvPr>
            <p:ph type="body" idx="1"/>
          </p:nvPr>
        </p:nvSpPr>
        <p:spPr>
          <a:xfrm xmlns:a="http://schemas.openxmlformats.org/drawingml/2006/main">
            <a:off x="205740" y="1524000"/>
            <a:ext cx="324612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C653DCE-0288-42C1-AB6D-4D97201AFCDC}"/>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3CD839-852F-4D40-88A5-43D5DD9D1DE1}"/>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5F6C471-D147-41AA-BF36-912D8E3AD56F}"/>
              </a:ext>
            </a:extLst>
          </p:cNvPr>
          <p:cNvSpPr>
            <a:spLocks xmlns:a="http://schemas.openxmlformats.org/drawingml/2006/main" noGrp="1"/>
          </p:cNvSpPr>
          <p:nvPr>
            <p:ph type="body" idx="2"/>
          </p:nvPr>
        </p:nvSpPr>
        <p:spPr>
          <a:xfrm xmlns:a="http://schemas.openxmlformats.org/drawingml/2006/main">
            <a:off x="194310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900753-C26E-42BB-B43E-7507E5FE159A}"/>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22C267-1516-4F39-B3B5-C37996585D52}"/>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6d43c319934112" /><Relationship Type="http://schemas.openxmlformats.org/officeDocument/2006/relationships/slideLayout" Target="/ppt/slideLayouts/slideLayout1.xml" Id="R654cc339b2c5486d" /><Relationship Type="http://schemas.openxmlformats.org/officeDocument/2006/relationships/slideLayout" Target="/ppt/slideLayouts/slideLayout2.xml" Id="R82c0c11ddb2b49e4" /><Relationship Type="http://schemas.openxmlformats.org/officeDocument/2006/relationships/slideLayout" Target="/ppt/slideLayouts/slideLayout3.xml" Id="R3fae92b252aa468c" /><Relationship Type="http://schemas.openxmlformats.org/officeDocument/2006/relationships/slideLayout" Target="/ppt/slideLayouts/slideLayout4.xml" Id="R0b405c4594754cbc" /><Relationship Type="http://schemas.openxmlformats.org/officeDocument/2006/relationships/slideLayout" Target="/ppt/slideLayouts/slideLayout5.xml" Id="R1dbe3cb13f6247fc" /><Relationship Type="http://schemas.openxmlformats.org/officeDocument/2006/relationships/slideLayout" Target="/ppt/slideLayouts/slideLayout6.xml" Id="Rf6ce98b9bc2c49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4cc339b2c5486d"/>
    <p:sldLayoutId xmlns:r="http://schemas.openxmlformats.org/officeDocument/2006/relationships" id="2147483650" r:id="R82c0c11ddb2b49e4"/>
    <p:sldLayoutId xmlns:r="http://schemas.openxmlformats.org/officeDocument/2006/relationships" id="2147483651" r:id="R3fae92b252aa468c"/>
    <p:sldLayoutId xmlns:r="http://schemas.openxmlformats.org/officeDocument/2006/relationships" id="2147483652" r:id="R0b405c4594754cbc"/>
    <p:sldLayoutId xmlns:r="http://schemas.openxmlformats.org/officeDocument/2006/relationships" id="2147483653" r:id="R1dbe3cb13f6247fc"/>
    <p:sldLayoutId xmlns:r="http://schemas.openxmlformats.org/officeDocument/2006/relationships" id="2147483654" r:id="Rf6ce98b9bc2c49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c01ab3b3b143cb" /><Relationship Type="http://schemas.openxmlformats.org/officeDocument/2006/relationships/image" Target="/ppt/media/image.png" Id="R08d84ff369374951" /><Relationship Type="http://schemas.openxmlformats.org/officeDocument/2006/relationships/image" Target="/ppt/media/image2.png" Id="R2cb7e62dc908446f" /><Relationship Type="http://schemas.openxmlformats.org/officeDocument/2006/relationships/image" Target="/ppt/media/image3.png" Id="Rec421fad36fe4c9a" /><Relationship Type="http://schemas.openxmlformats.org/officeDocument/2006/relationships/notesSlide" Target="/ppt/notesSlides/notesSlide1.xml" Id="R3122ace96d7246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beebfcbfe64c93" /><Relationship Type="http://schemas.openxmlformats.org/officeDocument/2006/relationships/image" Target="/ppt/media/image4.png" Id="R3479b90406a647d0" /><Relationship Type="http://schemas.openxmlformats.org/officeDocument/2006/relationships/image" Target="/ppt/media/image5.png" Id="Rded621fed6bc42cb" /><Relationship Type="http://schemas.openxmlformats.org/officeDocument/2006/relationships/notesSlide" Target="/ppt/notesSlides/notesSlide2.xml" Id="Rbdd4e78eea8e4f42"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A056EE3-D7D4-4425-A54C-343259D50E95}"/>
              </a:ext>
            </a:extLst>
          </p:cNvPr>
          <p:cNvPicPr>
            <a:picLocks xmlns:a="http://schemas.openxmlformats.org/drawingml/2006/main" noChangeAspect="1"/>
          </p:cNvPicPr>
          <p:nvPr/>
        </p:nvPicPr>
        <p:blipFill>
          <a:blip xmlns:r="http://schemas.openxmlformats.org/officeDocument/2006/relationships" xmlns:a="http://schemas.openxmlformats.org/drawingml/2006/main" r:embed="R08d84ff369374951"/>
          <a:srcRect xmlns:a="http://schemas.openxmlformats.org/drawingml/2006/main" l="23300" t="0" r="23300" b="0"/>
          <a:stretch xmlns:a="http://schemas.openxmlformats.org/drawingml/2006/main">
            <a:fillRect l="0" t="0" r="0" b="0"/>
          </a:stretch>
        </p:blipFill>
        <p:spPr>
          <a:xfrm xmlns:a="http://schemas.openxmlformats.org/drawingml/2006/main">
            <a:off x="1962150" y="0"/>
            <a:ext cx="1695450" cy="4762500"/>
          </a:xfrm>
          <a:prstGeom xmlns:a="http://schemas.openxmlformats.org/drawingml/2006/main" prst="rect">
            <a:avLst/>
          </a:prstGeom>
        </p:spPr>
      </p:pic>
      <p:sp>
        <p:nvSpPr>
          <p:cNvPr id="2" name="Card campaign label">
            <a:extLst xmlns:a="http://schemas.openxmlformats.org/drawingml/2006/main">
              <a:ext uri="{FF2B5EF4-FFF2-40B4-BE49-F238E27FC236}">
                <a16:creationId xmlns:a16="http://schemas.microsoft.com/office/drawing/2014/main" id="{A9A53486-CAFE-4514-A060-5110093751E3}"/>
              </a:ext>
            </a:extLst>
          </p:cNvPr>
          <p:cNvSpPr>
            <a:spLocks xmlns:a="http://schemas.openxmlformats.org/drawingml/2006/main" noGrp="1"/>
          </p:cNvSpPr>
          <p:nvPr/>
        </p:nvSpPr>
        <p:spPr>
          <a:xfrm xmlns:a="http://schemas.openxmlformats.org/drawingml/2006/main">
            <a:off x="161925" y="247650"/>
            <a:ext cx="16478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0A"/>
                </a:solidFill>
                <a:latin typeface="Space Grotesk"/>
                <a:ea typeface="Space Grotesk"/>
                <a:cs typeface="Space Grotesk"/>
              </a:defRPr>
            </a:defPPr>
            <a:lvl1pPr>
              <a:defRPr sz="1000" b="1">
                <a:solidFill>
                  <a:srgbClr val="FFFF0A"/>
                </a:solidFill>
                <a:latin typeface="Space Grotesk"/>
                <a:ea typeface="Space Grotesk"/>
                <a:cs typeface="Space Grotesk"/>
              </a:defRPr>
            </a:lvl1pPr>
            <a:lvl2pPr>
              <a:defRPr sz="1000" b="1">
                <a:solidFill>
                  <a:srgbClr val="FFFF0A"/>
                </a:solidFill>
                <a:latin typeface="Space Grotesk"/>
                <a:ea typeface="Space Grotesk"/>
                <a:cs typeface="Space Grotesk"/>
              </a:defRPr>
            </a:lvl2pPr>
            <a:lvl3pPr>
              <a:defRPr sz="1000" b="1">
                <a:solidFill>
                  <a:srgbClr val="FFFF0A"/>
                </a:solidFill>
                <a:latin typeface="Space Grotesk"/>
                <a:ea typeface="Space Grotesk"/>
                <a:cs typeface="Space Grotesk"/>
              </a:defRPr>
            </a:lvl3pPr>
            <a:lvl4pPr>
              <a:defRPr sz="1000" b="1">
                <a:solidFill>
                  <a:srgbClr val="FFFF0A"/>
                </a:solidFill>
                <a:latin typeface="Space Grotesk"/>
                <a:ea typeface="Space Grotesk"/>
                <a:cs typeface="Space Grotesk"/>
              </a:defRPr>
            </a:lvl4pPr>
            <a:lvl5pPr>
              <a:defRPr sz="1000" b="1">
                <a:solidFill>
                  <a:srgbClr val="FFFF0A"/>
                </a:solidFill>
                <a:latin typeface="Space Grotesk"/>
                <a:ea typeface="Space Grotesk"/>
                <a:cs typeface="Space Grotesk"/>
              </a:defRPr>
            </a:lvl5pPr>
            <a:lvl6pPr>
              <a:defRPr sz="1000" b="1">
                <a:solidFill>
                  <a:srgbClr val="FFFF0A"/>
                </a:solidFill>
                <a:latin typeface="Space Grotesk"/>
                <a:ea typeface="Space Grotesk"/>
                <a:cs typeface="Space Grotesk"/>
              </a:defRPr>
            </a:lvl6pPr>
            <a:lvl7pPr>
              <a:defRPr sz="1000" b="1">
                <a:solidFill>
                  <a:srgbClr val="FFFF0A"/>
                </a:solidFill>
                <a:latin typeface="Space Grotesk"/>
                <a:ea typeface="Space Grotesk"/>
                <a:cs typeface="Space Grotesk"/>
              </a:defRPr>
            </a:lvl7pPr>
            <a:lvl8pPr>
              <a:defRPr sz="1000" b="1">
                <a:solidFill>
                  <a:srgbClr val="FFFF0A"/>
                </a:solidFill>
                <a:latin typeface="Space Grotesk"/>
                <a:ea typeface="Space Grotesk"/>
                <a:cs typeface="Space Grotesk"/>
              </a:defRPr>
            </a:lvl8pPr>
            <a:lvl9pPr>
              <a:defRPr sz="1000" b="1">
                <a:solidFill>
                  <a:srgbClr val="FFFF0A"/>
                </a:solidFill>
                <a:latin typeface="Space Grotesk"/>
                <a:ea typeface="Space Grotesk"/>
                <a:cs typeface="Space Grotesk"/>
              </a:defRPr>
            </a:lvl9pPr>
          </a:lstStyle>
          <a:p xmlns:a="http://schemas.openxmlformats.org/drawingml/2006/main">
            <a:pPr>
              <a:lnSpc>
                <a:spcPct val="98000"/>
              </a:lnSpc>
              <a:buNone/>
              <a:defRPr sz="1000" b="1">
                <a:solidFill>
                  <a:srgbClr val="FFFF0A"/>
                </a:solidFill>
                <a:latin typeface="Space Grotesk"/>
                <a:ea typeface="Space Grotesk"/>
                <a:cs typeface="Space Grotesk"/>
              </a:defRPr>
            </a:pPr>
            <a:r>
              <a:rPr sz="1000" b="1">
                <a:solidFill>
                  <a:srgbClr val="FFFF0A"/>
                </a:solidFill>
                <a:latin typeface="Space Grotesk"/>
                <a:ea typeface="Space Grotesk"/>
                <a:cs typeface="Space Grotesk"/>
              </a:rPr>
              <a:t>3 FEET PLEASE</a:t>
            </a:r>
          </a:p>
        </p:txBody>
      </p:sp>
      <p:sp>
        <p:nvSpPr>
          <p:cNvPr id="3" name="Card central message">
            <a:extLst xmlns:a="http://schemas.openxmlformats.org/drawingml/2006/main">
              <a:ext uri="{FF2B5EF4-FFF2-40B4-BE49-F238E27FC236}">
                <a16:creationId xmlns:a16="http://schemas.microsoft.com/office/drawing/2014/main" id="{EC4D3DE9-C4A4-4ADC-B423-24BF95426FF7}"/>
              </a:ext>
            </a:extLst>
          </p:cNvPr>
          <p:cNvSpPr>
            <a:spLocks xmlns:a="http://schemas.openxmlformats.org/drawingml/2006/main" noGrp="1"/>
          </p:cNvSpPr>
          <p:nvPr/>
        </p:nvSpPr>
        <p:spPr>
          <a:xfrm xmlns:a="http://schemas.openxmlformats.org/drawingml/2006/main">
            <a:off x="142875" y="800100"/>
            <a:ext cx="1676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50" b="1">
                <a:solidFill>
                  <a:srgbClr val="FFFFFF"/>
                </a:solidFill>
                <a:latin typeface="Space Grotesk"/>
                <a:ea typeface="Space Grotesk"/>
                <a:cs typeface="Space Grotesk"/>
              </a:defRPr>
            </a:defPPr>
            <a:lvl1pPr>
              <a:defRPr sz="1850" b="1">
                <a:solidFill>
                  <a:srgbClr val="FFFFFF"/>
                </a:solidFill>
                <a:latin typeface="Space Grotesk"/>
                <a:ea typeface="Space Grotesk"/>
                <a:cs typeface="Space Grotesk"/>
              </a:defRPr>
            </a:lvl1pPr>
            <a:lvl2pPr>
              <a:defRPr sz="1850" b="1">
                <a:solidFill>
                  <a:srgbClr val="FFFFFF"/>
                </a:solidFill>
                <a:latin typeface="Space Grotesk"/>
                <a:ea typeface="Space Grotesk"/>
                <a:cs typeface="Space Grotesk"/>
              </a:defRPr>
            </a:lvl2pPr>
            <a:lvl3pPr>
              <a:defRPr sz="1850" b="1">
                <a:solidFill>
                  <a:srgbClr val="FFFFFF"/>
                </a:solidFill>
                <a:latin typeface="Space Grotesk"/>
                <a:ea typeface="Space Grotesk"/>
                <a:cs typeface="Space Grotesk"/>
              </a:defRPr>
            </a:lvl3pPr>
            <a:lvl4pPr>
              <a:defRPr sz="1850" b="1">
                <a:solidFill>
                  <a:srgbClr val="FFFFFF"/>
                </a:solidFill>
                <a:latin typeface="Space Grotesk"/>
                <a:ea typeface="Space Grotesk"/>
                <a:cs typeface="Space Grotesk"/>
              </a:defRPr>
            </a:lvl4pPr>
            <a:lvl5pPr>
              <a:defRPr sz="1850" b="1">
                <a:solidFill>
                  <a:srgbClr val="FFFFFF"/>
                </a:solidFill>
                <a:latin typeface="Space Grotesk"/>
                <a:ea typeface="Space Grotesk"/>
                <a:cs typeface="Space Grotesk"/>
              </a:defRPr>
            </a:lvl5pPr>
            <a:lvl6pPr>
              <a:defRPr sz="1850" b="1">
                <a:solidFill>
                  <a:srgbClr val="FFFFFF"/>
                </a:solidFill>
                <a:latin typeface="Space Grotesk"/>
                <a:ea typeface="Space Grotesk"/>
                <a:cs typeface="Space Grotesk"/>
              </a:defRPr>
            </a:lvl6pPr>
            <a:lvl7pPr>
              <a:defRPr sz="1850" b="1">
                <a:solidFill>
                  <a:srgbClr val="FFFFFF"/>
                </a:solidFill>
                <a:latin typeface="Space Grotesk"/>
                <a:ea typeface="Space Grotesk"/>
                <a:cs typeface="Space Grotesk"/>
              </a:defRPr>
            </a:lvl7pPr>
            <a:lvl8pPr>
              <a:defRPr sz="1850" b="1">
                <a:solidFill>
                  <a:srgbClr val="FFFFFF"/>
                </a:solidFill>
                <a:latin typeface="Space Grotesk"/>
                <a:ea typeface="Space Grotesk"/>
                <a:cs typeface="Space Grotesk"/>
              </a:defRPr>
            </a:lvl8pPr>
            <a:lvl9pPr>
              <a:defRPr sz="1850" b="1">
                <a:solidFill>
                  <a:srgbClr val="FFFFFF"/>
                </a:solidFill>
                <a:latin typeface="Space Grotesk"/>
                <a:ea typeface="Space Grotesk"/>
                <a:cs typeface="Space Grotesk"/>
              </a:defRPr>
            </a:lvl9pPr>
          </a:lstStyle>
          <a:p xmlns:a="http://schemas.openxmlformats.org/drawingml/2006/main">
            <a:pPr>
              <a:lnSpc>
                <a:spcPct val="98000"/>
              </a:lnSpc>
              <a:buNone/>
              <a:defRPr sz="1850" b="1">
                <a:solidFill>
                  <a:srgbClr val="FFFFFF"/>
                </a:solidFill>
                <a:latin typeface="Space Grotesk"/>
                <a:ea typeface="Space Grotesk"/>
                <a:cs typeface="Space Grotesk"/>
              </a:defRPr>
            </a:pPr>
            <a:r>
              <a:rPr sz="1850" b="1">
                <a:solidFill>
                  <a:srgbClr val="FFFFFF"/>
                </a:solidFill>
                <a:latin typeface="Space Grotesk"/>
                <a:ea typeface="Space Grotesk"/>
                <a:cs typeface="Space Grotesk"/>
              </a:rPr>
              <a:t>NO ROOM TO PASS?</a:t>
            </a:r>
          </a:p>
          <a:p xmlns:a="http://schemas.openxmlformats.org/drawingml/2006/main">
            <a:pPr>
              <a:lnSpc>
                <a:spcPct val="98000"/>
              </a:lnSpc>
              <a:buNone/>
              <a:defRPr sz="1850" b="1">
                <a:solidFill>
                  <a:srgbClr val="FFFFFF"/>
                </a:solidFill>
                <a:latin typeface="Space Grotesk"/>
                <a:ea typeface="Space Grotesk"/>
                <a:cs typeface="Space Grotesk"/>
              </a:defRPr>
            </a:pPr>
            <a:r>
              <a:rPr sz="1850" b="1">
                <a:solidFill>
                  <a:srgbClr val="FFFFFF"/>
                </a:solidFill>
                <a:latin typeface="Space Grotesk"/>
                <a:ea typeface="Space Grotesk"/>
                <a:cs typeface="Space Grotesk"/>
              </a:rPr>
              <a:t>SLOW DOWN.</a:t>
            </a:r>
          </a:p>
          <a:p xmlns:a="http://schemas.openxmlformats.org/drawingml/2006/main">
            <a:pPr>
              <a:lnSpc>
                <a:spcPct val="98000"/>
              </a:lnSpc>
              <a:buNone/>
              <a:defRPr sz="1850" b="1">
                <a:solidFill>
                  <a:srgbClr val="FFFFFF"/>
                </a:solidFill>
                <a:latin typeface="Space Grotesk"/>
                <a:ea typeface="Space Grotesk"/>
                <a:cs typeface="Space Grotesk"/>
              </a:defRPr>
            </a:pPr>
            <a:r>
              <a:rPr sz="1850" b="1">
                <a:solidFill>
                  <a:srgbClr val="FFFFFF"/>
                </a:solidFill>
                <a:latin typeface="Space Grotesk"/>
                <a:ea typeface="Space Grotesk"/>
                <a:cs typeface="Space Grotesk"/>
              </a:rPr>
              <a:t>WAIT BEHIND.</a:t>
            </a:r>
          </a:p>
        </p:txBody>
      </p:sp>
      <p:sp>
        <p:nvSpPr>
          <p:cNvPr id="4" name="Card invitation">
            <a:extLst xmlns:a="http://schemas.openxmlformats.org/drawingml/2006/main">
              <a:ext uri="{FF2B5EF4-FFF2-40B4-BE49-F238E27FC236}">
                <a16:creationId xmlns:a16="http://schemas.microsoft.com/office/drawing/2014/main" id="{EEBF85AE-BC40-4143-979B-7CCC920CDC7B}"/>
              </a:ext>
            </a:extLst>
          </p:cNvPr>
          <p:cNvSpPr>
            <a:spLocks xmlns:a="http://schemas.openxmlformats.org/drawingml/2006/main" noGrp="1"/>
          </p:cNvSpPr>
          <p:nvPr/>
        </p:nvSpPr>
        <p:spPr>
          <a:xfrm xmlns:a="http://schemas.openxmlformats.org/drawingml/2006/main">
            <a:off x="161925" y="2381250"/>
            <a:ext cx="163830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20" b="0">
                <a:solidFill>
                  <a:srgbClr val="FFFFFF"/>
                </a:solidFill>
                <a:latin typeface="Arial"/>
                <a:ea typeface="Arial"/>
                <a:cs typeface="Arial"/>
              </a:defRPr>
            </a:defPPr>
            <a:lvl1pPr>
              <a:defRPr sz="1020" b="0">
                <a:solidFill>
                  <a:srgbClr val="FFFFFF"/>
                </a:solidFill>
                <a:latin typeface="Arial"/>
                <a:ea typeface="Arial"/>
                <a:cs typeface="Arial"/>
              </a:defRPr>
            </a:lvl1pPr>
            <a:lvl2pPr>
              <a:defRPr sz="1020" b="0">
                <a:solidFill>
                  <a:srgbClr val="FFFFFF"/>
                </a:solidFill>
                <a:latin typeface="Arial"/>
                <a:ea typeface="Arial"/>
                <a:cs typeface="Arial"/>
              </a:defRPr>
            </a:lvl2pPr>
            <a:lvl3pPr>
              <a:defRPr sz="1020" b="0">
                <a:solidFill>
                  <a:srgbClr val="FFFFFF"/>
                </a:solidFill>
                <a:latin typeface="Arial"/>
                <a:ea typeface="Arial"/>
                <a:cs typeface="Arial"/>
              </a:defRPr>
            </a:lvl3pPr>
            <a:lvl4pPr>
              <a:defRPr sz="1020" b="0">
                <a:solidFill>
                  <a:srgbClr val="FFFFFF"/>
                </a:solidFill>
                <a:latin typeface="Arial"/>
                <a:ea typeface="Arial"/>
                <a:cs typeface="Arial"/>
              </a:defRPr>
            </a:lvl4pPr>
            <a:lvl5pPr>
              <a:defRPr sz="1020" b="0">
                <a:solidFill>
                  <a:srgbClr val="FFFFFF"/>
                </a:solidFill>
                <a:latin typeface="Arial"/>
                <a:ea typeface="Arial"/>
                <a:cs typeface="Arial"/>
              </a:defRPr>
            </a:lvl5pPr>
            <a:lvl6pPr>
              <a:defRPr sz="1020" b="0">
                <a:solidFill>
                  <a:srgbClr val="FFFFFF"/>
                </a:solidFill>
                <a:latin typeface="Arial"/>
                <a:ea typeface="Arial"/>
                <a:cs typeface="Arial"/>
              </a:defRPr>
            </a:lvl6pPr>
            <a:lvl7pPr>
              <a:defRPr sz="1020" b="0">
                <a:solidFill>
                  <a:srgbClr val="FFFFFF"/>
                </a:solidFill>
                <a:latin typeface="Arial"/>
                <a:ea typeface="Arial"/>
                <a:cs typeface="Arial"/>
              </a:defRPr>
            </a:lvl7pPr>
            <a:lvl8pPr>
              <a:defRPr sz="1020" b="0">
                <a:solidFill>
                  <a:srgbClr val="FFFFFF"/>
                </a:solidFill>
                <a:latin typeface="Arial"/>
                <a:ea typeface="Arial"/>
                <a:cs typeface="Arial"/>
              </a:defRPr>
            </a:lvl8pPr>
            <a:lvl9pPr>
              <a:defRPr sz="1020" b="0">
                <a:solidFill>
                  <a:srgbClr val="FFFFFF"/>
                </a:solidFill>
                <a:latin typeface="Arial"/>
                <a:ea typeface="Arial"/>
                <a:cs typeface="Arial"/>
              </a:defRPr>
            </a:lvl9pPr>
          </a:lstStyle>
          <a:p xmlns:a="http://schemas.openxmlformats.org/drawingml/2006/main">
            <a:pPr>
              <a:lnSpc>
                <a:spcPct val="98000"/>
              </a:lnSpc>
              <a:buNone/>
              <a:defRPr sz="1020" b="0">
                <a:solidFill>
                  <a:srgbClr val="FFFFFF"/>
                </a:solidFill>
                <a:latin typeface="Arial"/>
                <a:ea typeface="Arial"/>
                <a:cs typeface="Arial"/>
              </a:defRPr>
            </a:pPr>
            <a:r>
              <a:rPr sz="1020" b="0">
                <a:solidFill>
                  <a:srgbClr val="FFFFFF"/>
                </a:solidFill>
                <a:latin typeface="Arial"/>
                <a:ea typeface="Arial"/>
                <a:cs typeface="Arial"/>
              </a:rPr>
              <a:t>Wait behind the rider. Pass only when clear, with generous room, and follow local law.</a:t>
            </a:r>
          </a:p>
        </p:txBody>
      </p:sp>
      <p:sp>
        <p:nvSpPr>
          <p:cNvPr id="5" name="Brand footer">
            <a:extLst xmlns:a="http://schemas.openxmlformats.org/drawingml/2006/main">
              <a:ext uri="{FF2B5EF4-FFF2-40B4-BE49-F238E27FC236}">
                <a16:creationId xmlns:a16="http://schemas.microsoft.com/office/drawing/2014/main" id="{5B2CF66E-896A-4D6D-A940-702BC3EB3880}"/>
              </a:ext>
            </a:extLst>
          </p:cNvPr>
          <p:cNvSpPr>
            <a:spLocks xmlns:a="http://schemas.openxmlformats.org/drawingml/2006/main" noGrp="1"/>
          </p:cNvSpPr>
          <p:nvPr/>
        </p:nvSpPr>
        <p:spPr>
          <a:xfrm xmlns:a="http://schemas.openxmlformats.org/drawingml/2006/main">
            <a:off x="0" y="4762500"/>
            <a:ext cx="3657600" cy="7239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D6B0232A-6773-4149-A808-F2BD19011C95}"/>
              </a:ext>
            </a:extLst>
          </p:cNvPr>
          <p:cNvPicPr>
            <a:picLocks xmlns:a="http://schemas.openxmlformats.org/drawingml/2006/main" noChangeAspect="1"/>
          </p:cNvPicPr>
          <p:nvPr/>
        </p:nvPicPr>
        <p:blipFill>
          <a:blip xmlns:r="http://schemas.openxmlformats.org/officeDocument/2006/relationships" xmlns:a="http://schemas.openxmlformats.org/drawingml/2006/main" r:embed="R2cb7e62dc908446f"/>
          <a:stretch xmlns:a="http://schemas.openxmlformats.org/drawingml/2006/main"/>
        </p:blipFill>
        <p:spPr>
          <a:xfrm xmlns:a="http://schemas.openxmlformats.org/drawingml/2006/main">
            <a:off x="171450" y="4981575"/>
            <a:ext cx="304800" cy="304800"/>
          </a:xfrm>
          <a:prstGeom xmlns:a="http://schemas.openxmlformats.org/drawingml/2006/main" prst="rect">
            <a:avLst/>
          </a:prstGeom>
        </p:spPr>
      </p:pic>
      <p:sp>
        <p:nvSpPr>
          <p:cNvPr id="7" name="Readable URL">
            <a:extLst xmlns:a="http://schemas.openxmlformats.org/drawingml/2006/main">
              <a:ext uri="{FF2B5EF4-FFF2-40B4-BE49-F238E27FC236}">
                <a16:creationId xmlns:a16="http://schemas.microsoft.com/office/drawing/2014/main" id="{D075DDBC-879C-462A-8F64-8B249669CECD}"/>
              </a:ext>
            </a:extLst>
          </p:cNvPr>
          <p:cNvSpPr>
            <a:spLocks xmlns:a="http://schemas.openxmlformats.org/drawingml/2006/main" noGrp="1"/>
          </p:cNvSpPr>
          <p:nvPr/>
        </p:nvSpPr>
        <p:spPr>
          <a:xfrm xmlns:a="http://schemas.openxmlformats.org/drawingml/2006/main">
            <a:off x="609600" y="48958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0A"/>
                </a:solidFill>
                <a:latin typeface="Space Grotesk"/>
                <a:ea typeface="Space Grotesk"/>
                <a:cs typeface="Space Grotesk"/>
              </a:defRPr>
            </a:defPPr>
            <a:lvl1pPr>
              <a:defRPr sz="1500" b="1">
                <a:solidFill>
                  <a:srgbClr val="FFFF0A"/>
                </a:solidFill>
                <a:latin typeface="Space Grotesk"/>
                <a:ea typeface="Space Grotesk"/>
                <a:cs typeface="Space Grotesk"/>
              </a:defRPr>
            </a:lvl1pPr>
            <a:lvl2pPr>
              <a:defRPr sz="1500" b="1">
                <a:solidFill>
                  <a:srgbClr val="FFFF0A"/>
                </a:solidFill>
                <a:latin typeface="Space Grotesk"/>
                <a:ea typeface="Space Grotesk"/>
                <a:cs typeface="Space Grotesk"/>
              </a:defRPr>
            </a:lvl2pPr>
            <a:lvl3pPr>
              <a:defRPr sz="1500" b="1">
                <a:solidFill>
                  <a:srgbClr val="FFFF0A"/>
                </a:solidFill>
                <a:latin typeface="Space Grotesk"/>
                <a:ea typeface="Space Grotesk"/>
                <a:cs typeface="Space Grotesk"/>
              </a:defRPr>
            </a:lvl3pPr>
            <a:lvl4pPr>
              <a:defRPr sz="1500" b="1">
                <a:solidFill>
                  <a:srgbClr val="FFFF0A"/>
                </a:solidFill>
                <a:latin typeface="Space Grotesk"/>
                <a:ea typeface="Space Grotesk"/>
                <a:cs typeface="Space Grotesk"/>
              </a:defRPr>
            </a:lvl4pPr>
            <a:lvl5pPr>
              <a:defRPr sz="1500" b="1">
                <a:solidFill>
                  <a:srgbClr val="FFFF0A"/>
                </a:solidFill>
                <a:latin typeface="Space Grotesk"/>
                <a:ea typeface="Space Grotesk"/>
                <a:cs typeface="Space Grotesk"/>
              </a:defRPr>
            </a:lvl5pPr>
            <a:lvl6pPr>
              <a:defRPr sz="1500" b="1">
                <a:solidFill>
                  <a:srgbClr val="FFFF0A"/>
                </a:solidFill>
                <a:latin typeface="Space Grotesk"/>
                <a:ea typeface="Space Grotesk"/>
                <a:cs typeface="Space Grotesk"/>
              </a:defRPr>
            </a:lvl6pPr>
            <a:lvl7pPr>
              <a:defRPr sz="1500" b="1">
                <a:solidFill>
                  <a:srgbClr val="FFFF0A"/>
                </a:solidFill>
                <a:latin typeface="Space Grotesk"/>
                <a:ea typeface="Space Grotesk"/>
                <a:cs typeface="Space Grotesk"/>
              </a:defRPr>
            </a:lvl7pPr>
            <a:lvl8pPr>
              <a:defRPr sz="1500" b="1">
                <a:solidFill>
                  <a:srgbClr val="FFFF0A"/>
                </a:solidFill>
                <a:latin typeface="Space Grotesk"/>
                <a:ea typeface="Space Grotesk"/>
                <a:cs typeface="Space Grotesk"/>
              </a:defRPr>
            </a:lvl8pPr>
            <a:lvl9pPr>
              <a:defRPr sz="1500" b="1">
                <a:solidFill>
                  <a:srgbClr val="FFFF0A"/>
                </a:solidFill>
                <a:latin typeface="Space Grotesk"/>
                <a:ea typeface="Space Grotesk"/>
                <a:cs typeface="Space Grotesk"/>
              </a:defRPr>
            </a:lvl9pPr>
          </a:lstStyle>
          <a:p xmlns:a="http://schemas.openxmlformats.org/drawingml/2006/main">
            <a:pPr>
              <a:lnSpc>
                <a:spcPct val="98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3fp.org</a:t>
            </a:r>
          </a:p>
        </p:txBody>
      </p:sp>
      <p:sp>
        <p:nvSpPr>
          <p:cNvPr id="8" name="Community invitation">
            <a:extLst xmlns:a="http://schemas.openxmlformats.org/drawingml/2006/main">
              <a:ext uri="{FF2B5EF4-FFF2-40B4-BE49-F238E27FC236}">
                <a16:creationId xmlns:a16="http://schemas.microsoft.com/office/drawing/2014/main" id="{D4DF83C4-CAC0-4874-AC0D-B4242B8C8076}"/>
              </a:ext>
            </a:extLst>
          </p:cNvPr>
          <p:cNvSpPr>
            <a:spLocks xmlns:a="http://schemas.openxmlformats.org/drawingml/2006/main" noGrp="1"/>
          </p:cNvSpPr>
          <p:nvPr/>
        </p:nvSpPr>
        <p:spPr>
          <a:xfrm xmlns:a="http://schemas.openxmlformats.org/drawingml/2006/main">
            <a:off x="609600" y="5172075"/>
            <a:ext cx="2143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FF"/>
                </a:solidFill>
                <a:latin typeface="Arial"/>
                <a:ea typeface="Arial"/>
                <a:cs typeface="Arial"/>
              </a:defRPr>
            </a:defPPr>
            <a:lvl1pPr>
              <a:defRPr sz="1000" b="1">
                <a:solidFill>
                  <a:srgbClr val="FFFFFF"/>
                </a:solidFill>
                <a:latin typeface="Arial"/>
                <a:ea typeface="Arial"/>
                <a:cs typeface="Arial"/>
              </a:defRPr>
            </a:lvl1pPr>
            <a:lvl2pPr>
              <a:defRPr sz="1000" b="1">
                <a:solidFill>
                  <a:srgbClr val="FFFFFF"/>
                </a:solidFill>
                <a:latin typeface="Arial"/>
                <a:ea typeface="Arial"/>
                <a:cs typeface="Arial"/>
              </a:defRPr>
            </a:lvl2pPr>
            <a:lvl3pPr>
              <a:defRPr sz="1000" b="1">
                <a:solidFill>
                  <a:srgbClr val="FFFFFF"/>
                </a:solidFill>
                <a:latin typeface="Arial"/>
                <a:ea typeface="Arial"/>
                <a:cs typeface="Arial"/>
              </a:defRPr>
            </a:lvl3pPr>
            <a:lvl4pPr>
              <a:defRPr sz="1000" b="1">
                <a:solidFill>
                  <a:srgbClr val="FFFFFF"/>
                </a:solidFill>
                <a:latin typeface="Arial"/>
                <a:ea typeface="Arial"/>
                <a:cs typeface="Arial"/>
              </a:defRPr>
            </a:lvl4pPr>
            <a:lvl5pPr>
              <a:defRPr sz="1000" b="1">
                <a:solidFill>
                  <a:srgbClr val="FFFFFF"/>
                </a:solidFill>
                <a:latin typeface="Arial"/>
                <a:ea typeface="Arial"/>
                <a:cs typeface="Arial"/>
              </a:defRPr>
            </a:lvl5pPr>
            <a:lvl6pPr>
              <a:defRPr sz="1000" b="1">
                <a:solidFill>
                  <a:srgbClr val="FFFFFF"/>
                </a:solidFill>
                <a:latin typeface="Arial"/>
                <a:ea typeface="Arial"/>
                <a:cs typeface="Arial"/>
              </a:defRPr>
            </a:lvl6pPr>
            <a:lvl7pPr>
              <a:defRPr sz="1000" b="1">
                <a:solidFill>
                  <a:srgbClr val="FFFFFF"/>
                </a:solidFill>
                <a:latin typeface="Arial"/>
                <a:ea typeface="Arial"/>
                <a:cs typeface="Arial"/>
              </a:defRPr>
            </a:lvl7pPr>
            <a:lvl8pPr>
              <a:defRPr sz="1000" b="1">
                <a:solidFill>
                  <a:srgbClr val="FFFFFF"/>
                </a:solidFill>
                <a:latin typeface="Arial"/>
                <a:ea typeface="Arial"/>
                <a:cs typeface="Arial"/>
              </a:defRPr>
            </a:lvl8pPr>
            <a:lvl9pPr>
              <a:defRPr sz="1000" b="1">
                <a:solidFill>
                  <a:srgbClr val="FFFFFF"/>
                </a:solidFill>
                <a:latin typeface="Arial"/>
                <a:ea typeface="Arial"/>
                <a:cs typeface="Arial"/>
              </a:defRPr>
            </a:lvl9pPr>
          </a:lstStyle>
          <a:p xmlns:a="http://schemas.openxmlformats.org/drawingml/2006/main">
            <a:pPr>
              <a:lnSpc>
                <a:spcPct val="98000"/>
              </a:lnSpc>
              <a:buNone/>
              <a:defRPr sz="1000" b="1">
                <a:solidFill>
                  <a:srgbClr val="FFFFFF"/>
                </a:solidFill>
                <a:latin typeface="Arial"/>
                <a:ea typeface="Arial"/>
                <a:cs typeface="Arial"/>
              </a:defRPr>
            </a:pPr>
            <a:r>
              <a:rPr sz="1000" b="1">
                <a:solidFill>
                  <a:srgbClr val="FFFFFF"/>
                </a:solidFill>
                <a:latin typeface="Arial"/>
                <a:ea typeface="Arial"/>
                <a:cs typeface="Arial"/>
              </a:rPr>
              <a:t>Find groups and rides.</a:t>
            </a:r>
          </a:p>
        </p:txBody>
      </p:sp>
      <p:sp>
        <p:nvSpPr>
          <p:cNvPr id="9" name="QR quiet zone">
            <a:extLst xmlns:a="http://schemas.openxmlformats.org/drawingml/2006/main">
              <a:ext uri="{FF2B5EF4-FFF2-40B4-BE49-F238E27FC236}">
                <a16:creationId xmlns:a16="http://schemas.microsoft.com/office/drawing/2014/main" id="{428A12B2-9CA0-4A17-9F39-3168C54F6798}"/>
              </a:ext>
            </a:extLst>
          </p:cNvPr>
          <p:cNvSpPr>
            <a:spLocks xmlns:a="http://schemas.openxmlformats.org/drawingml/2006/main" noGrp="1"/>
          </p:cNvSpPr>
          <p:nvPr/>
        </p:nvSpPr>
        <p:spPr>
          <a:xfrm xmlns:a="http://schemas.openxmlformats.org/drawingml/2006/main">
            <a:off x="2962275" y="4848225"/>
            <a:ext cx="590550" cy="59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A45B8C3D-C11C-4FEB-8F92-191AA68F600F}"/>
              </a:ext>
            </a:extLst>
          </p:cNvPr>
          <p:cNvPicPr>
            <a:picLocks xmlns:a="http://schemas.openxmlformats.org/drawingml/2006/main" noChangeAspect="1"/>
          </p:cNvPicPr>
          <p:nvPr/>
        </p:nvPicPr>
        <p:blipFill>
          <a:blip xmlns:r="http://schemas.openxmlformats.org/officeDocument/2006/relationships" xmlns:a="http://schemas.openxmlformats.org/drawingml/2006/main" r:embed="Rec421fad36fe4c9a"/>
          <a:stretch xmlns:a="http://schemas.openxmlformats.org/drawingml/2006/main"/>
        </p:blipFill>
        <p:spPr>
          <a:xfrm xmlns:a="http://schemas.openxmlformats.org/drawingml/2006/main">
            <a:off x="3009900" y="4895850"/>
            <a:ext cx="495300" cy="495300"/>
          </a:xfrm>
          <a:prstGeom xmlns:a="http://schemas.openxmlformats.org/drawingml/2006/main" prst="rect">
            <a:avLst/>
          </a:prstGeom>
        </p:spPr>
      </p:pic>
    </p:spTree>
    <p:extLst>
      <p:ext uri="{BB962C8B-B14F-4D97-AF65-F5344CB8AC3E}">
        <p14:creationId xmlns:p14="http://schemas.microsoft.com/office/powerpoint/2010/main" val="54525692"/>
      </p:ext>
    </p:extLst>
  </p:cSld>
</p:sld>
</file>

<file path=ppt/slides/slide2.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20" name="Card reverse title ground">
            <a:extLst xmlns:a="http://schemas.openxmlformats.org/drawingml/2006/main">
              <a:ext uri="{FF2B5EF4-FFF2-40B4-BE49-F238E27FC236}">
                <a16:creationId xmlns:a16="http://schemas.microsoft.com/office/drawing/2014/main" id="{C77E5E96-A4E2-4C85-8054-7D4C9921058A}"/>
              </a:ext>
            </a:extLst>
          </p:cNvPr>
          <p:cNvSpPr>
            <a:spLocks xmlns:a="http://schemas.openxmlformats.org/drawingml/2006/main" noGrp="1"/>
          </p:cNvSpPr>
          <p:nvPr/>
        </p:nvSpPr>
        <p:spPr>
          <a:xfrm xmlns:a="http://schemas.openxmlformats.org/drawingml/2006/main">
            <a:off x="0" y="0"/>
            <a:ext cx="3657600" cy="1133475"/>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2" name="Campaign name">
            <a:extLst xmlns:a="http://schemas.openxmlformats.org/drawingml/2006/main">
              <a:ext uri="{FF2B5EF4-FFF2-40B4-BE49-F238E27FC236}">
                <a16:creationId xmlns:a16="http://schemas.microsoft.com/office/drawing/2014/main" id="{E6F13AA9-1818-40F6-863B-D5B5DD300D25}"/>
              </a:ext>
            </a:extLst>
          </p:cNvPr>
          <p:cNvSpPr>
            <a:spLocks xmlns:a="http://schemas.openxmlformats.org/drawingml/2006/main" noGrp="1"/>
          </p:cNvSpPr>
          <p:nvPr/>
        </p:nvSpPr>
        <p:spPr>
          <a:xfrm xmlns:a="http://schemas.openxmlformats.org/drawingml/2006/main">
            <a:off x="190500" y="180975"/>
            <a:ext cx="3276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0A"/>
                </a:solidFill>
                <a:latin typeface="Space Grotesk"/>
                <a:ea typeface="Space Grotesk"/>
                <a:cs typeface="Space Grotesk"/>
              </a:defRPr>
            </a:defPPr>
            <a:lvl1pPr>
              <a:defRPr sz="1000" b="1">
                <a:solidFill>
                  <a:srgbClr val="FFFF0A"/>
                </a:solidFill>
                <a:latin typeface="Space Grotesk"/>
                <a:ea typeface="Space Grotesk"/>
                <a:cs typeface="Space Grotesk"/>
              </a:defRPr>
            </a:lvl1pPr>
            <a:lvl2pPr>
              <a:defRPr sz="1000" b="1">
                <a:solidFill>
                  <a:srgbClr val="FFFF0A"/>
                </a:solidFill>
                <a:latin typeface="Space Grotesk"/>
                <a:ea typeface="Space Grotesk"/>
                <a:cs typeface="Space Grotesk"/>
              </a:defRPr>
            </a:lvl2pPr>
            <a:lvl3pPr>
              <a:defRPr sz="1000" b="1">
                <a:solidFill>
                  <a:srgbClr val="FFFF0A"/>
                </a:solidFill>
                <a:latin typeface="Space Grotesk"/>
                <a:ea typeface="Space Grotesk"/>
                <a:cs typeface="Space Grotesk"/>
              </a:defRPr>
            </a:lvl3pPr>
            <a:lvl4pPr>
              <a:defRPr sz="1000" b="1">
                <a:solidFill>
                  <a:srgbClr val="FFFF0A"/>
                </a:solidFill>
                <a:latin typeface="Space Grotesk"/>
                <a:ea typeface="Space Grotesk"/>
                <a:cs typeface="Space Grotesk"/>
              </a:defRPr>
            </a:lvl4pPr>
            <a:lvl5pPr>
              <a:defRPr sz="1000" b="1">
                <a:solidFill>
                  <a:srgbClr val="FFFF0A"/>
                </a:solidFill>
                <a:latin typeface="Space Grotesk"/>
                <a:ea typeface="Space Grotesk"/>
                <a:cs typeface="Space Grotesk"/>
              </a:defRPr>
            </a:lvl5pPr>
            <a:lvl6pPr>
              <a:defRPr sz="1000" b="1">
                <a:solidFill>
                  <a:srgbClr val="FFFF0A"/>
                </a:solidFill>
                <a:latin typeface="Space Grotesk"/>
                <a:ea typeface="Space Grotesk"/>
                <a:cs typeface="Space Grotesk"/>
              </a:defRPr>
            </a:lvl6pPr>
            <a:lvl7pPr>
              <a:defRPr sz="1000" b="1">
                <a:solidFill>
                  <a:srgbClr val="FFFF0A"/>
                </a:solidFill>
                <a:latin typeface="Space Grotesk"/>
                <a:ea typeface="Space Grotesk"/>
                <a:cs typeface="Space Grotesk"/>
              </a:defRPr>
            </a:lvl7pPr>
            <a:lvl8pPr>
              <a:defRPr sz="1000" b="1">
                <a:solidFill>
                  <a:srgbClr val="FFFF0A"/>
                </a:solidFill>
                <a:latin typeface="Space Grotesk"/>
                <a:ea typeface="Space Grotesk"/>
                <a:cs typeface="Space Grotesk"/>
              </a:defRPr>
            </a:lvl8pPr>
            <a:lvl9pPr>
              <a:defRPr sz="1000" b="1">
                <a:solidFill>
                  <a:srgbClr val="FFFF0A"/>
                </a:solidFill>
                <a:latin typeface="Space Grotesk"/>
                <a:ea typeface="Space Grotesk"/>
                <a:cs typeface="Space Grotesk"/>
              </a:defRPr>
            </a:lvl9pPr>
          </a:lstStyle>
          <a:p xmlns:a="http://schemas.openxmlformats.org/drawingml/2006/main">
            <a:pPr>
              <a:lnSpc>
                <a:spcPct val="98000"/>
              </a:lnSpc>
              <a:buNone/>
              <a:defRPr sz="1000" b="1">
                <a:solidFill>
                  <a:srgbClr val="FFFF0A"/>
                </a:solidFill>
                <a:latin typeface="Space Grotesk"/>
                <a:ea typeface="Space Grotesk"/>
                <a:cs typeface="Space Grotesk"/>
              </a:defRPr>
            </a:pPr>
            <a:r>
              <a:rPr sz="1000" b="1">
                <a:solidFill>
                  <a:srgbClr val="FFFF0A"/>
                </a:solidFill>
                <a:latin typeface="Space Grotesk"/>
                <a:ea typeface="Space Grotesk"/>
                <a:cs typeface="Space Grotesk"/>
              </a:rPr>
              <a:t>DRIVER GUIDE</a:t>
            </a:r>
          </a:p>
        </p:txBody>
      </p:sp>
      <p:sp>
        <p:nvSpPr>
          <p:cNvPr id="3" name="Card reverse headline">
            <a:extLst xmlns:a="http://schemas.openxmlformats.org/drawingml/2006/main">
              <a:ext uri="{FF2B5EF4-FFF2-40B4-BE49-F238E27FC236}">
                <a16:creationId xmlns:a16="http://schemas.microsoft.com/office/drawing/2014/main" id="{5296D2A5-99AC-4FA8-854C-504E92B364E1}"/>
              </a:ext>
            </a:extLst>
          </p:cNvPr>
          <p:cNvSpPr>
            <a:spLocks xmlns:a="http://schemas.openxmlformats.org/drawingml/2006/main" noGrp="1"/>
          </p:cNvSpPr>
          <p:nvPr/>
        </p:nvSpPr>
        <p:spPr>
          <a:xfrm xmlns:a="http://schemas.openxmlformats.org/drawingml/2006/main">
            <a:off x="171450" y="495300"/>
            <a:ext cx="331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00" b="1">
                <a:solidFill>
                  <a:srgbClr val="FFFFFF"/>
                </a:solidFill>
                <a:latin typeface="Space Grotesk"/>
                <a:ea typeface="Space Grotesk"/>
                <a:cs typeface="Space Grotesk"/>
              </a:defRPr>
            </a:defPPr>
            <a:lvl1pPr>
              <a:defRPr sz="2000" b="1">
                <a:solidFill>
                  <a:srgbClr val="FFFFFF"/>
                </a:solidFill>
                <a:latin typeface="Space Grotesk"/>
                <a:ea typeface="Space Grotesk"/>
                <a:cs typeface="Space Grotesk"/>
              </a:defRPr>
            </a:lvl1pPr>
            <a:lvl2pPr>
              <a:defRPr sz="2000" b="1">
                <a:solidFill>
                  <a:srgbClr val="FFFFFF"/>
                </a:solidFill>
                <a:latin typeface="Space Grotesk"/>
                <a:ea typeface="Space Grotesk"/>
                <a:cs typeface="Space Grotesk"/>
              </a:defRPr>
            </a:lvl2pPr>
            <a:lvl3pPr>
              <a:defRPr sz="2000" b="1">
                <a:solidFill>
                  <a:srgbClr val="FFFFFF"/>
                </a:solidFill>
                <a:latin typeface="Space Grotesk"/>
                <a:ea typeface="Space Grotesk"/>
                <a:cs typeface="Space Grotesk"/>
              </a:defRPr>
            </a:lvl3pPr>
            <a:lvl4pPr>
              <a:defRPr sz="2000" b="1">
                <a:solidFill>
                  <a:srgbClr val="FFFFFF"/>
                </a:solidFill>
                <a:latin typeface="Space Grotesk"/>
                <a:ea typeface="Space Grotesk"/>
                <a:cs typeface="Space Grotesk"/>
              </a:defRPr>
            </a:lvl4pPr>
            <a:lvl5pPr>
              <a:defRPr sz="2000" b="1">
                <a:solidFill>
                  <a:srgbClr val="FFFFFF"/>
                </a:solidFill>
                <a:latin typeface="Space Grotesk"/>
                <a:ea typeface="Space Grotesk"/>
                <a:cs typeface="Space Grotesk"/>
              </a:defRPr>
            </a:lvl5pPr>
            <a:lvl6pPr>
              <a:defRPr sz="2000" b="1">
                <a:solidFill>
                  <a:srgbClr val="FFFFFF"/>
                </a:solidFill>
                <a:latin typeface="Space Grotesk"/>
                <a:ea typeface="Space Grotesk"/>
                <a:cs typeface="Space Grotesk"/>
              </a:defRPr>
            </a:lvl6pPr>
            <a:lvl7pPr>
              <a:defRPr sz="2000" b="1">
                <a:solidFill>
                  <a:srgbClr val="FFFFFF"/>
                </a:solidFill>
                <a:latin typeface="Space Grotesk"/>
                <a:ea typeface="Space Grotesk"/>
                <a:cs typeface="Space Grotesk"/>
              </a:defRPr>
            </a:lvl7pPr>
            <a:lvl8pPr>
              <a:defRPr sz="2000" b="1">
                <a:solidFill>
                  <a:srgbClr val="FFFFFF"/>
                </a:solidFill>
                <a:latin typeface="Space Grotesk"/>
                <a:ea typeface="Space Grotesk"/>
                <a:cs typeface="Space Grotesk"/>
              </a:defRPr>
            </a:lvl8pPr>
            <a:lvl9pPr>
              <a:defRPr sz="2000" b="1">
                <a:solidFill>
                  <a:srgbClr val="FFFFFF"/>
                </a:solidFill>
                <a:latin typeface="Space Grotesk"/>
                <a:ea typeface="Space Grotesk"/>
                <a:cs typeface="Space Grotesk"/>
              </a:defRPr>
            </a:lvl9pPr>
          </a:lstStyle>
          <a:p xmlns:a="http://schemas.openxmlformats.org/drawingml/2006/main">
            <a:pPr>
              <a:lnSpc>
                <a:spcPct val="98000"/>
              </a:lnSpc>
              <a:buNone/>
              <a:defRPr sz="2000" b="1">
                <a:solidFill>
                  <a:srgbClr val="FFFFFF"/>
                </a:solidFill>
                <a:latin typeface="Space Grotesk"/>
                <a:ea typeface="Space Grotesk"/>
                <a:cs typeface="Space Grotesk"/>
              </a:defRPr>
            </a:pPr>
            <a:r>
              <a:rPr sz="2000" b="1">
                <a:solidFill>
                  <a:srgbClr val="FFFFFF"/>
                </a:solidFill>
                <a:latin typeface="Space Grotesk"/>
                <a:ea typeface="Space Grotesk"/>
                <a:cs typeface="Space Grotesk"/>
              </a:rPr>
              <a:t>NO ROOM TO PASS?</a:t>
            </a:r>
          </a:p>
          <a:p xmlns:a="http://schemas.openxmlformats.org/drawingml/2006/main">
            <a:pPr>
              <a:lnSpc>
                <a:spcPct val="98000"/>
              </a:lnSpc>
              <a:buNone/>
              <a:defRPr sz="2000" b="1">
                <a:solidFill>
                  <a:srgbClr val="FFFFFF"/>
                </a:solidFill>
                <a:latin typeface="Space Grotesk"/>
                <a:ea typeface="Space Grotesk"/>
                <a:cs typeface="Space Grotesk"/>
              </a:defRPr>
            </a:pPr>
            <a:r>
              <a:rPr sz="2000" b="1">
                <a:solidFill>
                  <a:srgbClr val="FFFFFF"/>
                </a:solidFill>
                <a:latin typeface="Space Grotesk"/>
                <a:ea typeface="Space Grotesk"/>
                <a:cs typeface="Space Grotesk"/>
              </a:rPr>
              <a:t>SLOW DOWN AND WAIT.</a:t>
            </a:r>
          </a:p>
        </p:txBody>
      </p:sp>
      <p:sp>
        <p:nvSpPr>
          <p:cNvPr id="4" name="Action heading 0">
            <a:extLst xmlns:a="http://schemas.openxmlformats.org/drawingml/2006/main">
              <a:ext uri="{FF2B5EF4-FFF2-40B4-BE49-F238E27FC236}">
                <a16:creationId xmlns:a16="http://schemas.microsoft.com/office/drawing/2014/main" id="{4213CA78-F4DD-4A18-A588-3A47AD930122}"/>
              </a:ext>
            </a:extLst>
          </p:cNvPr>
          <p:cNvSpPr>
            <a:spLocks xmlns:a="http://schemas.openxmlformats.org/drawingml/2006/main" noGrp="1"/>
          </p:cNvSpPr>
          <p:nvPr/>
        </p:nvSpPr>
        <p:spPr>
          <a:xfrm xmlns:a="http://schemas.openxmlformats.org/drawingml/2006/main">
            <a:off x="200025" y="1257300"/>
            <a:ext cx="3257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7926CB"/>
                </a:solidFill>
                <a:latin typeface="Space Grotesk"/>
                <a:ea typeface="Space Grotesk"/>
                <a:cs typeface="Space Grotesk"/>
              </a:defRPr>
            </a:defPPr>
            <a:lvl1pPr>
              <a:defRPr sz="1010" b="1">
                <a:solidFill>
                  <a:srgbClr val="7926CB"/>
                </a:solidFill>
                <a:latin typeface="Space Grotesk"/>
                <a:ea typeface="Space Grotesk"/>
                <a:cs typeface="Space Grotesk"/>
              </a:defRPr>
            </a:lvl1pPr>
            <a:lvl2pPr>
              <a:defRPr sz="1010" b="1">
                <a:solidFill>
                  <a:srgbClr val="7926CB"/>
                </a:solidFill>
                <a:latin typeface="Space Grotesk"/>
                <a:ea typeface="Space Grotesk"/>
                <a:cs typeface="Space Grotesk"/>
              </a:defRPr>
            </a:lvl2pPr>
            <a:lvl3pPr>
              <a:defRPr sz="1010" b="1">
                <a:solidFill>
                  <a:srgbClr val="7926CB"/>
                </a:solidFill>
                <a:latin typeface="Space Grotesk"/>
                <a:ea typeface="Space Grotesk"/>
                <a:cs typeface="Space Grotesk"/>
              </a:defRPr>
            </a:lvl3pPr>
            <a:lvl4pPr>
              <a:defRPr sz="1010" b="1">
                <a:solidFill>
                  <a:srgbClr val="7926CB"/>
                </a:solidFill>
                <a:latin typeface="Space Grotesk"/>
                <a:ea typeface="Space Grotesk"/>
                <a:cs typeface="Space Grotesk"/>
              </a:defRPr>
            </a:lvl4pPr>
            <a:lvl5pPr>
              <a:defRPr sz="1010" b="1">
                <a:solidFill>
                  <a:srgbClr val="7926CB"/>
                </a:solidFill>
                <a:latin typeface="Space Grotesk"/>
                <a:ea typeface="Space Grotesk"/>
                <a:cs typeface="Space Grotesk"/>
              </a:defRPr>
            </a:lvl5pPr>
            <a:lvl6pPr>
              <a:defRPr sz="1010" b="1">
                <a:solidFill>
                  <a:srgbClr val="7926CB"/>
                </a:solidFill>
                <a:latin typeface="Space Grotesk"/>
                <a:ea typeface="Space Grotesk"/>
                <a:cs typeface="Space Grotesk"/>
              </a:defRPr>
            </a:lvl6pPr>
            <a:lvl7pPr>
              <a:defRPr sz="1010" b="1">
                <a:solidFill>
                  <a:srgbClr val="7926CB"/>
                </a:solidFill>
                <a:latin typeface="Space Grotesk"/>
                <a:ea typeface="Space Grotesk"/>
                <a:cs typeface="Space Grotesk"/>
              </a:defRPr>
            </a:lvl7pPr>
            <a:lvl8pPr>
              <a:defRPr sz="1010" b="1">
                <a:solidFill>
                  <a:srgbClr val="7926CB"/>
                </a:solidFill>
                <a:latin typeface="Space Grotesk"/>
                <a:ea typeface="Space Grotesk"/>
                <a:cs typeface="Space Grotesk"/>
              </a:defRPr>
            </a:lvl8pPr>
            <a:lvl9pPr>
              <a:defRPr sz="1010" b="1">
                <a:solidFill>
                  <a:srgbClr val="7926CB"/>
                </a:solidFill>
                <a:latin typeface="Space Grotesk"/>
                <a:ea typeface="Space Grotesk"/>
                <a:cs typeface="Space Grotesk"/>
              </a:defRPr>
            </a:lvl9pPr>
          </a:lstStyle>
          <a:p xmlns:a="http://schemas.openxmlformats.org/drawingml/2006/main">
            <a:pPr>
              <a:lnSpc>
                <a:spcPct val="98000"/>
              </a:lnSpc>
              <a:buNone/>
              <a:defRPr sz="1010" b="1">
                <a:solidFill>
                  <a:srgbClr val="7926CB"/>
                </a:solidFill>
                <a:latin typeface="Space Grotesk"/>
                <a:ea typeface="Space Grotesk"/>
                <a:cs typeface="Space Grotesk"/>
              </a:defRPr>
            </a:pPr>
            <a:r>
              <a:rPr sz="1010" b="1">
                <a:solidFill>
                  <a:srgbClr val="7926CB"/>
                </a:solidFill>
                <a:latin typeface="Space Grotesk"/>
                <a:ea typeface="Space Grotesk"/>
                <a:cs typeface="Space Grotesk"/>
              </a:rPr>
              <a:t>S · Slow down</a:t>
            </a:r>
          </a:p>
        </p:txBody>
      </p:sp>
      <p:sp>
        <p:nvSpPr>
          <p:cNvPr id="5" name="Action guidance 0">
            <a:extLst xmlns:a="http://schemas.openxmlformats.org/drawingml/2006/main">
              <a:ext uri="{FF2B5EF4-FFF2-40B4-BE49-F238E27FC236}">
                <a16:creationId xmlns:a16="http://schemas.microsoft.com/office/drawing/2014/main" id="{1991D535-BA47-4EA4-93C5-CA8F8094DF8B}"/>
              </a:ext>
            </a:extLst>
          </p:cNvPr>
          <p:cNvSpPr>
            <a:spLocks xmlns:a="http://schemas.openxmlformats.org/drawingml/2006/main" noGrp="1"/>
          </p:cNvSpPr>
          <p:nvPr/>
        </p:nvSpPr>
        <p:spPr>
          <a:xfrm xmlns:a="http://schemas.openxmlformats.org/drawingml/2006/main">
            <a:off x="200025" y="1485900"/>
            <a:ext cx="3257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0">
                <a:solidFill>
                  <a:srgbClr val="23143A"/>
                </a:solidFill>
                <a:latin typeface="Arial"/>
                <a:ea typeface="Arial"/>
                <a:cs typeface="Arial"/>
              </a:defRPr>
            </a:defPPr>
            <a:lvl1pPr>
              <a:defRPr sz="1010" b="0">
                <a:solidFill>
                  <a:srgbClr val="23143A"/>
                </a:solidFill>
                <a:latin typeface="Arial"/>
                <a:ea typeface="Arial"/>
                <a:cs typeface="Arial"/>
              </a:defRPr>
            </a:lvl1pPr>
            <a:lvl2pPr>
              <a:defRPr sz="1010" b="0">
                <a:solidFill>
                  <a:srgbClr val="23143A"/>
                </a:solidFill>
                <a:latin typeface="Arial"/>
                <a:ea typeface="Arial"/>
                <a:cs typeface="Arial"/>
              </a:defRPr>
            </a:lvl2pPr>
            <a:lvl3pPr>
              <a:defRPr sz="1010" b="0">
                <a:solidFill>
                  <a:srgbClr val="23143A"/>
                </a:solidFill>
                <a:latin typeface="Arial"/>
                <a:ea typeface="Arial"/>
                <a:cs typeface="Arial"/>
              </a:defRPr>
            </a:lvl3pPr>
            <a:lvl4pPr>
              <a:defRPr sz="1010" b="0">
                <a:solidFill>
                  <a:srgbClr val="23143A"/>
                </a:solidFill>
                <a:latin typeface="Arial"/>
                <a:ea typeface="Arial"/>
                <a:cs typeface="Arial"/>
              </a:defRPr>
            </a:lvl4pPr>
            <a:lvl5pPr>
              <a:defRPr sz="1010" b="0">
                <a:solidFill>
                  <a:srgbClr val="23143A"/>
                </a:solidFill>
                <a:latin typeface="Arial"/>
                <a:ea typeface="Arial"/>
                <a:cs typeface="Arial"/>
              </a:defRPr>
            </a:lvl5pPr>
            <a:lvl6pPr>
              <a:defRPr sz="1010" b="0">
                <a:solidFill>
                  <a:srgbClr val="23143A"/>
                </a:solidFill>
                <a:latin typeface="Arial"/>
                <a:ea typeface="Arial"/>
                <a:cs typeface="Arial"/>
              </a:defRPr>
            </a:lvl6pPr>
            <a:lvl7pPr>
              <a:defRPr sz="1010" b="0">
                <a:solidFill>
                  <a:srgbClr val="23143A"/>
                </a:solidFill>
                <a:latin typeface="Arial"/>
                <a:ea typeface="Arial"/>
                <a:cs typeface="Arial"/>
              </a:defRPr>
            </a:lvl7pPr>
            <a:lvl8pPr>
              <a:defRPr sz="1010" b="0">
                <a:solidFill>
                  <a:srgbClr val="23143A"/>
                </a:solidFill>
                <a:latin typeface="Arial"/>
                <a:ea typeface="Arial"/>
                <a:cs typeface="Arial"/>
              </a:defRPr>
            </a:lvl8pPr>
            <a:lvl9pPr>
              <a:defRPr sz="1010" b="0">
                <a:solidFill>
                  <a:srgbClr val="23143A"/>
                </a:solidFill>
                <a:latin typeface="Arial"/>
                <a:ea typeface="Arial"/>
                <a:cs typeface="Arial"/>
              </a:defRPr>
            </a:lvl9pPr>
          </a:lstStyle>
          <a:p xmlns:a="http://schemas.openxmlformats.org/drawingml/2006/main">
            <a:pPr>
              <a:lnSpc>
                <a:spcPct val="98000"/>
              </a:lnSpc>
              <a:buNone/>
              <a:defRPr sz="1010" b="0">
                <a:solidFill>
                  <a:srgbClr val="23143A"/>
                </a:solidFill>
                <a:latin typeface="Arial"/>
                <a:ea typeface="Arial"/>
                <a:cs typeface="Arial"/>
              </a:defRPr>
            </a:pPr>
            <a:r>
              <a:rPr sz="1010" b="0">
                <a:solidFill>
                  <a:srgbClr val="23143A"/>
                </a:solidFill>
                <a:latin typeface="Arial"/>
                <a:ea typeface="Arial"/>
                <a:cs typeface="Arial"/>
              </a:rPr>
              <a:t>Take a breath. Scan ahead for riders.</a:t>
            </a:r>
          </a:p>
        </p:txBody>
      </p:sp>
      <p:sp>
        <p:nvSpPr>
          <p:cNvPr id="6" name="Action heading 1">
            <a:extLst xmlns:a="http://schemas.openxmlformats.org/drawingml/2006/main">
              <a:ext uri="{FF2B5EF4-FFF2-40B4-BE49-F238E27FC236}">
                <a16:creationId xmlns:a16="http://schemas.microsoft.com/office/drawing/2014/main" id="{93A6134B-5C6E-40AF-BF67-DB281AC193BC}"/>
              </a:ext>
            </a:extLst>
          </p:cNvPr>
          <p:cNvSpPr>
            <a:spLocks xmlns:a="http://schemas.openxmlformats.org/drawingml/2006/main" noGrp="1"/>
          </p:cNvSpPr>
          <p:nvPr/>
        </p:nvSpPr>
        <p:spPr>
          <a:xfrm xmlns:a="http://schemas.openxmlformats.org/drawingml/2006/main">
            <a:off x="200025" y="1933575"/>
            <a:ext cx="3257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7926CB"/>
                </a:solidFill>
                <a:latin typeface="Space Grotesk"/>
                <a:ea typeface="Space Grotesk"/>
                <a:cs typeface="Space Grotesk"/>
              </a:defRPr>
            </a:defPPr>
            <a:lvl1pPr>
              <a:defRPr sz="1010" b="1">
                <a:solidFill>
                  <a:srgbClr val="7926CB"/>
                </a:solidFill>
                <a:latin typeface="Space Grotesk"/>
                <a:ea typeface="Space Grotesk"/>
                <a:cs typeface="Space Grotesk"/>
              </a:defRPr>
            </a:lvl1pPr>
            <a:lvl2pPr>
              <a:defRPr sz="1010" b="1">
                <a:solidFill>
                  <a:srgbClr val="7926CB"/>
                </a:solidFill>
                <a:latin typeface="Space Grotesk"/>
                <a:ea typeface="Space Grotesk"/>
                <a:cs typeface="Space Grotesk"/>
              </a:defRPr>
            </a:lvl2pPr>
            <a:lvl3pPr>
              <a:defRPr sz="1010" b="1">
                <a:solidFill>
                  <a:srgbClr val="7926CB"/>
                </a:solidFill>
                <a:latin typeface="Space Grotesk"/>
                <a:ea typeface="Space Grotesk"/>
                <a:cs typeface="Space Grotesk"/>
              </a:defRPr>
            </a:lvl3pPr>
            <a:lvl4pPr>
              <a:defRPr sz="1010" b="1">
                <a:solidFill>
                  <a:srgbClr val="7926CB"/>
                </a:solidFill>
                <a:latin typeface="Space Grotesk"/>
                <a:ea typeface="Space Grotesk"/>
                <a:cs typeface="Space Grotesk"/>
              </a:defRPr>
            </a:lvl4pPr>
            <a:lvl5pPr>
              <a:defRPr sz="1010" b="1">
                <a:solidFill>
                  <a:srgbClr val="7926CB"/>
                </a:solidFill>
                <a:latin typeface="Space Grotesk"/>
                <a:ea typeface="Space Grotesk"/>
                <a:cs typeface="Space Grotesk"/>
              </a:defRPr>
            </a:lvl5pPr>
            <a:lvl6pPr>
              <a:defRPr sz="1010" b="1">
                <a:solidFill>
                  <a:srgbClr val="7926CB"/>
                </a:solidFill>
                <a:latin typeface="Space Grotesk"/>
                <a:ea typeface="Space Grotesk"/>
                <a:cs typeface="Space Grotesk"/>
              </a:defRPr>
            </a:lvl6pPr>
            <a:lvl7pPr>
              <a:defRPr sz="1010" b="1">
                <a:solidFill>
                  <a:srgbClr val="7926CB"/>
                </a:solidFill>
                <a:latin typeface="Space Grotesk"/>
                <a:ea typeface="Space Grotesk"/>
                <a:cs typeface="Space Grotesk"/>
              </a:defRPr>
            </a:lvl7pPr>
            <a:lvl8pPr>
              <a:defRPr sz="1010" b="1">
                <a:solidFill>
                  <a:srgbClr val="7926CB"/>
                </a:solidFill>
                <a:latin typeface="Space Grotesk"/>
                <a:ea typeface="Space Grotesk"/>
                <a:cs typeface="Space Grotesk"/>
              </a:defRPr>
            </a:lvl8pPr>
            <a:lvl9pPr>
              <a:defRPr sz="1010" b="1">
                <a:solidFill>
                  <a:srgbClr val="7926CB"/>
                </a:solidFill>
                <a:latin typeface="Space Grotesk"/>
                <a:ea typeface="Space Grotesk"/>
                <a:cs typeface="Space Grotesk"/>
              </a:defRPr>
            </a:lvl9pPr>
          </a:lstStyle>
          <a:p xmlns:a="http://schemas.openxmlformats.org/drawingml/2006/main">
            <a:pPr>
              <a:lnSpc>
                <a:spcPct val="98000"/>
              </a:lnSpc>
              <a:buNone/>
              <a:defRPr sz="1010" b="1">
                <a:solidFill>
                  <a:srgbClr val="7926CB"/>
                </a:solidFill>
                <a:latin typeface="Space Grotesk"/>
                <a:ea typeface="Space Grotesk"/>
                <a:cs typeface="Space Grotesk"/>
              </a:defRPr>
            </a:pPr>
            <a:r>
              <a:rPr sz="1010" b="1">
                <a:solidFill>
                  <a:srgbClr val="7926CB"/>
                </a:solidFill>
                <a:latin typeface="Space Grotesk"/>
                <a:ea typeface="Space Grotesk"/>
                <a:cs typeface="Space Grotesk"/>
              </a:rPr>
              <a:t>P · Pass with room</a:t>
            </a:r>
          </a:p>
        </p:txBody>
      </p:sp>
      <p:sp>
        <p:nvSpPr>
          <p:cNvPr id="7" name="Action guidance 1">
            <a:extLst xmlns:a="http://schemas.openxmlformats.org/drawingml/2006/main">
              <a:ext uri="{FF2B5EF4-FFF2-40B4-BE49-F238E27FC236}">
                <a16:creationId xmlns:a16="http://schemas.microsoft.com/office/drawing/2014/main" id="{51B3304D-EE33-410F-AD98-A3971BE91576}"/>
              </a:ext>
            </a:extLst>
          </p:cNvPr>
          <p:cNvSpPr>
            <a:spLocks xmlns:a="http://schemas.openxmlformats.org/drawingml/2006/main" noGrp="1"/>
          </p:cNvSpPr>
          <p:nvPr/>
        </p:nvSpPr>
        <p:spPr>
          <a:xfrm xmlns:a="http://schemas.openxmlformats.org/drawingml/2006/main">
            <a:off x="200025" y="2162175"/>
            <a:ext cx="3257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0">
                <a:solidFill>
                  <a:srgbClr val="23143A"/>
                </a:solidFill>
                <a:latin typeface="Arial"/>
                <a:ea typeface="Arial"/>
                <a:cs typeface="Arial"/>
              </a:defRPr>
            </a:defPPr>
            <a:lvl1pPr>
              <a:defRPr sz="1010" b="0">
                <a:solidFill>
                  <a:srgbClr val="23143A"/>
                </a:solidFill>
                <a:latin typeface="Arial"/>
                <a:ea typeface="Arial"/>
                <a:cs typeface="Arial"/>
              </a:defRPr>
            </a:lvl1pPr>
            <a:lvl2pPr>
              <a:defRPr sz="1010" b="0">
                <a:solidFill>
                  <a:srgbClr val="23143A"/>
                </a:solidFill>
                <a:latin typeface="Arial"/>
                <a:ea typeface="Arial"/>
                <a:cs typeface="Arial"/>
              </a:defRPr>
            </a:lvl2pPr>
            <a:lvl3pPr>
              <a:defRPr sz="1010" b="0">
                <a:solidFill>
                  <a:srgbClr val="23143A"/>
                </a:solidFill>
                <a:latin typeface="Arial"/>
                <a:ea typeface="Arial"/>
                <a:cs typeface="Arial"/>
              </a:defRPr>
            </a:lvl3pPr>
            <a:lvl4pPr>
              <a:defRPr sz="1010" b="0">
                <a:solidFill>
                  <a:srgbClr val="23143A"/>
                </a:solidFill>
                <a:latin typeface="Arial"/>
                <a:ea typeface="Arial"/>
                <a:cs typeface="Arial"/>
              </a:defRPr>
            </a:lvl4pPr>
            <a:lvl5pPr>
              <a:defRPr sz="1010" b="0">
                <a:solidFill>
                  <a:srgbClr val="23143A"/>
                </a:solidFill>
                <a:latin typeface="Arial"/>
                <a:ea typeface="Arial"/>
                <a:cs typeface="Arial"/>
              </a:defRPr>
            </a:lvl5pPr>
            <a:lvl6pPr>
              <a:defRPr sz="1010" b="0">
                <a:solidFill>
                  <a:srgbClr val="23143A"/>
                </a:solidFill>
                <a:latin typeface="Arial"/>
                <a:ea typeface="Arial"/>
                <a:cs typeface="Arial"/>
              </a:defRPr>
            </a:lvl6pPr>
            <a:lvl7pPr>
              <a:defRPr sz="1010" b="0">
                <a:solidFill>
                  <a:srgbClr val="23143A"/>
                </a:solidFill>
                <a:latin typeface="Arial"/>
                <a:ea typeface="Arial"/>
                <a:cs typeface="Arial"/>
              </a:defRPr>
            </a:lvl7pPr>
            <a:lvl8pPr>
              <a:defRPr sz="1010" b="0">
                <a:solidFill>
                  <a:srgbClr val="23143A"/>
                </a:solidFill>
                <a:latin typeface="Arial"/>
                <a:ea typeface="Arial"/>
                <a:cs typeface="Arial"/>
              </a:defRPr>
            </a:lvl8pPr>
            <a:lvl9pPr>
              <a:defRPr sz="1010" b="0">
                <a:solidFill>
                  <a:srgbClr val="23143A"/>
                </a:solidFill>
                <a:latin typeface="Arial"/>
                <a:ea typeface="Arial"/>
                <a:cs typeface="Arial"/>
              </a:defRPr>
            </a:lvl9pPr>
          </a:lstStyle>
          <a:p xmlns:a="http://schemas.openxmlformats.org/drawingml/2006/main">
            <a:pPr>
              <a:lnSpc>
                <a:spcPct val="98000"/>
              </a:lnSpc>
              <a:buNone/>
              <a:defRPr sz="1010" b="0">
                <a:solidFill>
                  <a:srgbClr val="23143A"/>
                </a:solidFill>
                <a:latin typeface="Arial"/>
                <a:ea typeface="Arial"/>
                <a:cs typeface="Arial"/>
              </a:defRPr>
            </a:pPr>
            <a:r>
              <a:rPr sz="1010" b="0">
                <a:solidFill>
                  <a:srgbClr val="23143A"/>
                </a:solidFill>
                <a:latin typeface="Arial"/>
                <a:ea typeface="Arial"/>
                <a:cs typeface="Arial"/>
              </a:rPr>
              <a:t>Follow local passing law. If there is not enough room, wait behind the rider.</a:t>
            </a:r>
          </a:p>
        </p:txBody>
      </p:sp>
      <p:sp>
        <p:nvSpPr>
          <p:cNvPr id="8" name="Action heading 2">
            <a:extLst xmlns:a="http://schemas.openxmlformats.org/drawingml/2006/main">
              <a:ext uri="{FF2B5EF4-FFF2-40B4-BE49-F238E27FC236}">
                <a16:creationId xmlns:a16="http://schemas.microsoft.com/office/drawing/2014/main" id="{AF5406A6-594F-441F-A008-BA7F17FB0226}"/>
              </a:ext>
            </a:extLst>
          </p:cNvPr>
          <p:cNvSpPr>
            <a:spLocks xmlns:a="http://schemas.openxmlformats.org/drawingml/2006/main" noGrp="1"/>
          </p:cNvSpPr>
          <p:nvPr/>
        </p:nvSpPr>
        <p:spPr>
          <a:xfrm xmlns:a="http://schemas.openxmlformats.org/drawingml/2006/main">
            <a:off x="200025" y="2609850"/>
            <a:ext cx="3257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7926CB"/>
                </a:solidFill>
                <a:latin typeface="Space Grotesk"/>
                <a:ea typeface="Space Grotesk"/>
                <a:cs typeface="Space Grotesk"/>
              </a:defRPr>
            </a:defPPr>
            <a:lvl1pPr>
              <a:defRPr sz="1010" b="1">
                <a:solidFill>
                  <a:srgbClr val="7926CB"/>
                </a:solidFill>
                <a:latin typeface="Space Grotesk"/>
                <a:ea typeface="Space Grotesk"/>
                <a:cs typeface="Space Grotesk"/>
              </a:defRPr>
            </a:lvl1pPr>
            <a:lvl2pPr>
              <a:defRPr sz="1010" b="1">
                <a:solidFill>
                  <a:srgbClr val="7926CB"/>
                </a:solidFill>
                <a:latin typeface="Space Grotesk"/>
                <a:ea typeface="Space Grotesk"/>
                <a:cs typeface="Space Grotesk"/>
              </a:defRPr>
            </a:lvl2pPr>
            <a:lvl3pPr>
              <a:defRPr sz="1010" b="1">
                <a:solidFill>
                  <a:srgbClr val="7926CB"/>
                </a:solidFill>
                <a:latin typeface="Space Grotesk"/>
                <a:ea typeface="Space Grotesk"/>
                <a:cs typeface="Space Grotesk"/>
              </a:defRPr>
            </a:lvl3pPr>
            <a:lvl4pPr>
              <a:defRPr sz="1010" b="1">
                <a:solidFill>
                  <a:srgbClr val="7926CB"/>
                </a:solidFill>
                <a:latin typeface="Space Grotesk"/>
                <a:ea typeface="Space Grotesk"/>
                <a:cs typeface="Space Grotesk"/>
              </a:defRPr>
            </a:lvl4pPr>
            <a:lvl5pPr>
              <a:defRPr sz="1010" b="1">
                <a:solidFill>
                  <a:srgbClr val="7926CB"/>
                </a:solidFill>
                <a:latin typeface="Space Grotesk"/>
                <a:ea typeface="Space Grotesk"/>
                <a:cs typeface="Space Grotesk"/>
              </a:defRPr>
            </a:lvl5pPr>
            <a:lvl6pPr>
              <a:defRPr sz="1010" b="1">
                <a:solidFill>
                  <a:srgbClr val="7926CB"/>
                </a:solidFill>
                <a:latin typeface="Space Grotesk"/>
                <a:ea typeface="Space Grotesk"/>
                <a:cs typeface="Space Grotesk"/>
              </a:defRPr>
            </a:lvl6pPr>
            <a:lvl7pPr>
              <a:defRPr sz="1010" b="1">
                <a:solidFill>
                  <a:srgbClr val="7926CB"/>
                </a:solidFill>
                <a:latin typeface="Space Grotesk"/>
                <a:ea typeface="Space Grotesk"/>
                <a:cs typeface="Space Grotesk"/>
              </a:defRPr>
            </a:lvl7pPr>
            <a:lvl8pPr>
              <a:defRPr sz="1010" b="1">
                <a:solidFill>
                  <a:srgbClr val="7926CB"/>
                </a:solidFill>
                <a:latin typeface="Space Grotesk"/>
                <a:ea typeface="Space Grotesk"/>
                <a:cs typeface="Space Grotesk"/>
              </a:defRPr>
            </a:lvl8pPr>
            <a:lvl9pPr>
              <a:defRPr sz="1010" b="1">
                <a:solidFill>
                  <a:srgbClr val="7926CB"/>
                </a:solidFill>
                <a:latin typeface="Space Grotesk"/>
                <a:ea typeface="Space Grotesk"/>
                <a:cs typeface="Space Grotesk"/>
              </a:defRPr>
            </a:lvl9pPr>
          </a:lstStyle>
          <a:p xmlns:a="http://schemas.openxmlformats.org/drawingml/2006/main">
            <a:pPr>
              <a:lnSpc>
                <a:spcPct val="98000"/>
              </a:lnSpc>
              <a:buNone/>
              <a:defRPr sz="1010" b="1">
                <a:solidFill>
                  <a:srgbClr val="7926CB"/>
                </a:solidFill>
                <a:latin typeface="Space Grotesk"/>
                <a:ea typeface="Space Grotesk"/>
                <a:cs typeface="Space Grotesk"/>
              </a:defRPr>
            </a:pPr>
            <a:r>
              <a:rPr sz="1010" b="1">
                <a:solidFill>
                  <a:srgbClr val="7926CB"/>
                </a:solidFill>
                <a:latin typeface="Space Grotesk"/>
                <a:ea typeface="Space Grotesk"/>
                <a:cs typeface="Space Grotesk"/>
              </a:rPr>
              <a:t>A · Anticipate movement</a:t>
            </a:r>
          </a:p>
        </p:txBody>
      </p:sp>
      <p:sp>
        <p:nvSpPr>
          <p:cNvPr id="9" name="Action guidance 2">
            <a:extLst xmlns:a="http://schemas.openxmlformats.org/drawingml/2006/main">
              <a:ext uri="{FF2B5EF4-FFF2-40B4-BE49-F238E27FC236}">
                <a16:creationId xmlns:a16="http://schemas.microsoft.com/office/drawing/2014/main" id="{3295C256-95EE-4D85-A07A-CEBD1D6395E3}"/>
              </a:ext>
            </a:extLst>
          </p:cNvPr>
          <p:cNvSpPr>
            <a:spLocks xmlns:a="http://schemas.openxmlformats.org/drawingml/2006/main" noGrp="1"/>
          </p:cNvSpPr>
          <p:nvPr/>
        </p:nvSpPr>
        <p:spPr>
          <a:xfrm xmlns:a="http://schemas.openxmlformats.org/drawingml/2006/main">
            <a:off x="200025" y="2838450"/>
            <a:ext cx="3257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0">
                <a:solidFill>
                  <a:srgbClr val="23143A"/>
                </a:solidFill>
                <a:latin typeface="Arial"/>
                <a:ea typeface="Arial"/>
                <a:cs typeface="Arial"/>
              </a:defRPr>
            </a:defPPr>
            <a:lvl1pPr>
              <a:defRPr sz="1010" b="0">
                <a:solidFill>
                  <a:srgbClr val="23143A"/>
                </a:solidFill>
                <a:latin typeface="Arial"/>
                <a:ea typeface="Arial"/>
                <a:cs typeface="Arial"/>
              </a:defRPr>
            </a:lvl1pPr>
            <a:lvl2pPr>
              <a:defRPr sz="1010" b="0">
                <a:solidFill>
                  <a:srgbClr val="23143A"/>
                </a:solidFill>
                <a:latin typeface="Arial"/>
                <a:ea typeface="Arial"/>
                <a:cs typeface="Arial"/>
              </a:defRPr>
            </a:lvl2pPr>
            <a:lvl3pPr>
              <a:defRPr sz="1010" b="0">
                <a:solidFill>
                  <a:srgbClr val="23143A"/>
                </a:solidFill>
                <a:latin typeface="Arial"/>
                <a:ea typeface="Arial"/>
                <a:cs typeface="Arial"/>
              </a:defRPr>
            </a:lvl3pPr>
            <a:lvl4pPr>
              <a:defRPr sz="1010" b="0">
                <a:solidFill>
                  <a:srgbClr val="23143A"/>
                </a:solidFill>
                <a:latin typeface="Arial"/>
                <a:ea typeface="Arial"/>
                <a:cs typeface="Arial"/>
              </a:defRPr>
            </a:lvl4pPr>
            <a:lvl5pPr>
              <a:defRPr sz="1010" b="0">
                <a:solidFill>
                  <a:srgbClr val="23143A"/>
                </a:solidFill>
                <a:latin typeface="Arial"/>
                <a:ea typeface="Arial"/>
                <a:cs typeface="Arial"/>
              </a:defRPr>
            </a:lvl5pPr>
            <a:lvl6pPr>
              <a:defRPr sz="1010" b="0">
                <a:solidFill>
                  <a:srgbClr val="23143A"/>
                </a:solidFill>
                <a:latin typeface="Arial"/>
                <a:ea typeface="Arial"/>
                <a:cs typeface="Arial"/>
              </a:defRPr>
            </a:lvl6pPr>
            <a:lvl7pPr>
              <a:defRPr sz="1010" b="0">
                <a:solidFill>
                  <a:srgbClr val="23143A"/>
                </a:solidFill>
                <a:latin typeface="Arial"/>
                <a:ea typeface="Arial"/>
                <a:cs typeface="Arial"/>
              </a:defRPr>
            </a:lvl7pPr>
            <a:lvl8pPr>
              <a:defRPr sz="1010" b="0">
                <a:solidFill>
                  <a:srgbClr val="23143A"/>
                </a:solidFill>
                <a:latin typeface="Arial"/>
                <a:ea typeface="Arial"/>
                <a:cs typeface="Arial"/>
              </a:defRPr>
            </a:lvl8pPr>
            <a:lvl9pPr>
              <a:defRPr sz="1010" b="0">
                <a:solidFill>
                  <a:srgbClr val="23143A"/>
                </a:solidFill>
                <a:latin typeface="Arial"/>
                <a:ea typeface="Arial"/>
                <a:cs typeface="Arial"/>
              </a:defRPr>
            </a:lvl9pPr>
          </a:lstStyle>
          <a:p xmlns:a="http://schemas.openxmlformats.org/drawingml/2006/main">
            <a:pPr>
              <a:lnSpc>
                <a:spcPct val="98000"/>
              </a:lnSpc>
              <a:buNone/>
              <a:defRPr sz="1010" b="0">
                <a:solidFill>
                  <a:srgbClr val="23143A"/>
                </a:solidFill>
                <a:latin typeface="Arial"/>
                <a:ea typeface="Arial"/>
                <a:cs typeface="Arial"/>
              </a:defRPr>
            </a:pPr>
            <a:r>
              <a:rPr sz="1010" b="0">
                <a:solidFill>
                  <a:srgbClr val="23143A"/>
                </a:solidFill>
                <a:latin typeface="Arial"/>
                <a:ea typeface="Arial"/>
                <a:cs typeface="Arial"/>
              </a:rPr>
              <a:t>Leave space for turns, rough pavement, debris, and parked cars.</a:t>
            </a:r>
          </a:p>
        </p:txBody>
      </p:sp>
      <p:sp>
        <p:nvSpPr>
          <p:cNvPr id="10" name="Action heading 3">
            <a:extLst xmlns:a="http://schemas.openxmlformats.org/drawingml/2006/main">
              <a:ext uri="{FF2B5EF4-FFF2-40B4-BE49-F238E27FC236}">
                <a16:creationId xmlns:a16="http://schemas.microsoft.com/office/drawing/2014/main" id="{147E41BA-346E-40D0-B709-749EFA0E956A}"/>
              </a:ext>
            </a:extLst>
          </p:cNvPr>
          <p:cNvSpPr>
            <a:spLocks xmlns:a="http://schemas.openxmlformats.org/drawingml/2006/main" noGrp="1"/>
          </p:cNvSpPr>
          <p:nvPr/>
        </p:nvSpPr>
        <p:spPr>
          <a:xfrm xmlns:a="http://schemas.openxmlformats.org/drawingml/2006/main">
            <a:off x="200025" y="3286125"/>
            <a:ext cx="3257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7926CB"/>
                </a:solidFill>
                <a:latin typeface="Space Grotesk"/>
                <a:ea typeface="Space Grotesk"/>
                <a:cs typeface="Space Grotesk"/>
              </a:defRPr>
            </a:defPPr>
            <a:lvl1pPr>
              <a:defRPr sz="1010" b="1">
                <a:solidFill>
                  <a:srgbClr val="7926CB"/>
                </a:solidFill>
                <a:latin typeface="Space Grotesk"/>
                <a:ea typeface="Space Grotesk"/>
                <a:cs typeface="Space Grotesk"/>
              </a:defRPr>
            </a:lvl1pPr>
            <a:lvl2pPr>
              <a:defRPr sz="1010" b="1">
                <a:solidFill>
                  <a:srgbClr val="7926CB"/>
                </a:solidFill>
                <a:latin typeface="Space Grotesk"/>
                <a:ea typeface="Space Grotesk"/>
                <a:cs typeface="Space Grotesk"/>
              </a:defRPr>
            </a:lvl2pPr>
            <a:lvl3pPr>
              <a:defRPr sz="1010" b="1">
                <a:solidFill>
                  <a:srgbClr val="7926CB"/>
                </a:solidFill>
                <a:latin typeface="Space Grotesk"/>
                <a:ea typeface="Space Grotesk"/>
                <a:cs typeface="Space Grotesk"/>
              </a:defRPr>
            </a:lvl3pPr>
            <a:lvl4pPr>
              <a:defRPr sz="1010" b="1">
                <a:solidFill>
                  <a:srgbClr val="7926CB"/>
                </a:solidFill>
                <a:latin typeface="Space Grotesk"/>
                <a:ea typeface="Space Grotesk"/>
                <a:cs typeface="Space Grotesk"/>
              </a:defRPr>
            </a:lvl4pPr>
            <a:lvl5pPr>
              <a:defRPr sz="1010" b="1">
                <a:solidFill>
                  <a:srgbClr val="7926CB"/>
                </a:solidFill>
                <a:latin typeface="Space Grotesk"/>
                <a:ea typeface="Space Grotesk"/>
                <a:cs typeface="Space Grotesk"/>
              </a:defRPr>
            </a:lvl5pPr>
            <a:lvl6pPr>
              <a:defRPr sz="1010" b="1">
                <a:solidFill>
                  <a:srgbClr val="7926CB"/>
                </a:solidFill>
                <a:latin typeface="Space Grotesk"/>
                <a:ea typeface="Space Grotesk"/>
                <a:cs typeface="Space Grotesk"/>
              </a:defRPr>
            </a:lvl6pPr>
            <a:lvl7pPr>
              <a:defRPr sz="1010" b="1">
                <a:solidFill>
                  <a:srgbClr val="7926CB"/>
                </a:solidFill>
                <a:latin typeface="Space Grotesk"/>
                <a:ea typeface="Space Grotesk"/>
                <a:cs typeface="Space Grotesk"/>
              </a:defRPr>
            </a:lvl7pPr>
            <a:lvl8pPr>
              <a:defRPr sz="1010" b="1">
                <a:solidFill>
                  <a:srgbClr val="7926CB"/>
                </a:solidFill>
                <a:latin typeface="Space Grotesk"/>
                <a:ea typeface="Space Grotesk"/>
                <a:cs typeface="Space Grotesk"/>
              </a:defRPr>
            </a:lvl8pPr>
            <a:lvl9pPr>
              <a:defRPr sz="1010" b="1">
                <a:solidFill>
                  <a:srgbClr val="7926CB"/>
                </a:solidFill>
                <a:latin typeface="Space Grotesk"/>
                <a:ea typeface="Space Grotesk"/>
                <a:cs typeface="Space Grotesk"/>
              </a:defRPr>
            </a:lvl9pPr>
          </a:lstStyle>
          <a:p xmlns:a="http://schemas.openxmlformats.org/drawingml/2006/main">
            <a:pPr>
              <a:lnSpc>
                <a:spcPct val="98000"/>
              </a:lnSpc>
              <a:buNone/>
              <a:defRPr sz="1010" b="1">
                <a:solidFill>
                  <a:srgbClr val="7926CB"/>
                </a:solidFill>
                <a:latin typeface="Space Grotesk"/>
                <a:ea typeface="Space Grotesk"/>
                <a:cs typeface="Space Grotesk"/>
              </a:defRPr>
            </a:pPr>
            <a:r>
              <a:rPr sz="1010" b="1">
                <a:solidFill>
                  <a:srgbClr val="7926CB"/>
                </a:solidFill>
                <a:latin typeface="Space Grotesk"/>
                <a:ea typeface="Space Grotesk"/>
                <a:cs typeface="Space Grotesk"/>
              </a:rPr>
              <a:t>C · Check before turning or opening</a:t>
            </a:r>
          </a:p>
        </p:txBody>
      </p:sp>
      <p:sp>
        <p:nvSpPr>
          <p:cNvPr id="11" name="Action guidance 3">
            <a:extLst xmlns:a="http://schemas.openxmlformats.org/drawingml/2006/main">
              <a:ext uri="{FF2B5EF4-FFF2-40B4-BE49-F238E27FC236}">
                <a16:creationId xmlns:a16="http://schemas.microsoft.com/office/drawing/2014/main" id="{4DA98BDD-D9F3-41D8-A96A-F51E03990C5D}"/>
              </a:ext>
            </a:extLst>
          </p:cNvPr>
          <p:cNvSpPr>
            <a:spLocks xmlns:a="http://schemas.openxmlformats.org/drawingml/2006/main" noGrp="1"/>
          </p:cNvSpPr>
          <p:nvPr/>
        </p:nvSpPr>
        <p:spPr>
          <a:xfrm xmlns:a="http://schemas.openxmlformats.org/drawingml/2006/main">
            <a:off x="200025" y="3514725"/>
            <a:ext cx="3257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0">
                <a:solidFill>
                  <a:srgbClr val="23143A"/>
                </a:solidFill>
                <a:latin typeface="Arial"/>
                <a:ea typeface="Arial"/>
                <a:cs typeface="Arial"/>
              </a:defRPr>
            </a:defPPr>
            <a:lvl1pPr>
              <a:defRPr sz="1010" b="0">
                <a:solidFill>
                  <a:srgbClr val="23143A"/>
                </a:solidFill>
                <a:latin typeface="Arial"/>
                <a:ea typeface="Arial"/>
                <a:cs typeface="Arial"/>
              </a:defRPr>
            </a:lvl1pPr>
            <a:lvl2pPr>
              <a:defRPr sz="1010" b="0">
                <a:solidFill>
                  <a:srgbClr val="23143A"/>
                </a:solidFill>
                <a:latin typeface="Arial"/>
                <a:ea typeface="Arial"/>
                <a:cs typeface="Arial"/>
              </a:defRPr>
            </a:lvl2pPr>
            <a:lvl3pPr>
              <a:defRPr sz="1010" b="0">
                <a:solidFill>
                  <a:srgbClr val="23143A"/>
                </a:solidFill>
                <a:latin typeface="Arial"/>
                <a:ea typeface="Arial"/>
                <a:cs typeface="Arial"/>
              </a:defRPr>
            </a:lvl3pPr>
            <a:lvl4pPr>
              <a:defRPr sz="1010" b="0">
                <a:solidFill>
                  <a:srgbClr val="23143A"/>
                </a:solidFill>
                <a:latin typeface="Arial"/>
                <a:ea typeface="Arial"/>
                <a:cs typeface="Arial"/>
              </a:defRPr>
            </a:lvl4pPr>
            <a:lvl5pPr>
              <a:defRPr sz="1010" b="0">
                <a:solidFill>
                  <a:srgbClr val="23143A"/>
                </a:solidFill>
                <a:latin typeface="Arial"/>
                <a:ea typeface="Arial"/>
                <a:cs typeface="Arial"/>
              </a:defRPr>
            </a:lvl5pPr>
            <a:lvl6pPr>
              <a:defRPr sz="1010" b="0">
                <a:solidFill>
                  <a:srgbClr val="23143A"/>
                </a:solidFill>
                <a:latin typeface="Arial"/>
                <a:ea typeface="Arial"/>
                <a:cs typeface="Arial"/>
              </a:defRPr>
            </a:lvl6pPr>
            <a:lvl7pPr>
              <a:defRPr sz="1010" b="0">
                <a:solidFill>
                  <a:srgbClr val="23143A"/>
                </a:solidFill>
                <a:latin typeface="Arial"/>
                <a:ea typeface="Arial"/>
                <a:cs typeface="Arial"/>
              </a:defRPr>
            </a:lvl7pPr>
            <a:lvl8pPr>
              <a:defRPr sz="1010" b="0">
                <a:solidFill>
                  <a:srgbClr val="23143A"/>
                </a:solidFill>
                <a:latin typeface="Arial"/>
                <a:ea typeface="Arial"/>
                <a:cs typeface="Arial"/>
              </a:defRPr>
            </a:lvl8pPr>
            <a:lvl9pPr>
              <a:defRPr sz="1010" b="0">
                <a:solidFill>
                  <a:srgbClr val="23143A"/>
                </a:solidFill>
                <a:latin typeface="Arial"/>
                <a:ea typeface="Arial"/>
                <a:cs typeface="Arial"/>
              </a:defRPr>
            </a:lvl9pPr>
          </a:lstStyle>
          <a:p xmlns:a="http://schemas.openxmlformats.org/drawingml/2006/main">
            <a:pPr>
              <a:lnSpc>
                <a:spcPct val="98000"/>
              </a:lnSpc>
              <a:buNone/>
              <a:defRPr sz="1010" b="0">
                <a:solidFill>
                  <a:srgbClr val="23143A"/>
                </a:solidFill>
                <a:latin typeface="Arial"/>
                <a:ea typeface="Arial"/>
                <a:cs typeface="Arial"/>
              </a:defRPr>
            </a:pPr>
            <a:r>
              <a:rPr sz="1010" b="0">
                <a:solidFill>
                  <a:srgbClr val="23143A"/>
                </a:solidFill>
                <a:latin typeface="Arial"/>
                <a:ea typeface="Arial"/>
                <a:cs typeface="Arial"/>
              </a:rPr>
              <a:t>Look for riders before turning across a path or opening a door.</a:t>
            </a:r>
          </a:p>
        </p:txBody>
      </p:sp>
      <p:sp>
        <p:nvSpPr>
          <p:cNvPr id="12" name="Action heading 4">
            <a:extLst xmlns:a="http://schemas.openxmlformats.org/drawingml/2006/main">
              <a:ext uri="{FF2B5EF4-FFF2-40B4-BE49-F238E27FC236}">
                <a16:creationId xmlns:a16="http://schemas.microsoft.com/office/drawing/2014/main" id="{9889F25D-10D3-4D07-8416-C61BF9D1AD14}"/>
              </a:ext>
            </a:extLst>
          </p:cNvPr>
          <p:cNvSpPr>
            <a:spLocks xmlns:a="http://schemas.openxmlformats.org/drawingml/2006/main" noGrp="1"/>
          </p:cNvSpPr>
          <p:nvPr/>
        </p:nvSpPr>
        <p:spPr>
          <a:xfrm xmlns:a="http://schemas.openxmlformats.org/drawingml/2006/main">
            <a:off x="200025" y="3962400"/>
            <a:ext cx="3257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7926CB"/>
                </a:solidFill>
                <a:latin typeface="Space Grotesk"/>
                <a:ea typeface="Space Grotesk"/>
                <a:cs typeface="Space Grotesk"/>
              </a:defRPr>
            </a:defPPr>
            <a:lvl1pPr>
              <a:defRPr sz="1010" b="1">
                <a:solidFill>
                  <a:srgbClr val="7926CB"/>
                </a:solidFill>
                <a:latin typeface="Space Grotesk"/>
                <a:ea typeface="Space Grotesk"/>
                <a:cs typeface="Space Grotesk"/>
              </a:defRPr>
            </a:lvl1pPr>
            <a:lvl2pPr>
              <a:defRPr sz="1010" b="1">
                <a:solidFill>
                  <a:srgbClr val="7926CB"/>
                </a:solidFill>
                <a:latin typeface="Space Grotesk"/>
                <a:ea typeface="Space Grotesk"/>
                <a:cs typeface="Space Grotesk"/>
              </a:defRPr>
            </a:lvl2pPr>
            <a:lvl3pPr>
              <a:defRPr sz="1010" b="1">
                <a:solidFill>
                  <a:srgbClr val="7926CB"/>
                </a:solidFill>
                <a:latin typeface="Space Grotesk"/>
                <a:ea typeface="Space Grotesk"/>
                <a:cs typeface="Space Grotesk"/>
              </a:defRPr>
            </a:lvl3pPr>
            <a:lvl4pPr>
              <a:defRPr sz="1010" b="1">
                <a:solidFill>
                  <a:srgbClr val="7926CB"/>
                </a:solidFill>
                <a:latin typeface="Space Grotesk"/>
                <a:ea typeface="Space Grotesk"/>
                <a:cs typeface="Space Grotesk"/>
              </a:defRPr>
            </a:lvl4pPr>
            <a:lvl5pPr>
              <a:defRPr sz="1010" b="1">
                <a:solidFill>
                  <a:srgbClr val="7926CB"/>
                </a:solidFill>
                <a:latin typeface="Space Grotesk"/>
                <a:ea typeface="Space Grotesk"/>
                <a:cs typeface="Space Grotesk"/>
              </a:defRPr>
            </a:lvl5pPr>
            <a:lvl6pPr>
              <a:defRPr sz="1010" b="1">
                <a:solidFill>
                  <a:srgbClr val="7926CB"/>
                </a:solidFill>
                <a:latin typeface="Space Grotesk"/>
                <a:ea typeface="Space Grotesk"/>
                <a:cs typeface="Space Grotesk"/>
              </a:defRPr>
            </a:lvl6pPr>
            <a:lvl7pPr>
              <a:defRPr sz="1010" b="1">
                <a:solidFill>
                  <a:srgbClr val="7926CB"/>
                </a:solidFill>
                <a:latin typeface="Space Grotesk"/>
                <a:ea typeface="Space Grotesk"/>
                <a:cs typeface="Space Grotesk"/>
              </a:defRPr>
            </a:lvl7pPr>
            <a:lvl8pPr>
              <a:defRPr sz="1010" b="1">
                <a:solidFill>
                  <a:srgbClr val="7926CB"/>
                </a:solidFill>
                <a:latin typeface="Space Grotesk"/>
                <a:ea typeface="Space Grotesk"/>
                <a:cs typeface="Space Grotesk"/>
              </a:defRPr>
            </a:lvl8pPr>
            <a:lvl9pPr>
              <a:defRPr sz="1010" b="1">
                <a:solidFill>
                  <a:srgbClr val="7926CB"/>
                </a:solidFill>
                <a:latin typeface="Space Grotesk"/>
                <a:ea typeface="Space Grotesk"/>
                <a:cs typeface="Space Grotesk"/>
              </a:defRPr>
            </a:lvl9pPr>
          </a:lstStyle>
          <a:p xmlns:a="http://schemas.openxmlformats.org/drawingml/2006/main">
            <a:pPr>
              <a:lnSpc>
                <a:spcPct val="98000"/>
              </a:lnSpc>
              <a:buNone/>
              <a:defRPr sz="1010" b="1">
                <a:solidFill>
                  <a:srgbClr val="7926CB"/>
                </a:solidFill>
                <a:latin typeface="Space Grotesk"/>
                <a:ea typeface="Space Grotesk"/>
                <a:cs typeface="Space Grotesk"/>
              </a:defRPr>
            </a:pPr>
            <a:r>
              <a:rPr sz="1010" b="1">
                <a:solidFill>
                  <a:srgbClr val="7926CB"/>
                </a:solidFill>
                <a:latin typeface="Space Grotesk"/>
                <a:ea typeface="Space Grotesk"/>
                <a:cs typeface="Space Grotesk"/>
              </a:rPr>
              <a:t>E · End distractions</a:t>
            </a:r>
          </a:p>
        </p:txBody>
      </p:sp>
      <p:sp>
        <p:nvSpPr>
          <p:cNvPr id="13" name="Action guidance 4">
            <a:extLst xmlns:a="http://schemas.openxmlformats.org/drawingml/2006/main">
              <a:ext uri="{FF2B5EF4-FFF2-40B4-BE49-F238E27FC236}">
                <a16:creationId xmlns:a16="http://schemas.microsoft.com/office/drawing/2014/main" id="{361D5382-ED94-4046-B21A-CE488379A1FA}"/>
              </a:ext>
            </a:extLst>
          </p:cNvPr>
          <p:cNvSpPr>
            <a:spLocks xmlns:a="http://schemas.openxmlformats.org/drawingml/2006/main" noGrp="1"/>
          </p:cNvSpPr>
          <p:nvPr/>
        </p:nvSpPr>
        <p:spPr>
          <a:xfrm xmlns:a="http://schemas.openxmlformats.org/drawingml/2006/main">
            <a:off x="200025" y="4191000"/>
            <a:ext cx="3257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0">
                <a:solidFill>
                  <a:srgbClr val="23143A"/>
                </a:solidFill>
                <a:latin typeface="Arial"/>
                <a:ea typeface="Arial"/>
                <a:cs typeface="Arial"/>
              </a:defRPr>
            </a:defPPr>
            <a:lvl1pPr>
              <a:defRPr sz="1010" b="0">
                <a:solidFill>
                  <a:srgbClr val="23143A"/>
                </a:solidFill>
                <a:latin typeface="Arial"/>
                <a:ea typeface="Arial"/>
                <a:cs typeface="Arial"/>
              </a:defRPr>
            </a:lvl1pPr>
            <a:lvl2pPr>
              <a:defRPr sz="1010" b="0">
                <a:solidFill>
                  <a:srgbClr val="23143A"/>
                </a:solidFill>
                <a:latin typeface="Arial"/>
                <a:ea typeface="Arial"/>
                <a:cs typeface="Arial"/>
              </a:defRPr>
            </a:lvl2pPr>
            <a:lvl3pPr>
              <a:defRPr sz="1010" b="0">
                <a:solidFill>
                  <a:srgbClr val="23143A"/>
                </a:solidFill>
                <a:latin typeface="Arial"/>
                <a:ea typeface="Arial"/>
                <a:cs typeface="Arial"/>
              </a:defRPr>
            </a:lvl3pPr>
            <a:lvl4pPr>
              <a:defRPr sz="1010" b="0">
                <a:solidFill>
                  <a:srgbClr val="23143A"/>
                </a:solidFill>
                <a:latin typeface="Arial"/>
                <a:ea typeface="Arial"/>
                <a:cs typeface="Arial"/>
              </a:defRPr>
            </a:lvl4pPr>
            <a:lvl5pPr>
              <a:defRPr sz="1010" b="0">
                <a:solidFill>
                  <a:srgbClr val="23143A"/>
                </a:solidFill>
                <a:latin typeface="Arial"/>
                <a:ea typeface="Arial"/>
                <a:cs typeface="Arial"/>
              </a:defRPr>
            </a:lvl5pPr>
            <a:lvl6pPr>
              <a:defRPr sz="1010" b="0">
                <a:solidFill>
                  <a:srgbClr val="23143A"/>
                </a:solidFill>
                <a:latin typeface="Arial"/>
                <a:ea typeface="Arial"/>
                <a:cs typeface="Arial"/>
              </a:defRPr>
            </a:lvl6pPr>
            <a:lvl7pPr>
              <a:defRPr sz="1010" b="0">
                <a:solidFill>
                  <a:srgbClr val="23143A"/>
                </a:solidFill>
                <a:latin typeface="Arial"/>
                <a:ea typeface="Arial"/>
                <a:cs typeface="Arial"/>
              </a:defRPr>
            </a:lvl7pPr>
            <a:lvl8pPr>
              <a:defRPr sz="1010" b="0">
                <a:solidFill>
                  <a:srgbClr val="23143A"/>
                </a:solidFill>
                <a:latin typeface="Arial"/>
                <a:ea typeface="Arial"/>
                <a:cs typeface="Arial"/>
              </a:defRPr>
            </a:lvl8pPr>
            <a:lvl9pPr>
              <a:defRPr sz="1010" b="0">
                <a:solidFill>
                  <a:srgbClr val="23143A"/>
                </a:solidFill>
                <a:latin typeface="Arial"/>
                <a:ea typeface="Arial"/>
                <a:cs typeface="Arial"/>
              </a:defRPr>
            </a:lvl9pPr>
          </a:lstStyle>
          <a:p xmlns:a="http://schemas.openxmlformats.org/drawingml/2006/main">
            <a:pPr>
              <a:lnSpc>
                <a:spcPct val="98000"/>
              </a:lnSpc>
              <a:buNone/>
              <a:defRPr sz="1010" b="0">
                <a:solidFill>
                  <a:srgbClr val="23143A"/>
                </a:solidFill>
                <a:latin typeface="Arial"/>
                <a:ea typeface="Arial"/>
                <a:cs typeface="Arial"/>
              </a:defRPr>
            </a:pPr>
            <a:r>
              <a:rPr sz="1010" b="0">
                <a:solidFill>
                  <a:srgbClr val="23143A"/>
                </a:solidFill>
                <a:latin typeface="Arial"/>
                <a:ea typeface="Arial"/>
                <a:cs typeface="Arial"/>
              </a:rPr>
              <a:t>Put the phone away. Give the road full attention.</a:t>
            </a:r>
          </a:p>
        </p:txBody>
      </p:sp>
      <p:sp>
        <p:nvSpPr>
          <p:cNvPr id="14" name="Brand footer">
            <a:extLst xmlns:a="http://schemas.openxmlformats.org/drawingml/2006/main">
              <a:ext uri="{FF2B5EF4-FFF2-40B4-BE49-F238E27FC236}">
                <a16:creationId xmlns:a16="http://schemas.microsoft.com/office/drawing/2014/main" id="{71E5C9D3-547A-47BF-B0DF-F037DF54DA09}"/>
              </a:ext>
            </a:extLst>
          </p:cNvPr>
          <p:cNvSpPr>
            <a:spLocks xmlns:a="http://schemas.openxmlformats.org/drawingml/2006/main" noGrp="1"/>
          </p:cNvSpPr>
          <p:nvPr/>
        </p:nvSpPr>
        <p:spPr>
          <a:xfrm xmlns:a="http://schemas.openxmlformats.org/drawingml/2006/main">
            <a:off x="0" y="4762500"/>
            <a:ext cx="3657600" cy="7239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87F92BF2-04CD-4259-BCA4-E3941AA6727C}"/>
              </a:ext>
            </a:extLst>
          </p:cNvPr>
          <p:cNvPicPr>
            <a:picLocks xmlns:a="http://schemas.openxmlformats.org/drawingml/2006/main" noChangeAspect="1"/>
          </p:cNvPicPr>
          <p:nvPr/>
        </p:nvPicPr>
        <p:blipFill>
          <a:blip xmlns:r="http://schemas.openxmlformats.org/officeDocument/2006/relationships" xmlns:a="http://schemas.openxmlformats.org/drawingml/2006/main" r:embed="R3479b90406a647d0"/>
          <a:stretch xmlns:a="http://schemas.openxmlformats.org/drawingml/2006/main"/>
        </p:blipFill>
        <p:spPr>
          <a:xfrm xmlns:a="http://schemas.openxmlformats.org/drawingml/2006/main">
            <a:off x="171450" y="4981575"/>
            <a:ext cx="304800" cy="304800"/>
          </a:xfrm>
          <a:prstGeom xmlns:a="http://schemas.openxmlformats.org/drawingml/2006/main" prst="rect">
            <a:avLst/>
          </a:prstGeom>
        </p:spPr>
      </p:pic>
      <p:sp>
        <p:nvSpPr>
          <p:cNvPr id="16" name="Readable URL">
            <a:extLst xmlns:a="http://schemas.openxmlformats.org/drawingml/2006/main">
              <a:ext uri="{FF2B5EF4-FFF2-40B4-BE49-F238E27FC236}">
                <a16:creationId xmlns:a16="http://schemas.microsoft.com/office/drawing/2014/main" id="{6F36F838-9FF9-44B3-9ADA-A281D63283FD}"/>
              </a:ext>
            </a:extLst>
          </p:cNvPr>
          <p:cNvSpPr>
            <a:spLocks xmlns:a="http://schemas.openxmlformats.org/drawingml/2006/main" noGrp="1"/>
          </p:cNvSpPr>
          <p:nvPr/>
        </p:nvSpPr>
        <p:spPr>
          <a:xfrm xmlns:a="http://schemas.openxmlformats.org/drawingml/2006/main">
            <a:off x="609600" y="48958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0A"/>
                </a:solidFill>
                <a:latin typeface="Space Grotesk"/>
                <a:ea typeface="Space Grotesk"/>
                <a:cs typeface="Space Grotesk"/>
              </a:defRPr>
            </a:defPPr>
            <a:lvl1pPr>
              <a:defRPr sz="1500" b="1">
                <a:solidFill>
                  <a:srgbClr val="FFFF0A"/>
                </a:solidFill>
                <a:latin typeface="Space Grotesk"/>
                <a:ea typeface="Space Grotesk"/>
                <a:cs typeface="Space Grotesk"/>
              </a:defRPr>
            </a:lvl1pPr>
            <a:lvl2pPr>
              <a:defRPr sz="1500" b="1">
                <a:solidFill>
                  <a:srgbClr val="FFFF0A"/>
                </a:solidFill>
                <a:latin typeface="Space Grotesk"/>
                <a:ea typeface="Space Grotesk"/>
                <a:cs typeface="Space Grotesk"/>
              </a:defRPr>
            </a:lvl2pPr>
            <a:lvl3pPr>
              <a:defRPr sz="1500" b="1">
                <a:solidFill>
                  <a:srgbClr val="FFFF0A"/>
                </a:solidFill>
                <a:latin typeface="Space Grotesk"/>
                <a:ea typeface="Space Grotesk"/>
                <a:cs typeface="Space Grotesk"/>
              </a:defRPr>
            </a:lvl3pPr>
            <a:lvl4pPr>
              <a:defRPr sz="1500" b="1">
                <a:solidFill>
                  <a:srgbClr val="FFFF0A"/>
                </a:solidFill>
                <a:latin typeface="Space Grotesk"/>
                <a:ea typeface="Space Grotesk"/>
                <a:cs typeface="Space Grotesk"/>
              </a:defRPr>
            </a:lvl4pPr>
            <a:lvl5pPr>
              <a:defRPr sz="1500" b="1">
                <a:solidFill>
                  <a:srgbClr val="FFFF0A"/>
                </a:solidFill>
                <a:latin typeface="Space Grotesk"/>
                <a:ea typeface="Space Grotesk"/>
                <a:cs typeface="Space Grotesk"/>
              </a:defRPr>
            </a:lvl5pPr>
            <a:lvl6pPr>
              <a:defRPr sz="1500" b="1">
                <a:solidFill>
                  <a:srgbClr val="FFFF0A"/>
                </a:solidFill>
                <a:latin typeface="Space Grotesk"/>
                <a:ea typeface="Space Grotesk"/>
                <a:cs typeface="Space Grotesk"/>
              </a:defRPr>
            </a:lvl6pPr>
            <a:lvl7pPr>
              <a:defRPr sz="1500" b="1">
                <a:solidFill>
                  <a:srgbClr val="FFFF0A"/>
                </a:solidFill>
                <a:latin typeface="Space Grotesk"/>
                <a:ea typeface="Space Grotesk"/>
                <a:cs typeface="Space Grotesk"/>
              </a:defRPr>
            </a:lvl7pPr>
            <a:lvl8pPr>
              <a:defRPr sz="1500" b="1">
                <a:solidFill>
                  <a:srgbClr val="FFFF0A"/>
                </a:solidFill>
                <a:latin typeface="Space Grotesk"/>
                <a:ea typeface="Space Grotesk"/>
                <a:cs typeface="Space Grotesk"/>
              </a:defRPr>
            </a:lvl8pPr>
            <a:lvl9pPr>
              <a:defRPr sz="1500" b="1">
                <a:solidFill>
                  <a:srgbClr val="FFFF0A"/>
                </a:solidFill>
                <a:latin typeface="Space Grotesk"/>
                <a:ea typeface="Space Grotesk"/>
                <a:cs typeface="Space Grotesk"/>
              </a:defRPr>
            </a:lvl9pPr>
          </a:lstStyle>
          <a:p xmlns:a="http://schemas.openxmlformats.org/drawingml/2006/main">
            <a:pPr>
              <a:lnSpc>
                <a:spcPct val="98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3fp.org</a:t>
            </a:r>
          </a:p>
        </p:txBody>
      </p:sp>
      <p:sp>
        <p:nvSpPr>
          <p:cNvPr id="17" name="Community invitation">
            <a:extLst xmlns:a="http://schemas.openxmlformats.org/drawingml/2006/main">
              <a:ext uri="{FF2B5EF4-FFF2-40B4-BE49-F238E27FC236}">
                <a16:creationId xmlns:a16="http://schemas.microsoft.com/office/drawing/2014/main" id="{0407DE2C-0BBB-420B-9351-52B4F5AF2C55}"/>
              </a:ext>
            </a:extLst>
          </p:cNvPr>
          <p:cNvSpPr>
            <a:spLocks xmlns:a="http://schemas.openxmlformats.org/drawingml/2006/main" noGrp="1"/>
          </p:cNvSpPr>
          <p:nvPr/>
        </p:nvSpPr>
        <p:spPr>
          <a:xfrm xmlns:a="http://schemas.openxmlformats.org/drawingml/2006/main">
            <a:off x="609600" y="5172075"/>
            <a:ext cx="2143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FF"/>
                </a:solidFill>
                <a:latin typeface="Arial"/>
                <a:ea typeface="Arial"/>
                <a:cs typeface="Arial"/>
              </a:defRPr>
            </a:defPPr>
            <a:lvl1pPr>
              <a:defRPr sz="1000" b="1">
                <a:solidFill>
                  <a:srgbClr val="FFFFFF"/>
                </a:solidFill>
                <a:latin typeface="Arial"/>
                <a:ea typeface="Arial"/>
                <a:cs typeface="Arial"/>
              </a:defRPr>
            </a:lvl1pPr>
            <a:lvl2pPr>
              <a:defRPr sz="1000" b="1">
                <a:solidFill>
                  <a:srgbClr val="FFFFFF"/>
                </a:solidFill>
                <a:latin typeface="Arial"/>
                <a:ea typeface="Arial"/>
                <a:cs typeface="Arial"/>
              </a:defRPr>
            </a:lvl2pPr>
            <a:lvl3pPr>
              <a:defRPr sz="1000" b="1">
                <a:solidFill>
                  <a:srgbClr val="FFFFFF"/>
                </a:solidFill>
                <a:latin typeface="Arial"/>
                <a:ea typeface="Arial"/>
                <a:cs typeface="Arial"/>
              </a:defRPr>
            </a:lvl3pPr>
            <a:lvl4pPr>
              <a:defRPr sz="1000" b="1">
                <a:solidFill>
                  <a:srgbClr val="FFFFFF"/>
                </a:solidFill>
                <a:latin typeface="Arial"/>
                <a:ea typeface="Arial"/>
                <a:cs typeface="Arial"/>
              </a:defRPr>
            </a:lvl4pPr>
            <a:lvl5pPr>
              <a:defRPr sz="1000" b="1">
                <a:solidFill>
                  <a:srgbClr val="FFFFFF"/>
                </a:solidFill>
                <a:latin typeface="Arial"/>
                <a:ea typeface="Arial"/>
                <a:cs typeface="Arial"/>
              </a:defRPr>
            </a:lvl5pPr>
            <a:lvl6pPr>
              <a:defRPr sz="1000" b="1">
                <a:solidFill>
                  <a:srgbClr val="FFFFFF"/>
                </a:solidFill>
                <a:latin typeface="Arial"/>
                <a:ea typeface="Arial"/>
                <a:cs typeface="Arial"/>
              </a:defRPr>
            </a:lvl6pPr>
            <a:lvl7pPr>
              <a:defRPr sz="1000" b="1">
                <a:solidFill>
                  <a:srgbClr val="FFFFFF"/>
                </a:solidFill>
                <a:latin typeface="Arial"/>
                <a:ea typeface="Arial"/>
                <a:cs typeface="Arial"/>
              </a:defRPr>
            </a:lvl7pPr>
            <a:lvl8pPr>
              <a:defRPr sz="1000" b="1">
                <a:solidFill>
                  <a:srgbClr val="FFFFFF"/>
                </a:solidFill>
                <a:latin typeface="Arial"/>
                <a:ea typeface="Arial"/>
                <a:cs typeface="Arial"/>
              </a:defRPr>
            </a:lvl8pPr>
            <a:lvl9pPr>
              <a:defRPr sz="1000" b="1">
                <a:solidFill>
                  <a:srgbClr val="FFFFFF"/>
                </a:solidFill>
                <a:latin typeface="Arial"/>
                <a:ea typeface="Arial"/>
                <a:cs typeface="Arial"/>
              </a:defRPr>
            </a:lvl9pPr>
          </a:lstStyle>
          <a:p xmlns:a="http://schemas.openxmlformats.org/drawingml/2006/main">
            <a:pPr>
              <a:lnSpc>
                <a:spcPct val="98000"/>
              </a:lnSpc>
              <a:buNone/>
              <a:defRPr sz="1000" b="1">
                <a:solidFill>
                  <a:srgbClr val="FFFFFF"/>
                </a:solidFill>
                <a:latin typeface="Arial"/>
                <a:ea typeface="Arial"/>
                <a:cs typeface="Arial"/>
              </a:defRPr>
            </a:pPr>
            <a:r>
              <a:rPr sz="1000" b="1">
                <a:solidFill>
                  <a:srgbClr val="FFFFFF"/>
                </a:solidFill>
                <a:latin typeface="Arial"/>
                <a:ea typeface="Arial"/>
                <a:cs typeface="Arial"/>
              </a:rPr>
              <a:t>Find groups and rides.</a:t>
            </a:r>
          </a:p>
        </p:txBody>
      </p:sp>
      <p:sp>
        <p:nvSpPr>
          <p:cNvPr id="18" name="QR quiet zone">
            <a:extLst xmlns:a="http://schemas.openxmlformats.org/drawingml/2006/main">
              <a:ext uri="{FF2B5EF4-FFF2-40B4-BE49-F238E27FC236}">
                <a16:creationId xmlns:a16="http://schemas.microsoft.com/office/drawing/2014/main" id="{87900385-E7BD-4536-BD79-B0F8114A03F8}"/>
              </a:ext>
            </a:extLst>
          </p:cNvPr>
          <p:cNvSpPr>
            <a:spLocks xmlns:a="http://schemas.openxmlformats.org/drawingml/2006/main" noGrp="1"/>
          </p:cNvSpPr>
          <p:nvPr/>
        </p:nvSpPr>
        <p:spPr>
          <a:xfrm xmlns:a="http://schemas.openxmlformats.org/drawingml/2006/main">
            <a:off x="2962275" y="4848225"/>
            <a:ext cx="590550" cy="59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9" name="">
            <a:extLst xmlns:a="http://schemas.openxmlformats.org/drawingml/2006/main">
              <a:ext uri="{FF2B5EF4-FFF2-40B4-BE49-F238E27FC236}">
                <a16:creationId xmlns:a16="http://schemas.microsoft.com/office/drawing/2014/main" id="{6250708C-B628-4DF1-AE98-FA7843B6425E}"/>
              </a:ext>
            </a:extLst>
          </p:cNvPr>
          <p:cNvPicPr>
            <a:picLocks xmlns:a="http://schemas.openxmlformats.org/drawingml/2006/main" noChangeAspect="1"/>
          </p:cNvPicPr>
          <p:nvPr/>
        </p:nvPicPr>
        <p:blipFill>
          <a:blip xmlns:r="http://schemas.openxmlformats.org/officeDocument/2006/relationships" xmlns:a="http://schemas.openxmlformats.org/drawingml/2006/main" r:embed="Rded621fed6bc42cb"/>
          <a:stretch xmlns:a="http://schemas.openxmlformats.org/drawingml/2006/main"/>
        </p:blipFill>
        <p:spPr>
          <a:xfrm xmlns:a="http://schemas.openxmlformats.org/drawingml/2006/main">
            <a:off x="3009900" y="4895850"/>
            <a:ext cx="495300" cy="495300"/>
          </a:xfrm>
          <a:prstGeom xmlns:a="http://schemas.openxmlformats.org/drawingml/2006/main" prst="rect">
            <a:avLst/>
          </a:prstGeom>
        </p:spPr>
      </p:pic>
    </p:spTree>
    <p:extLst>
      <p:ext uri="{BB962C8B-B14F-4D97-AF65-F5344CB8AC3E}">
        <p14:creationId xmlns:p14="http://schemas.microsoft.com/office/powerpoint/2010/main" val="1924331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2026-10-29T13:48:10.9330000Z</dcterms:created>
  <dcterms:modified xsi:type="dcterms:W3CDTF">2026-10-29T13:48:10.9330000Z</dcterms:modified>
</coreProperties>
</file>