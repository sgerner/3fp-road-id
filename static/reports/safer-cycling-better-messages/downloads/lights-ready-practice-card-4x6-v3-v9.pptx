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08b2c16eb5472d" /><Relationship Type="http://schemas.openxmlformats.org/officeDocument/2006/relationships/extended-properties" Target="/docProps/app.xml" Id="R1e93a1e851194e0f" /><Relationship Type="http://schemas.openxmlformats.org/officeDocument/2006/relationships/officeDocument" Target="/ppt/presentation.xml" Id="Raf8e597829634f1b" /></Relationships>
</file>

<file path=ppt/presentation.xml><?xml version="1.0" encoding="utf-8"?>
<p:presentation xmlns:p="http://schemas.openxmlformats.org/presentationml/2006/main">
  <p:sldMasterIdLst>
    <p:sldMasterId xmlns:r="http://schemas.openxmlformats.org/officeDocument/2006/relationships" id="2147483648" r:id="Rfab74a07397f4b4c"/>
  </p:sldMasterIdLst>
  <p:notesMasterIdLst>
    <p:notesMasterId xmlns:r="http://schemas.openxmlformats.org/officeDocument/2006/relationships" r:id="Rdb2f5f3088e445d8"/>
  </p:notesMasterIdLst>
  <p:sldIdLst>
    <p:sldId xmlns:r="http://schemas.openxmlformats.org/officeDocument/2006/relationships" id="256" r:id="Rbdcc2670af6c40e5"/>
    <p:sldId xmlns:r="http://schemas.openxmlformats.org/officeDocument/2006/relationships" id="257" r:id="R910bc65d6bd044dd"/>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1ba6e681cb4952" /><Relationship Type="http://schemas.openxmlformats.org/officeDocument/2006/relationships/slideMaster" Target="/ppt/slideMasters/slideMaster1.xml" Id="Rfab74a07397f4b4c" /><Relationship Type="http://schemas.openxmlformats.org/officeDocument/2006/relationships/notesMaster" Target="/ppt/notesMasters/notesMaster1.xml" Id="Rdb2f5f3088e445d8" /><Relationship Type="http://schemas.openxmlformats.org/officeDocument/2006/relationships/presProps" Target="/ppt/presProps.xml" Id="Rf7407b4e6009464c" /><Relationship Type="http://schemas.openxmlformats.org/officeDocument/2006/relationships/tableStyles" Target="/ppt/tableStyles.xml" Id="R1d76bf429db74f39" /><Relationship Type="http://schemas.openxmlformats.org/officeDocument/2006/relationships/slide" Target="/ppt/slides/slide1.xml" Id="Rbdcc2670af6c40e5" /><Relationship Type="http://schemas.openxmlformats.org/officeDocument/2006/relationships/slide" Target="/ppt/slides/slide2.xml" Id="R910bc65d6bd044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be28bfff944f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4ffb4ba69941ba" /><Relationship Type="http://schemas.openxmlformats.org/officeDocument/2006/relationships/notesMaster" Target="/ppt/notesMasters/notesMaster1.xml" Id="R91699d8d418e4c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440f25d3a24164" /><Relationship Type="http://schemas.openxmlformats.org/officeDocument/2006/relationships/notesMaster" Target="/ppt/notesMasters/notesMaster1.xml" Id="R95aa69a865d64b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approved A.L.E.R.T. sequence is retained. The EYE-CATCHING sentence says bright clothing and lights may help, but neither guarantees a driver will see a rider; all remaining rider actions retain approved wording. The shop invitation is conditional. The artwork is AI-generated illustrative art, not a photograph of a documented rider or event. A.L.E.R.T. and this card are campaign language, not evaluated safety interventions.</a:t>
            </a:r>
          </a:p>
          <a:p xmlns:a="http://schemas.openxmlformats.org/drawingml/2006/main">
            <a:r>
              <a:t/>
            </a:r>
          </a:p>
          <a:p xmlns:a="http://schemas.openxmlformats.org/drawingml/2006/main">
            <a:r>
              <a:t>VERSION REVIEW: v8 local edition; reviewed 2026-10-22. This exact material is not evaluated.</a:t>
            </a:r>
          </a:p>
          <a:p xmlns:a="http://schemas.openxmlformats.org/drawingml/2006/main">
            <a:r>
              <a:t>Relationship roles in campaign copy and generated artwork are illustrative, not biographies or testimonials.</a:t>
            </a:r>
          </a:p>
          <a:p xmlns:a="http://schemas.openxmlformats.org/drawingml/2006/main">
            <a:r>
              <a:t>Emotional copy: “Before the ride home, check your lights.” is a creative proposal informed by audience and behavior guidance. The exact print copy is untested and has not demonstrated crash reduction or crash prevention.</a:t>
            </a:r>
          </a:p>
          <a:p xmlns:a="http://schemas.openxmlformats.org/drawingml/2006/main">
            <a:r>
              <a:t>Evidence and endpoint: visibility-aid research concerns detection/recognition under specific conditions and is distinct from evidence about print messages. This exact light card is untested; do not promise detection or crash/injury prevention.</a:t>
            </a:r>
          </a:p>
          <a:p xmlns:a="http://schemas.openxmlformats.org/drawingml/2006/main">
            <a:r>
              <a:t>Practitioner delivery: demonstrate fitting and operation in a stationary setting; offer access only where the partner can provide it. Explain that equipment may help in some conditions but cannot guarantee a driver will see or yield.</a:t>
            </a:r>
          </a:p>
          <a:p xmlns:a="http://schemas.openxmlformats.org/drawingml/2006/main">
            <a:r>
              <a:t>CAST (Delhomme et al., 2009) and NASEM (2025) provide campaign planning and evaluation practice: pretest with the intended audience; plan evaluation before rollout; distinguish process/reach, comprehension, behavior, safety, and economic outcomes; select a design appropriate to the campaign and concurrent activities.</a:t>
            </a:r>
          </a:p>
          <a:p xmlns:a="http://schemas.openxmlformats.org/drawingml/2006/main">
            <a:r>
              <a:t>ACT humanization experiment is a separate, small immediate-rating study and does not evaluate this material. Phillips et al. (2011) pooled heterogeneous road-safety campaigns; that average is not a forecast for this print piece.</a:t>
            </a:r>
          </a:p>
          <a:p xmlns:a="http://schemas.openxmlformats.org/drawingml/2006/main">
            <a:r>
              <a:t>Public research review: output/public-safety-review/REPORT.md.</a:t>
            </a:r>
          </a:p>
          <a:p xmlns:a="http://schemas.openxmlformats.org/drawingml/2006/main">
            <a:r>
              <a:t>Source references:</a:t>
            </a:r>
          </a:p>
          <a:p xmlns:a="http://schemas.openxmlformats.org/drawingml/2006/main">
            <a:r>
              <a:t>3FP approved A.L.E.R.T. copy: output/print-v4/COPY.md, Public display pair and Rider field card.</a:t>
            </a:r>
          </a:p>
          <a:p xmlns:a="http://schemas.openxmlformats.org/drawingml/2006/main">
            <a:r>
              <a:t>Kwan &amp; Mapstone, Cochrane review on visibility aids and detection: https://www.cochrane.org/evidence/CD003438_increasing-pedestrian-and-cyclist-visibility-prevent-deaths-and-injuries</a:t>
            </a:r>
          </a:p>
          <a:p xmlns:a="http://schemas.openxmlformats.org/drawingml/2006/main">
            <a:r>
              <a:t>QR destination: https://3fp.org</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detection statement is carefully limited to a plausible intermediate outcome and does not promise crash or injury prevention. Experimental visibility studies and equipment trials are separate from evidence about printed messages. Exact A.L.E.R.T. card efficacy and this fitting/access card have not been tested. Keep any access offer conditional. Art is AI-generated and does not depict a real person.</a:t>
            </a:r>
          </a:p>
          <a:p xmlns:a="http://schemas.openxmlformats.org/drawingml/2006/main">
            <a:r>
              <a:t/>
            </a:r>
          </a:p>
          <a:p xmlns:a="http://schemas.openxmlformats.org/drawingml/2006/main">
            <a:r>
              <a:t>VERSION REVIEW: v8 local edition; reviewed 2026-10-22. This exact material is not evaluated.</a:t>
            </a:r>
          </a:p>
          <a:p xmlns:a="http://schemas.openxmlformats.org/drawingml/2006/main">
            <a:r>
              <a:t>Relationship roles in campaign copy and generated artwork are illustrative, not biographies or testimonials.</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visibility-aid research concerns detection/recognition under specific conditions and is distinct from evidence about print messages. This exact light card is untested; do not promise detection or crash/injury prevention.</a:t>
            </a:r>
          </a:p>
          <a:p xmlns:a="http://schemas.openxmlformats.org/drawingml/2006/main">
            <a:r>
              <a:t>Practitioner delivery: demonstrate fitting and operation in a stationary setting; offer access only where the partner can provide it. Explain that equipment may help in some conditions but cannot guarantee a driver will see or yield.</a:t>
            </a:r>
          </a:p>
          <a:p xmlns:a="http://schemas.openxmlformats.org/drawingml/2006/main">
            <a:r>
              <a:t>CAST (Delhomme et al., 2009) and NASEM (2025) provide campaign planning and evaluation practice: pretest with the intended audience; plan evaluation before rollout; distinguish process/reach, comprehension, behavior, safety, and economic outcomes; select a design appropriate to the campaign and concurrent activities.</a:t>
            </a:r>
          </a:p>
          <a:p xmlns:a="http://schemas.openxmlformats.org/drawingml/2006/main">
            <a:r>
              <a:t>ACT humanization experiment is a separate, small immediate-rating study and does not evaluate this material. Phillips et al. (2011) pooled heterogeneous road-safety campaigns; that average is not a forecast for this print piece.</a:t>
            </a:r>
          </a:p>
          <a:p xmlns:a="http://schemas.openxmlformats.org/drawingml/2006/main">
            <a:r>
              <a:t>Public research review: output/public-safety-review/REPORT.md.</a:t>
            </a:r>
          </a:p>
          <a:p xmlns:a="http://schemas.openxmlformats.org/drawingml/2006/main">
            <a:r>
              <a:t>Source references:</a:t>
            </a:r>
          </a:p>
          <a:p xmlns:a="http://schemas.openxmlformats.org/drawingml/2006/main">
            <a:r>
              <a:t>Kwan &amp; Mapstone, Cochrane review on visibility aids and driver detection/recognition: https://www.cochrane.org/evidence/CD003438_increasing-pedestrian-and-cyclist-visibility-prevent-deaths-and-injuries</a:t>
            </a:r>
          </a:p>
          <a:p xmlns:a="http://schemas.openxmlformats.org/drawingml/2006/main">
            <a:r>
              <a:t>Hels et al. (2025), daytime running lights randomized trial: https://doi.org/10.55329/qwqe8132</a:t>
            </a:r>
          </a:p>
          <a:p xmlns:a="http://schemas.openxmlformats.org/drawingml/2006/main">
            <a:r>
              <a:t>Madsen et al. (2013), permanent bicycle running lights trial: https://pubmed.ncbi.nlm.nih.gov/22884376/</a:t>
            </a:r>
          </a:p>
          <a:p xmlns:a="http://schemas.openxmlformats.org/drawingml/2006/main">
            <a:r>
              <a:t>3FP approved A.L.E.R.T. copy: output/print-v4/COPY.md, Public display pair and Rider field card.</a:t>
            </a:r>
          </a:p>
          <a:p xmlns:a="http://schemas.openxmlformats.org/drawingml/2006/main">
            <a:r>
              <a:t>QR destination: https://3fp.org</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e34dc0542444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c459ff679141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77173b905d4c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6d18bf65244e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9e487f3dfe4c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91c7818e4745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872F73-28DB-4D90-B278-D1C4E0C2EAD8}"/>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B38420-614C-4CB3-99C8-8006332811CF}"/>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6D0913-239C-4D35-B595-67E20FF58769}"/>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07FF5B-DB6C-4D47-89E7-0D3EAAA20BF6}"/>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A5EC05-99BC-42E0-855D-A412BC813FB0}"/>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07A109-C840-4BF2-8BB1-456422069CBD}"/>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CAF6D8-951A-450A-9EAF-59145398432A}"/>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67B727-119A-47AA-884D-3107DA878156}"/>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038AF-8ECC-41F9-B0C8-C0042A199D4C}"/>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5ED4A0-32BB-4D54-B710-81339D06FD61}"/>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d0020aaf704bee" /><Relationship Type="http://schemas.openxmlformats.org/officeDocument/2006/relationships/slideLayout" Target="/ppt/slideLayouts/slideLayout1.xml" Id="R11778a7ed9534313" /><Relationship Type="http://schemas.openxmlformats.org/officeDocument/2006/relationships/slideLayout" Target="/ppt/slideLayouts/slideLayout2.xml" Id="R0cc06dd3333a4596" /><Relationship Type="http://schemas.openxmlformats.org/officeDocument/2006/relationships/slideLayout" Target="/ppt/slideLayouts/slideLayout3.xml" Id="R4137758e44d14b7e" /><Relationship Type="http://schemas.openxmlformats.org/officeDocument/2006/relationships/slideLayout" Target="/ppt/slideLayouts/slideLayout4.xml" Id="Rc0df8ee698f645df" /><Relationship Type="http://schemas.openxmlformats.org/officeDocument/2006/relationships/slideLayout" Target="/ppt/slideLayouts/slideLayout5.xml" Id="Re422bedaa9be4252" /><Relationship Type="http://schemas.openxmlformats.org/officeDocument/2006/relationships/slideLayout" Target="/ppt/slideLayouts/slideLayout6.xml" Id="R4031e0b1075e48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78a7ed9534313"/>
    <p:sldLayoutId xmlns:r="http://schemas.openxmlformats.org/officeDocument/2006/relationships" id="2147483650" r:id="R0cc06dd3333a4596"/>
    <p:sldLayoutId xmlns:r="http://schemas.openxmlformats.org/officeDocument/2006/relationships" id="2147483651" r:id="R4137758e44d14b7e"/>
    <p:sldLayoutId xmlns:r="http://schemas.openxmlformats.org/officeDocument/2006/relationships" id="2147483652" r:id="Rc0df8ee698f645df"/>
    <p:sldLayoutId xmlns:r="http://schemas.openxmlformats.org/officeDocument/2006/relationships" id="2147483653" r:id="Re422bedaa9be4252"/>
    <p:sldLayoutId xmlns:r="http://schemas.openxmlformats.org/officeDocument/2006/relationships" id="2147483654" r:id="R4031e0b1075e48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0bf84534d445f7" /><Relationship Type="http://schemas.openxmlformats.org/officeDocument/2006/relationships/image" Target="/ppt/media/image.png" Id="Ra9bb0b4faa8f4fb5" /><Relationship Type="http://schemas.openxmlformats.org/officeDocument/2006/relationships/image" Target="/ppt/media/image2.png" Id="R3e2d2f085d684619" /><Relationship Type="http://schemas.openxmlformats.org/officeDocument/2006/relationships/image" Target="/ppt/media/image3.png" Id="R7cd726d6e8704a08" /><Relationship Type="http://schemas.openxmlformats.org/officeDocument/2006/relationships/notesSlide" Target="/ppt/notesSlides/notesSlide1.xml" Id="Rebca2996348848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8b19493f8c4017" /><Relationship Type="http://schemas.openxmlformats.org/officeDocument/2006/relationships/image" Target="/ppt/media/image4.png" Id="R8432a3491c384faf" /><Relationship Type="http://schemas.openxmlformats.org/officeDocument/2006/relationships/image" Target="/ppt/media/image5.png" Id="R3a82b3292acd45ab" /><Relationship Type="http://schemas.openxmlformats.org/officeDocument/2006/relationships/notesSlide" Target="/ppt/notesSlides/notesSlide2.xml" Id="R3ace9a7ca9da44e6"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D2F9FFF-5E98-48D0-8D00-0CD2BAC41B20}"/>
              </a:ext>
            </a:extLst>
          </p:cNvPr>
          <p:cNvPicPr>
            <a:picLocks xmlns:a="http://schemas.openxmlformats.org/drawingml/2006/main" noChangeAspect="1"/>
          </p:cNvPicPr>
          <p:nvPr/>
        </p:nvPicPr>
        <p:blipFill>
          <a:blip xmlns:r="http://schemas.openxmlformats.org/officeDocument/2006/relationships" xmlns:a="http://schemas.openxmlformats.org/drawingml/2006/main" r:embed="Ra9bb0b4faa8f4fb5"/>
          <a:srcRect xmlns:a="http://schemas.openxmlformats.org/drawingml/2006/main" l="0" t="0" r="0" b="0"/>
          <a:stretch xmlns:a="http://schemas.openxmlformats.org/drawingml/2006/main">
            <a:fillRect l="0" t="0" r="0" b="0"/>
          </a:stretch>
        </p:blipFill>
        <p:spPr>
          <a:xfrm xmlns:a="http://schemas.openxmlformats.org/drawingml/2006/main">
            <a:off x="0" y="0"/>
            <a:ext cx="3657600" cy="2438400"/>
          </a:xfrm>
          <a:prstGeom xmlns:a="http://schemas.openxmlformats.org/drawingml/2006/main" prst="rect">
            <a:avLst/>
          </a:prstGeom>
        </p:spPr>
      </p:pic>
      <p:sp>
        <p:nvSpPr>
          <p:cNvPr id="2" name="Lights title ground">
            <a:extLst xmlns:a="http://schemas.openxmlformats.org/drawingml/2006/main">
              <a:ext uri="{FF2B5EF4-FFF2-40B4-BE49-F238E27FC236}">
                <a16:creationId xmlns:a16="http://schemas.microsoft.com/office/drawing/2014/main" id="{D3F3EF68-263A-49F5-AA9D-6515622147DE}"/>
              </a:ext>
            </a:extLst>
          </p:cNvPr>
          <p:cNvSpPr>
            <a:spLocks xmlns:a="http://schemas.openxmlformats.org/drawingml/2006/main" noGrp="1"/>
          </p:cNvSpPr>
          <p:nvPr/>
        </p:nvSpPr>
        <p:spPr>
          <a:xfrm xmlns:a="http://schemas.openxmlformats.org/drawingml/2006/main">
            <a:off x="0" y="1600200"/>
            <a:ext cx="3657600" cy="838200"/>
          </a:xfrm>
          <a:prstGeom xmlns:a="http://schemas.openxmlformats.org/drawingml/2006/main" prst="rect">
            <a:avLst/>
          </a:prstGeom>
          <a:solidFill xmlns:a="http://schemas.openxmlformats.org/drawingml/2006/main">
            <a:srgbClr val="35125F">
              <a:alpha val="88000"/>
            </a:srgbClr>
          </a:solidFill>
          <a:ln xmlns:a="http://schemas.openxmlformats.org/drawingml/2006/main" w="0">
            <a:noFill/>
            <a:prstDash val="solid"/>
          </a:ln>
        </p:spPr>
      </p:sp>
      <p:sp>
        <p:nvSpPr>
          <p:cNvPr id="3" name="Lights card title">
            <a:extLst xmlns:a="http://schemas.openxmlformats.org/drawingml/2006/main">
              <a:ext uri="{FF2B5EF4-FFF2-40B4-BE49-F238E27FC236}">
                <a16:creationId xmlns:a16="http://schemas.microsoft.com/office/drawing/2014/main" id="{BE69E95E-7235-4DCF-BAD1-4BC6C1481472}"/>
              </a:ext>
            </a:extLst>
          </p:cNvPr>
          <p:cNvSpPr>
            <a:spLocks xmlns:a="http://schemas.openxmlformats.org/drawingml/2006/main" noGrp="1"/>
          </p:cNvSpPr>
          <p:nvPr/>
        </p:nvSpPr>
        <p:spPr>
          <a:xfrm xmlns:a="http://schemas.openxmlformats.org/drawingml/2006/main">
            <a:off x="171450" y="1657350"/>
            <a:ext cx="3314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50" b="1">
                <a:solidFill>
                  <a:srgbClr val="FFFFFF"/>
                </a:solidFill>
                <a:latin typeface="Space Grotesk"/>
                <a:ea typeface="Space Grotesk"/>
                <a:cs typeface="Space Grotesk"/>
              </a:defRPr>
            </a:defPPr>
            <a:lvl1pPr algn="l">
              <a:defRPr sz="1750" b="1">
                <a:solidFill>
                  <a:srgbClr val="FFFFFF"/>
                </a:solidFill>
                <a:latin typeface="Space Grotesk"/>
                <a:ea typeface="Space Grotesk"/>
                <a:cs typeface="Space Grotesk"/>
              </a:defRPr>
            </a:lvl1pPr>
            <a:lvl2pPr algn="l">
              <a:defRPr sz="1750" b="1">
                <a:solidFill>
                  <a:srgbClr val="FFFFFF"/>
                </a:solidFill>
                <a:latin typeface="Space Grotesk"/>
                <a:ea typeface="Space Grotesk"/>
                <a:cs typeface="Space Grotesk"/>
              </a:defRPr>
            </a:lvl2pPr>
            <a:lvl3pPr algn="l">
              <a:defRPr sz="1750" b="1">
                <a:solidFill>
                  <a:srgbClr val="FFFFFF"/>
                </a:solidFill>
                <a:latin typeface="Space Grotesk"/>
                <a:ea typeface="Space Grotesk"/>
                <a:cs typeface="Space Grotesk"/>
              </a:defRPr>
            </a:lvl3pPr>
            <a:lvl4pPr algn="l">
              <a:defRPr sz="1750" b="1">
                <a:solidFill>
                  <a:srgbClr val="FFFFFF"/>
                </a:solidFill>
                <a:latin typeface="Space Grotesk"/>
                <a:ea typeface="Space Grotesk"/>
                <a:cs typeface="Space Grotesk"/>
              </a:defRPr>
            </a:lvl4pPr>
            <a:lvl5pPr algn="l">
              <a:defRPr sz="1750" b="1">
                <a:solidFill>
                  <a:srgbClr val="FFFFFF"/>
                </a:solidFill>
                <a:latin typeface="Space Grotesk"/>
                <a:ea typeface="Space Grotesk"/>
                <a:cs typeface="Space Grotesk"/>
              </a:defRPr>
            </a:lvl5pPr>
            <a:lvl6pPr algn="l">
              <a:defRPr sz="1750" b="1">
                <a:solidFill>
                  <a:srgbClr val="FFFFFF"/>
                </a:solidFill>
                <a:latin typeface="Space Grotesk"/>
                <a:ea typeface="Space Grotesk"/>
                <a:cs typeface="Space Grotesk"/>
              </a:defRPr>
            </a:lvl6pPr>
            <a:lvl7pPr algn="l">
              <a:defRPr sz="1750" b="1">
                <a:solidFill>
                  <a:srgbClr val="FFFFFF"/>
                </a:solidFill>
                <a:latin typeface="Space Grotesk"/>
                <a:ea typeface="Space Grotesk"/>
                <a:cs typeface="Space Grotesk"/>
              </a:defRPr>
            </a:lvl7pPr>
            <a:lvl8pPr algn="l">
              <a:defRPr sz="1750" b="1">
                <a:solidFill>
                  <a:srgbClr val="FFFFFF"/>
                </a:solidFill>
                <a:latin typeface="Space Grotesk"/>
                <a:ea typeface="Space Grotesk"/>
                <a:cs typeface="Space Grotesk"/>
              </a:defRPr>
            </a:lvl8pPr>
            <a:lvl9pPr algn="l">
              <a:defRPr sz="1750" b="1">
                <a:solidFill>
                  <a:srgbClr val="FFFFFF"/>
                </a:solidFill>
                <a:latin typeface="Space Grotesk"/>
                <a:ea typeface="Space Grotesk"/>
                <a:cs typeface="Space Grotesk"/>
              </a:defRPr>
            </a:lvl9pPr>
          </a:lstStyle>
          <a:p xmlns:a="http://schemas.openxmlformats.org/drawingml/2006/main">
            <a:pPr algn="l">
              <a:lnSpc>
                <a:spcPct val="95000"/>
              </a:lnSpc>
              <a:buNone/>
              <a:defRPr sz="1750" b="1">
                <a:solidFill>
                  <a:srgbClr val="FFFFFF"/>
                </a:solidFill>
                <a:latin typeface="Space Grotesk"/>
                <a:ea typeface="Space Grotesk"/>
                <a:cs typeface="Space Grotesk"/>
              </a:defRPr>
            </a:pPr>
            <a:r>
              <a:rPr sz="1750" b="1">
                <a:solidFill>
                  <a:srgbClr val="FFFFFF"/>
                </a:solidFill>
                <a:latin typeface="Space Grotesk"/>
                <a:ea typeface="Space Grotesk"/>
                <a:cs typeface="Space Grotesk"/>
              </a:rPr>
              <a:t>Before the ride home,</a:t>
            </a:r>
          </a:p>
          <a:p xmlns:a="http://schemas.openxmlformats.org/drawingml/2006/main">
            <a:pPr algn="l">
              <a:lnSpc>
                <a:spcPct val="95000"/>
              </a:lnSpc>
              <a:buNone/>
              <a:defRPr sz="1750" b="1">
                <a:solidFill>
                  <a:srgbClr val="FFFFFF"/>
                </a:solidFill>
                <a:latin typeface="Space Grotesk"/>
                <a:ea typeface="Space Grotesk"/>
                <a:cs typeface="Space Grotesk"/>
              </a:defRPr>
            </a:pPr>
            <a:r>
              <a:rPr sz="1750" b="1">
                <a:solidFill>
                  <a:srgbClr val="FFFFFF"/>
                </a:solidFill>
                <a:latin typeface="Space Grotesk"/>
                <a:ea typeface="Space Grotesk"/>
                <a:cs typeface="Space Grotesk"/>
              </a:rPr>
              <a:t>check your lights.</a:t>
            </a:r>
          </a:p>
        </p:txBody>
      </p:sp>
      <p:sp>
        <p:nvSpPr>
          <p:cNvPr id="4" name="Lights card subtitle">
            <a:extLst xmlns:a="http://schemas.openxmlformats.org/drawingml/2006/main">
              <a:ext uri="{FF2B5EF4-FFF2-40B4-BE49-F238E27FC236}">
                <a16:creationId xmlns:a16="http://schemas.microsoft.com/office/drawing/2014/main" id="{0DEE9BD0-EC3B-4AE1-AEB7-7640C4B5F3B6}"/>
              </a:ext>
            </a:extLst>
          </p:cNvPr>
          <p:cNvSpPr>
            <a:spLocks xmlns:a="http://schemas.openxmlformats.org/drawingml/2006/main" noGrp="1"/>
          </p:cNvSpPr>
          <p:nvPr/>
        </p:nvSpPr>
        <p:spPr>
          <a:xfrm xmlns:a="http://schemas.openxmlformats.org/drawingml/2006/main">
            <a:off x="180975" y="2190750"/>
            <a:ext cx="33051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1">
                <a:solidFill>
                  <a:srgbClr val="FFFF0A"/>
                </a:solidFill>
                <a:latin typeface="Space Grotesk"/>
                <a:ea typeface="Space Grotesk"/>
                <a:cs typeface="Space Grotesk"/>
              </a:defRPr>
            </a:defPPr>
            <a:lvl1pPr algn="l">
              <a:defRPr sz="980" b="1">
                <a:solidFill>
                  <a:srgbClr val="FFFF0A"/>
                </a:solidFill>
                <a:latin typeface="Space Grotesk"/>
                <a:ea typeface="Space Grotesk"/>
                <a:cs typeface="Space Grotesk"/>
              </a:defRPr>
            </a:lvl1pPr>
            <a:lvl2pPr algn="l">
              <a:defRPr sz="980" b="1">
                <a:solidFill>
                  <a:srgbClr val="FFFF0A"/>
                </a:solidFill>
                <a:latin typeface="Space Grotesk"/>
                <a:ea typeface="Space Grotesk"/>
                <a:cs typeface="Space Grotesk"/>
              </a:defRPr>
            </a:lvl2pPr>
            <a:lvl3pPr algn="l">
              <a:defRPr sz="980" b="1">
                <a:solidFill>
                  <a:srgbClr val="FFFF0A"/>
                </a:solidFill>
                <a:latin typeface="Space Grotesk"/>
                <a:ea typeface="Space Grotesk"/>
                <a:cs typeface="Space Grotesk"/>
              </a:defRPr>
            </a:lvl3pPr>
            <a:lvl4pPr algn="l">
              <a:defRPr sz="980" b="1">
                <a:solidFill>
                  <a:srgbClr val="FFFF0A"/>
                </a:solidFill>
                <a:latin typeface="Space Grotesk"/>
                <a:ea typeface="Space Grotesk"/>
                <a:cs typeface="Space Grotesk"/>
              </a:defRPr>
            </a:lvl4pPr>
            <a:lvl5pPr algn="l">
              <a:defRPr sz="980" b="1">
                <a:solidFill>
                  <a:srgbClr val="FFFF0A"/>
                </a:solidFill>
                <a:latin typeface="Space Grotesk"/>
                <a:ea typeface="Space Grotesk"/>
                <a:cs typeface="Space Grotesk"/>
              </a:defRPr>
            </a:lvl5pPr>
            <a:lvl6pPr algn="l">
              <a:defRPr sz="980" b="1">
                <a:solidFill>
                  <a:srgbClr val="FFFF0A"/>
                </a:solidFill>
                <a:latin typeface="Space Grotesk"/>
                <a:ea typeface="Space Grotesk"/>
                <a:cs typeface="Space Grotesk"/>
              </a:defRPr>
            </a:lvl6pPr>
            <a:lvl7pPr algn="l">
              <a:defRPr sz="980" b="1">
                <a:solidFill>
                  <a:srgbClr val="FFFF0A"/>
                </a:solidFill>
                <a:latin typeface="Space Grotesk"/>
                <a:ea typeface="Space Grotesk"/>
                <a:cs typeface="Space Grotesk"/>
              </a:defRPr>
            </a:lvl7pPr>
            <a:lvl8pPr algn="l">
              <a:defRPr sz="980" b="1">
                <a:solidFill>
                  <a:srgbClr val="FFFF0A"/>
                </a:solidFill>
                <a:latin typeface="Space Grotesk"/>
                <a:ea typeface="Space Grotesk"/>
                <a:cs typeface="Space Grotesk"/>
              </a:defRPr>
            </a:lvl8pPr>
            <a:lvl9pPr algn="l">
              <a:defRPr sz="980" b="1">
                <a:solidFill>
                  <a:srgbClr val="FFFF0A"/>
                </a:solidFill>
                <a:latin typeface="Space Grotesk"/>
                <a:ea typeface="Space Grotesk"/>
                <a:cs typeface="Space Grotesk"/>
              </a:defRPr>
            </a:lvl9pPr>
          </a:lstStyle>
          <a:p xmlns:a="http://schemas.openxmlformats.org/drawingml/2006/main">
            <a:pPr algn="l">
              <a:lnSpc>
                <a:spcPct val="100000"/>
              </a:lnSpc>
              <a:buNone/>
              <a:defRPr sz="980" b="1">
                <a:solidFill>
                  <a:srgbClr val="FFFF0A"/>
                </a:solidFill>
                <a:latin typeface="Space Grotesk"/>
                <a:ea typeface="Space Grotesk"/>
                <a:cs typeface="Space Grotesk"/>
              </a:defRPr>
            </a:pPr>
            <a:r>
              <a:rPr sz="980" b="1">
                <a:solidFill>
                  <a:srgbClr val="FFFF0A"/>
                </a:solidFill>
                <a:latin typeface="Space Grotesk"/>
                <a:ea typeface="Space Grotesk"/>
                <a:cs typeface="Space Grotesk"/>
              </a:rPr>
              <a:t>A.L.E.R.T. · before you roll</a:t>
            </a:r>
          </a:p>
        </p:txBody>
      </p:sp>
      <p:sp>
        <p:nvSpPr>
          <p:cNvPr id="5" name="Eye-catching exact heading">
            <a:extLst xmlns:a="http://schemas.openxmlformats.org/drawingml/2006/main">
              <a:ext uri="{FF2B5EF4-FFF2-40B4-BE49-F238E27FC236}">
                <a16:creationId xmlns:a16="http://schemas.microsoft.com/office/drawing/2014/main" id="{5A69D103-CB5C-4030-8DB6-BD0FBA5D7B9F}"/>
              </a:ext>
            </a:extLst>
          </p:cNvPr>
          <p:cNvSpPr>
            <a:spLocks xmlns:a="http://schemas.openxmlformats.org/drawingml/2006/main" noGrp="1"/>
          </p:cNvSpPr>
          <p:nvPr/>
        </p:nvSpPr>
        <p:spPr>
          <a:xfrm xmlns:a="http://schemas.openxmlformats.org/drawingml/2006/main">
            <a:off x="171450" y="2581275"/>
            <a:ext cx="3314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0" b="1">
                <a:solidFill>
                  <a:srgbClr val="7926CB"/>
                </a:solidFill>
                <a:latin typeface="Space Grotesk"/>
                <a:ea typeface="Space Grotesk"/>
                <a:cs typeface="Space Grotesk"/>
              </a:defRPr>
            </a:defPPr>
            <a:lvl1pPr algn="l">
              <a:defRPr sz="1300" b="1">
                <a:solidFill>
                  <a:srgbClr val="7926CB"/>
                </a:solidFill>
                <a:latin typeface="Space Grotesk"/>
                <a:ea typeface="Space Grotesk"/>
                <a:cs typeface="Space Grotesk"/>
              </a:defRPr>
            </a:lvl1pPr>
            <a:lvl2pPr algn="l">
              <a:defRPr sz="1300" b="1">
                <a:solidFill>
                  <a:srgbClr val="7926CB"/>
                </a:solidFill>
                <a:latin typeface="Space Grotesk"/>
                <a:ea typeface="Space Grotesk"/>
                <a:cs typeface="Space Grotesk"/>
              </a:defRPr>
            </a:lvl2pPr>
            <a:lvl3pPr algn="l">
              <a:defRPr sz="1300" b="1">
                <a:solidFill>
                  <a:srgbClr val="7926CB"/>
                </a:solidFill>
                <a:latin typeface="Space Grotesk"/>
                <a:ea typeface="Space Grotesk"/>
                <a:cs typeface="Space Grotesk"/>
              </a:defRPr>
            </a:lvl3pPr>
            <a:lvl4pPr algn="l">
              <a:defRPr sz="1300" b="1">
                <a:solidFill>
                  <a:srgbClr val="7926CB"/>
                </a:solidFill>
                <a:latin typeface="Space Grotesk"/>
                <a:ea typeface="Space Grotesk"/>
                <a:cs typeface="Space Grotesk"/>
              </a:defRPr>
            </a:lvl4pPr>
            <a:lvl5pPr algn="l">
              <a:defRPr sz="1300" b="1">
                <a:solidFill>
                  <a:srgbClr val="7926CB"/>
                </a:solidFill>
                <a:latin typeface="Space Grotesk"/>
                <a:ea typeface="Space Grotesk"/>
                <a:cs typeface="Space Grotesk"/>
              </a:defRPr>
            </a:lvl5pPr>
            <a:lvl6pPr algn="l">
              <a:defRPr sz="1300" b="1">
                <a:solidFill>
                  <a:srgbClr val="7926CB"/>
                </a:solidFill>
                <a:latin typeface="Space Grotesk"/>
                <a:ea typeface="Space Grotesk"/>
                <a:cs typeface="Space Grotesk"/>
              </a:defRPr>
            </a:lvl6pPr>
            <a:lvl7pPr algn="l">
              <a:defRPr sz="1300" b="1">
                <a:solidFill>
                  <a:srgbClr val="7926CB"/>
                </a:solidFill>
                <a:latin typeface="Space Grotesk"/>
                <a:ea typeface="Space Grotesk"/>
                <a:cs typeface="Space Grotesk"/>
              </a:defRPr>
            </a:lvl7pPr>
            <a:lvl8pPr algn="l">
              <a:defRPr sz="1300" b="1">
                <a:solidFill>
                  <a:srgbClr val="7926CB"/>
                </a:solidFill>
                <a:latin typeface="Space Grotesk"/>
                <a:ea typeface="Space Grotesk"/>
                <a:cs typeface="Space Grotesk"/>
              </a:defRPr>
            </a:lvl8pPr>
            <a:lvl9pPr algn="l">
              <a:defRPr sz="1300" b="1">
                <a:solidFill>
                  <a:srgbClr val="7926CB"/>
                </a:solidFill>
                <a:latin typeface="Space Grotesk"/>
                <a:ea typeface="Space Grotesk"/>
                <a:cs typeface="Space Grotesk"/>
              </a:defRPr>
            </a:lvl9pPr>
          </a:lstStyle>
          <a:p xmlns:a="http://schemas.openxmlformats.org/drawingml/2006/main">
            <a:pPr algn="l">
              <a:lnSpc>
                <a:spcPct val="100000"/>
              </a:lnSpc>
              <a:buNone/>
              <a:defRPr sz="1300" b="1">
                <a:solidFill>
                  <a:srgbClr val="7926CB"/>
                </a:solidFill>
                <a:latin typeface="Space Grotesk"/>
                <a:ea typeface="Space Grotesk"/>
                <a:cs typeface="Space Grotesk"/>
              </a:defRPr>
            </a:pPr>
            <a:r>
              <a:rPr sz="1300" b="1">
                <a:solidFill>
                  <a:srgbClr val="7926CB"/>
                </a:solidFill>
                <a:latin typeface="Space Grotesk"/>
                <a:ea typeface="Space Grotesk"/>
                <a:cs typeface="Space Grotesk"/>
              </a:rPr>
              <a:t>Eye-catching</a:t>
            </a:r>
          </a:p>
        </p:txBody>
      </p:sp>
      <p:sp>
        <p:nvSpPr>
          <p:cNvPr id="6" name="Eye-catching exact copy">
            <a:extLst xmlns:a="http://schemas.openxmlformats.org/drawingml/2006/main">
              <a:ext uri="{FF2B5EF4-FFF2-40B4-BE49-F238E27FC236}">
                <a16:creationId xmlns:a16="http://schemas.microsoft.com/office/drawing/2014/main" id="{F4689679-C5BE-4EC7-9900-0AFD808C01A9}"/>
              </a:ext>
            </a:extLst>
          </p:cNvPr>
          <p:cNvSpPr>
            <a:spLocks xmlns:a="http://schemas.openxmlformats.org/drawingml/2006/main" noGrp="1"/>
          </p:cNvSpPr>
          <p:nvPr/>
        </p:nvSpPr>
        <p:spPr>
          <a:xfrm xmlns:a="http://schemas.openxmlformats.org/drawingml/2006/main">
            <a:off x="171450" y="2847975"/>
            <a:ext cx="3314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23143A"/>
                </a:solidFill>
                <a:latin typeface="Arial"/>
                <a:ea typeface="Arial"/>
                <a:cs typeface="Arial"/>
              </a:defRPr>
            </a:defPPr>
            <a:lvl1pPr algn="l">
              <a:defRPr sz="1020" b="0">
                <a:solidFill>
                  <a:srgbClr val="23143A"/>
                </a:solidFill>
                <a:latin typeface="Arial"/>
                <a:ea typeface="Arial"/>
                <a:cs typeface="Arial"/>
              </a:defRPr>
            </a:lvl1pPr>
            <a:lvl2pPr algn="l">
              <a:defRPr sz="1020" b="0">
                <a:solidFill>
                  <a:srgbClr val="23143A"/>
                </a:solidFill>
                <a:latin typeface="Arial"/>
                <a:ea typeface="Arial"/>
                <a:cs typeface="Arial"/>
              </a:defRPr>
            </a:lvl2pPr>
            <a:lvl3pPr algn="l">
              <a:defRPr sz="1020" b="0">
                <a:solidFill>
                  <a:srgbClr val="23143A"/>
                </a:solidFill>
                <a:latin typeface="Arial"/>
                <a:ea typeface="Arial"/>
                <a:cs typeface="Arial"/>
              </a:defRPr>
            </a:lvl3pPr>
            <a:lvl4pPr algn="l">
              <a:defRPr sz="1020" b="0">
                <a:solidFill>
                  <a:srgbClr val="23143A"/>
                </a:solidFill>
                <a:latin typeface="Arial"/>
                <a:ea typeface="Arial"/>
                <a:cs typeface="Arial"/>
              </a:defRPr>
            </a:lvl4pPr>
            <a:lvl5pPr algn="l">
              <a:defRPr sz="1020" b="0">
                <a:solidFill>
                  <a:srgbClr val="23143A"/>
                </a:solidFill>
                <a:latin typeface="Arial"/>
                <a:ea typeface="Arial"/>
                <a:cs typeface="Arial"/>
              </a:defRPr>
            </a:lvl5pPr>
            <a:lvl6pPr algn="l">
              <a:defRPr sz="1020" b="0">
                <a:solidFill>
                  <a:srgbClr val="23143A"/>
                </a:solidFill>
                <a:latin typeface="Arial"/>
                <a:ea typeface="Arial"/>
                <a:cs typeface="Arial"/>
              </a:defRPr>
            </a:lvl6pPr>
            <a:lvl7pPr algn="l">
              <a:defRPr sz="1020" b="0">
                <a:solidFill>
                  <a:srgbClr val="23143A"/>
                </a:solidFill>
                <a:latin typeface="Arial"/>
                <a:ea typeface="Arial"/>
                <a:cs typeface="Arial"/>
              </a:defRPr>
            </a:lvl7pPr>
            <a:lvl8pPr algn="l">
              <a:defRPr sz="1020" b="0">
                <a:solidFill>
                  <a:srgbClr val="23143A"/>
                </a:solidFill>
                <a:latin typeface="Arial"/>
                <a:ea typeface="Arial"/>
                <a:cs typeface="Arial"/>
              </a:defRPr>
            </a:lvl8pPr>
            <a:lvl9pPr algn="l">
              <a:defRPr sz="1020" b="0">
                <a:solidFill>
                  <a:srgbClr val="23143A"/>
                </a:solidFill>
                <a:latin typeface="Arial"/>
                <a:ea typeface="Arial"/>
                <a:cs typeface="Arial"/>
              </a:defRPr>
            </a:lvl9pPr>
          </a:lstStyle>
          <a:p xmlns:a="http://schemas.openxmlformats.org/drawingml/2006/main">
            <a:pPr algn="l">
              <a:lnSpc>
                <a:spcPct val="100000"/>
              </a:lnSpc>
              <a:buNone/>
              <a:defRPr sz="1020" b="0">
                <a:solidFill>
                  <a:srgbClr val="23143A"/>
                </a:solidFill>
                <a:latin typeface="Arial"/>
                <a:ea typeface="Arial"/>
                <a:cs typeface="Arial"/>
              </a:defRPr>
            </a:pPr>
            <a:r>
              <a:rPr sz="1020" b="0">
                <a:solidFill>
                  <a:srgbClr val="23143A"/>
                </a:solidFill>
                <a:latin typeface="Arial"/>
                <a:ea typeface="Arial"/>
                <a:cs typeface="Arial"/>
              </a:rPr>
              <a:t>Use bright lights, visible clothing, and a road position where drivers can see you.</a:t>
            </a:r>
          </a:p>
        </p:txBody>
      </p:sp>
      <p:sp>
        <p:nvSpPr>
          <p:cNvPr id="7" name="Ride ready exact heading">
            <a:extLst xmlns:a="http://schemas.openxmlformats.org/drawingml/2006/main">
              <a:ext uri="{FF2B5EF4-FFF2-40B4-BE49-F238E27FC236}">
                <a16:creationId xmlns:a16="http://schemas.microsoft.com/office/drawing/2014/main" id="{BDE80588-7153-4817-B668-D8677C8E165A}"/>
              </a:ext>
            </a:extLst>
          </p:cNvPr>
          <p:cNvSpPr>
            <a:spLocks xmlns:a="http://schemas.openxmlformats.org/drawingml/2006/main" noGrp="1"/>
          </p:cNvSpPr>
          <p:nvPr/>
        </p:nvSpPr>
        <p:spPr>
          <a:xfrm xmlns:a="http://schemas.openxmlformats.org/drawingml/2006/main">
            <a:off x="171450" y="3409950"/>
            <a:ext cx="3314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0" b="1">
                <a:solidFill>
                  <a:srgbClr val="7926CB"/>
                </a:solidFill>
                <a:latin typeface="Space Grotesk"/>
                <a:ea typeface="Space Grotesk"/>
                <a:cs typeface="Space Grotesk"/>
              </a:defRPr>
            </a:defPPr>
            <a:lvl1pPr algn="l">
              <a:defRPr sz="1300" b="1">
                <a:solidFill>
                  <a:srgbClr val="7926CB"/>
                </a:solidFill>
                <a:latin typeface="Space Grotesk"/>
                <a:ea typeface="Space Grotesk"/>
                <a:cs typeface="Space Grotesk"/>
              </a:defRPr>
            </a:lvl1pPr>
            <a:lvl2pPr algn="l">
              <a:defRPr sz="1300" b="1">
                <a:solidFill>
                  <a:srgbClr val="7926CB"/>
                </a:solidFill>
                <a:latin typeface="Space Grotesk"/>
                <a:ea typeface="Space Grotesk"/>
                <a:cs typeface="Space Grotesk"/>
              </a:defRPr>
            </a:lvl2pPr>
            <a:lvl3pPr algn="l">
              <a:defRPr sz="1300" b="1">
                <a:solidFill>
                  <a:srgbClr val="7926CB"/>
                </a:solidFill>
                <a:latin typeface="Space Grotesk"/>
                <a:ea typeface="Space Grotesk"/>
                <a:cs typeface="Space Grotesk"/>
              </a:defRPr>
            </a:lvl3pPr>
            <a:lvl4pPr algn="l">
              <a:defRPr sz="1300" b="1">
                <a:solidFill>
                  <a:srgbClr val="7926CB"/>
                </a:solidFill>
                <a:latin typeface="Space Grotesk"/>
                <a:ea typeface="Space Grotesk"/>
                <a:cs typeface="Space Grotesk"/>
              </a:defRPr>
            </a:lvl4pPr>
            <a:lvl5pPr algn="l">
              <a:defRPr sz="1300" b="1">
                <a:solidFill>
                  <a:srgbClr val="7926CB"/>
                </a:solidFill>
                <a:latin typeface="Space Grotesk"/>
                <a:ea typeface="Space Grotesk"/>
                <a:cs typeface="Space Grotesk"/>
              </a:defRPr>
            </a:lvl5pPr>
            <a:lvl6pPr algn="l">
              <a:defRPr sz="1300" b="1">
                <a:solidFill>
                  <a:srgbClr val="7926CB"/>
                </a:solidFill>
                <a:latin typeface="Space Grotesk"/>
                <a:ea typeface="Space Grotesk"/>
                <a:cs typeface="Space Grotesk"/>
              </a:defRPr>
            </a:lvl6pPr>
            <a:lvl7pPr algn="l">
              <a:defRPr sz="1300" b="1">
                <a:solidFill>
                  <a:srgbClr val="7926CB"/>
                </a:solidFill>
                <a:latin typeface="Space Grotesk"/>
                <a:ea typeface="Space Grotesk"/>
                <a:cs typeface="Space Grotesk"/>
              </a:defRPr>
            </a:lvl7pPr>
            <a:lvl8pPr algn="l">
              <a:defRPr sz="1300" b="1">
                <a:solidFill>
                  <a:srgbClr val="7926CB"/>
                </a:solidFill>
                <a:latin typeface="Space Grotesk"/>
                <a:ea typeface="Space Grotesk"/>
                <a:cs typeface="Space Grotesk"/>
              </a:defRPr>
            </a:lvl8pPr>
            <a:lvl9pPr algn="l">
              <a:defRPr sz="1300" b="1">
                <a:solidFill>
                  <a:srgbClr val="7926CB"/>
                </a:solidFill>
                <a:latin typeface="Space Grotesk"/>
                <a:ea typeface="Space Grotesk"/>
                <a:cs typeface="Space Grotesk"/>
              </a:defRPr>
            </a:lvl9pPr>
          </a:lstStyle>
          <a:p xmlns:a="http://schemas.openxmlformats.org/drawingml/2006/main">
            <a:pPr algn="l">
              <a:lnSpc>
                <a:spcPct val="100000"/>
              </a:lnSpc>
              <a:buNone/>
              <a:defRPr sz="1300" b="1">
                <a:solidFill>
                  <a:srgbClr val="7926CB"/>
                </a:solidFill>
                <a:latin typeface="Space Grotesk"/>
                <a:ea typeface="Space Grotesk"/>
                <a:cs typeface="Space Grotesk"/>
              </a:defRPr>
            </a:pPr>
            <a:r>
              <a:rPr sz="1300" b="1">
                <a:solidFill>
                  <a:srgbClr val="7926CB"/>
                </a:solidFill>
                <a:latin typeface="Space Grotesk"/>
                <a:ea typeface="Space Grotesk"/>
                <a:cs typeface="Space Grotesk"/>
              </a:rPr>
              <a:t>Ride ready</a:t>
            </a:r>
          </a:p>
        </p:txBody>
      </p:sp>
      <p:sp>
        <p:nvSpPr>
          <p:cNvPr id="8" name="Ride ready exact copy">
            <a:extLst xmlns:a="http://schemas.openxmlformats.org/drawingml/2006/main">
              <a:ext uri="{FF2B5EF4-FFF2-40B4-BE49-F238E27FC236}">
                <a16:creationId xmlns:a16="http://schemas.microsoft.com/office/drawing/2014/main" id="{F7E3EF66-C175-4C09-B305-73D5438256BE}"/>
              </a:ext>
            </a:extLst>
          </p:cNvPr>
          <p:cNvSpPr>
            <a:spLocks xmlns:a="http://schemas.openxmlformats.org/drawingml/2006/main" noGrp="1"/>
          </p:cNvSpPr>
          <p:nvPr/>
        </p:nvSpPr>
        <p:spPr>
          <a:xfrm xmlns:a="http://schemas.openxmlformats.org/drawingml/2006/main">
            <a:off x="171450" y="3676650"/>
            <a:ext cx="3314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23143A"/>
                </a:solidFill>
                <a:latin typeface="Arial"/>
                <a:ea typeface="Arial"/>
                <a:cs typeface="Arial"/>
              </a:defRPr>
            </a:defPPr>
            <a:lvl1pPr algn="l">
              <a:defRPr sz="1020" b="0">
                <a:solidFill>
                  <a:srgbClr val="23143A"/>
                </a:solidFill>
                <a:latin typeface="Arial"/>
                <a:ea typeface="Arial"/>
                <a:cs typeface="Arial"/>
              </a:defRPr>
            </a:lvl1pPr>
            <a:lvl2pPr algn="l">
              <a:defRPr sz="1020" b="0">
                <a:solidFill>
                  <a:srgbClr val="23143A"/>
                </a:solidFill>
                <a:latin typeface="Arial"/>
                <a:ea typeface="Arial"/>
                <a:cs typeface="Arial"/>
              </a:defRPr>
            </a:lvl2pPr>
            <a:lvl3pPr algn="l">
              <a:defRPr sz="1020" b="0">
                <a:solidFill>
                  <a:srgbClr val="23143A"/>
                </a:solidFill>
                <a:latin typeface="Arial"/>
                <a:ea typeface="Arial"/>
                <a:cs typeface="Arial"/>
              </a:defRPr>
            </a:lvl3pPr>
            <a:lvl4pPr algn="l">
              <a:defRPr sz="1020" b="0">
                <a:solidFill>
                  <a:srgbClr val="23143A"/>
                </a:solidFill>
                <a:latin typeface="Arial"/>
                <a:ea typeface="Arial"/>
                <a:cs typeface="Arial"/>
              </a:defRPr>
            </a:lvl4pPr>
            <a:lvl5pPr algn="l">
              <a:defRPr sz="1020" b="0">
                <a:solidFill>
                  <a:srgbClr val="23143A"/>
                </a:solidFill>
                <a:latin typeface="Arial"/>
                <a:ea typeface="Arial"/>
                <a:cs typeface="Arial"/>
              </a:defRPr>
            </a:lvl5pPr>
            <a:lvl6pPr algn="l">
              <a:defRPr sz="1020" b="0">
                <a:solidFill>
                  <a:srgbClr val="23143A"/>
                </a:solidFill>
                <a:latin typeface="Arial"/>
                <a:ea typeface="Arial"/>
                <a:cs typeface="Arial"/>
              </a:defRPr>
            </a:lvl6pPr>
            <a:lvl7pPr algn="l">
              <a:defRPr sz="1020" b="0">
                <a:solidFill>
                  <a:srgbClr val="23143A"/>
                </a:solidFill>
                <a:latin typeface="Arial"/>
                <a:ea typeface="Arial"/>
                <a:cs typeface="Arial"/>
              </a:defRPr>
            </a:lvl7pPr>
            <a:lvl8pPr algn="l">
              <a:defRPr sz="1020" b="0">
                <a:solidFill>
                  <a:srgbClr val="23143A"/>
                </a:solidFill>
                <a:latin typeface="Arial"/>
                <a:ea typeface="Arial"/>
                <a:cs typeface="Arial"/>
              </a:defRPr>
            </a:lvl8pPr>
            <a:lvl9pPr algn="l">
              <a:defRPr sz="1020" b="0">
                <a:solidFill>
                  <a:srgbClr val="23143A"/>
                </a:solidFill>
                <a:latin typeface="Arial"/>
                <a:ea typeface="Arial"/>
                <a:cs typeface="Arial"/>
              </a:defRPr>
            </a:lvl9pPr>
          </a:lstStyle>
          <a:p xmlns:a="http://schemas.openxmlformats.org/drawingml/2006/main">
            <a:pPr algn="l">
              <a:lnSpc>
                <a:spcPct val="100000"/>
              </a:lnSpc>
              <a:buNone/>
              <a:defRPr sz="1020" b="0">
                <a:solidFill>
                  <a:srgbClr val="23143A"/>
                </a:solidFill>
                <a:latin typeface="Arial"/>
                <a:ea typeface="Arial"/>
                <a:cs typeface="Arial"/>
              </a:defRPr>
            </a:pPr>
            <a:r>
              <a:rPr sz="1020" b="0">
                <a:solidFill>
                  <a:srgbClr val="23143A"/>
                </a:solidFill>
                <a:latin typeface="Arial"/>
                <a:ea typeface="Arial"/>
                <a:cs typeface="Arial"/>
              </a:rPr>
              <a:t>Check your bike, helmet, route, weather, and supplies before rolling out.</a:t>
            </a:r>
          </a:p>
        </p:txBody>
      </p:sp>
      <p:sp>
        <p:nvSpPr>
          <p:cNvPr id="9" name="Lights setup invitation">
            <a:extLst xmlns:a="http://schemas.openxmlformats.org/drawingml/2006/main">
              <a:ext uri="{FF2B5EF4-FFF2-40B4-BE49-F238E27FC236}">
                <a16:creationId xmlns:a16="http://schemas.microsoft.com/office/drawing/2014/main" id="{D807A8F0-BF98-4D54-A278-975D53BFD1A0}"/>
              </a:ext>
            </a:extLst>
          </p:cNvPr>
          <p:cNvSpPr>
            <a:spLocks xmlns:a="http://schemas.openxmlformats.org/drawingml/2006/main" noGrp="1"/>
          </p:cNvSpPr>
          <p:nvPr/>
        </p:nvSpPr>
        <p:spPr>
          <a:xfrm xmlns:a="http://schemas.openxmlformats.org/drawingml/2006/main">
            <a:off x="171450" y="4267200"/>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35125F"/>
                </a:solidFill>
                <a:latin typeface="Arial"/>
                <a:ea typeface="Arial"/>
                <a:cs typeface="Arial"/>
              </a:defRPr>
            </a:defPPr>
            <a:lvl1pPr algn="l">
              <a:defRPr sz="920" b="1">
                <a:solidFill>
                  <a:srgbClr val="35125F"/>
                </a:solidFill>
                <a:latin typeface="Arial"/>
                <a:ea typeface="Arial"/>
                <a:cs typeface="Arial"/>
              </a:defRPr>
            </a:lvl1pPr>
            <a:lvl2pPr algn="l">
              <a:defRPr sz="920" b="1">
                <a:solidFill>
                  <a:srgbClr val="35125F"/>
                </a:solidFill>
                <a:latin typeface="Arial"/>
                <a:ea typeface="Arial"/>
                <a:cs typeface="Arial"/>
              </a:defRPr>
            </a:lvl2pPr>
            <a:lvl3pPr algn="l">
              <a:defRPr sz="920" b="1">
                <a:solidFill>
                  <a:srgbClr val="35125F"/>
                </a:solidFill>
                <a:latin typeface="Arial"/>
                <a:ea typeface="Arial"/>
                <a:cs typeface="Arial"/>
              </a:defRPr>
            </a:lvl3pPr>
            <a:lvl4pPr algn="l">
              <a:defRPr sz="920" b="1">
                <a:solidFill>
                  <a:srgbClr val="35125F"/>
                </a:solidFill>
                <a:latin typeface="Arial"/>
                <a:ea typeface="Arial"/>
                <a:cs typeface="Arial"/>
              </a:defRPr>
            </a:lvl4pPr>
            <a:lvl5pPr algn="l">
              <a:defRPr sz="920" b="1">
                <a:solidFill>
                  <a:srgbClr val="35125F"/>
                </a:solidFill>
                <a:latin typeface="Arial"/>
                <a:ea typeface="Arial"/>
                <a:cs typeface="Arial"/>
              </a:defRPr>
            </a:lvl5pPr>
            <a:lvl6pPr algn="l">
              <a:defRPr sz="920" b="1">
                <a:solidFill>
                  <a:srgbClr val="35125F"/>
                </a:solidFill>
                <a:latin typeface="Arial"/>
                <a:ea typeface="Arial"/>
                <a:cs typeface="Arial"/>
              </a:defRPr>
            </a:lvl6pPr>
            <a:lvl7pPr algn="l">
              <a:defRPr sz="920" b="1">
                <a:solidFill>
                  <a:srgbClr val="35125F"/>
                </a:solidFill>
                <a:latin typeface="Arial"/>
                <a:ea typeface="Arial"/>
                <a:cs typeface="Arial"/>
              </a:defRPr>
            </a:lvl7pPr>
            <a:lvl8pPr algn="l">
              <a:defRPr sz="920" b="1">
                <a:solidFill>
                  <a:srgbClr val="35125F"/>
                </a:solidFill>
                <a:latin typeface="Arial"/>
                <a:ea typeface="Arial"/>
                <a:cs typeface="Arial"/>
              </a:defRPr>
            </a:lvl8pPr>
            <a:lvl9pPr algn="l">
              <a:defRPr sz="920" b="1">
                <a:solidFill>
                  <a:srgbClr val="35125F"/>
                </a:solidFill>
                <a:latin typeface="Arial"/>
                <a:ea typeface="Arial"/>
                <a:cs typeface="Arial"/>
              </a:defRPr>
            </a:lvl9pPr>
          </a:lstStyle>
          <a:p xmlns:a="http://schemas.openxmlformats.org/drawingml/2006/main">
            <a:pPr algn="l">
              <a:lnSpc>
                <a:spcPct val="100000"/>
              </a:lnSpc>
              <a:buNone/>
              <a:defRPr sz="920" b="1">
                <a:solidFill>
                  <a:srgbClr val="35125F"/>
                </a:solidFill>
                <a:latin typeface="Arial"/>
                <a:ea typeface="Arial"/>
                <a:cs typeface="Arial"/>
              </a:defRPr>
            </a:pPr>
            <a:r>
              <a:rPr sz="920" b="1">
                <a:solidFill>
                  <a:srgbClr val="35125F"/>
                </a:solidFill>
                <a:latin typeface="Arial"/>
                <a:ea typeface="Arial"/>
                <a:cs typeface="Arial"/>
              </a:rPr>
              <a:t>At a shop, ask for help fitting or checking your lights.</a:t>
            </a:r>
          </a:p>
        </p:txBody>
      </p:sp>
      <p:sp>
        <p:nvSpPr>
          <p:cNvPr id="10" name="Website and resources footer">
            <a:extLst xmlns:a="http://schemas.openxmlformats.org/drawingml/2006/main">
              <a:ext uri="{FF2B5EF4-FFF2-40B4-BE49-F238E27FC236}">
                <a16:creationId xmlns:a16="http://schemas.microsoft.com/office/drawing/2014/main" id="{4B1A115A-4996-4C50-A925-30229B36E178}"/>
              </a:ext>
            </a:extLst>
          </p:cNvPr>
          <p:cNvSpPr>
            <a:spLocks xmlns:a="http://schemas.openxmlformats.org/drawingml/2006/main" noGrp="1"/>
          </p:cNvSpPr>
          <p:nvPr/>
        </p:nvSpPr>
        <p:spPr>
          <a:xfrm xmlns:a="http://schemas.openxmlformats.org/drawingml/2006/main">
            <a:off x="0" y="4724400"/>
            <a:ext cx="3657600" cy="7620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DAD0AA6C-042D-469F-BF8A-8E09DAFC2CBA}"/>
              </a:ext>
            </a:extLst>
          </p:cNvPr>
          <p:cNvPicPr>
            <a:picLocks xmlns:a="http://schemas.openxmlformats.org/drawingml/2006/main" noChangeAspect="1"/>
          </p:cNvPicPr>
          <p:nvPr/>
        </p:nvPicPr>
        <p:blipFill>
          <a:blip xmlns:r="http://schemas.openxmlformats.org/officeDocument/2006/relationships" xmlns:a="http://schemas.openxmlformats.org/drawingml/2006/main" r:embed="R3e2d2f085d684619"/>
          <a:stretch xmlns:a="http://schemas.openxmlformats.org/drawingml/2006/main"/>
        </p:blipFill>
        <p:spPr>
          <a:xfrm xmlns:a="http://schemas.openxmlformats.org/drawingml/2006/main">
            <a:off x="133350" y="4881563"/>
            <a:ext cx="447675" cy="447675"/>
          </a:xfrm>
          <a:prstGeom xmlns:a="http://schemas.openxmlformats.org/drawingml/2006/main" prst="rect">
            <a:avLst/>
          </a:prstGeom>
        </p:spPr>
      </p:pic>
      <p:sp>
        <p:nvSpPr>
          <p:cNvPr id="12" name="QR code quiet zone">
            <a:extLst xmlns:a="http://schemas.openxmlformats.org/drawingml/2006/main">
              <a:ext uri="{FF2B5EF4-FFF2-40B4-BE49-F238E27FC236}">
                <a16:creationId xmlns:a16="http://schemas.microsoft.com/office/drawing/2014/main" id="{D59A194A-950B-4582-BBFF-80318AE37C3F}"/>
              </a:ext>
            </a:extLst>
          </p:cNvPr>
          <p:cNvSpPr>
            <a:spLocks xmlns:a="http://schemas.openxmlformats.org/drawingml/2006/main" noGrp="1"/>
          </p:cNvSpPr>
          <p:nvPr/>
        </p:nvSpPr>
        <p:spPr>
          <a:xfrm xmlns:a="http://schemas.openxmlformats.org/drawingml/2006/main">
            <a:off x="2886075" y="4762500"/>
            <a:ext cx="6858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1750FD25-A402-42E3-85D1-FFA740C9F180}"/>
              </a:ext>
            </a:extLst>
          </p:cNvPr>
          <p:cNvPicPr>
            <a:picLocks xmlns:a="http://schemas.openxmlformats.org/drawingml/2006/main" noChangeAspect="1"/>
          </p:cNvPicPr>
          <p:nvPr/>
        </p:nvPicPr>
        <p:blipFill>
          <a:blip xmlns:r="http://schemas.openxmlformats.org/officeDocument/2006/relationships" xmlns:a="http://schemas.openxmlformats.org/drawingml/2006/main" r:embed="R7cd726d6e8704a08"/>
          <a:stretch xmlns:a="http://schemas.openxmlformats.org/drawingml/2006/main"/>
        </p:blipFill>
        <p:spPr>
          <a:xfrm xmlns:a="http://schemas.openxmlformats.org/drawingml/2006/main">
            <a:off x="2914650" y="4791075"/>
            <a:ext cx="628650" cy="628650"/>
          </a:xfrm>
          <a:prstGeom xmlns:a="http://schemas.openxmlformats.org/drawingml/2006/main" prst="rect">
            <a:avLst/>
          </a:prstGeom>
        </p:spPr>
      </p:pic>
      <p:sp>
        <p:nvSpPr>
          <p:cNvPr id="14" name="Website">
            <a:extLst xmlns:a="http://schemas.openxmlformats.org/drawingml/2006/main">
              <a:ext uri="{FF2B5EF4-FFF2-40B4-BE49-F238E27FC236}">
                <a16:creationId xmlns:a16="http://schemas.microsoft.com/office/drawing/2014/main" id="{F7755515-05EE-4ED9-9052-F756F59DF9F6}"/>
              </a:ext>
            </a:extLst>
          </p:cNvPr>
          <p:cNvSpPr>
            <a:spLocks xmlns:a="http://schemas.openxmlformats.org/drawingml/2006/main" noGrp="1"/>
          </p:cNvSpPr>
          <p:nvPr/>
        </p:nvSpPr>
        <p:spPr>
          <a:xfrm xmlns:a="http://schemas.openxmlformats.org/drawingml/2006/main">
            <a:off x="704850" y="4848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3fp.org</a:t>
            </a:r>
          </a:p>
        </p:txBody>
      </p:sp>
      <p:sp>
        <p:nvSpPr>
          <p:cNvPr id="15" name="Groups and public rides">
            <a:extLst xmlns:a="http://schemas.openxmlformats.org/drawingml/2006/main">
              <a:ext uri="{FF2B5EF4-FFF2-40B4-BE49-F238E27FC236}">
                <a16:creationId xmlns:a16="http://schemas.microsoft.com/office/drawing/2014/main" id="{C7626423-F722-416A-8567-170607CFB1CA}"/>
              </a:ext>
            </a:extLst>
          </p:cNvPr>
          <p:cNvSpPr>
            <a:spLocks xmlns:a="http://schemas.openxmlformats.org/drawingml/2006/main" noGrp="1"/>
          </p:cNvSpPr>
          <p:nvPr/>
        </p:nvSpPr>
        <p:spPr>
          <a:xfrm xmlns:a="http://schemas.openxmlformats.org/drawingml/2006/main">
            <a:off x="704850" y="50958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FF"/>
                </a:solidFill>
                <a:latin typeface="Arial"/>
                <a:ea typeface="Arial"/>
                <a:cs typeface="Arial"/>
              </a:defRPr>
            </a:defPPr>
            <a:lvl1pPr algn="l">
              <a:defRPr sz="920" b="1">
                <a:solidFill>
                  <a:srgbClr val="FFFFFF"/>
                </a:solidFill>
                <a:latin typeface="Arial"/>
                <a:ea typeface="Arial"/>
                <a:cs typeface="Arial"/>
              </a:defRPr>
            </a:lvl1pPr>
            <a:lvl2pPr algn="l">
              <a:defRPr sz="920" b="1">
                <a:solidFill>
                  <a:srgbClr val="FFFFFF"/>
                </a:solidFill>
                <a:latin typeface="Arial"/>
                <a:ea typeface="Arial"/>
                <a:cs typeface="Arial"/>
              </a:defRPr>
            </a:lvl2pPr>
            <a:lvl3pPr algn="l">
              <a:defRPr sz="920" b="1">
                <a:solidFill>
                  <a:srgbClr val="FFFFFF"/>
                </a:solidFill>
                <a:latin typeface="Arial"/>
                <a:ea typeface="Arial"/>
                <a:cs typeface="Arial"/>
              </a:defRPr>
            </a:lvl3pPr>
            <a:lvl4pPr algn="l">
              <a:defRPr sz="920" b="1">
                <a:solidFill>
                  <a:srgbClr val="FFFFFF"/>
                </a:solidFill>
                <a:latin typeface="Arial"/>
                <a:ea typeface="Arial"/>
                <a:cs typeface="Arial"/>
              </a:defRPr>
            </a:lvl4pPr>
            <a:lvl5pPr algn="l">
              <a:defRPr sz="920" b="1">
                <a:solidFill>
                  <a:srgbClr val="FFFFFF"/>
                </a:solidFill>
                <a:latin typeface="Arial"/>
                <a:ea typeface="Arial"/>
                <a:cs typeface="Arial"/>
              </a:defRPr>
            </a:lvl5pPr>
            <a:lvl6pPr algn="l">
              <a:defRPr sz="920" b="1">
                <a:solidFill>
                  <a:srgbClr val="FFFFFF"/>
                </a:solidFill>
                <a:latin typeface="Arial"/>
                <a:ea typeface="Arial"/>
                <a:cs typeface="Arial"/>
              </a:defRPr>
            </a:lvl6pPr>
            <a:lvl7pPr algn="l">
              <a:defRPr sz="920" b="1">
                <a:solidFill>
                  <a:srgbClr val="FFFFFF"/>
                </a:solidFill>
                <a:latin typeface="Arial"/>
                <a:ea typeface="Arial"/>
                <a:cs typeface="Arial"/>
              </a:defRPr>
            </a:lvl7pPr>
            <a:lvl8pPr algn="l">
              <a:defRPr sz="920" b="1">
                <a:solidFill>
                  <a:srgbClr val="FFFFFF"/>
                </a:solidFill>
                <a:latin typeface="Arial"/>
                <a:ea typeface="Arial"/>
                <a:cs typeface="Arial"/>
              </a:defRPr>
            </a:lvl8pPr>
            <a:lvl9pPr algn="l">
              <a:defRPr sz="920" b="1">
                <a:solidFill>
                  <a:srgbClr val="FFFFFF"/>
                </a:solidFill>
                <a:latin typeface="Arial"/>
                <a:ea typeface="Arial"/>
                <a:cs typeface="Arial"/>
              </a:defRPr>
            </a:lvl9pPr>
          </a:lstStyle>
          <a:p xmlns:a="http://schemas.openxmlformats.org/drawingml/2006/main">
            <a:pPr algn="l">
              <a:lnSpc>
                <a:spcPct val="100000"/>
              </a:lnSpc>
              <a:buNone/>
              <a:defRPr sz="920" b="1">
                <a:solidFill>
                  <a:srgbClr val="FFFFFF"/>
                </a:solidFill>
                <a:latin typeface="Arial"/>
                <a:ea typeface="Arial"/>
                <a:cs typeface="Arial"/>
              </a:defRPr>
            </a:pPr>
            <a:r>
              <a:rPr sz="920" b="1">
                <a:solidFill>
                  <a:srgbClr val="FFFFFF"/>
                </a:solidFill>
                <a:latin typeface="Arial"/>
                <a:ea typeface="Arial"/>
                <a:cs typeface="Arial"/>
              </a:rPr>
              <a:t>Find groups and public rides at 3fp.org.</a:t>
            </a:r>
          </a:p>
        </p:txBody>
      </p:sp>
    </p:spTree>
    <p:extLst>
      <p:ext uri="{BB962C8B-B14F-4D97-AF65-F5344CB8AC3E}">
        <p14:creationId xmlns:p14="http://schemas.microsoft.com/office/powerpoint/2010/main" val="1008557079"/>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sp>
        <p:nvSpPr>
          <p:cNvPr id="15" name="Lights back top accent">
            <a:extLst xmlns:a="http://schemas.openxmlformats.org/drawingml/2006/main">
              <a:ext uri="{FF2B5EF4-FFF2-40B4-BE49-F238E27FC236}">
                <a16:creationId xmlns:a16="http://schemas.microsoft.com/office/drawing/2014/main" id="{562F15B1-C1A5-4B6A-9229-A7AF21D8929F}"/>
              </a:ext>
            </a:extLst>
          </p:cNvPr>
          <p:cNvSpPr>
            <a:spLocks xmlns:a="http://schemas.openxmlformats.org/drawingml/2006/main" noGrp="1"/>
          </p:cNvSpPr>
          <p:nvPr/>
        </p:nvSpPr>
        <p:spPr>
          <a:xfrm xmlns:a="http://schemas.openxmlformats.org/drawingml/2006/main">
            <a:off x="0" y="0"/>
            <a:ext cx="3657600" cy="8572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2" name="Lights back kicker">
            <a:extLst xmlns:a="http://schemas.openxmlformats.org/drawingml/2006/main">
              <a:ext uri="{FF2B5EF4-FFF2-40B4-BE49-F238E27FC236}">
                <a16:creationId xmlns:a16="http://schemas.microsoft.com/office/drawing/2014/main" id="{DB615AFC-A449-43BC-9B85-9E94E4342243}"/>
              </a:ext>
            </a:extLst>
          </p:cNvPr>
          <p:cNvSpPr>
            <a:spLocks xmlns:a="http://schemas.openxmlformats.org/drawingml/2006/main" noGrp="1"/>
          </p:cNvSpPr>
          <p:nvPr/>
        </p:nvSpPr>
        <p:spPr>
          <a:xfrm xmlns:a="http://schemas.openxmlformats.org/drawingml/2006/main">
            <a:off x="180975" y="295275"/>
            <a:ext cx="3286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FFFF0A"/>
                </a:solidFill>
                <a:latin typeface="Space Grotesk"/>
                <a:ea typeface="Space Grotesk"/>
                <a:cs typeface="Space Grotesk"/>
              </a:defRPr>
            </a:defPPr>
            <a:lvl1pPr algn="l">
              <a:defRPr sz="1250" b="1">
                <a:solidFill>
                  <a:srgbClr val="FFFF0A"/>
                </a:solidFill>
                <a:latin typeface="Space Grotesk"/>
                <a:ea typeface="Space Grotesk"/>
                <a:cs typeface="Space Grotesk"/>
              </a:defRPr>
            </a:lvl1pPr>
            <a:lvl2pPr algn="l">
              <a:defRPr sz="1250" b="1">
                <a:solidFill>
                  <a:srgbClr val="FFFF0A"/>
                </a:solidFill>
                <a:latin typeface="Space Grotesk"/>
                <a:ea typeface="Space Grotesk"/>
                <a:cs typeface="Space Grotesk"/>
              </a:defRPr>
            </a:lvl2pPr>
            <a:lvl3pPr algn="l">
              <a:defRPr sz="1250" b="1">
                <a:solidFill>
                  <a:srgbClr val="FFFF0A"/>
                </a:solidFill>
                <a:latin typeface="Space Grotesk"/>
                <a:ea typeface="Space Grotesk"/>
                <a:cs typeface="Space Grotesk"/>
              </a:defRPr>
            </a:lvl3pPr>
            <a:lvl4pPr algn="l">
              <a:defRPr sz="1250" b="1">
                <a:solidFill>
                  <a:srgbClr val="FFFF0A"/>
                </a:solidFill>
                <a:latin typeface="Space Grotesk"/>
                <a:ea typeface="Space Grotesk"/>
                <a:cs typeface="Space Grotesk"/>
              </a:defRPr>
            </a:lvl4pPr>
            <a:lvl5pPr algn="l">
              <a:defRPr sz="1250" b="1">
                <a:solidFill>
                  <a:srgbClr val="FFFF0A"/>
                </a:solidFill>
                <a:latin typeface="Space Grotesk"/>
                <a:ea typeface="Space Grotesk"/>
                <a:cs typeface="Space Grotesk"/>
              </a:defRPr>
            </a:lvl5pPr>
            <a:lvl6pPr algn="l">
              <a:defRPr sz="1250" b="1">
                <a:solidFill>
                  <a:srgbClr val="FFFF0A"/>
                </a:solidFill>
                <a:latin typeface="Space Grotesk"/>
                <a:ea typeface="Space Grotesk"/>
                <a:cs typeface="Space Grotesk"/>
              </a:defRPr>
            </a:lvl6pPr>
            <a:lvl7pPr algn="l">
              <a:defRPr sz="1250" b="1">
                <a:solidFill>
                  <a:srgbClr val="FFFF0A"/>
                </a:solidFill>
                <a:latin typeface="Space Grotesk"/>
                <a:ea typeface="Space Grotesk"/>
                <a:cs typeface="Space Grotesk"/>
              </a:defRPr>
            </a:lvl7pPr>
            <a:lvl8pPr algn="l">
              <a:defRPr sz="1250" b="1">
                <a:solidFill>
                  <a:srgbClr val="FFFF0A"/>
                </a:solidFill>
                <a:latin typeface="Space Grotesk"/>
                <a:ea typeface="Space Grotesk"/>
                <a:cs typeface="Space Grotesk"/>
              </a:defRPr>
            </a:lvl8pPr>
            <a:lvl9pPr algn="l">
              <a:defRPr sz="1250" b="1">
                <a:solidFill>
                  <a:srgbClr val="FFFF0A"/>
                </a:solidFill>
                <a:latin typeface="Space Grotesk"/>
                <a:ea typeface="Space Grotesk"/>
                <a:cs typeface="Space Grotesk"/>
              </a:defRPr>
            </a:lvl9pPr>
          </a:lstStyle>
          <a:p xmlns:a="http://schemas.openxmlformats.org/drawingml/2006/main">
            <a:pPr algn="l">
              <a:lnSpc>
                <a:spcPct val="100000"/>
              </a:lnSpc>
              <a:buNone/>
              <a:defRPr sz="1250" b="1">
                <a:solidFill>
                  <a:srgbClr val="FFFF0A"/>
                </a:solidFill>
                <a:latin typeface="Space Grotesk"/>
                <a:ea typeface="Space Grotesk"/>
                <a:cs typeface="Space Grotesk"/>
              </a:defRPr>
            </a:pPr>
            <a:r>
              <a:rPr sz="1250" b="1">
                <a:solidFill>
                  <a:srgbClr val="FFFF0A"/>
                </a:solidFill>
                <a:latin typeface="Space Grotesk"/>
                <a:ea typeface="Space Grotesk"/>
                <a:cs typeface="Space Grotesk"/>
              </a:rPr>
              <a:t>BIKE-SHOP SETUP</a:t>
            </a:r>
          </a:p>
        </p:txBody>
      </p:sp>
      <p:sp>
        <p:nvSpPr>
          <p:cNvPr id="3" name="Lights back title">
            <a:extLst xmlns:a="http://schemas.openxmlformats.org/drawingml/2006/main">
              <a:ext uri="{FF2B5EF4-FFF2-40B4-BE49-F238E27FC236}">
                <a16:creationId xmlns:a16="http://schemas.microsoft.com/office/drawing/2014/main" id="{804FB2E8-DDBE-4888-96D7-C44CD7BEF155}"/>
              </a:ext>
            </a:extLst>
          </p:cNvPr>
          <p:cNvSpPr>
            <a:spLocks xmlns:a="http://schemas.openxmlformats.org/drawingml/2006/main" noGrp="1"/>
          </p:cNvSpPr>
          <p:nvPr/>
        </p:nvSpPr>
        <p:spPr>
          <a:xfrm xmlns:a="http://schemas.openxmlformats.org/drawingml/2006/main">
            <a:off x="180975" y="619125"/>
            <a:ext cx="3295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Space Grotesk"/>
                <a:ea typeface="Space Grotesk"/>
                <a:cs typeface="Space Grotesk"/>
              </a:defRPr>
            </a:defPPr>
            <a:lvl1pPr algn="l">
              <a:defRPr sz="2400" b="1">
                <a:solidFill>
                  <a:srgbClr val="FFFFFF"/>
                </a:solidFill>
                <a:latin typeface="Space Grotesk"/>
                <a:ea typeface="Space Grotesk"/>
                <a:cs typeface="Space Grotesk"/>
              </a:defRPr>
            </a:lvl1pPr>
            <a:lvl2pPr algn="l">
              <a:defRPr sz="2400" b="1">
                <a:solidFill>
                  <a:srgbClr val="FFFFFF"/>
                </a:solidFill>
                <a:latin typeface="Space Grotesk"/>
                <a:ea typeface="Space Grotesk"/>
                <a:cs typeface="Space Grotesk"/>
              </a:defRPr>
            </a:lvl2pPr>
            <a:lvl3pPr algn="l">
              <a:defRPr sz="2400" b="1">
                <a:solidFill>
                  <a:srgbClr val="FFFFFF"/>
                </a:solidFill>
                <a:latin typeface="Space Grotesk"/>
                <a:ea typeface="Space Grotesk"/>
                <a:cs typeface="Space Grotesk"/>
              </a:defRPr>
            </a:lvl3pPr>
            <a:lvl4pPr algn="l">
              <a:defRPr sz="2400" b="1">
                <a:solidFill>
                  <a:srgbClr val="FFFFFF"/>
                </a:solidFill>
                <a:latin typeface="Space Grotesk"/>
                <a:ea typeface="Space Grotesk"/>
                <a:cs typeface="Space Grotesk"/>
              </a:defRPr>
            </a:lvl4pPr>
            <a:lvl5pPr algn="l">
              <a:defRPr sz="2400" b="1">
                <a:solidFill>
                  <a:srgbClr val="FFFFFF"/>
                </a:solidFill>
                <a:latin typeface="Space Grotesk"/>
                <a:ea typeface="Space Grotesk"/>
                <a:cs typeface="Space Grotesk"/>
              </a:defRPr>
            </a:lvl5pPr>
            <a:lvl6pPr algn="l">
              <a:defRPr sz="2400" b="1">
                <a:solidFill>
                  <a:srgbClr val="FFFFFF"/>
                </a:solidFill>
                <a:latin typeface="Space Grotesk"/>
                <a:ea typeface="Space Grotesk"/>
                <a:cs typeface="Space Grotesk"/>
              </a:defRPr>
            </a:lvl6pPr>
            <a:lvl7pPr algn="l">
              <a:defRPr sz="2400" b="1">
                <a:solidFill>
                  <a:srgbClr val="FFFFFF"/>
                </a:solidFill>
                <a:latin typeface="Space Grotesk"/>
                <a:ea typeface="Space Grotesk"/>
                <a:cs typeface="Space Grotesk"/>
              </a:defRPr>
            </a:lvl7pPr>
            <a:lvl8pPr algn="l">
              <a:defRPr sz="2400" b="1">
                <a:solidFill>
                  <a:srgbClr val="FFFFFF"/>
                </a:solidFill>
                <a:latin typeface="Space Grotesk"/>
                <a:ea typeface="Space Grotesk"/>
                <a:cs typeface="Space Grotesk"/>
              </a:defRPr>
            </a:lvl8pPr>
            <a:lvl9pPr algn="l">
              <a:defRPr sz="2400" b="1">
                <a:solidFill>
                  <a:srgbClr val="FFFFFF"/>
                </a:solidFill>
                <a:latin typeface="Space Grotesk"/>
                <a:ea typeface="Space Grotesk"/>
                <a:cs typeface="Space Grotesk"/>
              </a:defRPr>
            </a:lvl9pPr>
          </a:lstStyle>
          <a:p xmlns:a="http://schemas.openxmlformats.org/drawingml/2006/main">
            <a:pPr algn="l">
              <a:lnSpc>
                <a:spcPct val="100000"/>
              </a:lnSpc>
              <a:buNone/>
              <a:defRPr sz="2400" b="1">
                <a:solidFill>
                  <a:srgbClr val="FFFFFF"/>
                </a:solidFill>
                <a:latin typeface="Space Grotesk"/>
                <a:ea typeface="Space Grotesk"/>
                <a:cs typeface="Space Grotesk"/>
              </a:defRPr>
            </a:pPr>
            <a:r>
              <a:rPr sz="2400" b="1">
                <a:solidFill>
                  <a:srgbClr val="FFFFFF"/>
                </a:solidFill>
                <a:latin typeface="Space Grotesk"/>
                <a:ea typeface="Space Grotesk"/>
                <a:cs typeface="Space Grotesk"/>
              </a:rPr>
              <a:t>Fit and test</a:t>
            </a:r>
          </a:p>
        </p:txBody>
      </p:sp>
      <p:sp>
        <p:nvSpPr>
          <p:cNvPr id="4" name="Light fitting step">
            <a:extLst xmlns:a="http://schemas.openxmlformats.org/drawingml/2006/main">
              <a:ext uri="{FF2B5EF4-FFF2-40B4-BE49-F238E27FC236}">
                <a16:creationId xmlns:a16="http://schemas.microsoft.com/office/drawing/2014/main" id="{DDFB987F-F8FD-42DB-A9C4-3E859ECDDCEE}"/>
              </a:ext>
            </a:extLst>
          </p:cNvPr>
          <p:cNvSpPr>
            <a:spLocks xmlns:a="http://schemas.openxmlformats.org/drawingml/2006/main" noGrp="1"/>
          </p:cNvSpPr>
          <p:nvPr/>
        </p:nvSpPr>
        <p:spPr>
          <a:xfrm xmlns:a="http://schemas.openxmlformats.org/drawingml/2006/main">
            <a:off x="180975" y="1209675"/>
            <a:ext cx="3286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FFFFFF"/>
                </a:solidFill>
                <a:latin typeface="Arial"/>
                <a:ea typeface="Arial"/>
                <a:cs typeface="Arial"/>
              </a:defRPr>
            </a:defPPr>
            <a:lvl1pPr algn="l">
              <a:defRPr sz="1020" b="0">
                <a:solidFill>
                  <a:srgbClr val="FFFFFF"/>
                </a:solidFill>
                <a:latin typeface="Arial"/>
                <a:ea typeface="Arial"/>
                <a:cs typeface="Arial"/>
              </a:defRPr>
            </a:lvl1pPr>
            <a:lvl2pPr algn="l">
              <a:defRPr sz="1020" b="0">
                <a:solidFill>
                  <a:srgbClr val="FFFFFF"/>
                </a:solidFill>
                <a:latin typeface="Arial"/>
                <a:ea typeface="Arial"/>
                <a:cs typeface="Arial"/>
              </a:defRPr>
            </a:lvl2pPr>
            <a:lvl3pPr algn="l">
              <a:defRPr sz="1020" b="0">
                <a:solidFill>
                  <a:srgbClr val="FFFFFF"/>
                </a:solidFill>
                <a:latin typeface="Arial"/>
                <a:ea typeface="Arial"/>
                <a:cs typeface="Arial"/>
              </a:defRPr>
            </a:lvl3pPr>
            <a:lvl4pPr algn="l">
              <a:defRPr sz="1020" b="0">
                <a:solidFill>
                  <a:srgbClr val="FFFFFF"/>
                </a:solidFill>
                <a:latin typeface="Arial"/>
                <a:ea typeface="Arial"/>
                <a:cs typeface="Arial"/>
              </a:defRPr>
            </a:lvl4pPr>
            <a:lvl5pPr algn="l">
              <a:defRPr sz="1020" b="0">
                <a:solidFill>
                  <a:srgbClr val="FFFFFF"/>
                </a:solidFill>
                <a:latin typeface="Arial"/>
                <a:ea typeface="Arial"/>
                <a:cs typeface="Arial"/>
              </a:defRPr>
            </a:lvl5pPr>
            <a:lvl6pPr algn="l">
              <a:defRPr sz="1020" b="0">
                <a:solidFill>
                  <a:srgbClr val="FFFFFF"/>
                </a:solidFill>
                <a:latin typeface="Arial"/>
                <a:ea typeface="Arial"/>
                <a:cs typeface="Arial"/>
              </a:defRPr>
            </a:lvl6pPr>
            <a:lvl7pPr algn="l">
              <a:defRPr sz="1020" b="0">
                <a:solidFill>
                  <a:srgbClr val="FFFFFF"/>
                </a:solidFill>
                <a:latin typeface="Arial"/>
                <a:ea typeface="Arial"/>
                <a:cs typeface="Arial"/>
              </a:defRPr>
            </a:lvl7pPr>
            <a:lvl8pPr algn="l">
              <a:defRPr sz="1020" b="0">
                <a:solidFill>
                  <a:srgbClr val="FFFFFF"/>
                </a:solidFill>
                <a:latin typeface="Arial"/>
                <a:ea typeface="Arial"/>
                <a:cs typeface="Arial"/>
              </a:defRPr>
            </a:lvl8pPr>
            <a:lvl9pPr algn="l">
              <a:defRPr sz="1020" b="0">
                <a:solidFill>
                  <a:srgbClr val="FFFFFF"/>
                </a:solidFill>
                <a:latin typeface="Arial"/>
                <a:ea typeface="Arial"/>
                <a:cs typeface="Arial"/>
              </a:defRPr>
            </a:lvl9pPr>
          </a:lstStyle>
          <a:p xmlns:a="http://schemas.openxmlformats.org/drawingml/2006/main">
            <a:pPr algn="l">
              <a:lnSpc>
                <a:spcPct val="100000"/>
              </a:lnSpc>
              <a:buNone/>
              <a:defRPr sz="1020" b="0">
                <a:solidFill>
                  <a:srgbClr val="FFFFFF"/>
                </a:solidFill>
                <a:latin typeface="Arial"/>
                <a:ea typeface="Arial"/>
                <a:cs typeface="Arial"/>
              </a:defRPr>
            </a:pPr>
            <a:r>
              <a:rPr sz="1020" b="0">
                <a:solidFill>
                  <a:srgbClr val="FFFFFF"/>
                </a:solidFill>
                <a:latin typeface="Arial"/>
                <a:ea typeface="Arial"/>
                <a:cs typeface="Arial"/>
              </a:rPr>
              <a:t>Use a working white front light and red rear light. Check local rules for required lights and reflectors. Aim the front light at the road without glare.</a:t>
            </a:r>
          </a:p>
        </p:txBody>
      </p:sp>
      <p:sp>
        <p:nvSpPr>
          <p:cNvPr id="5" name="Light test step">
            <a:extLst xmlns:a="http://schemas.openxmlformats.org/drawingml/2006/main">
              <a:ext uri="{FF2B5EF4-FFF2-40B4-BE49-F238E27FC236}">
                <a16:creationId xmlns:a16="http://schemas.microsoft.com/office/drawing/2014/main" id="{367FDC84-F4B2-42D5-957A-F82C791172BA}"/>
              </a:ext>
            </a:extLst>
          </p:cNvPr>
          <p:cNvSpPr>
            <a:spLocks xmlns:a="http://schemas.openxmlformats.org/drawingml/2006/main" noGrp="1"/>
          </p:cNvSpPr>
          <p:nvPr/>
        </p:nvSpPr>
        <p:spPr>
          <a:xfrm xmlns:a="http://schemas.openxmlformats.org/drawingml/2006/main">
            <a:off x="180975" y="2066925"/>
            <a:ext cx="32861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0">
                <a:solidFill>
                  <a:srgbClr val="FFFFFF"/>
                </a:solidFill>
                <a:latin typeface="Arial"/>
                <a:ea typeface="Arial"/>
                <a:cs typeface="Arial"/>
              </a:defRPr>
            </a:defPPr>
            <a:lvl1pPr algn="l">
              <a:defRPr sz="1020" b="0">
                <a:solidFill>
                  <a:srgbClr val="FFFFFF"/>
                </a:solidFill>
                <a:latin typeface="Arial"/>
                <a:ea typeface="Arial"/>
                <a:cs typeface="Arial"/>
              </a:defRPr>
            </a:lvl1pPr>
            <a:lvl2pPr algn="l">
              <a:defRPr sz="1020" b="0">
                <a:solidFill>
                  <a:srgbClr val="FFFFFF"/>
                </a:solidFill>
                <a:latin typeface="Arial"/>
                <a:ea typeface="Arial"/>
                <a:cs typeface="Arial"/>
              </a:defRPr>
            </a:lvl2pPr>
            <a:lvl3pPr algn="l">
              <a:defRPr sz="1020" b="0">
                <a:solidFill>
                  <a:srgbClr val="FFFFFF"/>
                </a:solidFill>
                <a:latin typeface="Arial"/>
                <a:ea typeface="Arial"/>
                <a:cs typeface="Arial"/>
              </a:defRPr>
            </a:lvl3pPr>
            <a:lvl4pPr algn="l">
              <a:defRPr sz="1020" b="0">
                <a:solidFill>
                  <a:srgbClr val="FFFFFF"/>
                </a:solidFill>
                <a:latin typeface="Arial"/>
                <a:ea typeface="Arial"/>
                <a:cs typeface="Arial"/>
              </a:defRPr>
            </a:lvl4pPr>
            <a:lvl5pPr algn="l">
              <a:defRPr sz="1020" b="0">
                <a:solidFill>
                  <a:srgbClr val="FFFFFF"/>
                </a:solidFill>
                <a:latin typeface="Arial"/>
                <a:ea typeface="Arial"/>
                <a:cs typeface="Arial"/>
              </a:defRPr>
            </a:lvl5pPr>
            <a:lvl6pPr algn="l">
              <a:defRPr sz="1020" b="0">
                <a:solidFill>
                  <a:srgbClr val="FFFFFF"/>
                </a:solidFill>
                <a:latin typeface="Arial"/>
                <a:ea typeface="Arial"/>
                <a:cs typeface="Arial"/>
              </a:defRPr>
            </a:lvl6pPr>
            <a:lvl7pPr algn="l">
              <a:defRPr sz="1020" b="0">
                <a:solidFill>
                  <a:srgbClr val="FFFFFF"/>
                </a:solidFill>
                <a:latin typeface="Arial"/>
                <a:ea typeface="Arial"/>
                <a:cs typeface="Arial"/>
              </a:defRPr>
            </a:lvl7pPr>
            <a:lvl8pPr algn="l">
              <a:defRPr sz="1020" b="0">
                <a:solidFill>
                  <a:srgbClr val="FFFFFF"/>
                </a:solidFill>
                <a:latin typeface="Arial"/>
                <a:ea typeface="Arial"/>
                <a:cs typeface="Arial"/>
              </a:defRPr>
            </a:lvl8pPr>
            <a:lvl9pPr algn="l">
              <a:defRPr sz="1020" b="0">
                <a:solidFill>
                  <a:srgbClr val="FFFFFF"/>
                </a:solidFill>
                <a:latin typeface="Arial"/>
                <a:ea typeface="Arial"/>
                <a:cs typeface="Arial"/>
              </a:defRPr>
            </a:lvl9pPr>
          </a:lstStyle>
          <a:p xmlns:a="http://schemas.openxmlformats.org/drawingml/2006/main">
            <a:pPr algn="l">
              <a:lnSpc>
                <a:spcPct val="100000"/>
              </a:lnSpc>
              <a:buNone/>
              <a:defRPr sz="1020" b="0">
                <a:solidFill>
                  <a:srgbClr val="FFFFFF"/>
                </a:solidFill>
                <a:latin typeface="Arial"/>
                <a:ea typeface="Arial"/>
                <a:cs typeface="Arial"/>
              </a:defRPr>
            </a:pPr>
            <a:r>
              <a:rPr sz="1020" b="0">
                <a:solidFill>
                  <a:srgbClr val="FFFFFF"/>
                </a:solidFill>
                <a:latin typeface="Arial"/>
                <a:ea typeface="Arial"/>
                <a:cs typeface="Arial"/>
              </a:rPr>
              <a:t>Secure mounts; keep lights visible. Switch both on. Check charge or batteries before a ride.</a:t>
            </a:r>
          </a:p>
        </p:txBody>
      </p:sp>
      <p:sp>
        <p:nvSpPr>
          <p:cNvPr id="6" name="Light access prompt">
            <a:extLst xmlns:a="http://schemas.openxmlformats.org/drawingml/2006/main">
              <a:ext uri="{FF2B5EF4-FFF2-40B4-BE49-F238E27FC236}">
                <a16:creationId xmlns:a16="http://schemas.microsoft.com/office/drawing/2014/main" id="{25528CB7-3893-486C-A9E8-E1F0300B974A}"/>
              </a:ext>
            </a:extLst>
          </p:cNvPr>
          <p:cNvSpPr>
            <a:spLocks xmlns:a="http://schemas.openxmlformats.org/drawingml/2006/main" noGrp="1"/>
          </p:cNvSpPr>
          <p:nvPr/>
        </p:nvSpPr>
        <p:spPr>
          <a:xfrm xmlns:a="http://schemas.openxmlformats.org/drawingml/2006/main">
            <a:off x="180975" y="2724150"/>
            <a:ext cx="328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40" b="1">
                <a:solidFill>
                  <a:srgbClr val="FFFF0A"/>
                </a:solidFill>
                <a:latin typeface="Arial"/>
                <a:ea typeface="Arial"/>
                <a:cs typeface="Arial"/>
              </a:defRPr>
            </a:defPPr>
            <a:lvl1pPr algn="l">
              <a:defRPr sz="1040" b="1">
                <a:solidFill>
                  <a:srgbClr val="FFFF0A"/>
                </a:solidFill>
                <a:latin typeface="Arial"/>
                <a:ea typeface="Arial"/>
                <a:cs typeface="Arial"/>
              </a:defRPr>
            </a:lvl1pPr>
            <a:lvl2pPr algn="l">
              <a:defRPr sz="1040" b="1">
                <a:solidFill>
                  <a:srgbClr val="FFFF0A"/>
                </a:solidFill>
                <a:latin typeface="Arial"/>
                <a:ea typeface="Arial"/>
                <a:cs typeface="Arial"/>
              </a:defRPr>
            </a:lvl2pPr>
            <a:lvl3pPr algn="l">
              <a:defRPr sz="1040" b="1">
                <a:solidFill>
                  <a:srgbClr val="FFFF0A"/>
                </a:solidFill>
                <a:latin typeface="Arial"/>
                <a:ea typeface="Arial"/>
                <a:cs typeface="Arial"/>
              </a:defRPr>
            </a:lvl3pPr>
            <a:lvl4pPr algn="l">
              <a:defRPr sz="1040" b="1">
                <a:solidFill>
                  <a:srgbClr val="FFFF0A"/>
                </a:solidFill>
                <a:latin typeface="Arial"/>
                <a:ea typeface="Arial"/>
                <a:cs typeface="Arial"/>
              </a:defRPr>
            </a:lvl4pPr>
            <a:lvl5pPr algn="l">
              <a:defRPr sz="1040" b="1">
                <a:solidFill>
                  <a:srgbClr val="FFFF0A"/>
                </a:solidFill>
                <a:latin typeface="Arial"/>
                <a:ea typeface="Arial"/>
                <a:cs typeface="Arial"/>
              </a:defRPr>
            </a:lvl5pPr>
            <a:lvl6pPr algn="l">
              <a:defRPr sz="1040" b="1">
                <a:solidFill>
                  <a:srgbClr val="FFFF0A"/>
                </a:solidFill>
                <a:latin typeface="Arial"/>
                <a:ea typeface="Arial"/>
                <a:cs typeface="Arial"/>
              </a:defRPr>
            </a:lvl6pPr>
            <a:lvl7pPr algn="l">
              <a:defRPr sz="1040" b="1">
                <a:solidFill>
                  <a:srgbClr val="FFFF0A"/>
                </a:solidFill>
                <a:latin typeface="Arial"/>
                <a:ea typeface="Arial"/>
                <a:cs typeface="Arial"/>
              </a:defRPr>
            </a:lvl7pPr>
            <a:lvl8pPr algn="l">
              <a:defRPr sz="1040" b="1">
                <a:solidFill>
                  <a:srgbClr val="FFFF0A"/>
                </a:solidFill>
                <a:latin typeface="Arial"/>
                <a:ea typeface="Arial"/>
                <a:cs typeface="Arial"/>
              </a:defRPr>
            </a:lvl8pPr>
            <a:lvl9pPr algn="l">
              <a:defRPr sz="1040" b="1">
                <a:solidFill>
                  <a:srgbClr val="FFFF0A"/>
                </a:solidFill>
                <a:latin typeface="Arial"/>
                <a:ea typeface="Arial"/>
                <a:cs typeface="Arial"/>
              </a:defRPr>
            </a:lvl9pPr>
          </a:lstStyle>
          <a:p xmlns:a="http://schemas.openxmlformats.org/drawingml/2006/main">
            <a:pPr algn="l">
              <a:lnSpc>
                <a:spcPct val="100000"/>
              </a:lnSpc>
              <a:buNone/>
              <a:defRPr sz="1040" b="1">
                <a:solidFill>
                  <a:srgbClr val="FFFF0A"/>
                </a:solidFill>
                <a:latin typeface="Arial"/>
                <a:ea typeface="Arial"/>
                <a:cs typeface="Arial"/>
              </a:defRPr>
            </a:pPr>
            <a:r>
              <a:rPr sz="1040" b="1">
                <a:solidFill>
                  <a:srgbClr val="FFFF0A"/>
                </a:solidFill>
                <a:latin typeface="Arial"/>
                <a:ea typeface="Arial"/>
                <a:cs typeface="Arial"/>
              </a:rPr>
              <a:t>Need help getting or fitting lights? Ask whether this shop or a local cycling group has support available.</a:t>
            </a:r>
          </a:p>
        </p:txBody>
      </p:sp>
      <p:sp>
        <p:nvSpPr>
          <p:cNvPr id="7" name="Visibility limitation ground">
            <a:extLst xmlns:a="http://schemas.openxmlformats.org/drawingml/2006/main">
              <a:ext uri="{FF2B5EF4-FFF2-40B4-BE49-F238E27FC236}">
                <a16:creationId xmlns:a16="http://schemas.microsoft.com/office/drawing/2014/main" id="{AA962D1F-E058-40F9-81BA-A067AA036831}"/>
              </a:ext>
            </a:extLst>
          </p:cNvPr>
          <p:cNvSpPr>
            <a:spLocks xmlns:a="http://schemas.openxmlformats.org/drawingml/2006/main" noGrp="1"/>
          </p:cNvSpPr>
          <p:nvPr/>
        </p:nvSpPr>
        <p:spPr>
          <a:xfrm xmlns:a="http://schemas.openxmlformats.org/drawingml/2006/main">
            <a:off x="180975" y="3476625"/>
            <a:ext cx="3286125" cy="1181100"/>
          </a:xfrm>
          <a:prstGeom xmlns:a="http://schemas.openxmlformats.org/drawingml/2006/main" prst="rect">
            <a:avLst/>
          </a:prstGeom>
          <a:solidFill xmlns:a="http://schemas.openxmlformats.org/drawingml/2006/main">
            <a:srgbClr val="FFF3DF"/>
          </a:solidFill>
          <a:ln xmlns:a="http://schemas.openxmlformats.org/drawingml/2006/main" w="0">
            <a:noFill/>
            <a:prstDash val="solid"/>
          </a:ln>
        </p:spPr>
      </p:sp>
      <p:sp>
        <p:nvSpPr>
          <p:cNvPr id="8" name="Visibility limitation">
            <a:extLst xmlns:a="http://schemas.openxmlformats.org/drawingml/2006/main">
              <a:ext uri="{FF2B5EF4-FFF2-40B4-BE49-F238E27FC236}">
                <a16:creationId xmlns:a16="http://schemas.microsoft.com/office/drawing/2014/main" id="{0D2A8F6D-EB71-4C89-86C8-EE5257845FC7}"/>
              </a:ext>
            </a:extLst>
          </p:cNvPr>
          <p:cNvSpPr>
            <a:spLocks xmlns:a="http://schemas.openxmlformats.org/drawingml/2006/main" noGrp="1"/>
          </p:cNvSpPr>
          <p:nvPr/>
        </p:nvSpPr>
        <p:spPr>
          <a:xfrm xmlns:a="http://schemas.openxmlformats.org/drawingml/2006/main">
            <a:off x="323850" y="3657600"/>
            <a:ext cx="29908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0" b="1">
                <a:solidFill>
                  <a:srgbClr val="23143A"/>
                </a:solidFill>
                <a:latin typeface="Arial"/>
                <a:ea typeface="Arial"/>
                <a:cs typeface="Arial"/>
              </a:defRPr>
            </a:defPPr>
            <a:lvl1pPr algn="l">
              <a:defRPr sz="1070" b="1">
                <a:solidFill>
                  <a:srgbClr val="23143A"/>
                </a:solidFill>
                <a:latin typeface="Arial"/>
                <a:ea typeface="Arial"/>
                <a:cs typeface="Arial"/>
              </a:defRPr>
            </a:lvl1pPr>
            <a:lvl2pPr algn="l">
              <a:defRPr sz="1070" b="1">
                <a:solidFill>
                  <a:srgbClr val="23143A"/>
                </a:solidFill>
                <a:latin typeface="Arial"/>
                <a:ea typeface="Arial"/>
                <a:cs typeface="Arial"/>
              </a:defRPr>
            </a:lvl2pPr>
            <a:lvl3pPr algn="l">
              <a:defRPr sz="1070" b="1">
                <a:solidFill>
                  <a:srgbClr val="23143A"/>
                </a:solidFill>
                <a:latin typeface="Arial"/>
                <a:ea typeface="Arial"/>
                <a:cs typeface="Arial"/>
              </a:defRPr>
            </a:lvl3pPr>
            <a:lvl4pPr algn="l">
              <a:defRPr sz="1070" b="1">
                <a:solidFill>
                  <a:srgbClr val="23143A"/>
                </a:solidFill>
                <a:latin typeface="Arial"/>
                <a:ea typeface="Arial"/>
                <a:cs typeface="Arial"/>
              </a:defRPr>
            </a:lvl4pPr>
            <a:lvl5pPr algn="l">
              <a:defRPr sz="1070" b="1">
                <a:solidFill>
                  <a:srgbClr val="23143A"/>
                </a:solidFill>
                <a:latin typeface="Arial"/>
                <a:ea typeface="Arial"/>
                <a:cs typeface="Arial"/>
              </a:defRPr>
            </a:lvl5pPr>
            <a:lvl6pPr algn="l">
              <a:defRPr sz="1070" b="1">
                <a:solidFill>
                  <a:srgbClr val="23143A"/>
                </a:solidFill>
                <a:latin typeface="Arial"/>
                <a:ea typeface="Arial"/>
                <a:cs typeface="Arial"/>
              </a:defRPr>
            </a:lvl6pPr>
            <a:lvl7pPr algn="l">
              <a:defRPr sz="1070" b="1">
                <a:solidFill>
                  <a:srgbClr val="23143A"/>
                </a:solidFill>
                <a:latin typeface="Arial"/>
                <a:ea typeface="Arial"/>
                <a:cs typeface="Arial"/>
              </a:defRPr>
            </a:lvl7pPr>
            <a:lvl8pPr algn="l">
              <a:defRPr sz="1070" b="1">
                <a:solidFill>
                  <a:srgbClr val="23143A"/>
                </a:solidFill>
                <a:latin typeface="Arial"/>
                <a:ea typeface="Arial"/>
                <a:cs typeface="Arial"/>
              </a:defRPr>
            </a:lvl8pPr>
            <a:lvl9pPr algn="l">
              <a:defRPr sz="1070" b="1">
                <a:solidFill>
                  <a:srgbClr val="23143A"/>
                </a:solidFill>
                <a:latin typeface="Arial"/>
                <a:ea typeface="Arial"/>
                <a:cs typeface="Arial"/>
              </a:defRPr>
            </a:lvl9pPr>
          </a:lstStyle>
          <a:p xmlns:a="http://schemas.openxmlformats.org/drawingml/2006/main">
            <a:pPr algn="l">
              <a:lnSpc>
                <a:spcPct val="100000"/>
              </a:lnSpc>
              <a:buNone/>
              <a:defRPr sz="1070" b="1">
                <a:solidFill>
                  <a:srgbClr val="23143A"/>
                </a:solidFill>
                <a:latin typeface="Arial"/>
                <a:ea typeface="Arial"/>
                <a:cs typeface="Arial"/>
              </a:defRPr>
            </a:pPr>
            <a:r>
              <a:rPr sz="1070" b="1">
                <a:solidFill>
                  <a:srgbClr val="23143A"/>
                </a:solidFill>
                <a:latin typeface="Arial"/>
                <a:ea typeface="Arial"/>
                <a:cs typeface="Arial"/>
              </a:rPr>
              <a:t>Lights may help detection in the right conditions, but cannot guarantee a driver will see or yield.</a:t>
            </a:r>
          </a:p>
        </p:txBody>
      </p:sp>
      <p:sp>
        <p:nvSpPr>
          <p:cNvPr id="9" name="Website and resources footer">
            <a:extLst xmlns:a="http://schemas.openxmlformats.org/drawingml/2006/main">
              <a:ext uri="{FF2B5EF4-FFF2-40B4-BE49-F238E27FC236}">
                <a16:creationId xmlns:a16="http://schemas.microsoft.com/office/drawing/2014/main" id="{5487345B-9030-4142-9744-ADCEBEF86AA6}"/>
              </a:ext>
            </a:extLst>
          </p:cNvPr>
          <p:cNvSpPr>
            <a:spLocks xmlns:a="http://schemas.openxmlformats.org/drawingml/2006/main" noGrp="1"/>
          </p:cNvSpPr>
          <p:nvPr/>
        </p:nvSpPr>
        <p:spPr>
          <a:xfrm xmlns:a="http://schemas.openxmlformats.org/drawingml/2006/main">
            <a:off x="0" y="4724400"/>
            <a:ext cx="3657600" cy="7620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16F9A14A-9544-40A9-9F5E-5DF6D20B9B3D}"/>
              </a:ext>
            </a:extLst>
          </p:cNvPr>
          <p:cNvPicPr>
            <a:picLocks xmlns:a="http://schemas.openxmlformats.org/drawingml/2006/main" noChangeAspect="1"/>
          </p:cNvPicPr>
          <p:nvPr/>
        </p:nvPicPr>
        <p:blipFill>
          <a:blip xmlns:r="http://schemas.openxmlformats.org/officeDocument/2006/relationships" xmlns:a="http://schemas.openxmlformats.org/drawingml/2006/main" r:embed="R8432a3491c384faf"/>
          <a:stretch xmlns:a="http://schemas.openxmlformats.org/drawingml/2006/main"/>
        </p:blipFill>
        <p:spPr>
          <a:xfrm xmlns:a="http://schemas.openxmlformats.org/drawingml/2006/main">
            <a:off x="133350" y="4881563"/>
            <a:ext cx="447675" cy="447675"/>
          </a:xfrm>
          <a:prstGeom xmlns:a="http://schemas.openxmlformats.org/drawingml/2006/main" prst="rect">
            <a:avLst/>
          </a:prstGeom>
        </p:spPr>
      </p:pic>
      <p:sp>
        <p:nvSpPr>
          <p:cNvPr id="11" name="QR code quiet zone">
            <a:extLst xmlns:a="http://schemas.openxmlformats.org/drawingml/2006/main">
              <a:ext uri="{FF2B5EF4-FFF2-40B4-BE49-F238E27FC236}">
                <a16:creationId xmlns:a16="http://schemas.microsoft.com/office/drawing/2014/main" id="{240A5620-4129-40DD-A488-47EB0C404098}"/>
              </a:ext>
            </a:extLst>
          </p:cNvPr>
          <p:cNvSpPr>
            <a:spLocks xmlns:a="http://schemas.openxmlformats.org/drawingml/2006/main" noGrp="1"/>
          </p:cNvSpPr>
          <p:nvPr/>
        </p:nvSpPr>
        <p:spPr>
          <a:xfrm xmlns:a="http://schemas.openxmlformats.org/drawingml/2006/main">
            <a:off x="2886075" y="4762500"/>
            <a:ext cx="6858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2" name="">
            <a:extLst xmlns:a="http://schemas.openxmlformats.org/drawingml/2006/main">
              <a:ext uri="{FF2B5EF4-FFF2-40B4-BE49-F238E27FC236}">
                <a16:creationId xmlns:a16="http://schemas.microsoft.com/office/drawing/2014/main" id="{47B40315-3EDF-4E78-B6DD-7C2255F2C5CE}"/>
              </a:ext>
            </a:extLst>
          </p:cNvPr>
          <p:cNvPicPr>
            <a:picLocks xmlns:a="http://schemas.openxmlformats.org/drawingml/2006/main" noChangeAspect="1"/>
          </p:cNvPicPr>
          <p:nvPr/>
        </p:nvPicPr>
        <p:blipFill>
          <a:blip xmlns:r="http://schemas.openxmlformats.org/officeDocument/2006/relationships" xmlns:a="http://schemas.openxmlformats.org/drawingml/2006/main" r:embed="R3a82b3292acd45ab"/>
          <a:stretch xmlns:a="http://schemas.openxmlformats.org/drawingml/2006/main"/>
        </p:blipFill>
        <p:spPr>
          <a:xfrm xmlns:a="http://schemas.openxmlformats.org/drawingml/2006/main">
            <a:off x="2914650" y="4791075"/>
            <a:ext cx="628650" cy="628650"/>
          </a:xfrm>
          <a:prstGeom xmlns:a="http://schemas.openxmlformats.org/drawingml/2006/main" prst="rect">
            <a:avLst/>
          </a:prstGeom>
        </p:spPr>
      </p:pic>
      <p:sp>
        <p:nvSpPr>
          <p:cNvPr id="13" name="Website">
            <a:extLst xmlns:a="http://schemas.openxmlformats.org/drawingml/2006/main">
              <a:ext uri="{FF2B5EF4-FFF2-40B4-BE49-F238E27FC236}">
                <a16:creationId xmlns:a16="http://schemas.microsoft.com/office/drawing/2014/main" id="{F299C8FB-8379-416B-B2F1-D43F77EDC94D}"/>
              </a:ext>
            </a:extLst>
          </p:cNvPr>
          <p:cNvSpPr>
            <a:spLocks xmlns:a="http://schemas.openxmlformats.org/drawingml/2006/main" noGrp="1"/>
          </p:cNvSpPr>
          <p:nvPr/>
        </p:nvSpPr>
        <p:spPr>
          <a:xfrm xmlns:a="http://schemas.openxmlformats.org/drawingml/2006/main">
            <a:off x="704850" y="4848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3fp.org</a:t>
            </a:r>
          </a:p>
        </p:txBody>
      </p:sp>
      <p:sp>
        <p:nvSpPr>
          <p:cNvPr id="14" name="Groups and public rides">
            <a:extLst xmlns:a="http://schemas.openxmlformats.org/drawingml/2006/main">
              <a:ext uri="{FF2B5EF4-FFF2-40B4-BE49-F238E27FC236}">
                <a16:creationId xmlns:a16="http://schemas.microsoft.com/office/drawing/2014/main" id="{E164487B-565F-4415-9AC7-4F467076AF88}"/>
              </a:ext>
            </a:extLst>
          </p:cNvPr>
          <p:cNvSpPr>
            <a:spLocks xmlns:a="http://schemas.openxmlformats.org/drawingml/2006/main" noGrp="1"/>
          </p:cNvSpPr>
          <p:nvPr/>
        </p:nvSpPr>
        <p:spPr>
          <a:xfrm xmlns:a="http://schemas.openxmlformats.org/drawingml/2006/main">
            <a:off x="704850" y="50958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FF"/>
                </a:solidFill>
                <a:latin typeface="Arial"/>
                <a:ea typeface="Arial"/>
                <a:cs typeface="Arial"/>
              </a:defRPr>
            </a:defPPr>
            <a:lvl1pPr algn="l">
              <a:defRPr sz="920" b="1">
                <a:solidFill>
                  <a:srgbClr val="FFFFFF"/>
                </a:solidFill>
                <a:latin typeface="Arial"/>
                <a:ea typeface="Arial"/>
                <a:cs typeface="Arial"/>
              </a:defRPr>
            </a:lvl1pPr>
            <a:lvl2pPr algn="l">
              <a:defRPr sz="920" b="1">
                <a:solidFill>
                  <a:srgbClr val="FFFFFF"/>
                </a:solidFill>
                <a:latin typeface="Arial"/>
                <a:ea typeface="Arial"/>
                <a:cs typeface="Arial"/>
              </a:defRPr>
            </a:lvl2pPr>
            <a:lvl3pPr algn="l">
              <a:defRPr sz="920" b="1">
                <a:solidFill>
                  <a:srgbClr val="FFFFFF"/>
                </a:solidFill>
                <a:latin typeface="Arial"/>
                <a:ea typeface="Arial"/>
                <a:cs typeface="Arial"/>
              </a:defRPr>
            </a:lvl3pPr>
            <a:lvl4pPr algn="l">
              <a:defRPr sz="920" b="1">
                <a:solidFill>
                  <a:srgbClr val="FFFFFF"/>
                </a:solidFill>
                <a:latin typeface="Arial"/>
                <a:ea typeface="Arial"/>
                <a:cs typeface="Arial"/>
              </a:defRPr>
            </a:lvl4pPr>
            <a:lvl5pPr algn="l">
              <a:defRPr sz="920" b="1">
                <a:solidFill>
                  <a:srgbClr val="FFFFFF"/>
                </a:solidFill>
                <a:latin typeface="Arial"/>
                <a:ea typeface="Arial"/>
                <a:cs typeface="Arial"/>
              </a:defRPr>
            </a:lvl5pPr>
            <a:lvl6pPr algn="l">
              <a:defRPr sz="920" b="1">
                <a:solidFill>
                  <a:srgbClr val="FFFFFF"/>
                </a:solidFill>
                <a:latin typeface="Arial"/>
                <a:ea typeface="Arial"/>
                <a:cs typeface="Arial"/>
              </a:defRPr>
            </a:lvl6pPr>
            <a:lvl7pPr algn="l">
              <a:defRPr sz="920" b="1">
                <a:solidFill>
                  <a:srgbClr val="FFFFFF"/>
                </a:solidFill>
                <a:latin typeface="Arial"/>
                <a:ea typeface="Arial"/>
                <a:cs typeface="Arial"/>
              </a:defRPr>
            </a:lvl7pPr>
            <a:lvl8pPr algn="l">
              <a:defRPr sz="920" b="1">
                <a:solidFill>
                  <a:srgbClr val="FFFFFF"/>
                </a:solidFill>
                <a:latin typeface="Arial"/>
                <a:ea typeface="Arial"/>
                <a:cs typeface="Arial"/>
              </a:defRPr>
            </a:lvl8pPr>
            <a:lvl9pPr algn="l">
              <a:defRPr sz="920" b="1">
                <a:solidFill>
                  <a:srgbClr val="FFFFFF"/>
                </a:solidFill>
                <a:latin typeface="Arial"/>
                <a:ea typeface="Arial"/>
                <a:cs typeface="Arial"/>
              </a:defRPr>
            </a:lvl9pPr>
          </a:lstStyle>
          <a:p xmlns:a="http://schemas.openxmlformats.org/drawingml/2006/main">
            <a:pPr algn="l">
              <a:lnSpc>
                <a:spcPct val="100000"/>
              </a:lnSpc>
              <a:buNone/>
              <a:defRPr sz="920" b="1">
                <a:solidFill>
                  <a:srgbClr val="FFFFFF"/>
                </a:solidFill>
                <a:latin typeface="Arial"/>
                <a:ea typeface="Arial"/>
                <a:cs typeface="Arial"/>
              </a:defRPr>
            </a:pPr>
            <a:r>
              <a:rPr sz="920" b="1">
                <a:solidFill>
                  <a:srgbClr val="FFFFFF"/>
                </a:solidFill>
                <a:latin typeface="Arial"/>
                <a:ea typeface="Arial"/>
                <a:cs typeface="Arial"/>
              </a:rPr>
              <a:t>Find groups and public rides at 3fp.org.</a:t>
            </a:r>
          </a:p>
        </p:txBody>
      </p:sp>
    </p:spTree>
    <p:extLst>
      <p:ext uri="{BB962C8B-B14F-4D97-AF65-F5344CB8AC3E}">
        <p14:creationId xmlns:p14="http://schemas.microsoft.com/office/powerpoint/2010/main" val="97065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2026-10-29T13:47:40.8670000Z</dcterms:created>
  <dcterms:modified xsi:type="dcterms:W3CDTF">2026-10-29T13:47:40.8670000Z</dcterms:modified>
</coreProperties>
</file>