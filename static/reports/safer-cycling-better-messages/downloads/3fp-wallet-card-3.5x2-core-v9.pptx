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7162587c97481f" /><Relationship Type="http://schemas.openxmlformats.org/officeDocument/2006/relationships/extended-properties" Target="/docProps/app.xml" Id="Rc1cb1bc9628848a7" /><Relationship Type="http://schemas.openxmlformats.org/officeDocument/2006/relationships/officeDocument" Target="/ppt/presentation.xml" Id="R1af883c411424043" /></Relationships>
</file>

<file path=ppt/presentation.xml><?xml version="1.0" encoding="utf-8"?>
<p:presentation xmlns:p="http://schemas.openxmlformats.org/presentationml/2006/main">
  <p:sldMasterIdLst>
    <p:sldMasterId xmlns:r="http://schemas.openxmlformats.org/officeDocument/2006/relationships" id="2147483648" r:id="Rc09f658f3a9448e6"/>
  </p:sldMasterIdLst>
  <p:notesMasterIdLst>
    <p:notesMasterId xmlns:r="http://schemas.openxmlformats.org/officeDocument/2006/relationships" r:id="R31a54b6a14924789"/>
  </p:notesMasterIdLst>
  <p:sldIdLst>
    <p:sldId xmlns:r="http://schemas.openxmlformats.org/officeDocument/2006/relationships" id="256" r:id="Rfe44ecbda08d40eb"/>
    <p:sldId xmlns:r="http://schemas.openxmlformats.org/officeDocument/2006/relationships" id="257" r:id="Rebbf5252e7d4498c"/>
  </p:sldIdLst>
  <p:sldSz cx="3200400" cy="1828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4813dd9ca84c92" /><Relationship Type="http://schemas.openxmlformats.org/officeDocument/2006/relationships/slideMaster" Target="/ppt/slideMasters/slideMaster1.xml" Id="Rc09f658f3a9448e6" /><Relationship Type="http://schemas.openxmlformats.org/officeDocument/2006/relationships/notesMaster" Target="/ppt/notesMasters/notesMaster1.xml" Id="R31a54b6a14924789" /><Relationship Type="http://schemas.openxmlformats.org/officeDocument/2006/relationships/presProps" Target="/ppt/presProps.xml" Id="Ra563758ed6cb4410" /><Relationship Type="http://schemas.openxmlformats.org/officeDocument/2006/relationships/tableStyles" Target="/ppt/tableStyles.xml" Id="Rcb67e2cd02d24f1a" /><Relationship Type="http://schemas.openxmlformats.org/officeDocument/2006/relationships/slide" Target="/ppt/slides/slide1.xml" Id="Rfe44ecbda08d40eb" /><Relationship Type="http://schemas.openxmlformats.org/officeDocument/2006/relationships/slide" Target="/ppt/slides/slide2.xml" Id="Rebbf5252e7d449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3d35ba601e42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68cbeb75df4785" /><Relationship Type="http://schemas.openxmlformats.org/officeDocument/2006/relationships/notesMaster" Target="/ppt/notesMasters/notesMaster1.xml" Id="R7f02c77ae3f14b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62b22a5a774b5e" /><Relationship Type="http://schemas.openxmlformats.org/officeDocument/2006/relationships/notesMaster" Target="/ppt/notesMasters/notesMaster1.xml" Id="R7ed5a7e0596d40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Step 01 tells a helper to get to safety and keep a possibly head/neck/spine-injured person still unless immediate danger requires movement. The adjacent 911 callout covers serious injury, danger, or possible head/neck/spine injury.</a:t>
            </a:r>
          </a:p>
          <a:p xmlns:a="http://schemas.openxmlformats.org/drawingml/2006/main">
            <a:r>
              <a:t>VERSION REVIEW: v8 local edition; reviewed 2026-10-22. Exact material and artwork remain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these cards summarize first-aid and reporting guidance; the exact 3FP cards have not been evaluated for medical, crash, legal, or injury outcomes. A tabletop usability check can assess whether people find and understand steps; it cannot establish injury prevention.</a:t>
            </a:r>
          </a:p>
          <a:p xmlns:a="http://schemas.openxmlformats.org/drawingml/2006/main">
            <a:r>
              <a:t>Practitioner delivery: follow current emergency-service and local reporting instructions. Keep the helper’s own safety distinct from keeping an injured person still; move the injured person only for immediate danger. Measure reach and comprehension separately from outcomes.</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For non-emergencies, follow local crash-reporting rules. Photograph the scene and exchange details only when safe. Steps 04 and 05 retain the exact approved headings.</a:t>
            </a:r>
          </a:p>
          <a:p xmlns:a="http://schemas.openxmlformats.org/drawingml/2006/main">
            <a:r>
              <a:t>VERSION REVIEW: v8 local edition; reviewed 2026-10-22. Exact material and artwork remain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these cards summarize first-aid and reporting guidance; the exact 3FP cards have not been evaluated for medical, crash, legal, or injury outcomes. A tabletop usability check can assess whether people find and understand steps; it cannot establish injury prevention.</a:t>
            </a:r>
          </a:p>
          <a:p xmlns:a="http://schemas.openxmlformats.org/drawingml/2006/main">
            <a:r>
              <a:t>Practitioner delivery: follow current emergency-service and local reporting instructions. Keep the helper’s own safety distinct from keeping an injured person still; move the injured person only for immediate danger. Measure reach and comprehension separately from outcomes.</a:t>
            </a:r>
          </a:p>
          <a:p xmlns:a="http://schemas.openxmlformats.org/drawingml/2006/main">
            <a:r>
              <a:t>Relationship roles in campaign copy and generated artwork are illustrative, not biographies or testimonials.</a:t>
            </a:r>
          </a:p>
          <a:p xmlns:a="http://schemas.openxmlformats.org/drawingml/2006/main">
            <a:r>
              <a:t>CAST and NASEM evaluation practice: pretest the message with its intended audience; plan evaluation before delivery; separate process/reach, comprehension, behavior, and safety outcomes; use a suitable comparison when making an effect claim. Attendance, scans, recall, or practice alone do not establish road behavior or crash outcomes.</a:t>
            </a:r>
          </a:p>
          <a:p xmlns:a="http://schemas.openxmlformats.org/drawingml/2006/main">
            <a:r>
              <a:t>Safety source references:</a:t>
            </a:r>
          </a:p>
          <a:p xmlns:a="http://schemas.openxmlformats.org/drawingml/2006/main">
            <a:r>
              <a:t>NHTSA, Bicycle Safety: https://www.nhtsa.gov/road-safety/bicycle-safety</a:t>
            </a:r>
          </a:p>
          <a:p xmlns:a="http://schemas.openxmlformats.org/drawingml/2006/main">
            <a:r>
              <a:t>NHTSA, Motorist Passing Bicyclist Laws: https://www.nhtsa.gov/book/countermeasures-that-work/bicycle-safety/countermeasures/legislation-and-licensing/motorist</a:t>
            </a:r>
          </a:p>
          <a:p xmlns:a="http://schemas.openxmlformats.org/drawingml/2006/main">
            <a:r>
              <a:t>NHTSA, Cycling Skills Clinic Guide: https://www.nhtsa.gov/document/cycling-skills-clinic-guide</a:t>
            </a:r>
          </a:p>
          <a:p xmlns:a="http://schemas.openxmlformats.org/drawingml/2006/main">
            <a:r>
              <a:t>MedlinePlus, Spinal Injury - First Aid: https://medlineplus.gov/ency/article/000029.htm</a:t>
            </a:r>
          </a:p>
          <a:p xmlns:a="http://schemas.openxmlformats.org/drawingml/2006/main">
            <a:r>
              <a:t>MedlinePlus, Head Injury - First Aid: https://medlineplus.gov/ency/article/000028.htm</a:t>
            </a:r>
          </a:p>
          <a:p xmlns:a="http://schemas.openxmlformats.org/drawingml/2006/main">
            <a:r>
              <a:t>CDC, Signs and Symptoms of Concussion: https://www.cdc.gov/heads-up/signs-symptoms/index.html</a:t>
            </a:r>
          </a:p>
          <a:p xmlns:a="http://schemas.openxmlformats.org/drawingml/2006/main">
            <a:r>
              <a:t>QR code destination: https://3fp.org</a:t>
            </a:r>
          </a:p>
          <a:p xmlns:a="http://schemas.openxmlformats.org/drawingml/2006/main">
            <a:r>
              <a:t>3FP public research review: output/public-safety-review/REPORT.md (current report link).</a:t>
            </a:r>
          </a:p>
          <a:p xmlns:a="http://schemas.openxmlformats.org/drawingml/2006/main">
            <a:r>
              <a:t>CAST road-safety campaign planning manual (2009): https://www.vias.be/storage/main/cast-wp3-deliverable-3.2b.pdf (planning, pretesting, and evaluation guidance; not message-effect evidence).</a:t>
            </a:r>
          </a:p>
          <a:p xmlns:a="http://schemas.openxmlformats.org/drawingml/2006/main">
            <a:r>
              <a:t>National Academies of Sciences, Engineering, and Medicine (2025), Evaluating Traffic Safety Campaigns: A Guide: https://www.nationalacademies.org/publications/29154.</a:t>
            </a:r>
          </a:p>
          <a:p xmlns:a="http://schemas.openxmlformats.org/drawingml/2006/main">
            <a:r>
              <a:t>Phillips, Ulleberg &amp; Vaa (2011), Meta-analysis of the effect of road safety campaigns on accidents: https://doi.org/10.1016/j.aap.2011.01.002. Its mixed-campaign average is not a forecast for a 3FP print piece.</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13f0cdb5b641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f1d3d779aa49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ceb0c2051449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985c1537b84a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8a66177b7a4a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90cb8755ad4c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90DD0-EFD5-478B-8529-2B58B3B919CE}"/>
              </a:ext>
            </a:extLst>
          </p:cNvPr>
          <p:cNvSpPr>
            <a:spLocks xmlns:a="http://schemas.openxmlformats.org/drawingml/2006/main" noGrp="1"/>
          </p:cNvSpPr>
          <p:nvPr>
            <p:ph type="title" idx="0"/>
          </p:nvPr>
        </p:nvSpPr>
        <p:spPr>
          <a:xfrm xmlns:a="http://schemas.openxmlformats.org/drawingml/2006/main">
            <a:off x="320040" y="690880"/>
            <a:ext cx="2560320" cy="264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CDEC2E-03AC-4D39-9C2F-BC5D6A7B1363}"/>
              </a:ext>
            </a:extLst>
          </p:cNvPr>
          <p:cNvSpPr>
            <a:spLocks xmlns:a="http://schemas.openxmlformats.org/drawingml/2006/main" noGrp="1"/>
          </p:cNvSpPr>
          <p:nvPr>
            <p:ph type="subTitle" idx="1"/>
          </p:nvPr>
        </p:nvSpPr>
        <p:spPr>
          <a:xfrm xmlns:a="http://schemas.openxmlformats.org/drawingml/2006/main">
            <a:off x="480060" y="1005840"/>
            <a:ext cx="2240280" cy="203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51" b="0">
                <a:solidFill>
                  <a:schemeClr val="tx1"/>
                </a:solidFill>
                <a:latin typeface="+mn-lt"/>
                <a:ea typeface="+mn-lt"/>
                <a:cs typeface="+mn-lt"/>
              </a:defRPr>
            </a:defPPr>
            <a:lvl1pPr marL="0" indent="0" algn="ctr">
              <a:lnSpc>
                <a:spcPct val="110000"/>
              </a:lnSpc>
              <a:spcBef>
                <a:spcPts val="0"/>
              </a:spcBef>
              <a:spcAft>
                <a:spcPts val="0"/>
              </a:spcAft>
              <a:buNone/>
              <a:defRPr sz="551" b="0">
                <a:solidFill>
                  <a:schemeClr val="tx1"/>
                </a:solidFill>
                <a:latin typeface="+mn-lt"/>
                <a:ea typeface="+mn-lt"/>
                <a:cs typeface="+mn-lt"/>
              </a:defRPr>
            </a:lvl1pPr>
            <a:lvl2pPr marL="0" indent="0" algn="ctr">
              <a:lnSpc>
                <a:spcPct val="110000"/>
              </a:lnSpc>
              <a:spcBef>
                <a:spcPts val="0"/>
              </a:spcBef>
              <a:spcAft>
                <a:spcPts val="0"/>
              </a:spcAft>
              <a:buNone/>
              <a:defRPr sz="551" b="0">
                <a:solidFill>
                  <a:schemeClr val="tx1"/>
                </a:solidFill>
                <a:latin typeface="+mn-lt"/>
                <a:ea typeface="+mn-lt"/>
                <a:cs typeface="+mn-lt"/>
              </a:defRPr>
            </a:lvl2pPr>
            <a:lvl3pPr marL="0" indent="0" algn="ctr">
              <a:lnSpc>
                <a:spcPct val="110000"/>
              </a:lnSpc>
              <a:spcBef>
                <a:spcPts val="0"/>
              </a:spcBef>
              <a:spcAft>
                <a:spcPts val="0"/>
              </a:spcAft>
              <a:buNone/>
              <a:defRPr sz="551" b="0">
                <a:solidFill>
                  <a:schemeClr val="tx1"/>
                </a:solidFill>
                <a:latin typeface="+mn-lt"/>
                <a:ea typeface="+mn-lt"/>
                <a:cs typeface="+mn-lt"/>
              </a:defRPr>
            </a:lvl3pPr>
            <a:lvl4pPr marL="0" indent="0" algn="ctr">
              <a:lnSpc>
                <a:spcPct val="110000"/>
              </a:lnSpc>
              <a:spcBef>
                <a:spcPts val="0"/>
              </a:spcBef>
              <a:spcAft>
                <a:spcPts val="0"/>
              </a:spcAft>
              <a:buNone/>
              <a:defRPr sz="551" b="0">
                <a:solidFill>
                  <a:schemeClr val="tx1"/>
                </a:solidFill>
                <a:latin typeface="+mn-lt"/>
                <a:ea typeface="+mn-lt"/>
                <a:cs typeface="+mn-lt"/>
              </a:defRPr>
            </a:lvl4pPr>
            <a:lvl5pPr marL="0" indent="0" algn="ctr">
              <a:lnSpc>
                <a:spcPct val="110000"/>
              </a:lnSpc>
              <a:spcBef>
                <a:spcPts val="0"/>
              </a:spcBef>
              <a:spcAft>
                <a:spcPts val="0"/>
              </a:spcAft>
              <a:buNone/>
              <a:defRPr sz="551" b="0">
                <a:solidFill>
                  <a:schemeClr val="tx1"/>
                </a:solidFill>
                <a:latin typeface="+mn-lt"/>
                <a:ea typeface="+mn-lt"/>
                <a:cs typeface="+mn-lt"/>
              </a:defRPr>
            </a:lvl5pPr>
            <a:lvl6pPr marL="0" indent="0" algn="ctr">
              <a:lnSpc>
                <a:spcPct val="110000"/>
              </a:lnSpc>
              <a:spcBef>
                <a:spcPts val="0"/>
              </a:spcBef>
              <a:spcAft>
                <a:spcPts val="0"/>
              </a:spcAft>
              <a:buNone/>
              <a:defRPr sz="551" b="0">
                <a:solidFill>
                  <a:schemeClr val="tx1"/>
                </a:solidFill>
                <a:latin typeface="+mn-lt"/>
                <a:ea typeface="+mn-lt"/>
                <a:cs typeface="+mn-lt"/>
              </a:defRPr>
            </a:lvl6pPr>
            <a:lvl7pPr marL="0" indent="0" algn="ctr">
              <a:lnSpc>
                <a:spcPct val="110000"/>
              </a:lnSpc>
              <a:spcBef>
                <a:spcPts val="0"/>
              </a:spcBef>
              <a:spcAft>
                <a:spcPts val="0"/>
              </a:spcAft>
              <a:buNone/>
              <a:defRPr sz="551" b="0">
                <a:solidFill>
                  <a:schemeClr val="tx1"/>
                </a:solidFill>
                <a:latin typeface="+mn-lt"/>
                <a:ea typeface="+mn-lt"/>
                <a:cs typeface="+mn-lt"/>
              </a:defRPr>
            </a:lvl7pPr>
            <a:lvl8pPr marL="0" indent="0" algn="ctr">
              <a:lnSpc>
                <a:spcPct val="110000"/>
              </a:lnSpc>
              <a:spcBef>
                <a:spcPts val="0"/>
              </a:spcBef>
              <a:spcAft>
                <a:spcPts val="0"/>
              </a:spcAft>
              <a:buNone/>
              <a:defRPr sz="551" b="0">
                <a:solidFill>
                  <a:schemeClr val="tx1"/>
                </a:solidFill>
                <a:latin typeface="+mn-lt"/>
                <a:ea typeface="+mn-lt"/>
                <a:cs typeface="+mn-lt"/>
              </a:defRPr>
            </a:lvl8pPr>
            <a:lvl9pPr marL="0" indent="0" algn="ctr">
              <a:lnSpc>
                <a:spcPct val="110000"/>
              </a:lnSpc>
              <a:spcBef>
                <a:spcPts val="0"/>
              </a:spcBef>
              <a:spcAft>
                <a:spcPts val="0"/>
              </a:spcAft>
              <a:buNone/>
              <a:defRPr sz="551"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9FB4B3-1FC9-4E5D-8B5B-C3297115B543}"/>
              </a:ext>
            </a:extLst>
          </p:cNvPr>
          <p:cNvSpPr>
            <a:spLocks xmlns:a="http://schemas.openxmlformats.org/drawingml/2006/main" noGrp="1"/>
          </p:cNvSpPr>
          <p:nvPr>
            <p:ph type="title" idx="0"/>
          </p:nvPr>
        </p:nvSpPr>
        <p:spPr>
          <a:xfrm xmlns:a="http://schemas.openxmlformats.org/drawingml/2006/main">
            <a:off x="320040" y="762000"/>
            <a:ext cx="2560320" cy="30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03" b="1">
                <a:solidFill>
                  <a:schemeClr val="tx1"/>
                </a:solidFill>
                <a:latin typeface="+mj-lt"/>
                <a:ea typeface="+mj-lt"/>
                <a:cs typeface="+mj-lt"/>
              </a:defRPr>
            </a:defPPr>
            <a:lvl1pPr marL="0" indent="0" algn="ctr">
              <a:lnSpc>
                <a:spcPct val="110000"/>
              </a:lnSpc>
              <a:spcBef>
                <a:spcPts val="0"/>
              </a:spcBef>
              <a:spcAft>
                <a:spcPts val="0"/>
              </a:spcAft>
              <a:buNone/>
              <a:defRPr sz="1103" b="1">
                <a:solidFill>
                  <a:schemeClr val="tx1"/>
                </a:solidFill>
                <a:latin typeface="+mj-lt"/>
                <a:ea typeface="+mj-lt"/>
                <a:cs typeface="+mj-lt"/>
              </a:defRPr>
            </a:lvl1pPr>
            <a:lvl2pPr marL="0" indent="0" algn="ctr">
              <a:lnSpc>
                <a:spcPct val="110000"/>
              </a:lnSpc>
              <a:spcBef>
                <a:spcPts val="0"/>
              </a:spcBef>
              <a:spcAft>
                <a:spcPts val="0"/>
              </a:spcAft>
              <a:buNone/>
              <a:defRPr sz="1103" b="1">
                <a:solidFill>
                  <a:schemeClr val="tx1"/>
                </a:solidFill>
                <a:latin typeface="+mj-lt"/>
                <a:ea typeface="+mj-lt"/>
                <a:cs typeface="+mj-lt"/>
              </a:defRPr>
            </a:lvl2pPr>
            <a:lvl3pPr marL="0" indent="0" algn="ctr">
              <a:lnSpc>
                <a:spcPct val="110000"/>
              </a:lnSpc>
              <a:spcBef>
                <a:spcPts val="0"/>
              </a:spcBef>
              <a:spcAft>
                <a:spcPts val="0"/>
              </a:spcAft>
              <a:buNone/>
              <a:defRPr sz="1103" b="1">
                <a:solidFill>
                  <a:schemeClr val="tx1"/>
                </a:solidFill>
                <a:latin typeface="+mj-lt"/>
                <a:ea typeface="+mj-lt"/>
                <a:cs typeface="+mj-lt"/>
              </a:defRPr>
            </a:lvl3pPr>
            <a:lvl4pPr marL="0" indent="0" algn="ctr">
              <a:lnSpc>
                <a:spcPct val="110000"/>
              </a:lnSpc>
              <a:spcBef>
                <a:spcPts val="0"/>
              </a:spcBef>
              <a:spcAft>
                <a:spcPts val="0"/>
              </a:spcAft>
              <a:buNone/>
              <a:defRPr sz="1103" b="1">
                <a:solidFill>
                  <a:schemeClr val="tx1"/>
                </a:solidFill>
                <a:latin typeface="+mj-lt"/>
                <a:ea typeface="+mj-lt"/>
                <a:cs typeface="+mj-lt"/>
              </a:defRPr>
            </a:lvl4pPr>
            <a:lvl5pPr marL="0" indent="0" algn="ctr">
              <a:lnSpc>
                <a:spcPct val="110000"/>
              </a:lnSpc>
              <a:spcBef>
                <a:spcPts val="0"/>
              </a:spcBef>
              <a:spcAft>
                <a:spcPts val="0"/>
              </a:spcAft>
              <a:buNone/>
              <a:defRPr sz="1103" b="1">
                <a:solidFill>
                  <a:schemeClr val="tx1"/>
                </a:solidFill>
                <a:latin typeface="+mj-lt"/>
                <a:ea typeface="+mj-lt"/>
                <a:cs typeface="+mj-lt"/>
              </a:defRPr>
            </a:lvl5pPr>
            <a:lvl6pPr marL="0" indent="0" algn="ctr">
              <a:lnSpc>
                <a:spcPct val="110000"/>
              </a:lnSpc>
              <a:spcBef>
                <a:spcPts val="0"/>
              </a:spcBef>
              <a:spcAft>
                <a:spcPts val="0"/>
              </a:spcAft>
              <a:buNone/>
              <a:defRPr sz="1103" b="1">
                <a:solidFill>
                  <a:schemeClr val="tx1"/>
                </a:solidFill>
                <a:latin typeface="+mj-lt"/>
                <a:ea typeface="+mj-lt"/>
                <a:cs typeface="+mj-lt"/>
              </a:defRPr>
            </a:lvl6pPr>
            <a:lvl7pPr marL="0" indent="0" algn="ctr">
              <a:lnSpc>
                <a:spcPct val="110000"/>
              </a:lnSpc>
              <a:spcBef>
                <a:spcPts val="0"/>
              </a:spcBef>
              <a:spcAft>
                <a:spcPts val="0"/>
              </a:spcAft>
              <a:buNone/>
              <a:defRPr sz="1103" b="1">
                <a:solidFill>
                  <a:schemeClr val="tx1"/>
                </a:solidFill>
                <a:latin typeface="+mj-lt"/>
                <a:ea typeface="+mj-lt"/>
                <a:cs typeface="+mj-lt"/>
              </a:defRPr>
            </a:lvl7pPr>
            <a:lvl8pPr marL="0" indent="0" algn="ctr">
              <a:lnSpc>
                <a:spcPct val="110000"/>
              </a:lnSpc>
              <a:spcBef>
                <a:spcPts val="0"/>
              </a:spcBef>
              <a:spcAft>
                <a:spcPts val="0"/>
              </a:spcAft>
              <a:buNone/>
              <a:defRPr sz="1103" b="1">
                <a:solidFill>
                  <a:schemeClr val="tx1"/>
                </a:solidFill>
                <a:latin typeface="+mj-lt"/>
                <a:ea typeface="+mj-lt"/>
                <a:cs typeface="+mj-lt"/>
              </a:defRPr>
            </a:lvl8pPr>
            <a:lvl9pPr marL="0" indent="0" algn="ctr">
              <a:lnSpc>
                <a:spcPct val="110000"/>
              </a:lnSpc>
              <a:spcBef>
                <a:spcPts val="0"/>
              </a:spcBef>
              <a:spcAft>
                <a:spcPts val="0"/>
              </a:spcAft>
              <a:buNone/>
              <a:defRPr sz="1103"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890F3D-30EE-47BC-BF6A-0E8F6C2DD349}"/>
              </a:ext>
            </a:extLst>
          </p:cNvPr>
          <p:cNvSpPr>
            <a:spLocks xmlns:a="http://schemas.openxmlformats.org/drawingml/2006/main" noGrp="1"/>
          </p:cNvSpPr>
          <p:nvPr>
            <p:ph type="title" idx="0"/>
          </p:nvPr>
        </p:nvSpPr>
        <p:spPr>
          <a:xfrm xmlns:a="http://schemas.openxmlformats.org/drawingml/2006/main">
            <a:off x="180023" y="142240"/>
            <a:ext cx="2840355" cy="2235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gn="l">
              <a:lnSpc>
                <a:spcPct val="110000"/>
              </a:lnSpc>
              <a:spcBef>
                <a:spcPts val="0"/>
              </a:spcBef>
              <a:spcAft>
                <a:spcPts val="0"/>
              </a:spcAft>
              <a:buNone/>
              <a:defRPr sz="866" b="1">
                <a:solidFill>
                  <a:schemeClr val="tx1"/>
                </a:solidFill>
                <a:latin typeface="+mj-lt"/>
                <a:ea typeface="+mj-lt"/>
                <a:cs typeface="+mj-lt"/>
              </a:defRPr>
            </a:lvl1pPr>
            <a:lvl2pPr marL="0" indent="0" algn="l">
              <a:lnSpc>
                <a:spcPct val="110000"/>
              </a:lnSpc>
              <a:spcBef>
                <a:spcPts val="0"/>
              </a:spcBef>
              <a:spcAft>
                <a:spcPts val="0"/>
              </a:spcAft>
              <a:buNone/>
              <a:defRPr sz="866" b="1">
                <a:solidFill>
                  <a:schemeClr val="tx1"/>
                </a:solidFill>
                <a:latin typeface="+mj-lt"/>
                <a:ea typeface="+mj-lt"/>
                <a:cs typeface="+mj-lt"/>
              </a:defRPr>
            </a:lvl2pPr>
            <a:lvl3pPr marL="0" indent="0" algn="l">
              <a:lnSpc>
                <a:spcPct val="110000"/>
              </a:lnSpc>
              <a:spcBef>
                <a:spcPts val="0"/>
              </a:spcBef>
              <a:spcAft>
                <a:spcPts val="0"/>
              </a:spcAft>
              <a:buNone/>
              <a:defRPr sz="866" b="1">
                <a:solidFill>
                  <a:schemeClr val="tx1"/>
                </a:solidFill>
                <a:latin typeface="+mj-lt"/>
                <a:ea typeface="+mj-lt"/>
                <a:cs typeface="+mj-lt"/>
              </a:defRPr>
            </a:lvl3pPr>
            <a:lvl4pPr marL="0" indent="0" algn="l">
              <a:lnSpc>
                <a:spcPct val="110000"/>
              </a:lnSpc>
              <a:spcBef>
                <a:spcPts val="0"/>
              </a:spcBef>
              <a:spcAft>
                <a:spcPts val="0"/>
              </a:spcAft>
              <a:buNone/>
              <a:defRPr sz="866" b="1">
                <a:solidFill>
                  <a:schemeClr val="tx1"/>
                </a:solidFill>
                <a:latin typeface="+mj-lt"/>
                <a:ea typeface="+mj-lt"/>
                <a:cs typeface="+mj-lt"/>
              </a:defRPr>
            </a:lvl4pPr>
            <a:lvl5pPr marL="0" indent="0" algn="l">
              <a:lnSpc>
                <a:spcPct val="110000"/>
              </a:lnSpc>
              <a:spcBef>
                <a:spcPts val="0"/>
              </a:spcBef>
              <a:spcAft>
                <a:spcPts val="0"/>
              </a:spcAft>
              <a:buNone/>
              <a:defRPr sz="866" b="1">
                <a:solidFill>
                  <a:schemeClr val="tx1"/>
                </a:solidFill>
                <a:latin typeface="+mj-lt"/>
                <a:ea typeface="+mj-lt"/>
                <a:cs typeface="+mj-lt"/>
              </a:defRPr>
            </a:lvl5pPr>
            <a:lvl6pPr marL="0" indent="0" algn="l">
              <a:lnSpc>
                <a:spcPct val="110000"/>
              </a:lnSpc>
              <a:spcBef>
                <a:spcPts val="0"/>
              </a:spcBef>
              <a:spcAft>
                <a:spcPts val="0"/>
              </a:spcAft>
              <a:buNone/>
              <a:defRPr sz="866" b="1">
                <a:solidFill>
                  <a:schemeClr val="tx1"/>
                </a:solidFill>
                <a:latin typeface="+mj-lt"/>
                <a:ea typeface="+mj-lt"/>
                <a:cs typeface="+mj-lt"/>
              </a:defRPr>
            </a:lvl6pPr>
            <a:lvl7pPr marL="0" indent="0" algn="l">
              <a:lnSpc>
                <a:spcPct val="110000"/>
              </a:lnSpc>
              <a:spcBef>
                <a:spcPts val="0"/>
              </a:spcBef>
              <a:spcAft>
                <a:spcPts val="0"/>
              </a:spcAft>
              <a:buNone/>
              <a:defRPr sz="866" b="1">
                <a:solidFill>
                  <a:schemeClr val="tx1"/>
                </a:solidFill>
                <a:latin typeface="+mj-lt"/>
                <a:ea typeface="+mj-lt"/>
                <a:cs typeface="+mj-lt"/>
              </a:defRPr>
            </a:lvl7pPr>
            <a:lvl8pPr marL="0" indent="0" algn="l">
              <a:lnSpc>
                <a:spcPct val="110000"/>
              </a:lnSpc>
              <a:spcBef>
                <a:spcPts val="0"/>
              </a:spcBef>
              <a:spcAft>
                <a:spcPts val="0"/>
              </a:spcAft>
              <a:buNone/>
              <a:defRPr sz="866" b="1">
                <a:solidFill>
                  <a:schemeClr val="tx1"/>
                </a:solidFill>
                <a:latin typeface="+mj-lt"/>
                <a:ea typeface="+mj-lt"/>
                <a:cs typeface="+mj-lt"/>
              </a:defRPr>
            </a:lvl8pPr>
            <a:lvl9pPr marL="0" indent="0" algn="l">
              <a:lnSpc>
                <a:spcPct val="110000"/>
              </a:lnSpc>
              <a:spcBef>
                <a:spcPts val="0"/>
              </a:spcBef>
              <a:spcAft>
                <a:spcPts val="0"/>
              </a:spcAft>
              <a:buNone/>
              <a:defRPr sz="866"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7B955F-0A86-41ED-AC12-F9ECF8CF1BFA}"/>
              </a:ext>
            </a:extLst>
          </p:cNvPr>
          <p:cNvSpPr>
            <a:spLocks xmlns:a="http://schemas.openxmlformats.org/drawingml/2006/main" noGrp="1"/>
          </p:cNvSpPr>
          <p:nvPr>
            <p:ph type="body" idx="1"/>
          </p:nvPr>
        </p:nvSpPr>
        <p:spPr>
          <a:xfrm xmlns:a="http://schemas.openxmlformats.org/drawingml/2006/main">
            <a:off x="180023" y="508000"/>
            <a:ext cx="2840355" cy="1137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91" b="0">
                <a:solidFill>
                  <a:schemeClr val="tx1"/>
                </a:solidFill>
                <a:latin typeface="+mn-lt"/>
                <a:ea typeface="+mn-lt"/>
                <a:cs typeface="+mn-lt"/>
              </a:defRPr>
            </a:defPPr>
            <a:lvl1pPr marL="60008" indent="-60008" algn="l">
              <a:lnSpc>
                <a:spcPct val="110000"/>
              </a:lnSpc>
              <a:spcBef>
                <a:spcPts val="0"/>
              </a:spcBef>
              <a:spcAft>
                <a:spcPts val="315"/>
              </a:spcAft>
              <a:buChar char="•"/>
              <a:defRPr sz="591" b="0">
                <a:solidFill>
                  <a:schemeClr val="tx1"/>
                </a:solidFill>
                <a:latin typeface="+mn-lt"/>
                <a:ea typeface="+mn-lt"/>
                <a:cs typeface="+mn-lt"/>
              </a:defRPr>
            </a:lvl1pPr>
            <a:lvl2pPr marL="140018" indent="-60008" algn="l">
              <a:lnSpc>
                <a:spcPct val="110000"/>
              </a:lnSpc>
              <a:spcBef>
                <a:spcPts val="0"/>
              </a:spcBef>
              <a:spcAft>
                <a:spcPts val="315"/>
              </a:spcAft>
              <a:buChar char="•"/>
              <a:defRPr sz="591" b="0">
                <a:solidFill>
                  <a:schemeClr val="tx1"/>
                </a:solidFill>
                <a:latin typeface="+mn-lt"/>
                <a:ea typeface="+mn-lt"/>
                <a:cs typeface="+mn-lt"/>
              </a:defRPr>
            </a:lvl2pPr>
            <a:lvl3pPr marL="220028" indent="-60008" algn="l">
              <a:lnSpc>
                <a:spcPct val="110000"/>
              </a:lnSpc>
              <a:spcBef>
                <a:spcPts val="0"/>
              </a:spcBef>
              <a:spcAft>
                <a:spcPts val="315"/>
              </a:spcAft>
              <a:buChar char="•"/>
              <a:defRPr sz="591" b="0">
                <a:solidFill>
                  <a:schemeClr val="tx1"/>
                </a:solidFill>
                <a:latin typeface="+mn-lt"/>
                <a:ea typeface="+mn-lt"/>
                <a:cs typeface="+mn-lt"/>
              </a:defRPr>
            </a:lvl3pPr>
            <a:lvl4pPr marL="300038" indent="-60008" algn="l">
              <a:lnSpc>
                <a:spcPct val="110000"/>
              </a:lnSpc>
              <a:spcBef>
                <a:spcPts val="0"/>
              </a:spcBef>
              <a:spcAft>
                <a:spcPts val="315"/>
              </a:spcAft>
              <a:buChar char="•"/>
              <a:defRPr sz="591" b="0">
                <a:solidFill>
                  <a:schemeClr val="tx1"/>
                </a:solidFill>
                <a:latin typeface="+mn-lt"/>
                <a:ea typeface="+mn-lt"/>
                <a:cs typeface="+mn-lt"/>
              </a:defRPr>
            </a:lvl4pPr>
            <a:lvl5pPr marL="380048" indent="-60008" algn="l">
              <a:lnSpc>
                <a:spcPct val="110000"/>
              </a:lnSpc>
              <a:spcBef>
                <a:spcPts val="0"/>
              </a:spcBef>
              <a:spcAft>
                <a:spcPts val="315"/>
              </a:spcAft>
              <a:buChar char="•"/>
              <a:defRPr sz="591" b="0">
                <a:solidFill>
                  <a:schemeClr val="tx1"/>
                </a:solidFill>
                <a:latin typeface="+mn-lt"/>
                <a:ea typeface="+mn-lt"/>
                <a:cs typeface="+mn-lt"/>
              </a:defRPr>
            </a:lvl5pPr>
            <a:lvl6pPr marL="460058" indent="-60008" algn="l">
              <a:lnSpc>
                <a:spcPct val="110000"/>
              </a:lnSpc>
              <a:spcBef>
                <a:spcPts val="0"/>
              </a:spcBef>
              <a:spcAft>
                <a:spcPts val="315"/>
              </a:spcAft>
              <a:buChar char="•"/>
              <a:defRPr sz="591" b="0">
                <a:solidFill>
                  <a:schemeClr val="tx1"/>
                </a:solidFill>
                <a:latin typeface="+mn-lt"/>
                <a:ea typeface="+mn-lt"/>
                <a:cs typeface="+mn-lt"/>
              </a:defRPr>
            </a:lvl6pPr>
            <a:lvl7pPr marL="540068" indent="-60008" algn="l">
              <a:lnSpc>
                <a:spcPct val="110000"/>
              </a:lnSpc>
              <a:spcBef>
                <a:spcPts val="0"/>
              </a:spcBef>
              <a:spcAft>
                <a:spcPts val="315"/>
              </a:spcAft>
              <a:buChar char="•"/>
              <a:defRPr sz="591" b="0">
                <a:solidFill>
                  <a:schemeClr val="tx1"/>
                </a:solidFill>
                <a:latin typeface="+mn-lt"/>
                <a:ea typeface="+mn-lt"/>
                <a:cs typeface="+mn-lt"/>
              </a:defRPr>
            </a:lvl7pPr>
            <a:lvl8pPr marL="620078" indent="-60008" algn="l">
              <a:lnSpc>
                <a:spcPct val="110000"/>
              </a:lnSpc>
              <a:spcBef>
                <a:spcPts val="0"/>
              </a:spcBef>
              <a:spcAft>
                <a:spcPts val="315"/>
              </a:spcAft>
              <a:buChar char="•"/>
              <a:defRPr sz="591" b="0">
                <a:solidFill>
                  <a:schemeClr val="tx1"/>
                </a:solidFill>
                <a:latin typeface="+mn-lt"/>
                <a:ea typeface="+mn-lt"/>
                <a:cs typeface="+mn-lt"/>
              </a:defRPr>
            </a:lvl8pPr>
            <a:lvl9pPr marL="700088" indent="-60008" algn="l">
              <a:lnSpc>
                <a:spcPct val="110000"/>
              </a:lnSpc>
              <a:spcBef>
                <a:spcPts val="0"/>
              </a:spcBef>
              <a:spcAft>
                <a:spcPts val="315"/>
              </a:spcAft>
              <a:buChar char="•"/>
              <a:defRPr sz="59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690869-B658-4E38-B75C-BC091DC07355}"/>
              </a:ext>
            </a:extLst>
          </p:cNvPr>
          <p:cNvSpPr>
            <a:spLocks xmlns:a="http://schemas.openxmlformats.org/drawingml/2006/main" noGrp="1"/>
          </p:cNvSpPr>
          <p:nvPr>
            <p:ph type="title" idx="0"/>
          </p:nvPr>
        </p:nvSpPr>
        <p:spPr>
          <a:xfrm xmlns:a="http://schemas.openxmlformats.org/drawingml/2006/main">
            <a:off x="180023" y="142240"/>
            <a:ext cx="2840355" cy="2235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gn="l">
              <a:lnSpc>
                <a:spcPct val="110000"/>
              </a:lnSpc>
              <a:spcBef>
                <a:spcPts val="0"/>
              </a:spcBef>
              <a:spcAft>
                <a:spcPts val="0"/>
              </a:spcAft>
              <a:buNone/>
              <a:defRPr sz="866" b="1">
                <a:solidFill>
                  <a:schemeClr val="tx1"/>
                </a:solidFill>
                <a:latin typeface="+mj-lt"/>
                <a:ea typeface="+mj-lt"/>
                <a:cs typeface="+mj-lt"/>
              </a:defRPr>
            </a:lvl1pPr>
            <a:lvl2pPr marL="0" indent="0" algn="l">
              <a:lnSpc>
                <a:spcPct val="110000"/>
              </a:lnSpc>
              <a:spcBef>
                <a:spcPts val="0"/>
              </a:spcBef>
              <a:spcAft>
                <a:spcPts val="0"/>
              </a:spcAft>
              <a:buNone/>
              <a:defRPr sz="866" b="1">
                <a:solidFill>
                  <a:schemeClr val="tx1"/>
                </a:solidFill>
                <a:latin typeface="+mj-lt"/>
                <a:ea typeface="+mj-lt"/>
                <a:cs typeface="+mj-lt"/>
              </a:defRPr>
            </a:lvl2pPr>
            <a:lvl3pPr marL="0" indent="0" algn="l">
              <a:lnSpc>
                <a:spcPct val="110000"/>
              </a:lnSpc>
              <a:spcBef>
                <a:spcPts val="0"/>
              </a:spcBef>
              <a:spcAft>
                <a:spcPts val="0"/>
              </a:spcAft>
              <a:buNone/>
              <a:defRPr sz="866" b="1">
                <a:solidFill>
                  <a:schemeClr val="tx1"/>
                </a:solidFill>
                <a:latin typeface="+mj-lt"/>
                <a:ea typeface="+mj-lt"/>
                <a:cs typeface="+mj-lt"/>
              </a:defRPr>
            </a:lvl3pPr>
            <a:lvl4pPr marL="0" indent="0" algn="l">
              <a:lnSpc>
                <a:spcPct val="110000"/>
              </a:lnSpc>
              <a:spcBef>
                <a:spcPts val="0"/>
              </a:spcBef>
              <a:spcAft>
                <a:spcPts val="0"/>
              </a:spcAft>
              <a:buNone/>
              <a:defRPr sz="866" b="1">
                <a:solidFill>
                  <a:schemeClr val="tx1"/>
                </a:solidFill>
                <a:latin typeface="+mj-lt"/>
                <a:ea typeface="+mj-lt"/>
                <a:cs typeface="+mj-lt"/>
              </a:defRPr>
            </a:lvl4pPr>
            <a:lvl5pPr marL="0" indent="0" algn="l">
              <a:lnSpc>
                <a:spcPct val="110000"/>
              </a:lnSpc>
              <a:spcBef>
                <a:spcPts val="0"/>
              </a:spcBef>
              <a:spcAft>
                <a:spcPts val="0"/>
              </a:spcAft>
              <a:buNone/>
              <a:defRPr sz="866" b="1">
                <a:solidFill>
                  <a:schemeClr val="tx1"/>
                </a:solidFill>
                <a:latin typeface="+mj-lt"/>
                <a:ea typeface="+mj-lt"/>
                <a:cs typeface="+mj-lt"/>
              </a:defRPr>
            </a:lvl5pPr>
            <a:lvl6pPr marL="0" indent="0" algn="l">
              <a:lnSpc>
                <a:spcPct val="110000"/>
              </a:lnSpc>
              <a:spcBef>
                <a:spcPts val="0"/>
              </a:spcBef>
              <a:spcAft>
                <a:spcPts val="0"/>
              </a:spcAft>
              <a:buNone/>
              <a:defRPr sz="866" b="1">
                <a:solidFill>
                  <a:schemeClr val="tx1"/>
                </a:solidFill>
                <a:latin typeface="+mj-lt"/>
                <a:ea typeface="+mj-lt"/>
                <a:cs typeface="+mj-lt"/>
              </a:defRPr>
            </a:lvl6pPr>
            <a:lvl7pPr marL="0" indent="0" algn="l">
              <a:lnSpc>
                <a:spcPct val="110000"/>
              </a:lnSpc>
              <a:spcBef>
                <a:spcPts val="0"/>
              </a:spcBef>
              <a:spcAft>
                <a:spcPts val="0"/>
              </a:spcAft>
              <a:buNone/>
              <a:defRPr sz="866" b="1">
                <a:solidFill>
                  <a:schemeClr val="tx1"/>
                </a:solidFill>
                <a:latin typeface="+mj-lt"/>
                <a:ea typeface="+mj-lt"/>
                <a:cs typeface="+mj-lt"/>
              </a:defRPr>
            </a:lvl7pPr>
            <a:lvl8pPr marL="0" indent="0" algn="l">
              <a:lnSpc>
                <a:spcPct val="110000"/>
              </a:lnSpc>
              <a:spcBef>
                <a:spcPts val="0"/>
              </a:spcBef>
              <a:spcAft>
                <a:spcPts val="0"/>
              </a:spcAft>
              <a:buNone/>
              <a:defRPr sz="866" b="1">
                <a:solidFill>
                  <a:schemeClr val="tx1"/>
                </a:solidFill>
                <a:latin typeface="+mj-lt"/>
                <a:ea typeface="+mj-lt"/>
                <a:cs typeface="+mj-lt"/>
              </a:defRPr>
            </a:lvl8pPr>
            <a:lvl9pPr marL="0" indent="0" algn="l">
              <a:lnSpc>
                <a:spcPct val="110000"/>
              </a:lnSpc>
              <a:spcBef>
                <a:spcPts val="0"/>
              </a:spcBef>
              <a:spcAft>
                <a:spcPts val="0"/>
              </a:spcAft>
              <a:buNone/>
              <a:defRPr sz="86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6F9494-CBF3-4A02-AEF6-7336EB6FAF82}"/>
              </a:ext>
            </a:extLst>
          </p:cNvPr>
          <p:cNvSpPr>
            <a:spLocks xmlns:a="http://schemas.openxmlformats.org/drawingml/2006/main" noGrp="1"/>
          </p:cNvSpPr>
          <p:nvPr>
            <p:ph type="body" idx="1"/>
          </p:nvPr>
        </p:nvSpPr>
        <p:spPr>
          <a:xfrm xmlns:a="http://schemas.openxmlformats.org/drawingml/2006/main">
            <a:off x="180023" y="508000"/>
            <a:ext cx="1320165" cy="1137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1" b="0">
                <a:solidFill>
                  <a:schemeClr val="tx1"/>
                </a:solidFill>
                <a:latin typeface="+mn-lt"/>
                <a:ea typeface="+mn-lt"/>
                <a:cs typeface="+mn-lt"/>
              </a:defRPr>
            </a:defPPr>
            <a:lvl1pPr marL="60008" indent="-60008" algn="l">
              <a:lnSpc>
                <a:spcPct val="110000"/>
              </a:lnSpc>
              <a:spcBef>
                <a:spcPts val="0"/>
              </a:spcBef>
              <a:spcAft>
                <a:spcPts val="315"/>
              </a:spcAft>
              <a:buChar char="•"/>
              <a:defRPr sz="551" b="0">
                <a:solidFill>
                  <a:schemeClr val="tx1"/>
                </a:solidFill>
                <a:latin typeface="+mn-lt"/>
                <a:ea typeface="+mn-lt"/>
                <a:cs typeface="+mn-lt"/>
              </a:defRPr>
            </a:lvl1pPr>
            <a:lvl2pPr marL="140018" indent="-60008" algn="l">
              <a:lnSpc>
                <a:spcPct val="110000"/>
              </a:lnSpc>
              <a:spcBef>
                <a:spcPts val="0"/>
              </a:spcBef>
              <a:spcAft>
                <a:spcPts val="315"/>
              </a:spcAft>
              <a:buChar char="•"/>
              <a:defRPr sz="551" b="0">
                <a:solidFill>
                  <a:schemeClr val="tx1"/>
                </a:solidFill>
                <a:latin typeface="+mn-lt"/>
                <a:ea typeface="+mn-lt"/>
                <a:cs typeface="+mn-lt"/>
              </a:defRPr>
            </a:lvl2pPr>
            <a:lvl3pPr marL="220028" indent="-60008" algn="l">
              <a:lnSpc>
                <a:spcPct val="110000"/>
              </a:lnSpc>
              <a:spcBef>
                <a:spcPts val="0"/>
              </a:spcBef>
              <a:spcAft>
                <a:spcPts val="315"/>
              </a:spcAft>
              <a:buChar char="•"/>
              <a:defRPr sz="551" b="0">
                <a:solidFill>
                  <a:schemeClr val="tx1"/>
                </a:solidFill>
                <a:latin typeface="+mn-lt"/>
                <a:ea typeface="+mn-lt"/>
                <a:cs typeface="+mn-lt"/>
              </a:defRPr>
            </a:lvl3pPr>
            <a:lvl4pPr marL="300038" indent="-60008" algn="l">
              <a:lnSpc>
                <a:spcPct val="110000"/>
              </a:lnSpc>
              <a:spcBef>
                <a:spcPts val="0"/>
              </a:spcBef>
              <a:spcAft>
                <a:spcPts val="315"/>
              </a:spcAft>
              <a:buChar char="•"/>
              <a:defRPr sz="551" b="0">
                <a:solidFill>
                  <a:schemeClr val="tx1"/>
                </a:solidFill>
                <a:latin typeface="+mn-lt"/>
                <a:ea typeface="+mn-lt"/>
                <a:cs typeface="+mn-lt"/>
              </a:defRPr>
            </a:lvl4pPr>
            <a:lvl5pPr marL="380048" indent="-60008" algn="l">
              <a:lnSpc>
                <a:spcPct val="110000"/>
              </a:lnSpc>
              <a:spcBef>
                <a:spcPts val="0"/>
              </a:spcBef>
              <a:spcAft>
                <a:spcPts val="315"/>
              </a:spcAft>
              <a:buChar char="•"/>
              <a:defRPr sz="551" b="0">
                <a:solidFill>
                  <a:schemeClr val="tx1"/>
                </a:solidFill>
                <a:latin typeface="+mn-lt"/>
                <a:ea typeface="+mn-lt"/>
                <a:cs typeface="+mn-lt"/>
              </a:defRPr>
            </a:lvl5pPr>
            <a:lvl6pPr marL="460058" indent="-60008" algn="l">
              <a:lnSpc>
                <a:spcPct val="110000"/>
              </a:lnSpc>
              <a:spcBef>
                <a:spcPts val="0"/>
              </a:spcBef>
              <a:spcAft>
                <a:spcPts val="315"/>
              </a:spcAft>
              <a:buChar char="•"/>
              <a:defRPr sz="551" b="0">
                <a:solidFill>
                  <a:schemeClr val="tx1"/>
                </a:solidFill>
                <a:latin typeface="+mn-lt"/>
                <a:ea typeface="+mn-lt"/>
                <a:cs typeface="+mn-lt"/>
              </a:defRPr>
            </a:lvl6pPr>
            <a:lvl7pPr marL="540068" indent="-60008" algn="l">
              <a:lnSpc>
                <a:spcPct val="110000"/>
              </a:lnSpc>
              <a:spcBef>
                <a:spcPts val="0"/>
              </a:spcBef>
              <a:spcAft>
                <a:spcPts val="315"/>
              </a:spcAft>
              <a:buChar char="•"/>
              <a:defRPr sz="551" b="0">
                <a:solidFill>
                  <a:schemeClr val="tx1"/>
                </a:solidFill>
                <a:latin typeface="+mn-lt"/>
                <a:ea typeface="+mn-lt"/>
                <a:cs typeface="+mn-lt"/>
              </a:defRPr>
            </a:lvl7pPr>
            <a:lvl8pPr marL="620078" indent="-60008" algn="l">
              <a:lnSpc>
                <a:spcPct val="110000"/>
              </a:lnSpc>
              <a:spcBef>
                <a:spcPts val="0"/>
              </a:spcBef>
              <a:spcAft>
                <a:spcPts val="315"/>
              </a:spcAft>
              <a:buChar char="•"/>
              <a:defRPr sz="551" b="0">
                <a:solidFill>
                  <a:schemeClr val="tx1"/>
                </a:solidFill>
                <a:latin typeface="+mn-lt"/>
                <a:ea typeface="+mn-lt"/>
                <a:cs typeface="+mn-lt"/>
              </a:defRPr>
            </a:lvl8pPr>
            <a:lvl9pPr marL="700088" indent="-60008" algn="l">
              <a:lnSpc>
                <a:spcPct val="110000"/>
              </a:lnSpc>
              <a:spcBef>
                <a:spcPts val="0"/>
              </a:spcBef>
              <a:spcAft>
                <a:spcPts val="315"/>
              </a:spcAft>
              <a:buChar char="•"/>
              <a:defRPr sz="551"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C3773B-D7F3-42C8-91DF-6990F469B863}"/>
              </a:ext>
            </a:extLst>
          </p:cNvPr>
          <p:cNvSpPr>
            <a:spLocks xmlns:a="http://schemas.openxmlformats.org/drawingml/2006/main" noGrp="1"/>
          </p:cNvSpPr>
          <p:nvPr>
            <p:ph type="body" idx="2"/>
          </p:nvPr>
        </p:nvSpPr>
        <p:spPr>
          <a:xfrm xmlns:a="http://schemas.openxmlformats.org/drawingml/2006/main">
            <a:off x="1700213" y="508000"/>
            <a:ext cx="1320165" cy="1137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1" b="0">
                <a:solidFill>
                  <a:schemeClr val="tx1"/>
                </a:solidFill>
                <a:latin typeface="+mn-lt"/>
                <a:ea typeface="+mn-lt"/>
                <a:cs typeface="+mn-lt"/>
              </a:defRPr>
            </a:defPPr>
            <a:lvl1pPr marL="60008" indent="-60008" algn="l">
              <a:lnSpc>
                <a:spcPct val="110000"/>
              </a:lnSpc>
              <a:spcBef>
                <a:spcPts val="0"/>
              </a:spcBef>
              <a:spcAft>
                <a:spcPts val="315"/>
              </a:spcAft>
              <a:buChar char="•"/>
              <a:defRPr sz="551" b="0">
                <a:solidFill>
                  <a:schemeClr val="tx1"/>
                </a:solidFill>
                <a:latin typeface="+mn-lt"/>
                <a:ea typeface="+mn-lt"/>
                <a:cs typeface="+mn-lt"/>
              </a:defRPr>
            </a:lvl1pPr>
            <a:lvl2pPr marL="140018" indent="-60008" algn="l">
              <a:lnSpc>
                <a:spcPct val="110000"/>
              </a:lnSpc>
              <a:spcBef>
                <a:spcPts val="0"/>
              </a:spcBef>
              <a:spcAft>
                <a:spcPts val="315"/>
              </a:spcAft>
              <a:buChar char="•"/>
              <a:defRPr sz="551" b="0">
                <a:solidFill>
                  <a:schemeClr val="tx1"/>
                </a:solidFill>
                <a:latin typeface="+mn-lt"/>
                <a:ea typeface="+mn-lt"/>
                <a:cs typeface="+mn-lt"/>
              </a:defRPr>
            </a:lvl2pPr>
            <a:lvl3pPr marL="220028" indent="-60008" algn="l">
              <a:lnSpc>
                <a:spcPct val="110000"/>
              </a:lnSpc>
              <a:spcBef>
                <a:spcPts val="0"/>
              </a:spcBef>
              <a:spcAft>
                <a:spcPts val="315"/>
              </a:spcAft>
              <a:buChar char="•"/>
              <a:defRPr sz="551" b="0">
                <a:solidFill>
                  <a:schemeClr val="tx1"/>
                </a:solidFill>
                <a:latin typeface="+mn-lt"/>
                <a:ea typeface="+mn-lt"/>
                <a:cs typeface="+mn-lt"/>
              </a:defRPr>
            </a:lvl3pPr>
            <a:lvl4pPr marL="300038" indent="-60008" algn="l">
              <a:lnSpc>
                <a:spcPct val="110000"/>
              </a:lnSpc>
              <a:spcBef>
                <a:spcPts val="0"/>
              </a:spcBef>
              <a:spcAft>
                <a:spcPts val="315"/>
              </a:spcAft>
              <a:buChar char="•"/>
              <a:defRPr sz="551" b="0">
                <a:solidFill>
                  <a:schemeClr val="tx1"/>
                </a:solidFill>
                <a:latin typeface="+mn-lt"/>
                <a:ea typeface="+mn-lt"/>
                <a:cs typeface="+mn-lt"/>
              </a:defRPr>
            </a:lvl4pPr>
            <a:lvl5pPr marL="380048" indent="-60008" algn="l">
              <a:lnSpc>
                <a:spcPct val="110000"/>
              </a:lnSpc>
              <a:spcBef>
                <a:spcPts val="0"/>
              </a:spcBef>
              <a:spcAft>
                <a:spcPts val="315"/>
              </a:spcAft>
              <a:buChar char="•"/>
              <a:defRPr sz="551" b="0">
                <a:solidFill>
                  <a:schemeClr val="tx1"/>
                </a:solidFill>
                <a:latin typeface="+mn-lt"/>
                <a:ea typeface="+mn-lt"/>
                <a:cs typeface="+mn-lt"/>
              </a:defRPr>
            </a:lvl5pPr>
            <a:lvl6pPr marL="460058" indent="-60008" algn="l">
              <a:lnSpc>
                <a:spcPct val="110000"/>
              </a:lnSpc>
              <a:spcBef>
                <a:spcPts val="0"/>
              </a:spcBef>
              <a:spcAft>
                <a:spcPts val="315"/>
              </a:spcAft>
              <a:buChar char="•"/>
              <a:defRPr sz="551" b="0">
                <a:solidFill>
                  <a:schemeClr val="tx1"/>
                </a:solidFill>
                <a:latin typeface="+mn-lt"/>
                <a:ea typeface="+mn-lt"/>
                <a:cs typeface="+mn-lt"/>
              </a:defRPr>
            </a:lvl6pPr>
            <a:lvl7pPr marL="540068" indent="-60008" algn="l">
              <a:lnSpc>
                <a:spcPct val="110000"/>
              </a:lnSpc>
              <a:spcBef>
                <a:spcPts val="0"/>
              </a:spcBef>
              <a:spcAft>
                <a:spcPts val="315"/>
              </a:spcAft>
              <a:buChar char="•"/>
              <a:defRPr sz="551" b="0">
                <a:solidFill>
                  <a:schemeClr val="tx1"/>
                </a:solidFill>
                <a:latin typeface="+mn-lt"/>
                <a:ea typeface="+mn-lt"/>
                <a:cs typeface="+mn-lt"/>
              </a:defRPr>
            </a:lvl7pPr>
            <a:lvl8pPr marL="620078" indent="-60008" algn="l">
              <a:lnSpc>
                <a:spcPct val="110000"/>
              </a:lnSpc>
              <a:spcBef>
                <a:spcPts val="0"/>
              </a:spcBef>
              <a:spcAft>
                <a:spcPts val="315"/>
              </a:spcAft>
              <a:buChar char="•"/>
              <a:defRPr sz="551" b="0">
                <a:solidFill>
                  <a:schemeClr val="tx1"/>
                </a:solidFill>
                <a:latin typeface="+mn-lt"/>
                <a:ea typeface="+mn-lt"/>
                <a:cs typeface="+mn-lt"/>
              </a:defRPr>
            </a:lvl8pPr>
            <a:lvl9pPr marL="700088" indent="-60008" algn="l">
              <a:lnSpc>
                <a:spcPct val="110000"/>
              </a:lnSpc>
              <a:spcBef>
                <a:spcPts val="0"/>
              </a:spcBef>
              <a:spcAft>
                <a:spcPts val="315"/>
              </a:spcAft>
              <a:buChar char="•"/>
              <a:defRPr sz="551"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87FC9A-548F-4AF3-BBAA-DC9959CE1815}"/>
              </a:ext>
            </a:extLst>
          </p:cNvPr>
          <p:cNvSpPr>
            <a:spLocks xmlns:a="http://schemas.openxmlformats.org/drawingml/2006/main" noGrp="1"/>
          </p:cNvSpPr>
          <p:nvPr>
            <p:ph type="title" idx="0"/>
          </p:nvPr>
        </p:nvSpPr>
        <p:spPr>
          <a:xfrm xmlns:a="http://schemas.openxmlformats.org/drawingml/2006/main">
            <a:off x="180023" y="142240"/>
            <a:ext cx="2840355" cy="2235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gn="l">
              <a:lnSpc>
                <a:spcPct val="110000"/>
              </a:lnSpc>
              <a:spcBef>
                <a:spcPts val="0"/>
              </a:spcBef>
              <a:spcAft>
                <a:spcPts val="0"/>
              </a:spcAft>
              <a:buNone/>
              <a:defRPr sz="866" b="1">
                <a:solidFill>
                  <a:schemeClr val="tx1"/>
                </a:solidFill>
                <a:latin typeface="+mj-lt"/>
                <a:ea typeface="+mj-lt"/>
                <a:cs typeface="+mj-lt"/>
              </a:defRPr>
            </a:lvl1pPr>
            <a:lvl2pPr marL="0" indent="0" algn="l">
              <a:lnSpc>
                <a:spcPct val="110000"/>
              </a:lnSpc>
              <a:spcBef>
                <a:spcPts val="0"/>
              </a:spcBef>
              <a:spcAft>
                <a:spcPts val="0"/>
              </a:spcAft>
              <a:buNone/>
              <a:defRPr sz="866" b="1">
                <a:solidFill>
                  <a:schemeClr val="tx1"/>
                </a:solidFill>
                <a:latin typeface="+mj-lt"/>
                <a:ea typeface="+mj-lt"/>
                <a:cs typeface="+mj-lt"/>
              </a:defRPr>
            </a:lvl2pPr>
            <a:lvl3pPr marL="0" indent="0" algn="l">
              <a:lnSpc>
                <a:spcPct val="110000"/>
              </a:lnSpc>
              <a:spcBef>
                <a:spcPts val="0"/>
              </a:spcBef>
              <a:spcAft>
                <a:spcPts val="0"/>
              </a:spcAft>
              <a:buNone/>
              <a:defRPr sz="866" b="1">
                <a:solidFill>
                  <a:schemeClr val="tx1"/>
                </a:solidFill>
                <a:latin typeface="+mj-lt"/>
                <a:ea typeface="+mj-lt"/>
                <a:cs typeface="+mj-lt"/>
              </a:defRPr>
            </a:lvl3pPr>
            <a:lvl4pPr marL="0" indent="0" algn="l">
              <a:lnSpc>
                <a:spcPct val="110000"/>
              </a:lnSpc>
              <a:spcBef>
                <a:spcPts val="0"/>
              </a:spcBef>
              <a:spcAft>
                <a:spcPts val="0"/>
              </a:spcAft>
              <a:buNone/>
              <a:defRPr sz="866" b="1">
                <a:solidFill>
                  <a:schemeClr val="tx1"/>
                </a:solidFill>
                <a:latin typeface="+mj-lt"/>
                <a:ea typeface="+mj-lt"/>
                <a:cs typeface="+mj-lt"/>
              </a:defRPr>
            </a:lvl4pPr>
            <a:lvl5pPr marL="0" indent="0" algn="l">
              <a:lnSpc>
                <a:spcPct val="110000"/>
              </a:lnSpc>
              <a:spcBef>
                <a:spcPts val="0"/>
              </a:spcBef>
              <a:spcAft>
                <a:spcPts val="0"/>
              </a:spcAft>
              <a:buNone/>
              <a:defRPr sz="866" b="1">
                <a:solidFill>
                  <a:schemeClr val="tx1"/>
                </a:solidFill>
                <a:latin typeface="+mj-lt"/>
                <a:ea typeface="+mj-lt"/>
                <a:cs typeface="+mj-lt"/>
              </a:defRPr>
            </a:lvl5pPr>
            <a:lvl6pPr marL="0" indent="0" algn="l">
              <a:lnSpc>
                <a:spcPct val="110000"/>
              </a:lnSpc>
              <a:spcBef>
                <a:spcPts val="0"/>
              </a:spcBef>
              <a:spcAft>
                <a:spcPts val="0"/>
              </a:spcAft>
              <a:buNone/>
              <a:defRPr sz="866" b="1">
                <a:solidFill>
                  <a:schemeClr val="tx1"/>
                </a:solidFill>
                <a:latin typeface="+mj-lt"/>
                <a:ea typeface="+mj-lt"/>
                <a:cs typeface="+mj-lt"/>
              </a:defRPr>
            </a:lvl6pPr>
            <a:lvl7pPr marL="0" indent="0" algn="l">
              <a:lnSpc>
                <a:spcPct val="110000"/>
              </a:lnSpc>
              <a:spcBef>
                <a:spcPts val="0"/>
              </a:spcBef>
              <a:spcAft>
                <a:spcPts val="0"/>
              </a:spcAft>
              <a:buNone/>
              <a:defRPr sz="866" b="1">
                <a:solidFill>
                  <a:schemeClr val="tx1"/>
                </a:solidFill>
                <a:latin typeface="+mj-lt"/>
                <a:ea typeface="+mj-lt"/>
                <a:cs typeface="+mj-lt"/>
              </a:defRPr>
            </a:lvl7pPr>
            <a:lvl8pPr marL="0" indent="0" algn="l">
              <a:lnSpc>
                <a:spcPct val="110000"/>
              </a:lnSpc>
              <a:spcBef>
                <a:spcPts val="0"/>
              </a:spcBef>
              <a:spcAft>
                <a:spcPts val="0"/>
              </a:spcAft>
              <a:buNone/>
              <a:defRPr sz="866" b="1">
                <a:solidFill>
                  <a:schemeClr val="tx1"/>
                </a:solidFill>
                <a:latin typeface="+mj-lt"/>
                <a:ea typeface="+mj-lt"/>
                <a:cs typeface="+mj-lt"/>
              </a:defRPr>
            </a:lvl8pPr>
            <a:lvl9pPr marL="0" indent="0" algn="l">
              <a:lnSpc>
                <a:spcPct val="110000"/>
              </a:lnSpc>
              <a:spcBef>
                <a:spcPts val="0"/>
              </a:spcBef>
              <a:spcAft>
                <a:spcPts val="0"/>
              </a:spcAft>
              <a:buNone/>
              <a:defRPr sz="86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FBF372-4220-4AEE-B03C-628C69A56197}"/>
              </a:ext>
            </a:extLst>
          </p:cNvPr>
          <p:cNvSpPr>
            <a:spLocks xmlns:a="http://schemas.openxmlformats.org/drawingml/2006/main" noGrp="1"/>
          </p:cNvSpPr>
          <p:nvPr>
            <p:ph type="body" idx="1"/>
          </p:nvPr>
        </p:nvSpPr>
        <p:spPr>
          <a:xfrm xmlns:a="http://schemas.openxmlformats.org/drawingml/2006/main">
            <a:off x="180023" y="508000"/>
            <a:ext cx="1320165" cy="1137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91" b="0">
                <a:solidFill>
                  <a:schemeClr val="tx1"/>
                </a:solidFill>
                <a:latin typeface="+mn-lt"/>
                <a:ea typeface="+mn-lt"/>
                <a:cs typeface="+mn-lt"/>
              </a:defRPr>
            </a:defPPr>
            <a:lvl1pPr marL="60008" indent="-60008" algn="l">
              <a:lnSpc>
                <a:spcPct val="110000"/>
              </a:lnSpc>
              <a:spcBef>
                <a:spcPts val="0"/>
              </a:spcBef>
              <a:spcAft>
                <a:spcPts val="315"/>
              </a:spcAft>
              <a:buChar char="•"/>
              <a:defRPr sz="591" b="0">
                <a:solidFill>
                  <a:schemeClr val="tx1"/>
                </a:solidFill>
                <a:latin typeface="+mn-lt"/>
                <a:ea typeface="+mn-lt"/>
                <a:cs typeface="+mn-lt"/>
              </a:defRPr>
            </a:lvl1pPr>
            <a:lvl2pPr marL="140018" indent="-60008" algn="l">
              <a:lnSpc>
                <a:spcPct val="110000"/>
              </a:lnSpc>
              <a:spcBef>
                <a:spcPts val="0"/>
              </a:spcBef>
              <a:spcAft>
                <a:spcPts val="315"/>
              </a:spcAft>
              <a:buChar char="•"/>
              <a:defRPr sz="591" b="0">
                <a:solidFill>
                  <a:schemeClr val="tx1"/>
                </a:solidFill>
                <a:latin typeface="+mn-lt"/>
                <a:ea typeface="+mn-lt"/>
                <a:cs typeface="+mn-lt"/>
              </a:defRPr>
            </a:lvl2pPr>
            <a:lvl3pPr marL="220028" indent="-60008" algn="l">
              <a:lnSpc>
                <a:spcPct val="110000"/>
              </a:lnSpc>
              <a:spcBef>
                <a:spcPts val="0"/>
              </a:spcBef>
              <a:spcAft>
                <a:spcPts val="315"/>
              </a:spcAft>
              <a:buChar char="•"/>
              <a:defRPr sz="591" b="0">
                <a:solidFill>
                  <a:schemeClr val="tx1"/>
                </a:solidFill>
                <a:latin typeface="+mn-lt"/>
                <a:ea typeface="+mn-lt"/>
                <a:cs typeface="+mn-lt"/>
              </a:defRPr>
            </a:lvl3pPr>
            <a:lvl4pPr marL="300038" indent="-60008" algn="l">
              <a:lnSpc>
                <a:spcPct val="110000"/>
              </a:lnSpc>
              <a:spcBef>
                <a:spcPts val="0"/>
              </a:spcBef>
              <a:spcAft>
                <a:spcPts val="315"/>
              </a:spcAft>
              <a:buChar char="•"/>
              <a:defRPr sz="591" b="0">
                <a:solidFill>
                  <a:schemeClr val="tx1"/>
                </a:solidFill>
                <a:latin typeface="+mn-lt"/>
                <a:ea typeface="+mn-lt"/>
                <a:cs typeface="+mn-lt"/>
              </a:defRPr>
            </a:lvl4pPr>
            <a:lvl5pPr marL="380048" indent="-60008" algn="l">
              <a:lnSpc>
                <a:spcPct val="110000"/>
              </a:lnSpc>
              <a:spcBef>
                <a:spcPts val="0"/>
              </a:spcBef>
              <a:spcAft>
                <a:spcPts val="315"/>
              </a:spcAft>
              <a:buChar char="•"/>
              <a:defRPr sz="591" b="0">
                <a:solidFill>
                  <a:schemeClr val="tx1"/>
                </a:solidFill>
                <a:latin typeface="+mn-lt"/>
                <a:ea typeface="+mn-lt"/>
                <a:cs typeface="+mn-lt"/>
              </a:defRPr>
            </a:lvl5pPr>
            <a:lvl6pPr marL="460058" indent="-60008" algn="l">
              <a:lnSpc>
                <a:spcPct val="110000"/>
              </a:lnSpc>
              <a:spcBef>
                <a:spcPts val="0"/>
              </a:spcBef>
              <a:spcAft>
                <a:spcPts val="315"/>
              </a:spcAft>
              <a:buChar char="•"/>
              <a:defRPr sz="591" b="0">
                <a:solidFill>
                  <a:schemeClr val="tx1"/>
                </a:solidFill>
                <a:latin typeface="+mn-lt"/>
                <a:ea typeface="+mn-lt"/>
                <a:cs typeface="+mn-lt"/>
              </a:defRPr>
            </a:lvl6pPr>
            <a:lvl7pPr marL="540068" indent="-60008" algn="l">
              <a:lnSpc>
                <a:spcPct val="110000"/>
              </a:lnSpc>
              <a:spcBef>
                <a:spcPts val="0"/>
              </a:spcBef>
              <a:spcAft>
                <a:spcPts val="315"/>
              </a:spcAft>
              <a:buChar char="•"/>
              <a:defRPr sz="591" b="0">
                <a:solidFill>
                  <a:schemeClr val="tx1"/>
                </a:solidFill>
                <a:latin typeface="+mn-lt"/>
                <a:ea typeface="+mn-lt"/>
                <a:cs typeface="+mn-lt"/>
              </a:defRPr>
            </a:lvl7pPr>
            <a:lvl8pPr marL="620078" indent="-60008" algn="l">
              <a:lnSpc>
                <a:spcPct val="110000"/>
              </a:lnSpc>
              <a:spcBef>
                <a:spcPts val="0"/>
              </a:spcBef>
              <a:spcAft>
                <a:spcPts val="315"/>
              </a:spcAft>
              <a:buChar char="•"/>
              <a:defRPr sz="591" b="0">
                <a:solidFill>
                  <a:schemeClr val="tx1"/>
                </a:solidFill>
                <a:latin typeface="+mn-lt"/>
                <a:ea typeface="+mn-lt"/>
                <a:cs typeface="+mn-lt"/>
              </a:defRPr>
            </a:lvl8pPr>
            <a:lvl9pPr marL="700088" indent="-60008" algn="l">
              <a:lnSpc>
                <a:spcPct val="110000"/>
              </a:lnSpc>
              <a:spcBef>
                <a:spcPts val="0"/>
              </a:spcBef>
              <a:spcAft>
                <a:spcPts val="315"/>
              </a:spcAft>
              <a:buChar char="•"/>
              <a:defRPr sz="59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91541117a740e7" /><Relationship Type="http://schemas.openxmlformats.org/officeDocument/2006/relationships/slideLayout" Target="/ppt/slideLayouts/slideLayout1.xml" Id="R044670c65543435b" /><Relationship Type="http://schemas.openxmlformats.org/officeDocument/2006/relationships/slideLayout" Target="/ppt/slideLayouts/slideLayout2.xml" Id="R7de2a25b64a84bf6" /><Relationship Type="http://schemas.openxmlformats.org/officeDocument/2006/relationships/slideLayout" Target="/ppt/slideLayouts/slideLayout3.xml" Id="R832cc9efcfd6451c" /><Relationship Type="http://schemas.openxmlformats.org/officeDocument/2006/relationships/slideLayout" Target="/ppt/slideLayouts/slideLayout4.xml" Id="Rc506b4191d5d44ad" /><Relationship Type="http://schemas.openxmlformats.org/officeDocument/2006/relationships/slideLayout" Target="/ppt/slideLayouts/slideLayout5.xml" Id="R6fd6e3a460934f50" /><Relationship Type="http://schemas.openxmlformats.org/officeDocument/2006/relationships/slideLayout" Target="/ppt/slideLayouts/slideLayout6.xml" Id="R6669af67276041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4670c65543435b"/>
    <p:sldLayoutId xmlns:r="http://schemas.openxmlformats.org/officeDocument/2006/relationships" id="2147483650" r:id="R7de2a25b64a84bf6"/>
    <p:sldLayoutId xmlns:r="http://schemas.openxmlformats.org/officeDocument/2006/relationships" id="2147483651" r:id="R832cc9efcfd6451c"/>
    <p:sldLayoutId xmlns:r="http://schemas.openxmlformats.org/officeDocument/2006/relationships" id="2147483652" r:id="Rc506b4191d5d44ad"/>
    <p:sldLayoutId xmlns:r="http://schemas.openxmlformats.org/officeDocument/2006/relationships" id="2147483653" r:id="R6fd6e3a460934f50"/>
    <p:sldLayoutId xmlns:r="http://schemas.openxmlformats.org/officeDocument/2006/relationships" id="2147483654" r:id="R6669af67276041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f5f3df00224561" /><Relationship Type="http://schemas.openxmlformats.org/officeDocument/2006/relationships/image" Target="/ppt/media/image.png" Id="Rdd60b1a9f5f34085" /><Relationship Type="http://schemas.openxmlformats.org/officeDocument/2006/relationships/notesSlide" Target="/ppt/notesSlides/notesSlide1.xml" Id="Rd93a90f746fe48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42b77f764341c2" /><Relationship Type="http://schemas.openxmlformats.org/officeDocument/2006/relationships/image" Target="/ppt/media/image2.png" Id="R77a9267d55e848f5" /><Relationship Type="http://schemas.openxmlformats.org/officeDocument/2006/relationships/notesSlide" Target="/ppt/notesSlides/notesSlide2.xml" Id="R1f7aa55b35864764"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C401B8B-A657-4FDC-AC12-8C6419AA1FF1}"/>
              </a:ext>
            </a:extLst>
          </p:cNvPr>
          <p:cNvPicPr>
            <a:picLocks xmlns:a="http://schemas.openxmlformats.org/drawingml/2006/main" noChangeAspect="1"/>
          </p:cNvPicPr>
          <p:nvPr/>
        </p:nvPicPr>
        <p:blipFill>
          <a:blip xmlns:r="http://schemas.openxmlformats.org/officeDocument/2006/relationships" xmlns:a="http://schemas.openxmlformats.org/drawingml/2006/main" r:embed="Rdd60b1a9f5f34085"/>
          <a:srcRect xmlns:a="http://schemas.openxmlformats.org/drawingml/2006/main" l="34000" t="3000" r="1000" b="78000"/>
          <a:stretch xmlns:a="http://schemas.openxmlformats.org/drawingml/2006/main"/>
        </p:blipFill>
        <p:spPr>
          <a:xfrm xmlns:a="http://schemas.openxmlformats.org/drawingml/2006/main">
            <a:off x="0" y="0"/>
            <a:ext cx="3200400" cy="438150"/>
          </a:xfrm>
          <a:prstGeom xmlns:a="http://schemas.openxmlformats.org/drawingml/2006/main" prst="rect">
            <a:avLst/>
          </a:prstGeom>
        </p:spPr>
      </p:pic>
      <p:sp>
        <p:nvSpPr>
          <p:cNvPr id="2" name="Wallet front image tint">
            <a:extLst xmlns:a="http://schemas.openxmlformats.org/drawingml/2006/main">
              <a:ext uri="{FF2B5EF4-FFF2-40B4-BE49-F238E27FC236}">
                <a16:creationId xmlns:a16="http://schemas.microsoft.com/office/drawing/2014/main" id="{438574B7-74F5-4E0B-A65F-7AC856F5174C}"/>
              </a:ext>
            </a:extLst>
          </p:cNvPr>
          <p:cNvSpPr>
            <a:spLocks xmlns:a="http://schemas.openxmlformats.org/drawingml/2006/main" noGrp="1"/>
          </p:cNvSpPr>
          <p:nvPr/>
        </p:nvSpPr>
        <p:spPr>
          <a:xfrm xmlns:a="http://schemas.openxmlformats.org/drawingml/2006/main">
            <a:off x="0" y="0"/>
            <a:ext cx="3200400" cy="438150"/>
          </a:xfrm>
          <a:prstGeom xmlns:a="http://schemas.openxmlformats.org/drawingml/2006/main" prst="rect">
            <a:avLst/>
          </a:prstGeom>
          <a:solidFill xmlns:a="http://schemas.openxmlformats.org/drawingml/2006/main">
            <a:srgbClr val="542091">
              <a:alpha val="45000"/>
            </a:srgbClr>
          </a:solidFill>
          <a:ln xmlns:a="http://schemas.openxmlformats.org/drawingml/2006/main" w="0">
            <a:noFill/>
            <a:prstDash val="solid"/>
          </a:ln>
        </p:spPr>
      </p:sp>
      <p:sp>
        <p:nvSpPr>
          <p:cNvPr id="3" name="Wallet front kicker">
            <a:extLst xmlns:a="http://schemas.openxmlformats.org/drawingml/2006/main">
              <a:ext uri="{FF2B5EF4-FFF2-40B4-BE49-F238E27FC236}">
                <a16:creationId xmlns:a16="http://schemas.microsoft.com/office/drawing/2014/main" id="{8316ADA4-EA45-4F31-89EF-FC30A42E737B}"/>
              </a:ext>
            </a:extLst>
          </p:cNvPr>
          <p:cNvSpPr>
            <a:spLocks xmlns:a="http://schemas.openxmlformats.org/drawingml/2006/main" noGrp="1"/>
          </p:cNvSpPr>
          <p:nvPr/>
        </p:nvSpPr>
        <p:spPr>
          <a:xfrm xmlns:a="http://schemas.openxmlformats.org/drawingml/2006/main">
            <a:off x="123825" y="47625"/>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8" b="1">
                <a:solidFill>
                  <a:srgbClr val="FFFF0A"/>
                </a:solidFill>
                <a:latin typeface="Space Grotesk"/>
                <a:ea typeface="Space Grotesk"/>
                <a:cs typeface="Space Grotesk"/>
              </a:defRPr>
            </a:defPPr>
            <a:lvl1pPr algn="l">
              <a:defRPr sz="788" b="1">
                <a:solidFill>
                  <a:srgbClr val="FFFF0A"/>
                </a:solidFill>
                <a:latin typeface="Space Grotesk"/>
                <a:ea typeface="Space Grotesk"/>
                <a:cs typeface="Space Grotesk"/>
              </a:defRPr>
            </a:lvl1pPr>
            <a:lvl2pPr algn="l">
              <a:defRPr sz="788" b="1">
                <a:solidFill>
                  <a:srgbClr val="FFFF0A"/>
                </a:solidFill>
                <a:latin typeface="Space Grotesk"/>
                <a:ea typeface="Space Grotesk"/>
                <a:cs typeface="Space Grotesk"/>
              </a:defRPr>
            </a:lvl2pPr>
            <a:lvl3pPr algn="l">
              <a:defRPr sz="788" b="1">
                <a:solidFill>
                  <a:srgbClr val="FFFF0A"/>
                </a:solidFill>
                <a:latin typeface="Space Grotesk"/>
                <a:ea typeface="Space Grotesk"/>
                <a:cs typeface="Space Grotesk"/>
              </a:defRPr>
            </a:lvl3pPr>
            <a:lvl4pPr algn="l">
              <a:defRPr sz="788" b="1">
                <a:solidFill>
                  <a:srgbClr val="FFFF0A"/>
                </a:solidFill>
                <a:latin typeface="Space Grotesk"/>
                <a:ea typeface="Space Grotesk"/>
                <a:cs typeface="Space Grotesk"/>
              </a:defRPr>
            </a:lvl4pPr>
            <a:lvl5pPr algn="l">
              <a:defRPr sz="788" b="1">
                <a:solidFill>
                  <a:srgbClr val="FFFF0A"/>
                </a:solidFill>
                <a:latin typeface="Space Grotesk"/>
                <a:ea typeface="Space Grotesk"/>
                <a:cs typeface="Space Grotesk"/>
              </a:defRPr>
            </a:lvl5pPr>
            <a:lvl6pPr algn="l">
              <a:defRPr sz="788" b="1">
                <a:solidFill>
                  <a:srgbClr val="FFFF0A"/>
                </a:solidFill>
                <a:latin typeface="Space Grotesk"/>
                <a:ea typeface="Space Grotesk"/>
                <a:cs typeface="Space Grotesk"/>
              </a:defRPr>
            </a:lvl6pPr>
            <a:lvl7pPr algn="l">
              <a:defRPr sz="788" b="1">
                <a:solidFill>
                  <a:srgbClr val="FFFF0A"/>
                </a:solidFill>
                <a:latin typeface="Space Grotesk"/>
                <a:ea typeface="Space Grotesk"/>
                <a:cs typeface="Space Grotesk"/>
              </a:defRPr>
            </a:lvl7pPr>
            <a:lvl8pPr algn="l">
              <a:defRPr sz="788" b="1">
                <a:solidFill>
                  <a:srgbClr val="FFFF0A"/>
                </a:solidFill>
                <a:latin typeface="Space Grotesk"/>
                <a:ea typeface="Space Grotesk"/>
                <a:cs typeface="Space Grotesk"/>
              </a:defRPr>
            </a:lvl8pPr>
            <a:lvl9pPr algn="l">
              <a:defRPr sz="788" b="1">
                <a:solidFill>
                  <a:srgbClr val="FFFF0A"/>
                </a:solidFill>
                <a:latin typeface="Space Grotesk"/>
                <a:ea typeface="Space Grotesk"/>
                <a:cs typeface="Space Grotesk"/>
              </a:defRPr>
            </a:lvl9pPr>
          </a:lstStyle>
          <a:p xmlns:a="http://schemas.openxmlformats.org/drawingml/2006/main">
            <a:pPr algn="l">
              <a:lnSpc>
                <a:spcPct val="100000"/>
              </a:lnSpc>
              <a:buNone/>
              <a:defRPr sz="788" b="1">
                <a:solidFill>
                  <a:srgbClr val="FFFF0A"/>
                </a:solidFill>
                <a:latin typeface="Space Grotesk"/>
                <a:ea typeface="Space Grotesk"/>
                <a:cs typeface="Space Grotesk"/>
              </a:defRPr>
            </a:pPr>
            <a:r>
              <a:rPr sz="788" b="1">
                <a:solidFill>
                  <a:srgbClr val="FFFF0A"/>
                </a:solidFill>
                <a:latin typeface="Space Grotesk"/>
                <a:ea typeface="Space Grotesk"/>
                <a:cs typeface="Space Grotesk"/>
              </a:rPr>
              <a:t>AFTER A CRASH</a:t>
            </a:r>
          </a:p>
        </p:txBody>
      </p:sp>
      <p:sp>
        <p:nvSpPr>
          <p:cNvPr id="4" name="Wallet front title">
            <a:extLst xmlns:a="http://schemas.openxmlformats.org/drawingml/2006/main">
              <a:ext uri="{FF2B5EF4-FFF2-40B4-BE49-F238E27FC236}">
                <a16:creationId xmlns:a16="http://schemas.microsoft.com/office/drawing/2014/main" id="{C7B89CE7-2B5F-47D3-B619-10D10626D614}"/>
              </a:ext>
            </a:extLst>
          </p:cNvPr>
          <p:cNvSpPr>
            <a:spLocks xmlns:a="http://schemas.openxmlformats.org/drawingml/2006/main" noGrp="1"/>
          </p:cNvSpPr>
          <p:nvPr/>
        </p:nvSpPr>
        <p:spPr>
          <a:xfrm xmlns:a="http://schemas.openxmlformats.org/drawingml/2006/main">
            <a:off x="123825" y="219075"/>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 b="1">
                <a:solidFill>
                  <a:srgbClr val="FFFFFF"/>
                </a:solidFill>
                <a:latin typeface="Space Grotesk"/>
                <a:ea typeface="Space Grotesk"/>
                <a:cs typeface="Space Grotesk"/>
              </a:defRPr>
            </a:defPPr>
            <a:lvl1pPr algn="l">
              <a:defRPr sz="945" b="1">
                <a:solidFill>
                  <a:srgbClr val="FFFFFF"/>
                </a:solidFill>
                <a:latin typeface="Space Grotesk"/>
                <a:ea typeface="Space Grotesk"/>
                <a:cs typeface="Space Grotesk"/>
              </a:defRPr>
            </a:lvl1pPr>
            <a:lvl2pPr algn="l">
              <a:defRPr sz="945" b="1">
                <a:solidFill>
                  <a:srgbClr val="FFFFFF"/>
                </a:solidFill>
                <a:latin typeface="Space Grotesk"/>
                <a:ea typeface="Space Grotesk"/>
                <a:cs typeface="Space Grotesk"/>
              </a:defRPr>
            </a:lvl2pPr>
            <a:lvl3pPr algn="l">
              <a:defRPr sz="945" b="1">
                <a:solidFill>
                  <a:srgbClr val="FFFFFF"/>
                </a:solidFill>
                <a:latin typeface="Space Grotesk"/>
                <a:ea typeface="Space Grotesk"/>
                <a:cs typeface="Space Grotesk"/>
              </a:defRPr>
            </a:lvl3pPr>
            <a:lvl4pPr algn="l">
              <a:defRPr sz="945" b="1">
                <a:solidFill>
                  <a:srgbClr val="FFFFFF"/>
                </a:solidFill>
                <a:latin typeface="Space Grotesk"/>
                <a:ea typeface="Space Grotesk"/>
                <a:cs typeface="Space Grotesk"/>
              </a:defRPr>
            </a:lvl4pPr>
            <a:lvl5pPr algn="l">
              <a:defRPr sz="945" b="1">
                <a:solidFill>
                  <a:srgbClr val="FFFFFF"/>
                </a:solidFill>
                <a:latin typeface="Space Grotesk"/>
                <a:ea typeface="Space Grotesk"/>
                <a:cs typeface="Space Grotesk"/>
              </a:defRPr>
            </a:lvl5pPr>
            <a:lvl6pPr algn="l">
              <a:defRPr sz="945" b="1">
                <a:solidFill>
                  <a:srgbClr val="FFFFFF"/>
                </a:solidFill>
                <a:latin typeface="Space Grotesk"/>
                <a:ea typeface="Space Grotesk"/>
                <a:cs typeface="Space Grotesk"/>
              </a:defRPr>
            </a:lvl6pPr>
            <a:lvl7pPr algn="l">
              <a:defRPr sz="945" b="1">
                <a:solidFill>
                  <a:srgbClr val="FFFFFF"/>
                </a:solidFill>
                <a:latin typeface="Space Grotesk"/>
                <a:ea typeface="Space Grotesk"/>
                <a:cs typeface="Space Grotesk"/>
              </a:defRPr>
            </a:lvl7pPr>
            <a:lvl8pPr algn="l">
              <a:defRPr sz="945" b="1">
                <a:solidFill>
                  <a:srgbClr val="FFFFFF"/>
                </a:solidFill>
                <a:latin typeface="Space Grotesk"/>
                <a:ea typeface="Space Grotesk"/>
                <a:cs typeface="Space Grotesk"/>
              </a:defRPr>
            </a:lvl8pPr>
            <a:lvl9pPr algn="l">
              <a:defRPr sz="945" b="1">
                <a:solidFill>
                  <a:srgbClr val="FFFFFF"/>
                </a:solidFill>
                <a:latin typeface="Space Grotesk"/>
                <a:ea typeface="Space Grotesk"/>
                <a:cs typeface="Space Grotesk"/>
              </a:defRPr>
            </a:lvl9pPr>
          </a:lstStyle>
          <a:p xmlns:a="http://schemas.openxmlformats.org/drawingml/2006/main">
            <a:pPr algn="l">
              <a:lnSpc>
                <a:spcPct val="100000"/>
              </a:lnSpc>
              <a:buNone/>
              <a:defRPr sz="945" b="1">
                <a:solidFill>
                  <a:srgbClr val="FFFFFF"/>
                </a:solidFill>
                <a:latin typeface="Space Grotesk"/>
                <a:ea typeface="Space Grotesk"/>
                <a:cs typeface="Space Grotesk"/>
              </a:defRPr>
            </a:pPr>
            <a:r>
              <a:rPr sz="945" b="1">
                <a:solidFill>
                  <a:srgbClr val="FFFFFF"/>
                </a:solidFill>
                <a:latin typeface="Space Grotesk"/>
                <a:ea typeface="Space Grotesk"/>
                <a:cs typeface="Space Grotesk"/>
              </a:rPr>
              <a:t>Care first. Reports and photos can wait.</a:t>
            </a:r>
          </a:p>
        </p:txBody>
      </p:sp>
      <p:sp>
        <p:nvSpPr>
          <p:cNvPr id="5" name="Wallet front accent">
            <a:extLst xmlns:a="http://schemas.openxmlformats.org/drawingml/2006/main">
              <a:ext uri="{FF2B5EF4-FFF2-40B4-BE49-F238E27FC236}">
                <a16:creationId xmlns:a16="http://schemas.microsoft.com/office/drawing/2014/main" id="{C0A36585-B743-4D83-9231-4207BB886F4C}"/>
              </a:ext>
            </a:extLst>
          </p:cNvPr>
          <p:cNvSpPr>
            <a:spLocks xmlns:a="http://schemas.openxmlformats.org/drawingml/2006/main" noGrp="1"/>
          </p:cNvSpPr>
          <p:nvPr/>
        </p:nvSpPr>
        <p:spPr>
          <a:xfrm xmlns:a="http://schemas.openxmlformats.org/drawingml/2006/main">
            <a:off x="0" y="419100"/>
            <a:ext cx="3200400" cy="28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6" name="Wallet front step separator 01">
            <a:extLst xmlns:a="http://schemas.openxmlformats.org/drawingml/2006/main">
              <a:ext uri="{FF2B5EF4-FFF2-40B4-BE49-F238E27FC236}">
                <a16:creationId xmlns:a16="http://schemas.microsoft.com/office/drawing/2014/main" id="{179EAF4E-EAF5-4F1C-907E-6AF58300682A}"/>
              </a:ext>
            </a:extLst>
          </p:cNvPr>
          <p:cNvSpPr>
            <a:spLocks xmlns:a="http://schemas.openxmlformats.org/drawingml/2006/main" noGrp="1"/>
          </p:cNvSpPr>
          <p:nvPr/>
        </p:nvSpPr>
        <p:spPr>
          <a:xfrm xmlns:a="http://schemas.openxmlformats.org/drawingml/2006/main">
            <a:off x="0" y="457200"/>
            <a:ext cx="57150" cy="54292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7" name="Wallet front step number 01">
            <a:extLst xmlns:a="http://schemas.openxmlformats.org/drawingml/2006/main">
              <a:ext uri="{FF2B5EF4-FFF2-40B4-BE49-F238E27FC236}">
                <a16:creationId xmlns:a16="http://schemas.microsoft.com/office/drawing/2014/main" id="{20576E03-C86C-44ED-80A9-3549E72631B5}"/>
              </a:ext>
            </a:extLst>
          </p:cNvPr>
          <p:cNvSpPr>
            <a:spLocks xmlns:a="http://schemas.openxmlformats.org/drawingml/2006/main" noGrp="1"/>
          </p:cNvSpPr>
          <p:nvPr/>
        </p:nvSpPr>
        <p:spPr>
          <a:xfrm xmlns:a="http://schemas.openxmlformats.org/drawingml/2006/main">
            <a:off x="123825" y="514350"/>
            <a:ext cx="2571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73" b="1">
                <a:solidFill>
                  <a:srgbClr val="FFFF0A"/>
                </a:solidFill>
                <a:latin typeface="Space Grotesk"/>
                <a:ea typeface="Space Grotesk"/>
                <a:cs typeface="Space Grotesk"/>
              </a:defRPr>
            </a:defPPr>
            <a:lvl1pPr algn="l">
              <a:defRPr sz="773" b="1">
                <a:solidFill>
                  <a:srgbClr val="FFFF0A"/>
                </a:solidFill>
                <a:latin typeface="Space Grotesk"/>
                <a:ea typeface="Space Grotesk"/>
                <a:cs typeface="Space Grotesk"/>
              </a:defRPr>
            </a:lvl1pPr>
            <a:lvl2pPr algn="l">
              <a:defRPr sz="773" b="1">
                <a:solidFill>
                  <a:srgbClr val="FFFF0A"/>
                </a:solidFill>
                <a:latin typeface="Space Grotesk"/>
                <a:ea typeface="Space Grotesk"/>
                <a:cs typeface="Space Grotesk"/>
              </a:defRPr>
            </a:lvl2pPr>
            <a:lvl3pPr algn="l">
              <a:defRPr sz="773" b="1">
                <a:solidFill>
                  <a:srgbClr val="FFFF0A"/>
                </a:solidFill>
                <a:latin typeface="Space Grotesk"/>
                <a:ea typeface="Space Grotesk"/>
                <a:cs typeface="Space Grotesk"/>
              </a:defRPr>
            </a:lvl3pPr>
            <a:lvl4pPr algn="l">
              <a:defRPr sz="773" b="1">
                <a:solidFill>
                  <a:srgbClr val="FFFF0A"/>
                </a:solidFill>
                <a:latin typeface="Space Grotesk"/>
                <a:ea typeface="Space Grotesk"/>
                <a:cs typeface="Space Grotesk"/>
              </a:defRPr>
            </a:lvl4pPr>
            <a:lvl5pPr algn="l">
              <a:defRPr sz="773" b="1">
                <a:solidFill>
                  <a:srgbClr val="FFFF0A"/>
                </a:solidFill>
                <a:latin typeface="Space Grotesk"/>
                <a:ea typeface="Space Grotesk"/>
                <a:cs typeface="Space Grotesk"/>
              </a:defRPr>
            </a:lvl5pPr>
            <a:lvl6pPr algn="l">
              <a:defRPr sz="773" b="1">
                <a:solidFill>
                  <a:srgbClr val="FFFF0A"/>
                </a:solidFill>
                <a:latin typeface="Space Grotesk"/>
                <a:ea typeface="Space Grotesk"/>
                <a:cs typeface="Space Grotesk"/>
              </a:defRPr>
            </a:lvl6pPr>
            <a:lvl7pPr algn="l">
              <a:defRPr sz="773" b="1">
                <a:solidFill>
                  <a:srgbClr val="FFFF0A"/>
                </a:solidFill>
                <a:latin typeface="Space Grotesk"/>
                <a:ea typeface="Space Grotesk"/>
                <a:cs typeface="Space Grotesk"/>
              </a:defRPr>
            </a:lvl7pPr>
            <a:lvl8pPr algn="l">
              <a:defRPr sz="773" b="1">
                <a:solidFill>
                  <a:srgbClr val="FFFF0A"/>
                </a:solidFill>
                <a:latin typeface="Space Grotesk"/>
                <a:ea typeface="Space Grotesk"/>
                <a:cs typeface="Space Grotesk"/>
              </a:defRPr>
            </a:lvl8pPr>
            <a:lvl9pPr algn="l">
              <a:defRPr sz="773" b="1">
                <a:solidFill>
                  <a:srgbClr val="FFFF0A"/>
                </a:solidFill>
                <a:latin typeface="Space Grotesk"/>
                <a:ea typeface="Space Grotesk"/>
                <a:cs typeface="Space Grotesk"/>
              </a:defRPr>
            </a:lvl9pPr>
          </a:lstStyle>
          <a:p xmlns:a="http://schemas.openxmlformats.org/drawingml/2006/main">
            <a:pPr algn="l">
              <a:lnSpc>
                <a:spcPct val="100000"/>
              </a:lnSpc>
              <a:buNone/>
              <a:defRPr sz="773" b="1">
                <a:solidFill>
                  <a:srgbClr val="FFFF0A"/>
                </a:solidFill>
                <a:latin typeface="Space Grotesk"/>
                <a:ea typeface="Space Grotesk"/>
                <a:cs typeface="Space Grotesk"/>
              </a:defRPr>
            </a:pPr>
            <a:r>
              <a:rPr sz="773" b="1">
                <a:solidFill>
                  <a:srgbClr val="FFFF0A"/>
                </a:solidFill>
                <a:latin typeface="Space Grotesk"/>
                <a:ea typeface="Space Grotesk"/>
                <a:cs typeface="Space Grotesk"/>
              </a:rPr>
              <a:t>01</a:t>
            </a:r>
          </a:p>
        </p:txBody>
      </p:sp>
      <p:sp>
        <p:nvSpPr>
          <p:cNvPr id="8" name="Wallet front step heading 01">
            <a:extLst xmlns:a="http://schemas.openxmlformats.org/drawingml/2006/main">
              <a:ext uri="{FF2B5EF4-FFF2-40B4-BE49-F238E27FC236}">
                <a16:creationId xmlns:a16="http://schemas.microsoft.com/office/drawing/2014/main" id="{9F24A0F6-8301-4E2D-8EEC-0360B0287B56}"/>
              </a:ext>
            </a:extLst>
          </p:cNvPr>
          <p:cNvSpPr>
            <a:spLocks xmlns:a="http://schemas.openxmlformats.org/drawingml/2006/main" noGrp="1"/>
          </p:cNvSpPr>
          <p:nvPr/>
        </p:nvSpPr>
        <p:spPr>
          <a:xfrm xmlns:a="http://schemas.openxmlformats.org/drawingml/2006/main">
            <a:off x="390525" y="504825"/>
            <a:ext cx="2705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7" b="1">
                <a:solidFill>
                  <a:srgbClr val="FFFF0A"/>
                </a:solidFill>
                <a:latin typeface="Space Grotesk"/>
                <a:ea typeface="Space Grotesk"/>
                <a:cs typeface="Space Grotesk"/>
              </a:defRPr>
            </a:defPPr>
            <a:lvl1pPr algn="l">
              <a:defRPr sz="757" b="1">
                <a:solidFill>
                  <a:srgbClr val="FFFF0A"/>
                </a:solidFill>
                <a:latin typeface="Space Grotesk"/>
                <a:ea typeface="Space Grotesk"/>
                <a:cs typeface="Space Grotesk"/>
              </a:defRPr>
            </a:lvl1pPr>
            <a:lvl2pPr algn="l">
              <a:defRPr sz="757" b="1">
                <a:solidFill>
                  <a:srgbClr val="FFFF0A"/>
                </a:solidFill>
                <a:latin typeface="Space Grotesk"/>
                <a:ea typeface="Space Grotesk"/>
                <a:cs typeface="Space Grotesk"/>
              </a:defRPr>
            </a:lvl2pPr>
            <a:lvl3pPr algn="l">
              <a:defRPr sz="757" b="1">
                <a:solidFill>
                  <a:srgbClr val="FFFF0A"/>
                </a:solidFill>
                <a:latin typeface="Space Grotesk"/>
                <a:ea typeface="Space Grotesk"/>
                <a:cs typeface="Space Grotesk"/>
              </a:defRPr>
            </a:lvl3pPr>
            <a:lvl4pPr algn="l">
              <a:defRPr sz="757" b="1">
                <a:solidFill>
                  <a:srgbClr val="FFFF0A"/>
                </a:solidFill>
                <a:latin typeface="Space Grotesk"/>
                <a:ea typeface="Space Grotesk"/>
                <a:cs typeface="Space Grotesk"/>
              </a:defRPr>
            </a:lvl4pPr>
            <a:lvl5pPr algn="l">
              <a:defRPr sz="757" b="1">
                <a:solidFill>
                  <a:srgbClr val="FFFF0A"/>
                </a:solidFill>
                <a:latin typeface="Space Grotesk"/>
                <a:ea typeface="Space Grotesk"/>
                <a:cs typeface="Space Grotesk"/>
              </a:defRPr>
            </a:lvl5pPr>
            <a:lvl6pPr algn="l">
              <a:defRPr sz="757" b="1">
                <a:solidFill>
                  <a:srgbClr val="FFFF0A"/>
                </a:solidFill>
                <a:latin typeface="Space Grotesk"/>
                <a:ea typeface="Space Grotesk"/>
                <a:cs typeface="Space Grotesk"/>
              </a:defRPr>
            </a:lvl6pPr>
            <a:lvl7pPr algn="l">
              <a:defRPr sz="757" b="1">
                <a:solidFill>
                  <a:srgbClr val="FFFF0A"/>
                </a:solidFill>
                <a:latin typeface="Space Grotesk"/>
                <a:ea typeface="Space Grotesk"/>
                <a:cs typeface="Space Grotesk"/>
              </a:defRPr>
            </a:lvl7pPr>
            <a:lvl8pPr algn="l">
              <a:defRPr sz="757" b="1">
                <a:solidFill>
                  <a:srgbClr val="FFFF0A"/>
                </a:solidFill>
                <a:latin typeface="Space Grotesk"/>
                <a:ea typeface="Space Grotesk"/>
                <a:cs typeface="Space Grotesk"/>
              </a:defRPr>
            </a:lvl8pPr>
            <a:lvl9pPr algn="l">
              <a:defRPr sz="757" b="1">
                <a:solidFill>
                  <a:srgbClr val="FFFF0A"/>
                </a:solidFill>
                <a:latin typeface="Space Grotesk"/>
                <a:ea typeface="Space Grotesk"/>
                <a:cs typeface="Space Grotesk"/>
              </a:defRPr>
            </a:lvl9pPr>
          </a:lstStyle>
          <a:p xmlns:a="http://schemas.openxmlformats.org/drawingml/2006/main">
            <a:pPr algn="l">
              <a:lnSpc>
                <a:spcPct val="100000"/>
              </a:lnSpc>
              <a:buNone/>
              <a:defRPr sz="757" b="1">
                <a:solidFill>
                  <a:srgbClr val="FFFF0A"/>
                </a:solidFill>
                <a:latin typeface="Space Grotesk"/>
                <a:ea typeface="Space Grotesk"/>
                <a:cs typeface="Space Grotesk"/>
              </a:defRPr>
            </a:pPr>
            <a:r>
              <a:rPr sz="757" b="1">
                <a:solidFill>
                  <a:srgbClr val="FFFF0A"/>
                </a:solidFill>
                <a:latin typeface="Space Grotesk"/>
                <a:ea typeface="Space Grotesk"/>
                <a:cs typeface="Space Grotesk"/>
              </a:rPr>
              <a:t>Get out of traffic and check for injuries</a:t>
            </a:r>
          </a:p>
        </p:txBody>
      </p:sp>
      <p:sp>
        <p:nvSpPr>
          <p:cNvPr id="9" name="Wallet front step copy 01">
            <a:extLst xmlns:a="http://schemas.openxmlformats.org/drawingml/2006/main">
              <a:ext uri="{FF2B5EF4-FFF2-40B4-BE49-F238E27FC236}">
                <a16:creationId xmlns:a16="http://schemas.microsoft.com/office/drawing/2014/main" id="{49CBE79A-9F60-4A17-B2B1-7C43F2677193}"/>
              </a:ext>
            </a:extLst>
          </p:cNvPr>
          <p:cNvSpPr>
            <a:spLocks xmlns:a="http://schemas.openxmlformats.org/drawingml/2006/main" noGrp="1"/>
          </p:cNvSpPr>
          <p:nvPr/>
        </p:nvSpPr>
        <p:spPr>
          <a:xfrm xmlns:a="http://schemas.openxmlformats.org/drawingml/2006/main">
            <a:off x="390525" y="685800"/>
            <a:ext cx="2705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35" b="0">
                <a:solidFill>
                  <a:srgbClr val="FFFFFF"/>
                </a:solidFill>
                <a:latin typeface="Arial"/>
                <a:ea typeface="Arial"/>
                <a:cs typeface="Arial"/>
              </a:defRPr>
            </a:defPPr>
            <a:lvl1pPr algn="l">
              <a:defRPr sz="735" b="0">
                <a:solidFill>
                  <a:srgbClr val="FFFFFF"/>
                </a:solidFill>
                <a:latin typeface="Arial"/>
                <a:ea typeface="Arial"/>
                <a:cs typeface="Arial"/>
              </a:defRPr>
            </a:lvl1pPr>
            <a:lvl2pPr algn="l">
              <a:defRPr sz="735" b="0">
                <a:solidFill>
                  <a:srgbClr val="FFFFFF"/>
                </a:solidFill>
                <a:latin typeface="Arial"/>
                <a:ea typeface="Arial"/>
                <a:cs typeface="Arial"/>
              </a:defRPr>
            </a:lvl2pPr>
            <a:lvl3pPr algn="l">
              <a:defRPr sz="735" b="0">
                <a:solidFill>
                  <a:srgbClr val="FFFFFF"/>
                </a:solidFill>
                <a:latin typeface="Arial"/>
                <a:ea typeface="Arial"/>
                <a:cs typeface="Arial"/>
              </a:defRPr>
            </a:lvl3pPr>
            <a:lvl4pPr algn="l">
              <a:defRPr sz="735" b="0">
                <a:solidFill>
                  <a:srgbClr val="FFFFFF"/>
                </a:solidFill>
                <a:latin typeface="Arial"/>
                <a:ea typeface="Arial"/>
                <a:cs typeface="Arial"/>
              </a:defRPr>
            </a:lvl4pPr>
            <a:lvl5pPr algn="l">
              <a:defRPr sz="735" b="0">
                <a:solidFill>
                  <a:srgbClr val="FFFFFF"/>
                </a:solidFill>
                <a:latin typeface="Arial"/>
                <a:ea typeface="Arial"/>
                <a:cs typeface="Arial"/>
              </a:defRPr>
            </a:lvl5pPr>
            <a:lvl6pPr algn="l">
              <a:defRPr sz="735" b="0">
                <a:solidFill>
                  <a:srgbClr val="FFFFFF"/>
                </a:solidFill>
                <a:latin typeface="Arial"/>
                <a:ea typeface="Arial"/>
                <a:cs typeface="Arial"/>
              </a:defRPr>
            </a:lvl6pPr>
            <a:lvl7pPr algn="l">
              <a:defRPr sz="735" b="0">
                <a:solidFill>
                  <a:srgbClr val="FFFFFF"/>
                </a:solidFill>
                <a:latin typeface="Arial"/>
                <a:ea typeface="Arial"/>
                <a:cs typeface="Arial"/>
              </a:defRPr>
            </a:lvl7pPr>
            <a:lvl8pPr algn="l">
              <a:defRPr sz="735" b="0">
                <a:solidFill>
                  <a:srgbClr val="FFFFFF"/>
                </a:solidFill>
                <a:latin typeface="Arial"/>
                <a:ea typeface="Arial"/>
                <a:cs typeface="Arial"/>
              </a:defRPr>
            </a:lvl8pPr>
            <a:lvl9pPr algn="l">
              <a:defRPr sz="735" b="0">
                <a:solidFill>
                  <a:srgbClr val="FFFFFF"/>
                </a:solidFill>
                <a:latin typeface="Arial"/>
                <a:ea typeface="Arial"/>
                <a:cs typeface="Arial"/>
              </a:defRPr>
            </a:lvl9pPr>
          </a:lstStyle>
          <a:p xmlns:a="http://schemas.openxmlformats.org/drawingml/2006/main">
            <a:pPr algn="l">
              <a:lnSpc>
                <a:spcPct val="93000"/>
              </a:lnSpc>
              <a:buNone/>
              <a:defRPr sz="735" b="0">
                <a:solidFill>
                  <a:srgbClr val="FFFFFF"/>
                </a:solidFill>
                <a:latin typeface="Arial"/>
                <a:ea typeface="Arial"/>
                <a:cs typeface="Arial"/>
              </a:defRPr>
            </a:pPr>
            <a:r>
              <a:rPr sz="735" b="0">
                <a:solidFill>
                  <a:srgbClr val="FFFFFF"/>
                </a:solidFill>
                <a:latin typeface="Arial"/>
                <a:ea typeface="Arial"/>
                <a:cs typeface="Arial"/>
              </a:rPr>
              <a:t>Get yourself to safety if you can. Avoid moving an injured person unnecessarily; follow dispatcher instructions.</a:t>
            </a:r>
          </a:p>
        </p:txBody>
      </p:sp>
      <p:sp>
        <p:nvSpPr>
          <p:cNvPr id="10" name="Wallet emergency panel">
            <a:extLst xmlns:a="http://schemas.openxmlformats.org/drawingml/2006/main">
              <a:ext uri="{FF2B5EF4-FFF2-40B4-BE49-F238E27FC236}">
                <a16:creationId xmlns:a16="http://schemas.microsoft.com/office/drawing/2014/main" id="{442C4D14-77B8-471C-A3DC-BE0D48826739}"/>
              </a:ext>
            </a:extLst>
          </p:cNvPr>
          <p:cNvSpPr>
            <a:spLocks xmlns:a="http://schemas.openxmlformats.org/drawingml/2006/main" noGrp="1"/>
          </p:cNvSpPr>
          <p:nvPr/>
        </p:nvSpPr>
        <p:spPr>
          <a:xfrm xmlns:a="http://schemas.openxmlformats.org/drawingml/2006/main">
            <a:off x="0" y="1028700"/>
            <a:ext cx="3200400" cy="447675"/>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11" name="Wallet emergency accent">
            <a:extLst xmlns:a="http://schemas.openxmlformats.org/drawingml/2006/main">
              <a:ext uri="{FF2B5EF4-FFF2-40B4-BE49-F238E27FC236}">
                <a16:creationId xmlns:a16="http://schemas.microsoft.com/office/drawing/2014/main" id="{7A4F7207-4EF7-41AE-A7B1-7F35795A5A9E}"/>
              </a:ext>
            </a:extLst>
          </p:cNvPr>
          <p:cNvSpPr>
            <a:spLocks xmlns:a="http://schemas.openxmlformats.org/drawingml/2006/main" noGrp="1"/>
          </p:cNvSpPr>
          <p:nvPr/>
        </p:nvSpPr>
        <p:spPr>
          <a:xfrm xmlns:a="http://schemas.openxmlformats.org/drawingml/2006/main">
            <a:off x="0" y="1028700"/>
            <a:ext cx="57150" cy="4476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2" name="Wallet emergency call">
            <a:extLst xmlns:a="http://schemas.openxmlformats.org/drawingml/2006/main">
              <a:ext uri="{FF2B5EF4-FFF2-40B4-BE49-F238E27FC236}">
                <a16:creationId xmlns:a16="http://schemas.microsoft.com/office/drawing/2014/main" id="{DD1B0CC8-B245-43D7-9E79-ACABC50A806E}"/>
              </a:ext>
            </a:extLst>
          </p:cNvPr>
          <p:cNvSpPr>
            <a:spLocks xmlns:a="http://schemas.openxmlformats.org/drawingml/2006/main" noGrp="1"/>
          </p:cNvSpPr>
          <p:nvPr/>
        </p:nvSpPr>
        <p:spPr>
          <a:xfrm xmlns:a="http://schemas.openxmlformats.org/drawingml/2006/main">
            <a:off x="133350" y="1123950"/>
            <a:ext cx="112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1">
                <a:solidFill>
                  <a:srgbClr val="7926CB"/>
                </a:solidFill>
                <a:latin typeface="Space Grotesk"/>
                <a:ea typeface="Space Grotesk"/>
                <a:cs typeface="Space Grotesk"/>
              </a:defRPr>
            </a:defPPr>
            <a:lvl1pPr algn="l">
              <a:defRPr sz="1313" b="1">
                <a:solidFill>
                  <a:srgbClr val="7926CB"/>
                </a:solidFill>
                <a:latin typeface="Space Grotesk"/>
                <a:ea typeface="Space Grotesk"/>
                <a:cs typeface="Space Grotesk"/>
              </a:defRPr>
            </a:lvl1pPr>
            <a:lvl2pPr algn="l">
              <a:defRPr sz="1313" b="1">
                <a:solidFill>
                  <a:srgbClr val="7926CB"/>
                </a:solidFill>
                <a:latin typeface="Space Grotesk"/>
                <a:ea typeface="Space Grotesk"/>
                <a:cs typeface="Space Grotesk"/>
              </a:defRPr>
            </a:lvl2pPr>
            <a:lvl3pPr algn="l">
              <a:defRPr sz="1313" b="1">
                <a:solidFill>
                  <a:srgbClr val="7926CB"/>
                </a:solidFill>
                <a:latin typeface="Space Grotesk"/>
                <a:ea typeface="Space Grotesk"/>
                <a:cs typeface="Space Grotesk"/>
              </a:defRPr>
            </a:lvl3pPr>
            <a:lvl4pPr algn="l">
              <a:defRPr sz="1313" b="1">
                <a:solidFill>
                  <a:srgbClr val="7926CB"/>
                </a:solidFill>
                <a:latin typeface="Space Grotesk"/>
                <a:ea typeface="Space Grotesk"/>
                <a:cs typeface="Space Grotesk"/>
              </a:defRPr>
            </a:lvl4pPr>
            <a:lvl5pPr algn="l">
              <a:defRPr sz="1313" b="1">
                <a:solidFill>
                  <a:srgbClr val="7926CB"/>
                </a:solidFill>
                <a:latin typeface="Space Grotesk"/>
                <a:ea typeface="Space Grotesk"/>
                <a:cs typeface="Space Grotesk"/>
              </a:defRPr>
            </a:lvl5pPr>
            <a:lvl6pPr algn="l">
              <a:defRPr sz="1313" b="1">
                <a:solidFill>
                  <a:srgbClr val="7926CB"/>
                </a:solidFill>
                <a:latin typeface="Space Grotesk"/>
                <a:ea typeface="Space Grotesk"/>
                <a:cs typeface="Space Grotesk"/>
              </a:defRPr>
            </a:lvl6pPr>
            <a:lvl7pPr algn="l">
              <a:defRPr sz="1313" b="1">
                <a:solidFill>
                  <a:srgbClr val="7926CB"/>
                </a:solidFill>
                <a:latin typeface="Space Grotesk"/>
                <a:ea typeface="Space Grotesk"/>
                <a:cs typeface="Space Grotesk"/>
              </a:defRPr>
            </a:lvl7pPr>
            <a:lvl8pPr algn="l">
              <a:defRPr sz="1313" b="1">
                <a:solidFill>
                  <a:srgbClr val="7926CB"/>
                </a:solidFill>
                <a:latin typeface="Space Grotesk"/>
                <a:ea typeface="Space Grotesk"/>
                <a:cs typeface="Space Grotesk"/>
              </a:defRPr>
            </a:lvl8pPr>
            <a:lvl9pPr algn="l">
              <a:defRPr sz="1313" b="1">
                <a:solidFill>
                  <a:srgbClr val="7926CB"/>
                </a:solidFill>
                <a:latin typeface="Space Grotesk"/>
                <a:ea typeface="Space Grotesk"/>
                <a:cs typeface="Space Grotesk"/>
              </a:defRPr>
            </a:lvl9pPr>
          </a:lstStyle>
          <a:p xmlns:a="http://schemas.openxmlformats.org/drawingml/2006/main">
            <a:pPr algn="l">
              <a:lnSpc>
                <a:spcPct val="100000"/>
              </a:lnSpc>
              <a:buNone/>
              <a:defRPr sz="1313" b="1">
                <a:solidFill>
                  <a:srgbClr val="7926CB"/>
                </a:solidFill>
                <a:latin typeface="Space Grotesk"/>
                <a:ea typeface="Space Grotesk"/>
                <a:cs typeface="Space Grotesk"/>
              </a:defRPr>
            </a:pPr>
            <a:r>
              <a:rPr sz="1313" b="1">
                <a:solidFill>
                  <a:srgbClr val="7926CB"/>
                </a:solidFill>
                <a:latin typeface="Space Grotesk"/>
                <a:ea typeface="Space Grotesk"/>
                <a:cs typeface="Space Grotesk"/>
              </a:rPr>
              <a:t>CALL 911</a:t>
            </a:r>
          </a:p>
        </p:txBody>
      </p:sp>
      <p:sp>
        <p:nvSpPr>
          <p:cNvPr id="13" name="Wallet emergency qualifier">
            <a:extLst xmlns:a="http://schemas.openxmlformats.org/drawingml/2006/main">
              <a:ext uri="{FF2B5EF4-FFF2-40B4-BE49-F238E27FC236}">
                <a16:creationId xmlns:a16="http://schemas.microsoft.com/office/drawing/2014/main" id="{555E8FFF-D96D-47E1-8508-37A231F50EA6}"/>
              </a:ext>
            </a:extLst>
          </p:cNvPr>
          <p:cNvSpPr>
            <a:spLocks xmlns:a="http://schemas.openxmlformats.org/drawingml/2006/main" noGrp="1"/>
          </p:cNvSpPr>
          <p:nvPr/>
        </p:nvSpPr>
        <p:spPr>
          <a:xfrm xmlns:a="http://schemas.openxmlformats.org/drawingml/2006/main">
            <a:off x="1314450" y="1114425"/>
            <a:ext cx="1771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82" b="1">
                <a:solidFill>
                  <a:srgbClr val="201333"/>
                </a:solidFill>
                <a:latin typeface="Arial"/>
                <a:ea typeface="Arial"/>
                <a:cs typeface="Arial"/>
              </a:defRPr>
            </a:defPPr>
            <a:lvl1pPr algn="l">
              <a:defRPr sz="682" b="1">
                <a:solidFill>
                  <a:srgbClr val="201333"/>
                </a:solidFill>
                <a:latin typeface="Arial"/>
                <a:ea typeface="Arial"/>
                <a:cs typeface="Arial"/>
              </a:defRPr>
            </a:lvl1pPr>
            <a:lvl2pPr algn="l">
              <a:defRPr sz="682" b="1">
                <a:solidFill>
                  <a:srgbClr val="201333"/>
                </a:solidFill>
                <a:latin typeface="Arial"/>
                <a:ea typeface="Arial"/>
                <a:cs typeface="Arial"/>
              </a:defRPr>
            </a:lvl2pPr>
            <a:lvl3pPr algn="l">
              <a:defRPr sz="682" b="1">
                <a:solidFill>
                  <a:srgbClr val="201333"/>
                </a:solidFill>
                <a:latin typeface="Arial"/>
                <a:ea typeface="Arial"/>
                <a:cs typeface="Arial"/>
              </a:defRPr>
            </a:lvl3pPr>
            <a:lvl4pPr algn="l">
              <a:defRPr sz="682" b="1">
                <a:solidFill>
                  <a:srgbClr val="201333"/>
                </a:solidFill>
                <a:latin typeface="Arial"/>
                <a:ea typeface="Arial"/>
                <a:cs typeface="Arial"/>
              </a:defRPr>
            </a:lvl4pPr>
            <a:lvl5pPr algn="l">
              <a:defRPr sz="682" b="1">
                <a:solidFill>
                  <a:srgbClr val="201333"/>
                </a:solidFill>
                <a:latin typeface="Arial"/>
                <a:ea typeface="Arial"/>
                <a:cs typeface="Arial"/>
              </a:defRPr>
            </a:lvl5pPr>
            <a:lvl6pPr algn="l">
              <a:defRPr sz="682" b="1">
                <a:solidFill>
                  <a:srgbClr val="201333"/>
                </a:solidFill>
                <a:latin typeface="Arial"/>
                <a:ea typeface="Arial"/>
                <a:cs typeface="Arial"/>
              </a:defRPr>
            </a:lvl6pPr>
            <a:lvl7pPr algn="l">
              <a:defRPr sz="682" b="1">
                <a:solidFill>
                  <a:srgbClr val="201333"/>
                </a:solidFill>
                <a:latin typeface="Arial"/>
                <a:ea typeface="Arial"/>
                <a:cs typeface="Arial"/>
              </a:defRPr>
            </a:lvl7pPr>
            <a:lvl8pPr algn="l">
              <a:defRPr sz="682" b="1">
                <a:solidFill>
                  <a:srgbClr val="201333"/>
                </a:solidFill>
                <a:latin typeface="Arial"/>
                <a:ea typeface="Arial"/>
                <a:cs typeface="Arial"/>
              </a:defRPr>
            </a:lvl8pPr>
            <a:lvl9pPr algn="l">
              <a:defRPr sz="682" b="1">
                <a:solidFill>
                  <a:srgbClr val="201333"/>
                </a:solidFill>
                <a:latin typeface="Arial"/>
                <a:ea typeface="Arial"/>
                <a:cs typeface="Arial"/>
              </a:defRPr>
            </a:lvl9pPr>
          </a:lstStyle>
          <a:p xmlns:a="http://schemas.openxmlformats.org/drawingml/2006/main">
            <a:pPr algn="l">
              <a:lnSpc>
                <a:spcPct val="100000"/>
              </a:lnSpc>
              <a:buNone/>
              <a:defRPr sz="682" b="1">
                <a:solidFill>
                  <a:srgbClr val="201333"/>
                </a:solidFill>
                <a:latin typeface="Arial"/>
                <a:ea typeface="Arial"/>
                <a:cs typeface="Arial"/>
              </a:defRPr>
            </a:pPr>
            <a:r>
              <a:rPr sz="682" b="1">
                <a:solidFill>
                  <a:srgbClr val="201333"/>
                </a:solidFill>
                <a:latin typeface="Arial"/>
                <a:ea typeface="Arial"/>
                <a:cs typeface="Arial"/>
              </a:rPr>
              <a:t>Serious injury, immediate danger, or possible head, neck, or spine injury.</a:t>
            </a:r>
          </a:p>
        </p:txBody>
      </p:sp>
      <p:sp>
        <p:nvSpPr>
          <p:cNvPr id="14" name="Wallet front site footer">
            <a:extLst xmlns:a="http://schemas.openxmlformats.org/drawingml/2006/main">
              <a:ext uri="{FF2B5EF4-FFF2-40B4-BE49-F238E27FC236}">
                <a16:creationId xmlns:a16="http://schemas.microsoft.com/office/drawing/2014/main" id="{EBD95BF4-1FE5-4001-9C35-B9564BA9169A}"/>
              </a:ext>
            </a:extLst>
          </p:cNvPr>
          <p:cNvSpPr>
            <a:spLocks xmlns:a="http://schemas.openxmlformats.org/drawingml/2006/main" noGrp="1"/>
          </p:cNvSpPr>
          <p:nvPr/>
        </p:nvSpPr>
        <p:spPr>
          <a:xfrm xmlns:a="http://schemas.openxmlformats.org/drawingml/2006/main">
            <a:off x="0" y="1504950"/>
            <a:ext cx="3200400" cy="323850"/>
          </a:xfrm>
          <a:prstGeom xmlns:a="http://schemas.openxmlformats.org/drawingml/2006/main" prst="rect">
            <a:avLst/>
          </a:prstGeom>
          <a:solidFill xmlns:a="http://schemas.openxmlformats.org/drawingml/2006/main">
            <a:srgbClr val="542091"/>
          </a:solidFill>
          <a:ln xmlns:a="http://schemas.openxmlformats.org/drawingml/2006/main" w="0">
            <a:noFill/>
            <a:prstDash val="solid"/>
          </a:ln>
        </p:spPr>
      </p:sp>
      <p:sp>
        <p:nvSpPr>
          <p:cNvPr id="15" name="Wallet front URL">
            <a:extLst xmlns:a="http://schemas.openxmlformats.org/drawingml/2006/main">
              <a:ext uri="{FF2B5EF4-FFF2-40B4-BE49-F238E27FC236}">
                <a16:creationId xmlns:a16="http://schemas.microsoft.com/office/drawing/2014/main" id="{E17A42C0-51E5-4956-9541-85C9F6702CAE}"/>
              </a:ext>
            </a:extLst>
          </p:cNvPr>
          <p:cNvSpPr>
            <a:spLocks xmlns:a="http://schemas.openxmlformats.org/drawingml/2006/main" noGrp="1"/>
          </p:cNvSpPr>
          <p:nvPr/>
        </p:nvSpPr>
        <p:spPr>
          <a:xfrm xmlns:a="http://schemas.openxmlformats.org/drawingml/2006/main">
            <a:off x="123825" y="1581150"/>
            <a:ext cx="76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1">
                <a:solidFill>
                  <a:srgbClr val="FFFF0A"/>
                </a:solidFill>
                <a:latin typeface="Space Grotesk"/>
                <a:ea typeface="Space Grotesk"/>
                <a:cs typeface="Space Grotesk"/>
              </a:defRPr>
            </a:defPPr>
            <a:lvl1pPr algn="l">
              <a:defRPr sz="960" b="1">
                <a:solidFill>
                  <a:srgbClr val="FFFF0A"/>
                </a:solidFill>
                <a:latin typeface="Space Grotesk"/>
                <a:ea typeface="Space Grotesk"/>
                <a:cs typeface="Space Grotesk"/>
              </a:defRPr>
            </a:lvl1pPr>
            <a:lvl2pPr algn="l">
              <a:defRPr sz="960" b="1">
                <a:solidFill>
                  <a:srgbClr val="FFFF0A"/>
                </a:solidFill>
                <a:latin typeface="Space Grotesk"/>
                <a:ea typeface="Space Grotesk"/>
                <a:cs typeface="Space Grotesk"/>
              </a:defRPr>
            </a:lvl2pPr>
            <a:lvl3pPr algn="l">
              <a:defRPr sz="960" b="1">
                <a:solidFill>
                  <a:srgbClr val="FFFF0A"/>
                </a:solidFill>
                <a:latin typeface="Space Grotesk"/>
                <a:ea typeface="Space Grotesk"/>
                <a:cs typeface="Space Grotesk"/>
              </a:defRPr>
            </a:lvl3pPr>
            <a:lvl4pPr algn="l">
              <a:defRPr sz="960" b="1">
                <a:solidFill>
                  <a:srgbClr val="FFFF0A"/>
                </a:solidFill>
                <a:latin typeface="Space Grotesk"/>
                <a:ea typeface="Space Grotesk"/>
                <a:cs typeface="Space Grotesk"/>
              </a:defRPr>
            </a:lvl4pPr>
            <a:lvl5pPr algn="l">
              <a:defRPr sz="960" b="1">
                <a:solidFill>
                  <a:srgbClr val="FFFF0A"/>
                </a:solidFill>
                <a:latin typeface="Space Grotesk"/>
                <a:ea typeface="Space Grotesk"/>
                <a:cs typeface="Space Grotesk"/>
              </a:defRPr>
            </a:lvl5pPr>
            <a:lvl6pPr algn="l">
              <a:defRPr sz="960" b="1">
                <a:solidFill>
                  <a:srgbClr val="FFFF0A"/>
                </a:solidFill>
                <a:latin typeface="Space Grotesk"/>
                <a:ea typeface="Space Grotesk"/>
                <a:cs typeface="Space Grotesk"/>
              </a:defRPr>
            </a:lvl6pPr>
            <a:lvl7pPr algn="l">
              <a:defRPr sz="960" b="1">
                <a:solidFill>
                  <a:srgbClr val="FFFF0A"/>
                </a:solidFill>
                <a:latin typeface="Space Grotesk"/>
                <a:ea typeface="Space Grotesk"/>
                <a:cs typeface="Space Grotesk"/>
              </a:defRPr>
            </a:lvl7pPr>
            <a:lvl8pPr algn="l">
              <a:defRPr sz="960" b="1">
                <a:solidFill>
                  <a:srgbClr val="FFFF0A"/>
                </a:solidFill>
                <a:latin typeface="Space Grotesk"/>
                <a:ea typeface="Space Grotesk"/>
                <a:cs typeface="Space Grotesk"/>
              </a:defRPr>
            </a:lvl8pPr>
            <a:lvl9pPr algn="l">
              <a:defRPr sz="960" b="1">
                <a:solidFill>
                  <a:srgbClr val="FFFF0A"/>
                </a:solidFill>
                <a:latin typeface="Space Grotesk"/>
                <a:ea typeface="Space Grotesk"/>
                <a:cs typeface="Space Grotesk"/>
              </a:defRPr>
            </a:lvl9pPr>
          </a:lstStyle>
          <a:p xmlns:a="http://schemas.openxmlformats.org/drawingml/2006/main">
            <a:pPr algn="l">
              <a:lnSpc>
                <a:spcPct val="100000"/>
              </a:lnSpc>
              <a:buNone/>
              <a:defRPr sz="960" b="1">
                <a:solidFill>
                  <a:srgbClr val="FFFF0A"/>
                </a:solidFill>
                <a:latin typeface="Space Grotesk"/>
                <a:ea typeface="Space Grotesk"/>
                <a:cs typeface="Space Grotesk"/>
              </a:defRPr>
            </a:pPr>
            <a:r>
              <a:rPr sz="960" b="1">
                <a:solidFill>
                  <a:srgbClr val="FFFF0A"/>
                </a:solidFill>
                <a:latin typeface="Space Grotesk"/>
                <a:ea typeface="Space Grotesk"/>
                <a:cs typeface="Space Grotesk"/>
              </a:rPr>
              <a:t>3fp.org</a:t>
            </a:r>
          </a:p>
        </p:txBody>
      </p:sp>
      <p:sp>
        <p:nvSpPr>
          <p:cNvPr id="16" name="Wallet front CTA">
            <a:extLst xmlns:a="http://schemas.openxmlformats.org/drawingml/2006/main">
              <a:ext uri="{FF2B5EF4-FFF2-40B4-BE49-F238E27FC236}">
                <a16:creationId xmlns:a16="http://schemas.microsoft.com/office/drawing/2014/main" id="{6B038BFF-45DA-45DC-B191-E2AD81336D98}"/>
              </a:ext>
            </a:extLst>
          </p:cNvPr>
          <p:cNvSpPr>
            <a:spLocks xmlns:a="http://schemas.openxmlformats.org/drawingml/2006/main" noGrp="1"/>
          </p:cNvSpPr>
          <p:nvPr/>
        </p:nvSpPr>
        <p:spPr>
          <a:xfrm xmlns:a="http://schemas.openxmlformats.org/drawingml/2006/main">
            <a:off x="942975" y="1590675"/>
            <a:ext cx="2143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82" b="1">
                <a:solidFill>
                  <a:srgbClr val="FFFFFF"/>
                </a:solidFill>
                <a:latin typeface="Arial"/>
                <a:ea typeface="Arial"/>
                <a:cs typeface="Arial"/>
              </a:defRPr>
            </a:defPPr>
            <a:lvl1pPr algn="l">
              <a:defRPr sz="682" b="1">
                <a:solidFill>
                  <a:srgbClr val="FFFFFF"/>
                </a:solidFill>
                <a:latin typeface="Arial"/>
                <a:ea typeface="Arial"/>
                <a:cs typeface="Arial"/>
              </a:defRPr>
            </a:lvl1pPr>
            <a:lvl2pPr algn="l">
              <a:defRPr sz="682" b="1">
                <a:solidFill>
                  <a:srgbClr val="FFFFFF"/>
                </a:solidFill>
                <a:latin typeface="Arial"/>
                <a:ea typeface="Arial"/>
                <a:cs typeface="Arial"/>
              </a:defRPr>
            </a:lvl2pPr>
            <a:lvl3pPr algn="l">
              <a:defRPr sz="682" b="1">
                <a:solidFill>
                  <a:srgbClr val="FFFFFF"/>
                </a:solidFill>
                <a:latin typeface="Arial"/>
                <a:ea typeface="Arial"/>
                <a:cs typeface="Arial"/>
              </a:defRPr>
            </a:lvl3pPr>
            <a:lvl4pPr algn="l">
              <a:defRPr sz="682" b="1">
                <a:solidFill>
                  <a:srgbClr val="FFFFFF"/>
                </a:solidFill>
                <a:latin typeface="Arial"/>
                <a:ea typeface="Arial"/>
                <a:cs typeface="Arial"/>
              </a:defRPr>
            </a:lvl4pPr>
            <a:lvl5pPr algn="l">
              <a:defRPr sz="682" b="1">
                <a:solidFill>
                  <a:srgbClr val="FFFFFF"/>
                </a:solidFill>
                <a:latin typeface="Arial"/>
                <a:ea typeface="Arial"/>
                <a:cs typeface="Arial"/>
              </a:defRPr>
            </a:lvl5pPr>
            <a:lvl6pPr algn="l">
              <a:defRPr sz="682" b="1">
                <a:solidFill>
                  <a:srgbClr val="FFFFFF"/>
                </a:solidFill>
                <a:latin typeface="Arial"/>
                <a:ea typeface="Arial"/>
                <a:cs typeface="Arial"/>
              </a:defRPr>
            </a:lvl6pPr>
            <a:lvl7pPr algn="l">
              <a:defRPr sz="682" b="1">
                <a:solidFill>
                  <a:srgbClr val="FFFFFF"/>
                </a:solidFill>
                <a:latin typeface="Arial"/>
                <a:ea typeface="Arial"/>
                <a:cs typeface="Arial"/>
              </a:defRPr>
            </a:lvl7pPr>
            <a:lvl8pPr algn="l">
              <a:defRPr sz="682" b="1">
                <a:solidFill>
                  <a:srgbClr val="FFFFFF"/>
                </a:solidFill>
                <a:latin typeface="Arial"/>
                <a:ea typeface="Arial"/>
                <a:cs typeface="Arial"/>
              </a:defRPr>
            </a:lvl8pPr>
            <a:lvl9pPr algn="l">
              <a:defRPr sz="682" b="1">
                <a:solidFill>
                  <a:srgbClr val="FFFFFF"/>
                </a:solidFill>
                <a:latin typeface="Arial"/>
                <a:ea typeface="Arial"/>
                <a:cs typeface="Arial"/>
              </a:defRPr>
            </a:lvl9pPr>
          </a:lstStyle>
          <a:p xmlns:a="http://schemas.openxmlformats.org/drawingml/2006/main">
            <a:pPr algn="l">
              <a:lnSpc>
                <a:spcPct val="100000"/>
              </a:lnSpc>
              <a:buNone/>
              <a:defRPr sz="682" b="1">
                <a:solidFill>
                  <a:srgbClr val="FFFFFF"/>
                </a:solidFill>
                <a:latin typeface="Arial"/>
                <a:ea typeface="Arial"/>
                <a:cs typeface="Arial"/>
              </a:defRPr>
            </a:pPr>
            <a:r>
              <a:rPr sz="682" b="1">
                <a:solidFill>
                  <a:srgbClr val="FFFFFF"/>
                </a:solidFill>
                <a:latin typeface="Arial"/>
                <a:ea typeface="Arial"/>
                <a:cs typeface="Arial"/>
              </a:rPr>
              <a:t>Find groups and public rides.</a:t>
            </a:r>
          </a:p>
        </p:txBody>
      </p:sp>
    </p:spTree>
    <p:extLst>
      <p:ext uri="{BB962C8B-B14F-4D97-AF65-F5344CB8AC3E}">
        <p14:creationId xmlns:p14="http://schemas.microsoft.com/office/powerpoint/2010/main" val="268240004"/>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F35EF7C0-DE55-4521-9ED9-08D430976144}"/>
              </a:ext>
            </a:extLst>
          </p:cNvPr>
          <p:cNvPicPr>
            <a:picLocks xmlns:a="http://schemas.openxmlformats.org/drawingml/2006/main" noChangeAspect="1"/>
          </p:cNvPicPr>
          <p:nvPr/>
        </p:nvPicPr>
        <p:blipFill>
          <a:blip xmlns:r="http://schemas.openxmlformats.org/officeDocument/2006/relationships" xmlns:a="http://schemas.openxmlformats.org/drawingml/2006/main" r:embed="R77a9267d55e848f5"/>
          <a:srcRect xmlns:a="http://schemas.openxmlformats.org/drawingml/2006/main" l="10000" t="3000" r="4000" b="78000"/>
          <a:stretch xmlns:a="http://schemas.openxmlformats.org/drawingml/2006/main"/>
        </p:blipFill>
        <p:spPr>
          <a:xfrm xmlns:a="http://schemas.openxmlformats.org/drawingml/2006/main">
            <a:off x="0" y="0"/>
            <a:ext cx="3200400" cy="323850"/>
          </a:xfrm>
          <a:prstGeom xmlns:a="http://schemas.openxmlformats.org/drawingml/2006/main" prst="rect">
            <a:avLst/>
          </a:prstGeom>
        </p:spPr>
      </p:pic>
      <p:sp>
        <p:nvSpPr>
          <p:cNvPr id="2" name="Wallet back tint">
            <a:extLst xmlns:a="http://schemas.openxmlformats.org/drawingml/2006/main">
              <a:ext uri="{FF2B5EF4-FFF2-40B4-BE49-F238E27FC236}">
                <a16:creationId xmlns:a16="http://schemas.microsoft.com/office/drawing/2014/main" id="{52675735-6A86-48DD-8AE7-60169AD62E64}"/>
              </a:ext>
            </a:extLst>
          </p:cNvPr>
          <p:cNvSpPr>
            <a:spLocks xmlns:a="http://schemas.openxmlformats.org/drawingml/2006/main" noGrp="1"/>
          </p:cNvSpPr>
          <p:nvPr/>
        </p:nvSpPr>
        <p:spPr>
          <a:xfrm xmlns:a="http://schemas.openxmlformats.org/drawingml/2006/main">
            <a:off x="0" y="0"/>
            <a:ext cx="3200400" cy="323850"/>
          </a:xfrm>
          <a:prstGeom xmlns:a="http://schemas.openxmlformats.org/drawingml/2006/main" prst="rect">
            <a:avLst/>
          </a:prstGeom>
          <a:solidFill xmlns:a="http://schemas.openxmlformats.org/drawingml/2006/main">
            <a:srgbClr val="542091">
              <a:alpha val="61000"/>
            </a:srgbClr>
          </a:solidFill>
          <a:ln xmlns:a="http://schemas.openxmlformats.org/drawingml/2006/main" w="0">
            <a:noFill/>
            <a:prstDash val="solid"/>
          </a:ln>
        </p:spPr>
      </p:sp>
      <p:sp>
        <p:nvSpPr>
          <p:cNvPr id="3" name="Wallet back accent">
            <a:extLst xmlns:a="http://schemas.openxmlformats.org/drawingml/2006/main">
              <a:ext uri="{FF2B5EF4-FFF2-40B4-BE49-F238E27FC236}">
                <a16:creationId xmlns:a16="http://schemas.microsoft.com/office/drawing/2014/main" id="{120FF3B2-8AD3-4F12-AD6E-2ACA4CAE605D}"/>
              </a:ext>
            </a:extLst>
          </p:cNvPr>
          <p:cNvSpPr>
            <a:spLocks xmlns:a="http://schemas.openxmlformats.org/drawingml/2006/main" noGrp="1"/>
          </p:cNvSpPr>
          <p:nvPr/>
        </p:nvSpPr>
        <p:spPr>
          <a:xfrm xmlns:a="http://schemas.openxmlformats.org/drawingml/2006/main">
            <a:off x="0" y="295275"/>
            <a:ext cx="3200400" cy="2857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Wallet back title">
            <a:extLst xmlns:a="http://schemas.openxmlformats.org/drawingml/2006/main">
              <a:ext uri="{FF2B5EF4-FFF2-40B4-BE49-F238E27FC236}">
                <a16:creationId xmlns:a16="http://schemas.microsoft.com/office/drawing/2014/main" id="{4F51670D-9D63-44D3-9D75-7B155BA04B8C}"/>
              </a:ext>
            </a:extLst>
          </p:cNvPr>
          <p:cNvSpPr>
            <a:spLocks xmlns:a="http://schemas.openxmlformats.org/drawingml/2006/main" noGrp="1"/>
          </p:cNvSpPr>
          <p:nvPr/>
        </p:nvSpPr>
        <p:spPr>
          <a:xfrm xmlns:a="http://schemas.openxmlformats.org/drawingml/2006/main">
            <a:off x="123825" y="66675"/>
            <a:ext cx="247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5" b="1">
                <a:solidFill>
                  <a:srgbClr val="FFFF0A"/>
                </a:solidFill>
                <a:latin typeface="Space Grotesk"/>
                <a:ea typeface="Space Grotesk"/>
                <a:cs typeface="Space Grotesk"/>
              </a:defRPr>
            </a:defPPr>
            <a:lvl1pPr algn="l">
              <a:defRPr sz="885" b="1">
                <a:solidFill>
                  <a:srgbClr val="FFFF0A"/>
                </a:solidFill>
                <a:latin typeface="Space Grotesk"/>
                <a:ea typeface="Space Grotesk"/>
                <a:cs typeface="Space Grotesk"/>
              </a:defRPr>
            </a:lvl1pPr>
            <a:lvl2pPr algn="l">
              <a:defRPr sz="885" b="1">
                <a:solidFill>
                  <a:srgbClr val="FFFF0A"/>
                </a:solidFill>
                <a:latin typeface="Space Grotesk"/>
                <a:ea typeface="Space Grotesk"/>
                <a:cs typeface="Space Grotesk"/>
              </a:defRPr>
            </a:lvl2pPr>
            <a:lvl3pPr algn="l">
              <a:defRPr sz="885" b="1">
                <a:solidFill>
                  <a:srgbClr val="FFFF0A"/>
                </a:solidFill>
                <a:latin typeface="Space Grotesk"/>
                <a:ea typeface="Space Grotesk"/>
                <a:cs typeface="Space Grotesk"/>
              </a:defRPr>
            </a:lvl3pPr>
            <a:lvl4pPr algn="l">
              <a:defRPr sz="885" b="1">
                <a:solidFill>
                  <a:srgbClr val="FFFF0A"/>
                </a:solidFill>
                <a:latin typeface="Space Grotesk"/>
                <a:ea typeface="Space Grotesk"/>
                <a:cs typeface="Space Grotesk"/>
              </a:defRPr>
            </a:lvl4pPr>
            <a:lvl5pPr algn="l">
              <a:defRPr sz="885" b="1">
                <a:solidFill>
                  <a:srgbClr val="FFFF0A"/>
                </a:solidFill>
                <a:latin typeface="Space Grotesk"/>
                <a:ea typeface="Space Grotesk"/>
                <a:cs typeface="Space Grotesk"/>
              </a:defRPr>
            </a:lvl5pPr>
            <a:lvl6pPr algn="l">
              <a:defRPr sz="885" b="1">
                <a:solidFill>
                  <a:srgbClr val="FFFF0A"/>
                </a:solidFill>
                <a:latin typeface="Space Grotesk"/>
                <a:ea typeface="Space Grotesk"/>
                <a:cs typeface="Space Grotesk"/>
              </a:defRPr>
            </a:lvl6pPr>
            <a:lvl7pPr algn="l">
              <a:defRPr sz="885" b="1">
                <a:solidFill>
                  <a:srgbClr val="FFFF0A"/>
                </a:solidFill>
                <a:latin typeface="Space Grotesk"/>
                <a:ea typeface="Space Grotesk"/>
                <a:cs typeface="Space Grotesk"/>
              </a:defRPr>
            </a:lvl7pPr>
            <a:lvl8pPr algn="l">
              <a:defRPr sz="885" b="1">
                <a:solidFill>
                  <a:srgbClr val="FFFF0A"/>
                </a:solidFill>
                <a:latin typeface="Space Grotesk"/>
                <a:ea typeface="Space Grotesk"/>
                <a:cs typeface="Space Grotesk"/>
              </a:defRPr>
            </a:lvl8pPr>
            <a:lvl9pPr algn="l">
              <a:defRPr sz="885" b="1">
                <a:solidFill>
                  <a:srgbClr val="FFFF0A"/>
                </a:solidFill>
                <a:latin typeface="Space Grotesk"/>
                <a:ea typeface="Space Grotesk"/>
                <a:cs typeface="Space Grotesk"/>
              </a:defRPr>
            </a:lvl9pPr>
          </a:lstStyle>
          <a:p xmlns:a="http://schemas.openxmlformats.org/drawingml/2006/main">
            <a:pPr algn="l">
              <a:lnSpc>
                <a:spcPct val="100000"/>
              </a:lnSpc>
              <a:buNone/>
              <a:defRPr sz="885" b="1">
                <a:solidFill>
                  <a:srgbClr val="FFFF0A"/>
                </a:solidFill>
                <a:latin typeface="Space Grotesk"/>
                <a:ea typeface="Space Grotesk"/>
                <a:cs typeface="Space Grotesk"/>
              </a:defRPr>
            </a:pPr>
            <a:r>
              <a:rPr sz="885" b="1">
                <a:solidFill>
                  <a:srgbClr val="FFFF0A"/>
                </a:solidFill>
                <a:latin typeface="Space Grotesk"/>
                <a:ea typeface="Space Grotesk"/>
                <a:cs typeface="Space Grotesk"/>
              </a:rPr>
              <a:t>CRASH CHECKLIST</a:t>
            </a:r>
          </a:p>
        </p:txBody>
      </p:sp>
      <p:sp>
        <p:nvSpPr>
          <p:cNvPr id="5" name="Wallet back step badge 02">
            <a:extLst xmlns:a="http://schemas.openxmlformats.org/drawingml/2006/main">
              <a:ext uri="{FF2B5EF4-FFF2-40B4-BE49-F238E27FC236}">
                <a16:creationId xmlns:a16="http://schemas.microsoft.com/office/drawing/2014/main" id="{06FACB0F-B8EC-4435-B6D0-D4BCDC21F00E}"/>
              </a:ext>
            </a:extLst>
          </p:cNvPr>
          <p:cNvSpPr>
            <a:spLocks xmlns:a="http://schemas.openxmlformats.org/drawingml/2006/main" noGrp="1"/>
          </p:cNvSpPr>
          <p:nvPr/>
        </p:nvSpPr>
        <p:spPr>
          <a:xfrm xmlns:a="http://schemas.openxmlformats.org/drawingml/2006/main">
            <a:off x="123825" y="381000"/>
            <a:ext cx="200025" cy="200025"/>
          </a:xfrm>
          <a:prstGeom xmlns:a="http://schemas.openxmlformats.org/drawingml/2006/main" prst="roundRect">
            <a:avLst>
              <a:gd name="adj" fmla="val 38095"/>
            </a:avLst>
          </a:prstGeom>
          <a:solidFill xmlns:a="http://schemas.openxmlformats.org/drawingml/2006/main">
            <a:srgbClr val="FF0180"/>
          </a:solidFill>
          <a:ln xmlns:a="http://schemas.openxmlformats.org/drawingml/2006/main" w="0">
            <a:noFill/>
            <a:prstDash val="solid"/>
          </a:ln>
        </p:spPr>
      </p:sp>
      <p:sp>
        <p:nvSpPr>
          <p:cNvPr id="6" name="Wallet back step number 02">
            <a:extLst xmlns:a="http://schemas.openxmlformats.org/drawingml/2006/main">
              <a:ext uri="{FF2B5EF4-FFF2-40B4-BE49-F238E27FC236}">
                <a16:creationId xmlns:a16="http://schemas.microsoft.com/office/drawing/2014/main" id="{C746446B-428D-4427-A686-60BA2595CB2F}"/>
              </a:ext>
            </a:extLst>
          </p:cNvPr>
          <p:cNvSpPr>
            <a:spLocks xmlns:a="http://schemas.openxmlformats.org/drawingml/2006/main" noGrp="1"/>
          </p:cNvSpPr>
          <p:nvPr/>
        </p:nvSpPr>
        <p:spPr>
          <a:xfrm xmlns:a="http://schemas.openxmlformats.org/drawingml/2006/main">
            <a:off x="123825" y="41910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23" b="1">
                <a:solidFill>
                  <a:srgbClr val="FFFF0A"/>
                </a:solidFill>
                <a:latin typeface="Space Grotesk"/>
                <a:ea typeface="Space Grotesk"/>
                <a:cs typeface="Space Grotesk"/>
              </a:defRPr>
            </a:defPPr>
            <a:lvl1pPr algn="ctr">
              <a:defRPr sz="623" b="1">
                <a:solidFill>
                  <a:srgbClr val="FFFF0A"/>
                </a:solidFill>
                <a:latin typeface="Space Grotesk"/>
                <a:ea typeface="Space Grotesk"/>
                <a:cs typeface="Space Grotesk"/>
              </a:defRPr>
            </a:lvl1pPr>
            <a:lvl2pPr algn="ctr">
              <a:defRPr sz="623" b="1">
                <a:solidFill>
                  <a:srgbClr val="FFFF0A"/>
                </a:solidFill>
                <a:latin typeface="Space Grotesk"/>
                <a:ea typeface="Space Grotesk"/>
                <a:cs typeface="Space Grotesk"/>
              </a:defRPr>
            </a:lvl2pPr>
            <a:lvl3pPr algn="ctr">
              <a:defRPr sz="623" b="1">
                <a:solidFill>
                  <a:srgbClr val="FFFF0A"/>
                </a:solidFill>
                <a:latin typeface="Space Grotesk"/>
                <a:ea typeface="Space Grotesk"/>
                <a:cs typeface="Space Grotesk"/>
              </a:defRPr>
            </a:lvl3pPr>
            <a:lvl4pPr algn="ctr">
              <a:defRPr sz="623" b="1">
                <a:solidFill>
                  <a:srgbClr val="FFFF0A"/>
                </a:solidFill>
                <a:latin typeface="Space Grotesk"/>
                <a:ea typeface="Space Grotesk"/>
                <a:cs typeface="Space Grotesk"/>
              </a:defRPr>
            </a:lvl4pPr>
            <a:lvl5pPr algn="ctr">
              <a:defRPr sz="623" b="1">
                <a:solidFill>
                  <a:srgbClr val="FFFF0A"/>
                </a:solidFill>
                <a:latin typeface="Space Grotesk"/>
                <a:ea typeface="Space Grotesk"/>
                <a:cs typeface="Space Grotesk"/>
              </a:defRPr>
            </a:lvl5pPr>
            <a:lvl6pPr algn="ctr">
              <a:defRPr sz="623" b="1">
                <a:solidFill>
                  <a:srgbClr val="FFFF0A"/>
                </a:solidFill>
                <a:latin typeface="Space Grotesk"/>
                <a:ea typeface="Space Grotesk"/>
                <a:cs typeface="Space Grotesk"/>
              </a:defRPr>
            </a:lvl6pPr>
            <a:lvl7pPr algn="ctr">
              <a:defRPr sz="623" b="1">
                <a:solidFill>
                  <a:srgbClr val="FFFF0A"/>
                </a:solidFill>
                <a:latin typeface="Space Grotesk"/>
                <a:ea typeface="Space Grotesk"/>
                <a:cs typeface="Space Grotesk"/>
              </a:defRPr>
            </a:lvl7pPr>
            <a:lvl8pPr algn="ctr">
              <a:defRPr sz="623" b="1">
                <a:solidFill>
                  <a:srgbClr val="FFFF0A"/>
                </a:solidFill>
                <a:latin typeface="Space Grotesk"/>
                <a:ea typeface="Space Grotesk"/>
                <a:cs typeface="Space Grotesk"/>
              </a:defRPr>
            </a:lvl8pPr>
            <a:lvl9pPr algn="ctr">
              <a:defRPr sz="623" b="1">
                <a:solidFill>
                  <a:srgbClr val="FFFF0A"/>
                </a:solidFill>
                <a:latin typeface="Space Grotesk"/>
                <a:ea typeface="Space Grotesk"/>
                <a:cs typeface="Space Grotesk"/>
              </a:defRPr>
            </a:lvl9pPr>
          </a:lstStyle>
          <a:p xmlns:a="http://schemas.openxmlformats.org/drawingml/2006/main">
            <a:pPr algn="ctr">
              <a:lnSpc>
                <a:spcPct val="100000"/>
              </a:lnSpc>
              <a:buNone/>
              <a:defRPr sz="623" b="1">
                <a:solidFill>
                  <a:srgbClr val="FFFF0A"/>
                </a:solidFill>
                <a:latin typeface="Space Grotesk"/>
                <a:ea typeface="Space Grotesk"/>
                <a:cs typeface="Space Grotesk"/>
              </a:defRPr>
            </a:pPr>
            <a:r>
              <a:rPr sz="623" b="1">
                <a:solidFill>
                  <a:srgbClr val="FFFF0A"/>
                </a:solidFill>
                <a:latin typeface="Space Grotesk"/>
                <a:ea typeface="Space Grotesk"/>
                <a:cs typeface="Space Grotesk"/>
              </a:rPr>
              <a:t>02</a:t>
            </a:r>
          </a:p>
        </p:txBody>
      </p:sp>
      <p:sp>
        <p:nvSpPr>
          <p:cNvPr id="7" name="Wallet back step heading 02">
            <a:extLst xmlns:a="http://schemas.openxmlformats.org/drawingml/2006/main">
              <a:ext uri="{FF2B5EF4-FFF2-40B4-BE49-F238E27FC236}">
                <a16:creationId xmlns:a16="http://schemas.microsoft.com/office/drawing/2014/main" id="{F0DE7F0E-1267-494D-92AC-6EA18736DBCC}"/>
              </a:ext>
            </a:extLst>
          </p:cNvPr>
          <p:cNvSpPr>
            <a:spLocks xmlns:a="http://schemas.openxmlformats.org/drawingml/2006/main" noGrp="1"/>
          </p:cNvSpPr>
          <p:nvPr/>
        </p:nvSpPr>
        <p:spPr>
          <a:xfrm xmlns:a="http://schemas.openxmlformats.org/drawingml/2006/main">
            <a:off x="409575" y="371475"/>
            <a:ext cx="2676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43" b="1">
                <a:solidFill>
                  <a:srgbClr val="FFFFFF"/>
                </a:solidFill>
                <a:latin typeface="Space Grotesk"/>
                <a:ea typeface="Space Grotesk"/>
                <a:cs typeface="Space Grotesk"/>
              </a:defRPr>
            </a:defPPr>
            <a:lvl1pPr algn="l">
              <a:defRPr sz="743" b="1">
                <a:solidFill>
                  <a:srgbClr val="FFFFFF"/>
                </a:solidFill>
                <a:latin typeface="Space Grotesk"/>
                <a:ea typeface="Space Grotesk"/>
                <a:cs typeface="Space Grotesk"/>
              </a:defRPr>
            </a:lvl1pPr>
            <a:lvl2pPr algn="l">
              <a:defRPr sz="743" b="1">
                <a:solidFill>
                  <a:srgbClr val="FFFFFF"/>
                </a:solidFill>
                <a:latin typeface="Space Grotesk"/>
                <a:ea typeface="Space Grotesk"/>
                <a:cs typeface="Space Grotesk"/>
              </a:defRPr>
            </a:lvl2pPr>
            <a:lvl3pPr algn="l">
              <a:defRPr sz="743" b="1">
                <a:solidFill>
                  <a:srgbClr val="FFFFFF"/>
                </a:solidFill>
                <a:latin typeface="Space Grotesk"/>
                <a:ea typeface="Space Grotesk"/>
                <a:cs typeface="Space Grotesk"/>
              </a:defRPr>
            </a:lvl3pPr>
            <a:lvl4pPr algn="l">
              <a:defRPr sz="743" b="1">
                <a:solidFill>
                  <a:srgbClr val="FFFFFF"/>
                </a:solidFill>
                <a:latin typeface="Space Grotesk"/>
                <a:ea typeface="Space Grotesk"/>
                <a:cs typeface="Space Grotesk"/>
              </a:defRPr>
            </a:lvl4pPr>
            <a:lvl5pPr algn="l">
              <a:defRPr sz="743" b="1">
                <a:solidFill>
                  <a:srgbClr val="FFFFFF"/>
                </a:solidFill>
                <a:latin typeface="Space Grotesk"/>
                <a:ea typeface="Space Grotesk"/>
                <a:cs typeface="Space Grotesk"/>
              </a:defRPr>
            </a:lvl5pPr>
            <a:lvl6pPr algn="l">
              <a:defRPr sz="743" b="1">
                <a:solidFill>
                  <a:srgbClr val="FFFFFF"/>
                </a:solidFill>
                <a:latin typeface="Space Grotesk"/>
                <a:ea typeface="Space Grotesk"/>
                <a:cs typeface="Space Grotesk"/>
              </a:defRPr>
            </a:lvl6pPr>
            <a:lvl7pPr algn="l">
              <a:defRPr sz="743" b="1">
                <a:solidFill>
                  <a:srgbClr val="FFFFFF"/>
                </a:solidFill>
                <a:latin typeface="Space Grotesk"/>
                <a:ea typeface="Space Grotesk"/>
                <a:cs typeface="Space Grotesk"/>
              </a:defRPr>
            </a:lvl7pPr>
            <a:lvl8pPr algn="l">
              <a:defRPr sz="743" b="1">
                <a:solidFill>
                  <a:srgbClr val="FFFFFF"/>
                </a:solidFill>
                <a:latin typeface="Space Grotesk"/>
                <a:ea typeface="Space Grotesk"/>
                <a:cs typeface="Space Grotesk"/>
              </a:defRPr>
            </a:lvl8pPr>
            <a:lvl9pPr algn="l">
              <a:defRPr sz="743" b="1">
                <a:solidFill>
                  <a:srgbClr val="FFFFFF"/>
                </a:solidFill>
                <a:latin typeface="Space Grotesk"/>
                <a:ea typeface="Space Grotesk"/>
                <a:cs typeface="Space Grotesk"/>
              </a:defRPr>
            </a:lvl9pPr>
          </a:lstStyle>
          <a:p xmlns:a="http://schemas.openxmlformats.org/drawingml/2006/main">
            <a:pPr algn="l">
              <a:lnSpc>
                <a:spcPct val="100000"/>
              </a:lnSpc>
              <a:buNone/>
              <a:defRPr sz="743" b="1">
                <a:solidFill>
                  <a:srgbClr val="FFFFFF"/>
                </a:solidFill>
                <a:latin typeface="Space Grotesk"/>
                <a:ea typeface="Space Grotesk"/>
                <a:cs typeface="Space Grotesk"/>
              </a:defRPr>
            </a:pPr>
            <a:r>
              <a:rPr sz="743" b="1">
                <a:solidFill>
                  <a:srgbClr val="FFFFFF"/>
                </a:solidFill>
                <a:latin typeface="Space Grotesk"/>
                <a:ea typeface="Space Grotesk"/>
                <a:cs typeface="Space Grotesk"/>
              </a:rPr>
              <a:t>Call police and make a report</a:t>
            </a:r>
          </a:p>
        </p:txBody>
      </p:sp>
      <p:sp>
        <p:nvSpPr>
          <p:cNvPr id="8" name="Wallet back step copy 02">
            <a:extLst xmlns:a="http://schemas.openxmlformats.org/drawingml/2006/main">
              <a:ext uri="{FF2B5EF4-FFF2-40B4-BE49-F238E27FC236}">
                <a16:creationId xmlns:a16="http://schemas.microsoft.com/office/drawing/2014/main" id="{19C6A322-7855-4819-8661-F58BAAC22A0F}"/>
              </a:ext>
            </a:extLst>
          </p:cNvPr>
          <p:cNvSpPr>
            <a:spLocks xmlns:a="http://schemas.openxmlformats.org/drawingml/2006/main" noGrp="1"/>
          </p:cNvSpPr>
          <p:nvPr/>
        </p:nvSpPr>
        <p:spPr>
          <a:xfrm xmlns:a="http://schemas.openxmlformats.org/drawingml/2006/main">
            <a:off x="409575" y="523875"/>
            <a:ext cx="26765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8" b="0">
                <a:solidFill>
                  <a:srgbClr val="FFFFFF"/>
                </a:solidFill>
                <a:latin typeface="Arial"/>
                <a:ea typeface="Arial"/>
                <a:cs typeface="Arial"/>
              </a:defRPr>
            </a:defPPr>
            <a:lvl1pPr algn="l">
              <a:defRPr sz="668" b="0">
                <a:solidFill>
                  <a:srgbClr val="FFFFFF"/>
                </a:solidFill>
                <a:latin typeface="Arial"/>
                <a:ea typeface="Arial"/>
                <a:cs typeface="Arial"/>
              </a:defRPr>
            </a:lvl1pPr>
            <a:lvl2pPr algn="l">
              <a:defRPr sz="668" b="0">
                <a:solidFill>
                  <a:srgbClr val="FFFFFF"/>
                </a:solidFill>
                <a:latin typeface="Arial"/>
                <a:ea typeface="Arial"/>
                <a:cs typeface="Arial"/>
              </a:defRPr>
            </a:lvl2pPr>
            <a:lvl3pPr algn="l">
              <a:defRPr sz="668" b="0">
                <a:solidFill>
                  <a:srgbClr val="FFFFFF"/>
                </a:solidFill>
                <a:latin typeface="Arial"/>
                <a:ea typeface="Arial"/>
                <a:cs typeface="Arial"/>
              </a:defRPr>
            </a:lvl3pPr>
            <a:lvl4pPr algn="l">
              <a:defRPr sz="668" b="0">
                <a:solidFill>
                  <a:srgbClr val="FFFFFF"/>
                </a:solidFill>
                <a:latin typeface="Arial"/>
                <a:ea typeface="Arial"/>
                <a:cs typeface="Arial"/>
              </a:defRPr>
            </a:lvl4pPr>
            <a:lvl5pPr algn="l">
              <a:defRPr sz="668" b="0">
                <a:solidFill>
                  <a:srgbClr val="FFFFFF"/>
                </a:solidFill>
                <a:latin typeface="Arial"/>
                <a:ea typeface="Arial"/>
                <a:cs typeface="Arial"/>
              </a:defRPr>
            </a:lvl5pPr>
            <a:lvl6pPr algn="l">
              <a:defRPr sz="668" b="0">
                <a:solidFill>
                  <a:srgbClr val="FFFFFF"/>
                </a:solidFill>
                <a:latin typeface="Arial"/>
                <a:ea typeface="Arial"/>
                <a:cs typeface="Arial"/>
              </a:defRPr>
            </a:lvl6pPr>
            <a:lvl7pPr algn="l">
              <a:defRPr sz="668" b="0">
                <a:solidFill>
                  <a:srgbClr val="FFFFFF"/>
                </a:solidFill>
                <a:latin typeface="Arial"/>
                <a:ea typeface="Arial"/>
                <a:cs typeface="Arial"/>
              </a:defRPr>
            </a:lvl7pPr>
            <a:lvl8pPr algn="l">
              <a:defRPr sz="668" b="0">
                <a:solidFill>
                  <a:srgbClr val="FFFFFF"/>
                </a:solidFill>
                <a:latin typeface="Arial"/>
                <a:ea typeface="Arial"/>
                <a:cs typeface="Arial"/>
              </a:defRPr>
            </a:lvl8pPr>
            <a:lvl9pPr algn="l">
              <a:defRPr sz="668" b="0">
                <a:solidFill>
                  <a:srgbClr val="FFFFFF"/>
                </a:solidFill>
                <a:latin typeface="Arial"/>
                <a:ea typeface="Arial"/>
                <a:cs typeface="Arial"/>
              </a:defRPr>
            </a:lvl9pPr>
          </a:lstStyle>
          <a:p xmlns:a="http://schemas.openxmlformats.org/drawingml/2006/main">
            <a:pPr algn="l">
              <a:lnSpc>
                <a:spcPct val="100000"/>
              </a:lnSpc>
              <a:buNone/>
              <a:defRPr sz="668" b="0">
                <a:solidFill>
                  <a:srgbClr val="FFFFFF"/>
                </a:solidFill>
                <a:latin typeface="Arial"/>
                <a:ea typeface="Arial"/>
                <a:cs typeface="Arial"/>
              </a:defRPr>
            </a:pPr>
            <a:r>
              <a:rPr sz="668" b="0">
                <a:solidFill>
                  <a:srgbClr val="FFFFFF"/>
                </a:solidFill>
                <a:latin typeface="Arial"/>
                <a:ea typeface="Arial"/>
                <a:cs typeface="Arial"/>
              </a:rPr>
              <a:t>For non-emergencies, follow local reporting rules.</a:t>
            </a:r>
          </a:p>
        </p:txBody>
      </p:sp>
      <p:sp>
        <p:nvSpPr>
          <p:cNvPr id="9" name="Wallet back step badge 03">
            <a:extLst xmlns:a="http://schemas.openxmlformats.org/drawingml/2006/main">
              <a:ext uri="{FF2B5EF4-FFF2-40B4-BE49-F238E27FC236}">
                <a16:creationId xmlns:a16="http://schemas.microsoft.com/office/drawing/2014/main" id="{77A167F3-5396-4B4F-AAD0-05EDB291A121}"/>
              </a:ext>
            </a:extLst>
          </p:cNvPr>
          <p:cNvSpPr>
            <a:spLocks xmlns:a="http://schemas.openxmlformats.org/drawingml/2006/main" noGrp="1"/>
          </p:cNvSpPr>
          <p:nvPr/>
        </p:nvSpPr>
        <p:spPr>
          <a:xfrm xmlns:a="http://schemas.openxmlformats.org/drawingml/2006/main">
            <a:off x="123825" y="733425"/>
            <a:ext cx="200025" cy="200025"/>
          </a:xfrm>
          <a:prstGeom xmlns:a="http://schemas.openxmlformats.org/drawingml/2006/main" prst="roundRect">
            <a:avLst>
              <a:gd name="adj" fmla="val 38095"/>
            </a:avLst>
          </a:prstGeom>
          <a:solidFill xmlns:a="http://schemas.openxmlformats.org/drawingml/2006/main">
            <a:srgbClr val="FFFF0A"/>
          </a:solidFill>
          <a:ln xmlns:a="http://schemas.openxmlformats.org/drawingml/2006/main" w="0">
            <a:noFill/>
            <a:prstDash val="solid"/>
          </a:ln>
        </p:spPr>
      </p:sp>
      <p:sp>
        <p:nvSpPr>
          <p:cNvPr id="10" name="Wallet back step number 03">
            <a:extLst xmlns:a="http://schemas.openxmlformats.org/drawingml/2006/main">
              <a:ext uri="{FF2B5EF4-FFF2-40B4-BE49-F238E27FC236}">
                <a16:creationId xmlns:a16="http://schemas.microsoft.com/office/drawing/2014/main" id="{752ADF8D-834D-4B90-9D66-6315F678312F}"/>
              </a:ext>
            </a:extLst>
          </p:cNvPr>
          <p:cNvSpPr>
            <a:spLocks xmlns:a="http://schemas.openxmlformats.org/drawingml/2006/main" noGrp="1"/>
          </p:cNvSpPr>
          <p:nvPr/>
        </p:nvSpPr>
        <p:spPr>
          <a:xfrm xmlns:a="http://schemas.openxmlformats.org/drawingml/2006/main">
            <a:off x="123825" y="771525"/>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23" b="1">
                <a:solidFill>
                  <a:srgbClr val="7926CB"/>
                </a:solidFill>
                <a:latin typeface="Space Grotesk"/>
                <a:ea typeface="Space Grotesk"/>
                <a:cs typeface="Space Grotesk"/>
              </a:defRPr>
            </a:defPPr>
            <a:lvl1pPr algn="ctr">
              <a:defRPr sz="623" b="1">
                <a:solidFill>
                  <a:srgbClr val="7926CB"/>
                </a:solidFill>
                <a:latin typeface="Space Grotesk"/>
                <a:ea typeface="Space Grotesk"/>
                <a:cs typeface="Space Grotesk"/>
              </a:defRPr>
            </a:lvl1pPr>
            <a:lvl2pPr algn="ctr">
              <a:defRPr sz="623" b="1">
                <a:solidFill>
                  <a:srgbClr val="7926CB"/>
                </a:solidFill>
                <a:latin typeface="Space Grotesk"/>
                <a:ea typeface="Space Grotesk"/>
                <a:cs typeface="Space Grotesk"/>
              </a:defRPr>
            </a:lvl2pPr>
            <a:lvl3pPr algn="ctr">
              <a:defRPr sz="623" b="1">
                <a:solidFill>
                  <a:srgbClr val="7926CB"/>
                </a:solidFill>
                <a:latin typeface="Space Grotesk"/>
                <a:ea typeface="Space Grotesk"/>
                <a:cs typeface="Space Grotesk"/>
              </a:defRPr>
            </a:lvl3pPr>
            <a:lvl4pPr algn="ctr">
              <a:defRPr sz="623" b="1">
                <a:solidFill>
                  <a:srgbClr val="7926CB"/>
                </a:solidFill>
                <a:latin typeface="Space Grotesk"/>
                <a:ea typeface="Space Grotesk"/>
                <a:cs typeface="Space Grotesk"/>
              </a:defRPr>
            </a:lvl4pPr>
            <a:lvl5pPr algn="ctr">
              <a:defRPr sz="623" b="1">
                <a:solidFill>
                  <a:srgbClr val="7926CB"/>
                </a:solidFill>
                <a:latin typeface="Space Grotesk"/>
                <a:ea typeface="Space Grotesk"/>
                <a:cs typeface="Space Grotesk"/>
              </a:defRPr>
            </a:lvl5pPr>
            <a:lvl6pPr algn="ctr">
              <a:defRPr sz="623" b="1">
                <a:solidFill>
                  <a:srgbClr val="7926CB"/>
                </a:solidFill>
                <a:latin typeface="Space Grotesk"/>
                <a:ea typeface="Space Grotesk"/>
                <a:cs typeface="Space Grotesk"/>
              </a:defRPr>
            </a:lvl6pPr>
            <a:lvl7pPr algn="ctr">
              <a:defRPr sz="623" b="1">
                <a:solidFill>
                  <a:srgbClr val="7926CB"/>
                </a:solidFill>
                <a:latin typeface="Space Grotesk"/>
                <a:ea typeface="Space Grotesk"/>
                <a:cs typeface="Space Grotesk"/>
              </a:defRPr>
            </a:lvl7pPr>
            <a:lvl8pPr algn="ctr">
              <a:defRPr sz="623" b="1">
                <a:solidFill>
                  <a:srgbClr val="7926CB"/>
                </a:solidFill>
                <a:latin typeface="Space Grotesk"/>
                <a:ea typeface="Space Grotesk"/>
                <a:cs typeface="Space Grotesk"/>
              </a:defRPr>
            </a:lvl8pPr>
            <a:lvl9pPr algn="ctr">
              <a:defRPr sz="623" b="1">
                <a:solidFill>
                  <a:srgbClr val="7926CB"/>
                </a:solidFill>
                <a:latin typeface="Space Grotesk"/>
                <a:ea typeface="Space Grotesk"/>
                <a:cs typeface="Space Grotesk"/>
              </a:defRPr>
            </a:lvl9pPr>
          </a:lstStyle>
          <a:p xmlns:a="http://schemas.openxmlformats.org/drawingml/2006/main">
            <a:pPr algn="ctr">
              <a:lnSpc>
                <a:spcPct val="100000"/>
              </a:lnSpc>
              <a:buNone/>
              <a:defRPr sz="623" b="1">
                <a:solidFill>
                  <a:srgbClr val="7926CB"/>
                </a:solidFill>
                <a:latin typeface="Space Grotesk"/>
                <a:ea typeface="Space Grotesk"/>
                <a:cs typeface="Space Grotesk"/>
              </a:defRPr>
            </a:pPr>
            <a:r>
              <a:rPr sz="623" b="1">
                <a:solidFill>
                  <a:srgbClr val="7926CB"/>
                </a:solidFill>
                <a:latin typeface="Space Grotesk"/>
                <a:ea typeface="Space Grotesk"/>
                <a:cs typeface="Space Grotesk"/>
              </a:rPr>
              <a:t>03</a:t>
            </a:r>
          </a:p>
        </p:txBody>
      </p:sp>
      <p:sp>
        <p:nvSpPr>
          <p:cNvPr id="11" name="Wallet back step heading 03">
            <a:extLst xmlns:a="http://schemas.openxmlformats.org/drawingml/2006/main">
              <a:ext uri="{FF2B5EF4-FFF2-40B4-BE49-F238E27FC236}">
                <a16:creationId xmlns:a16="http://schemas.microsoft.com/office/drawing/2014/main" id="{6FDF5063-A0C6-4C0B-AF3A-183EFCFFEF78}"/>
              </a:ext>
            </a:extLst>
          </p:cNvPr>
          <p:cNvSpPr>
            <a:spLocks xmlns:a="http://schemas.openxmlformats.org/drawingml/2006/main" noGrp="1"/>
          </p:cNvSpPr>
          <p:nvPr/>
        </p:nvSpPr>
        <p:spPr>
          <a:xfrm xmlns:a="http://schemas.openxmlformats.org/drawingml/2006/main">
            <a:off x="409575" y="723900"/>
            <a:ext cx="2676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43" b="1">
                <a:solidFill>
                  <a:srgbClr val="FFFFFF"/>
                </a:solidFill>
                <a:latin typeface="Space Grotesk"/>
                <a:ea typeface="Space Grotesk"/>
                <a:cs typeface="Space Grotesk"/>
              </a:defRPr>
            </a:defPPr>
            <a:lvl1pPr algn="l">
              <a:defRPr sz="743" b="1">
                <a:solidFill>
                  <a:srgbClr val="FFFFFF"/>
                </a:solidFill>
                <a:latin typeface="Space Grotesk"/>
                <a:ea typeface="Space Grotesk"/>
                <a:cs typeface="Space Grotesk"/>
              </a:defRPr>
            </a:lvl1pPr>
            <a:lvl2pPr algn="l">
              <a:defRPr sz="743" b="1">
                <a:solidFill>
                  <a:srgbClr val="FFFFFF"/>
                </a:solidFill>
                <a:latin typeface="Space Grotesk"/>
                <a:ea typeface="Space Grotesk"/>
                <a:cs typeface="Space Grotesk"/>
              </a:defRPr>
            </a:lvl2pPr>
            <a:lvl3pPr algn="l">
              <a:defRPr sz="743" b="1">
                <a:solidFill>
                  <a:srgbClr val="FFFFFF"/>
                </a:solidFill>
                <a:latin typeface="Space Grotesk"/>
                <a:ea typeface="Space Grotesk"/>
                <a:cs typeface="Space Grotesk"/>
              </a:defRPr>
            </a:lvl3pPr>
            <a:lvl4pPr algn="l">
              <a:defRPr sz="743" b="1">
                <a:solidFill>
                  <a:srgbClr val="FFFFFF"/>
                </a:solidFill>
                <a:latin typeface="Space Grotesk"/>
                <a:ea typeface="Space Grotesk"/>
                <a:cs typeface="Space Grotesk"/>
              </a:defRPr>
            </a:lvl4pPr>
            <a:lvl5pPr algn="l">
              <a:defRPr sz="743" b="1">
                <a:solidFill>
                  <a:srgbClr val="FFFFFF"/>
                </a:solidFill>
                <a:latin typeface="Space Grotesk"/>
                <a:ea typeface="Space Grotesk"/>
                <a:cs typeface="Space Grotesk"/>
              </a:defRPr>
            </a:lvl5pPr>
            <a:lvl6pPr algn="l">
              <a:defRPr sz="743" b="1">
                <a:solidFill>
                  <a:srgbClr val="FFFFFF"/>
                </a:solidFill>
                <a:latin typeface="Space Grotesk"/>
                <a:ea typeface="Space Grotesk"/>
                <a:cs typeface="Space Grotesk"/>
              </a:defRPr>
            </a:lvl6pPr>
            <a:lvl7pPr algn="l">
              <a:defRPr sz="743" b="1">
                <a:solidFill>
                  <a:srgbClr val="FFFFFF"/>
                </a:solidFill>
                <a:latin typeface="Space Grotesk"/>
                <a:ea typeface="Space Grotesk"/>
                <a:cs typeface="Space Grotesk"/>
              </a:defRPr>
            </a:lvl7pPr>
            <a:lvl8pPr algn="l">
              <a:defRPr sz="743" b="1">
                <a:solidFill>
                  <a:srgbClr val="FFFFFF"/>
                </a:solidFill>
                <a:latin typeface="Space Grotesk"/>
                <a:ea typeface="Space Grotesk"/>
                <a:cs typeface="Space Grotesk"/>
              </a:defRPr>
            </a:lvl8pPr>
            <a:lvl9pPr algn="l">
              <a:defRPr sz="743" b="1">
                <a:solidFill>
                  <a:srgbClr val="FFFFFF"/>
                </a:solidFill>
                <a:latin typeface="Space Grotesk"/>
                <a:ea typeface="Space Grotesk"/>
                <a:cs typeface="Space Grotesk"/>
              </a:defRPr>
            </a:lvl9pPr>
          </a:lstStyle>
          <a:p xmlns:a="http://schemas.openxmlformats.org/drawingml/2006/main">
            <a:pPr algn="l">
              <a:lnSpc>
                <a:spcPct val="100000"/>
              </a:lnSpc>
              <a:buNone/>
              <a:defRPr sz="743" b="1">
                <a:solidFill>
                  <a:srgbClr val="FFFFFF"/>
                </a:solidFill>
                <a:latin typeface="Space Grotesk"/>
                <a:ea typeface="Space Grotesk"/>
                <a:cs typeface="Space Grotesk"/>
              </a:defRPr>
            </a:pPr>
            <a:r>
              <a:rPr sz="743" b="1">
                <a:solidFill>
                  <a:srgbClr val="FFFFFF"/>
                </a:solidFill>
                <a:latin typeface="Space Grotesk"/>
                <a:ea typeface="Space Grotesk"/>
                <a:cs typeface="Space Grotesk"/>
              </a:rPr>
              <a:t>Photograph the scene and exchange information</a:t>
            </a:r>
          </a:p>
        </p:txBody>
      </p:sp>
      <p:sp>
        <p:nvSpPr>
          <p:cNvPr id="12" name="Wallet back step copy 03">
            <a:extLst xmlns:a="http://schemas.openxmlformats.org/drawingml/2006/main">
              <a:ext uri="{FF2B5EF4-FFF2-40B4-BE49-F238E27FC236}">
                <a16:creationId xmlns:a16="http://schemas.microsoft.com/office/drawing/2014/main" id="{2C6A4EA4-6810-4948-ACAC-60CCAB6F219F}"/>
              </a:ext>
            </a:extLst>
          </p:cNvPr>
          <p:cNvSpPr>
            <a:spLocks xmlns:a="http://schemas.openxmlformats.org/drawingml/2006/main" noGrp="1"/>
          </p:cNvSpPr>
          <p:nvPr/>
        </p:nvSpPr>
        <p:spPr>
          <a:xfrm xmlns:a="http://schemas.openxmlformats.org/drawingml/2006/main">
            <a:off x="409575" y="876300"/>
            <a:ext cx="26765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8" b="0">
                <a:solidFill>
                  <a:srgbClr val="FFFFFF"/>
                </a:solidFill>
                <a:latin typeface="Arial"/>
                <a:ea typeface="Arial"/>
                <a:cs typeface="Arial"/>
              </a:defRPr>
            </a:defPPr>
            <a:lvl1pPr algn="l">
              <a:defRPr sz="668" b="0">
                <a:solidFill>
                  <a:srgbClr val="FFFFFF"/>
                </a:solidFill>
                <a:latin typeface="Arial"/>
                <a:ea typeface="Arial"/>
                <a:cs typeface="Arial"/>
              </a:defRPr>
            </a:lvl1pPr>
            <a:lvl2pPr algn="l">
              <a:defRPr sz="668" b="0">
                <a:solidFill>
                  <a:srgbClr val="FFFFFF"/>
                </a:solidFill>
                <a:latin typeface="Arial"/>
                <a:ea typeface="Arial"/>
                <a:cs typeface="Arial"/>
              </a:defRPr>
            </a:lvl2pPr>
            <a:lvl3pPr algn="l">
              <a:defRPr sz="668" b="0">
                <a:solidFill>
                  <a:srgbClr val="FFFFFF"/>
                </a:solidFill>
                <a:latin typeface="Arial"/>
                <a:ea typeface="Arial"/>
                <a:cs typeface="Arial"/>
              </a:defRPr>
            </a:lvl3pPr>
            <a:lvl4pPr algn="l">
              <a:defRPr sz="668" b="0">
                <a:solidFill>
                  <a:srgbClr val="FFFFFF"/>
                </a:solidFill>
                <a:latin typeface="Arial"/>
                <a:ea typeface="Arial"/>
                <a:cs typeface="Arial"/>
              </a:defRPr>
            </a:lvl4pPr>
            <a:lvl5pPr algn="l">
              <a:defRPr sz="668" b="0">
                <a:solidFill>
                  <a:srgbClr val="FFFFFF"/>
                </a:solidFill>
                <a:latin typeface="Arial"/>
                <a:ea typeface="Arial"/>
                <a:cs typeface="Arial"/>
              </a:defRPr>
            </a:lvl5pPr>
            <a:lvl6pPr algn="l">
              <a:defRPr sz="668" b="0">
                <a:solidFill>
                  <a:srgbClr val="FFFFFF"/>
                </a:solidFill>
                <a:latin typeface="Arial"/>
                <a:ea typeface="Arial"/>
                <a:cs typeface="Arial"/>
              </a:defRPr>
            </a:lvl6pPr>
            <a:lvl7pPr algn="l">
              <a:defRPr sz="668" b="0">
                <a:solidFill>
                  <a:srgbClr val="FFFFFF"/>
                </a:solidFill>
                <a:latin typeface="Arial"/>
                <a:ea typeface="Arial"/>
                <a:cs typeface="Arial"/>
              </a:defRPr>
            </a:lvl7pPr>
            <a:lvl8pPr algn="l">
              <a:defRPr sz="668" b="0">
                <a:solidFill>
                  <a:srgbClr val="FFFFFF"/>
                </a:solidFill>
                <a:latin typeface="Arial"/>
                <a:ea typeface="Arial"/>
                <a:cs typeface="Arial"/>
              </a:defRPr>
            </a:lvl8pPr>
            <a:lvl9pPr algn="l">
              <a:defRPr sz="668" b="0">
                <a:solidFill>
                  <a:srgbClr val="FFFFFF"/>
                </a:solidFill>
                <a:latin typeface="Arial"/>
                <a:ea typeface="Arial"/>
                <a:cs typeface="Arial"/>
              </a:defRPr>
            </a:lvl9pPr>
          </a:lstStyle>
          <a:p xmlns:a="http://schemas.openxmlformats.org/drawingml/2006/main">
            <a:pPr algn="l">
              <a:lnSpc>
                <a:spcPct val="100000"/>
              </a:lnSpc>
              <a:buNone/>
              <a:defRPr sz="668" b="0">
                <a:solidFill>
                  <a:srgbClr val="FFFFFF"/>
                </a:solidFill>
                <a:latin typeface="Arial"/>
                <a:ea typeface="Arial"/>
                <a:cs typeface="Arial"/>
              </a:defRPr>
            </a:pPr>
            <a:r>
              <a:rPr sz="668" b="0">
                <a:solidFill>
                  <a:srgbClr val="FFFFFF"/>
                </a:solidFill>
                <a:latin typeface="Arial"/>
                <a:ea typeface="Arial"/>
                <a:cs typeface="Arial"/>
              </a:rPr>
              <a:t>When safe, take photos and exchange details.</a:t>
            </a:r>
          </a:p>
        </p:txBody>
      </p:sp>
      <p:sp>
        <p:nvSpPr>
          <p:cNvPr id="13" name="Wallet back step badge 04">
            <a:extLst xmlns:a="http://schemas.openxmlformats.org/drawingml/2006/main">
              <a:ext uri="{FF2B5EF4-FFF2-40B4-BE49-F238E27FC236}">
                <a16:creationId xmlns:a16="http://schemas.microsoft.com/office/drawing/2014/main" id="{7B6B093C-33AD-4CB0-8523-451FA68C9723}"/>
              </a:ext>
            </a:extLst>
          </p:cNvPr>
          <p:cNvSpPr>
            <a:spLocks xmlns:a="http://schemas.openxmlformats.org/drawingml/2006/main" noGrp="1"/>
          </p:cNvSpPr>
          <p:nvPr/>
        </p:nvSpPr>
        <p:spPr>
          <a:xfrm xmlns:a="http://schemas.openxmlformats.org/drawingml/2006/main">
            <a:off x="123825" y="1085850"/>
            <a:ext cx="200025" cy="200025"/>
          </a:xfrm>
          <a:prstGeom xmlns:a="http://schemas.openxmlformats.org/drawingml/2006/main" prst="roundRect">
            <a:avLst>
              <a:gd name="adj" fmla="val 38095"/>
            </a:avLst>
          </a:prstGeom>
          <a:solidFill xmlns:a="http://schemas.openxmlformats.org/drawingml/2006/main">
            <a:srgbClr val="FF0180"/>
          </a:solidFill>
          <a:ln xmlns:a="http://schemas.openxmlformats.org/drawingml/2006/main" w="0">
            <a:noFill/>
            <a:prstDash val="solid"/>
          </a:ln>
        </p:spPr>
      </p:sp>
      <p:sp>
        <p:nvSpPr>
          <p:cNvPr id="14" name="Wallet back step number 04">
            <a:extLst xmlns:a="http://schemas.openxmlformats.org/drawingml/2006/main">
              <a:ext uri="{FF2B5EF4-FFF2-40B4-BE49-F238E27FC236}">
                <a16:creationId xmlns:a16="http://schemas.microsoft.com/office/drawing/2014/main" id="{19073E6C-E88B-4BC6-AF28-608B1423881A}"/>
              </a:ext>
            </a:extLst>
          </p:cNvPr>
          <p:cNvSpPr>
            <a:spLocks xmlns:a="http://schemas.openxmlformats.org/drawingml/2006/main" noGrp="1"/>
          </p:cNvSpPr>
          <p:nvPr/>
        </p:nvSpPr>
        <p:spPr>
          <a:xfrm xmlns:a="http://schemas.openxmlformats.org/drawingml/2006/main">
            <a:off x="123825" y="112395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23" b="1">
                <a:solidFill>
                  <a:srgbClr val="FFFF0A"/>
                </a:solidFill>
                <a:latin typeface="Space Grotesk"/>
                <a:ea typeface="Space Grotesk"/>
                <a:cs typeface="Space Grotesk"/>
              </a:defRPr>
            </a:defPPr>
            <a:lvl1pPr algn="ctr">
              <a:defRPr sz="623" b="1">
                <a:solidFill>
                  <a:srgbClr val="FFFF0A"/>
                </a:solidFill>
                <a:latin typeface="Space Grotesk"/>
                <a:ea typeface="Space Grotesk"/>
                <a:cs typeface="Space Grotesk"/>
              </a:defRPr>
            </a:lvl1pPr>
            <a:lvl2pPr algn="ctr">
              <a:defRPr sz="623" b="1">
                <a:solidFill>
                  <a:srgbClr val="FFFF0A"/>
                </a:solidFill>
                <a:latin typeface="Space Grotesk"/>
                <a:ea typeface="Space Grotesk"/>
                <a:cs typeface="Space Grotesk"/>
              </a:defRPr>
            </a:lvl2pPr>
            <a:lvl3pPr algn="ctr">
              <a:defRPr sz="623" b="1">
                <a:solidFill>
                  <a:srgbClr val="FFFF0A"/>
                </a:solidFill>
                <a:latin typeface="Space Grotesk"/>
                <a:ea typeface="Space Grotesk"/>
                <a:cs typeface="Space Grotesk"/>
              </a:defRPr>
            </a:lvl3pPr>
            <a:lvl4pPr algn="ctr">
              <a:defRPr sz="623" b="1">
                <a:solidFill>
                  <a:srgbClr val="FFFF0A"/>
                </a:solidFill>
                <a:latin typeface="Space Grotesk"/>
                <a:ea typeface="Space Grotesk"/>
                <a:cs typeface="Space Grotesk"/>
              </a:defRPr>
            </a:lvl4pPr>
            <a:lvl5pPr algn="ctr">
              <a:defRPr sz="623" b="1">
                <a:solidFill>
                  <a:srgbClr val="FFFF0A"/>
                </a:solidFill>
                <a:latin typeface="Space Grotesk"/>
                <a:ea typeface="Space Grotesk"/>
                <a:cs typeface="Space Grotesk"/>
              </a:defRPr>
            </a:lvl5pPr>
            <a:lvl6pPr algn="ctr">
              <a:defRPr sz="623" b="1">
                <a:solidFill>
                  <a:srgbClr val="FFFF0A"/>
                </a:solidFill>
                <a:latin typeface="Space Grotesk"/>
                <a:ea typeface="Space Grotesk"/>
                <a:cs typeface="Space Grotesk"/>
              </a:defRPr>
            </a:lvl6pPr>
            <a:lvl7pPr algn="ctr">
              <a:defRPr sz="623" b="1">
                <a:solidFill>
                  <a:srgbClr val="FFFF0A"/>
                </a:solidFill>
                <a:latin typeface="Space Grotesk"/>
                <a:ea typeface="Space Grotesk"/>
                <a:cs typeface="Space Grotesk"/>
              </a:defRPr>
            </a:lvl7pPr>
            <a:lvl8pPr algn="ctr">
              <a:defRPr sz="623" b="1">
                <a:solidFill>
                  <a:srgbClr val="FFFF0A"/>
                </a:solidFill>
                <a:latin typeface="Space Grotesk"/>
                <a:ea typeface="Space Grotesk"/>
                <a:cs typeface="Space Grotesk"/>
              </a:defRPr>
            </a:lvl8pPr>
            <a:lvl9pPr algn="ctr">
              <a:defRPr sz="623" b="1">
                <a:solidFill>
                  <a:srgbClr val="FFFF0A"/>
                </a:solidFill>
                <a:latin typeface="Space Grotesk"/>
                <a:ea typeface="Space Grotesk"/>
                <a:cs typeface="Space Grotesk"/>
              </a:defRPr>
            </a:lvl9pPr>
          </a:lstStyle>
          <a:p xmlns:a="http://schemas.openxmlformats.org/drawingml/2006/main">
            <a:pPr algn="ctr">
              <a:lnSpc>
                <a:spcPct val="100000"/>
              </a:lnSpc>
              <a:buNone/>
              <a:defRPr sz="623" b="1">
                <a:solidFill>
                  <a:srgbClr val="FFFF0A"/>
                </a:solidFill>
                <a:latin typeface="Space Grotesk"/>
                <a:ea typeface="Space Grotesk"/>
                <a:cs typeface="Space Grotesk"/>
              </a:defRPr>
            </a:pPr>
            <a:r>
              <a:rPr sz="623" b="1">
                <a:solidFill>
                  <a:srgbClr val="FFFF0A"/>
                </a:solidFill>
                <a:latin typeface="Space Grotesk"/>
                <a:ea typeface="Space Grotesk"/>
                <a:cs typeface="Space Grotesk"/>
              </a:rPr>
              <a:t>04</a:t>
            </a:r>
          </a:p>
        </p:txBody>
      </p:sp>
      <p:sp>
        <p:nvSpPr>
          <p:cNvPr id="15" name="Wallet back step heading 04">
            <a:extLst xmlns:a="http://schemas.openxmlformats.org/drawingml/2006/main">
              <a:ext uri="{FF2B5EF4-FFF2-40B4-BE49-F238E27FC236}">
                <a16:creationId xmlns:a16="http://schemas.microsoft.com/office/drawing/2014/main" id="{60331922-9C53-4DB7-B4AF-B679CB127518}"/>
              </a:ext>
            </a:extLst>
          </p:cNvPr>
          <p:cNvSpPr>
            <a:spLocks xmlns:a="http://schemas.openxmlformats.org/drawingml/2006/main" noGrp="1"/>
          </p:cNvSpPr>
          <p:nvPr/>
        </p:nvSpPr>
        <p:spPr>
          <a:xfrm xmlns:a="http://schemas.openxmlformats.org/drawingml/2006/main">
            <a:off x="409575" y="1076325"/>
            <a:ext cx="2676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43" b="1">
                <a:solidFill>
                  <a:srgbClr val="FFFFFF"/>
                </a:solidFill>
                <a:latin typeface="Space Grotesk"/>
                <a:ea typeface="Space Grotesk"/>
                <a:cs typeface="Space Grotesk"/>
              </a:defRPr>
            </a:defPPr>
            <a:lvl1pPr algn="l">
              <a:defRPr sz="743" b="1">
                <a:solidFill>
                  <a:srgbClr val="FFFFFF"/>
                </a:solidFill>
                <a:latin typeface="Space Grotesk"/>
                <a:ea typeface="Space Grotesk"/>
                <a:cs typeface="Space Grotesk"/>
              </a:defRPr>
            </a:lvl1pPr>
            <a:lvl2pPr algn="l">
              <a:defRPr sz="743" b="1">
                <a:solidFill>
                  <a:srgbClr val="FFFFFF"/>
                </a:solidFill>
                <a:latin typeface="Space Grotesk"/>
                <a:ea typeface="Space Grotesk"/>
                <a:cs typeface="Space Grotesk"/>
              </a:defRPr>
            </a:lvl2pPr>
            <a:lvl3pPr algn="l">
              <a:defRPr sz="743" b="1">
                <a:solidFill>
                  <a:srgbClr val="FFFFFF"/>
                </a:solidFill>
                <a:latin typeface="Space Grotesk"/>
                <a:ea typeface="Space Grotesk"/>
                <a:cs typeface="Space Grotesk"/>
              </a:defRPr>
            </a:lvl3pPr>
            <a:lvl4pPr algn="l">
              <a:defRPr sz="743" b="1">
                <a:solidFill>
                  <a:srgbClr val="FFFFFF"/>
                </a:solidFill>
                <a:latin typeface="Space Grotesk"/>
                <a:ea typeface="Space Grotesk"/>
                <a:cs typeface="Space Grotesk"/>
              </a:defRPr>
            </a:lvl4pPr>
            <a:lvl5pPr algn="l">
              <a:defRPr sz="743" b="1">
                <a:solidFill>
                  <a:srgbClr val="FFFFFF"/>
                </a:solidFill>
                <a:latin typeface="Space Grotesk"/>
                <a:ea typeface="Space Grotesk"/>
                <a:cs typeface="Space Grotesk"/>
              </a:defRPr>
            </a:lvl5pPr>
            <a:lvl6pPr algn="l">
              <a:defRPr sz="743" b="1">
                <a:solidFill>
                  <a:srgbClr val="FFFFFF"/>
                </a:solidFill>
                <a:latin typeface="Space Grotesk"/>
                <a:ea typeface="Space Grotesk"/>
                <a:cs typeface="Space Grotesk"/>
              </a:defRPr>
            </a:lvl6pPr>
            <a:lvl7pPr algn="l">
              <a:defRPr sz="743" b="1">
                <a:solidFill>
                  <a:srgbClr val="FFFFFF"/>
                </a:solidFill>
                <a:latin typeface="Space Grotesk"/>
                <a:ea typeface="Space Grotesk"/>
                <a:cs typeface="Space Grotesk"/>
              </a:defRPr>
            </a:lvl7pPr>
            <a:lvl8pPr algn="l">
              <a:defRPr sz="743" b="1">
                <a:solidFill>
                  <a:srgbClr val="FFFFFF"/>
                </a:solidFill>
                <a:latin typeface="Space Grotesk"/>
                <a:ea typeface="Space Grotesk"/>
                <a:cs typeface="Space Grotesk"/>
              </a:defRPr>
            </a:lvl8pPr>
            <a:lvl9pPr algn="l">
              <a:defRPr sz="743" b="1">
                <a:solidFill>
                  <a:srgbClr val="FFFFFF"/>
                </a:solidFill>
                <a:latin typeface="Space Grotesk"/>
                <a:ea typeface="Space Grotesk"/>
                <a:cs typeface="Space Grotesk"/>
              </a:defRPr>
            </a:lvl9pPr>
          </a:lstStyle>
          <a:p xmlns:a="http://schemas.openxmlformats.org/drawingml/2006/main">
            <a:pPr algn="l">
              <a:lnSpc>
                <a:spcPct val="100000"/>
              </a:lnSpc>
              <a:buNone/>
              <a:defRPr sz="743" b="1">
                <a:solidFill>
                  <a:srgbClr val="FFFFFF"/>
                </a:solidFill>
                <a:latin typeface="Space Grotesk"/>
                <a:ea typeface="Space Grotesk"/>
                <a:cs typeface="Space Grotesk"/>
              </a:defRPr>
            </a:pPr>
            <a:r>
              <a:rPr sz="743" b="1">
                <a:solidFill>
                  <a:srgbClr val="FFFFFF"/>
                </a:solidFill>
                <a:latin typeface="Space Grotesk"/>
                <a:ea typeface="Space Grotesk"/>
                <a:cs typeface="Space Grotesk"/>
              </a:rPr>
              <a:t>Seek medical care</a:t>
            </a:r>
          </a:p>
        </p:txBody>
      </p:sp>
      <p:sp>
        <p:nvSpPr>
          <p:cNvPr id="16" name="Wallet back step badge 05">
            <a:extLst xmlns:a="http://schemas.openxmlformats.org/drawingml/2006/main">
              <a:ext uri="{FF2B5EF4-FFF2-40B4-BE49-F238E27FC236}">
                <a16:creationId xmlns:a16="http://schemas.microsoft.com/office/drawing/2014/main" id="{593ED3F8-FF39-4498-BF91-5173474935C1}"/>
              </a:ext>
            </a:extLst>
          </p:cNvPr>
          <p:cNvSpPr>
            <a:spLocks xmlns:a="http://schemas.openxmlformats.org/drawingml/2006/main" noGrp="1"/>
          </p:cNvSpPr>
          <p:nvPr/>
        </p:nvSpPr>
        <p:spPr>
          <a:xfrm xmlns:a="http://schemas.openxmlformats.org/drawingml/2006/main">
            <a:off x="123825" y="1343025"/>
            <a:ext cx="200025" cy="200025"/>
          </a:xfrm>
          <a:prstGeom xmlns:a="http://schemas.openxmlformats.org/drawingml/2006/main" prst="roundRect">
            <a:avLst>
              <a:gd name="adj" fmla="val 38095"/>
            </a:avLst>
          </a:prstGeom>
          <a:solidFill xmlns:a="http://schemas.openxmlformats.org/drawingml/2006/main">
            <a:srgbClr val="FFFF0A"/>
          </a:solidFill>
          <a:ln xmlns:a="http://schemas.openxmlformats.org/drawingml/2006/main" w="0">
            <a:noFill/>
            <a:prstDash val="solid"/>
          </a:ln>
        </p:spPr>
      </p:sp>
      <p:sp>
        <p:nvSpPr>
          <p:cNvPr id="17" name="Wallet back step number 05">
            <a:extLst xmlns:a="http://schemas.openxmlformats.org/drawingml/2006/main">
              <a:ext uri="{FF2B5EF4-FFF2-40B4-BE49-F238E27FC236}">
                <a16:creationId xmlns:a16="http://schemas.microsoft.com/office/drawing/2014/main" id="{204CC9F0-327B-464A-8AB3-2FAA778EF87C}"/>
              </a:ext>
            </a:extLst>
          </p:cNvPr>
          <p:cNvSpPr>
            <a:spLocks xmlns:a="http://schemas.openxmlformats.org/drawingml/2006/main" noGrp="1"/>
          </p:cNvSpPr>
          <p:nvPr/>
        </p:nvSpPr>
        <p:spPr>
          <a:xfrm xmlns:a="http://schemas.openxmlformats.org/drawingml/2006/main">
            <a:off x="123825" y="1381125"/>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23" b="1">
                <a:solidFill>
                  <a:srgbClr val="7926CB"/>
                </a:solidFill>
                <a:latin typeface="Space Grotesk"/>
                <a:ea typeface="Space Grotesk"/>
                <a:cs typeface="Space Grotesk"/>
              </a:defRPr>
            </a:defPPr>
            <a:lvl1pPr algn="ctr">
              <a:defRPr sz="623" b="1">
                <a:solidFill>
                  <a:srgbClr val="7926CB"/>
                </a:solidFill>
                <a:latin typeface="Space Grotesk"/>
                <a:ea typeface="Space Grotesk"/>
                <a:cs typeface="Space Grotesk"/>
              </a:defRPr>
            </a:lvl1pPr>
            <a:lvl2pPr algn="ctr">
              <a:defRPr sz="623" b="1">
                <a:solidFill>
                  <a:srgbClr val="7926CB"/>
                </a:solidFill>
                <a:latin typeface="Space Grotesk"/>
                <a:ea typeface="Space Grotesk"/>
                <a:cs typeface="Space Grotesk"/>
              </a:defRPr>
            </a:lvl2pPr>
            <a:lvl3pPr algn="ctr">
              <a:defRPr sz="623" b="1">
                <a:solidFill>
                  <a:srgbClr val="7926CB"/>
                </a:solidFill>
                <a:latin typeface="Space Grotesk"/>
                <a:ea typeface="Space Grotesk"/>
                <a:cs typeface="Space Grotesk"/>
              </a:defRPr>
            </a:lvl3pPr>
            <a:lvl4pPr algn="ctr">
              <a:defRPr sz="623" b="1">
                <a:solidFill>
                  <a:srgbClr val="7926CB"/>
                </a:solidFill>
                <a:latin typeface="Space Grotesk"/>
                <a:ea typeface="Space Grotesk"/>
                <a:cs typeface="Space Grotesk"/>
              </a:defRPr>
            </a:lvl4pPr>
            <a:lvl5pPr algn="ctr">
              <a:defRPr sz="623" b="1">
                <a:solidFill>
                  <a:srgbClr val="7926CB"/>
                </a:solidFill>
                <a:latin typeface="Space Grotesk"/>
                <a:ea typeface="Space Grotesk"/>
                <a:cs typeface="Space Grotesk"/>
              </a:defRPr>
            </a:lvl5pPr>
            <a:lvl6pPr algn="ctr">
              <a:defRPr sz="623" b="1">
                <a:solidFill>
                  <a:srgbClr val="7926CB"/>
                </a:solidFill>
                <a:latin typeface="Space Grotesk"/>
                <a:ea typeface="Space Grotesk"/>
                <a:cs typeface="Space Grotesk"/>
              </a:defRPr>
            </a:lvl6pPr>
            <a:lvl7pPr algn="ctr">
              <a:defRPr sz="623" b="1">
                <a:solidFill>
                  <a:srgbClr val="7926CB"/>
                </a:solidFill>
                <a:latin typeface="Space Grotesk"/>
                <a:ea typeface="Space Grotesk"/>
                <a:cs typeface="Space Grotesk"/>
              </a:defRPr>
            </a:lvl7pPr>
            <a:lvl8pPr algn="ctr">
              <a:defRPr sz="623" b="1">
                <a:solidFill>
                  <a:srgbClr val="7926CB"/>
                </a:solidFill>
                <a:latin typeface="Space Grotesk"/>
                <a:ea typeface="Space Grotesk"/>
                <a:cs typeface="Space Grotesk"/>
              </a:defRPr>
            </a:lvl8pPr>
            <a:lvl9pPr algn="ctr">
              <a:defRPr sz="623" b="1">
                <a:solidFill>
                  <a:srgbClr val="7926CB"/>
                </a:solidFill>
                <a:latin typeface="Space Grotesk"/>
                <a:ea typeface="Space Grotesk"/>
                <a:cs typeface="Space Grotesk"/>
              </a:defRPr>
            </a:lvl9pPr>
          </a:lstStyle>
          <a:p xmlns:a="http://schemas.openxmlformats.org/drawingml/2006/main">
            <a:pPr algn="ctr">
              <a:lnSpc>
                <a:spcPct val="100000"/>
              </a:lnSpc>
              <a:buNone/>
              <a:defRPr sz="623" b="1">
                <a:solidFill>
                  <a:srgbClr val="7926CB"/>
                </a:solidFill>
                <a:latin typeface="Space Grotesk"/>
                <a:ea typeface="Space Grotesk"/>
                <a:cs typeface="Space Grotesk"/>
              </a:defRPr>
            </a:pPr>
            <a:r>
              <a:rPr sz="623" b="1">
                <a:solidFill>
                  <a:srgbClr val="7926CB"/>
                </a:solidFill>
                <a:latin typeface="Space Grotesk"/>
                <a:ea typeface="Space Grotesk"/>
                <a:cs typeface="Space Grotesk"/>
              </a:rPr>
              <a:t>05</a:t>
            </a:r>
          </a:p>
        </p:txBody>
      </p:sp>
      <p:sp>
        <p:nvSpPr>
          <p:cNvPr id="18" name="Wallet back step heading 05">
            <a:extLst xmlns:a="http://schemas.openxmlformats.org/drawingml/2006/main">
              <a:ext uri="{FF2B5EF4-FFF2-40B4-BE49-F238E27FC236}">
                <a16:creationId xmlns:a16="http://schemas.microsoft.com/office/drawing/2014/main" id="{D3AEDCB4-EEA6-480B-9DDB-905578709CFB}"/>
              </a:ext>
            </a:extLst>
          </p:cNvPr>
          <p:cNvSpPr>
            <a:spLocks xmlns:a="http://schemas.openxmlformats.org/drawingml/2006/main" noGrp="1"/>
          </p:cNvSpPr>
          <p:nvPr/>
        </p:nvSpPr>
        <p:spPr>
          <a:xfrm xmlns:a="http://schemas.openxmlformats.org/drawingml/2006/main">
            <a:off x="409575" y="1333500"/>
            <a:ext cx="2676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43" b="1">
                <a:solidFill>
                  <a:srgbClr val="FFFFFF"/>
                </a:solidFill>
                <a:latin typeface="Space Grotesk"/>
                <a:ea typeface="Space Grotesk"/>
                <a:cs typeface="Space Grotesk"/>
              </a:defRPr>
            </a:defPPr>
            <a:lvl1pPr algn="l">
              <a:defRPr sz="743" b="1">
                <a:solidFill>
                  <a:srgbClr val="FFFFFF"/>
                </a:solidFill>
                <a:latin typeface="Space Grotesk"/>
                <a:ea typeface="Space Grotesk"/>
                <a:cs typeface="Space Grotesk"/>
              </a:defRPr>
            </a:lvl1pPr>
            <a:lvl2pPr algn="l">
              <a:defRPr sz="743" b="1">
                <a:solidFill>
                  <a:srgbClr val="FFFFFF"/>
                </a:solidFill>
                <a:latin typeface="Space Grotesk"/>
                <a:ea typeface="Space Grotesk"/>
                <a:cs typeface="Space Grotesk"/>
              </a:defRPr>
            </a:lvl2pPr>
            <a:lvl3pPr algn="l">
              <a:defRPr sz="743" b="1">
                <a:solidFill>
                  <a:srgbClr val="FFFFFF"/>
                </a:solidFill>
                <a:latin typeface="Space Grotesk"/>
                <a:ea typeface="Space Grotesk"/>
                <a:cs typeface="Space Grotesk"/>
              </a:defRPr>
            </a:lvl3pPr>
            <a:lvl4pPr algn="l">
              <a:defRPr sz="743" b="1">
                <a:solidFill>
                  <a:srgbClr val="FFFFFF"/>
                </a:solidFill>
                <a:latin typeface="Space Grotesk"/>
                <a:ea typeface="Space Grotesk"/>
                <a:cs typeface="Space Grotesk"/>
              </a:defRPr>
            </a:lvl4pPr>
            <a:lvl5pPr algn="l">
              <a:defRPr sz="743" b="1">
                <a:solidFill>
                  <a:srgbClr val="FFFFFF"/>
                </a:solidFill>
                <a:latin typeface="Space Grotesk"/>
                <a:ea typeface="Space Grotesk"/>
                <a:cs typeface="Space Grotesk"/>
              </a:defRPr>
            </a:lvl5pPr>
            <a:lvl6pPr algn="l">
              <a:defRPr sz="743" b="1">
                <a:solidFill>
                  <a:srgbClr val="FFFFFF"/>
                </a:solidFill>
                <a:latin typeface="Space Grotesk"/>
                <a:ea typeface="Space Grotesk"/>
                <a:cs typeface="Space Grotesk"/>
              </a:defRPr>
            </a:lvl6pPr>
            <a:lvl7pPr algn="l">
              <a:defRPr sz="743" b="1">
                <a:solidFill>
                  <a:srgbClr val="FFFFFF"/>
                </a:solidFill>
                <a:latin typeface="Space Grotesk"/>
                <a:ea typeface="Space Grotesk"/>
                <a:cs typeface="Space Grotesk"/>
              </a:defRPr>
            </a:lvl7pPr>
            <a:lvl8pPr algn="l">
              <a:defRPr sz="743" b="1">
                <a:solidFill>
                  <a:srgbClr val="FFFFFF"/>
                </a:solidFill>
                <a:latin typeface="Space Grotesk"/>
                <a:ea typeface="Space Grotesk"/>
                <a:cs typeface="Space Grotesk"/>
              </a:defRPr>
            </a:lvl8pPr>
            <a:lvl9pPr algn="l">
              <a:defRPr sz="743" b="1">
                <a:solidFill>
                  <a:srgbClr val="FFFFFF"/>
                </a:solidFill>
                <a:latin typeface="Space Grotesk"/>
                <a:ea typeface="Space Grotesk"/>
                <a:cs typeface="Space Grotesk"/>
              </a:defRPr>
            </a:lvl9pPr>
          </a:lstStyle>
          <a:p xmlns:a="http://schemas.openxmlformats.org/drawingml/2006/main">
            <a:pPr algn="l">
              <a:lnSpc>
                <a:spcPct val="100000"/>
              </a:lnSpc>
              <a:buNone/>
              <a:defRPr sz="743" b="1">
                <a:solidFill>
                  <a:srgbClr val="FFFFFF"/>
                </a:solidFill>
                <a:latin typeface="Space Grotesk"/>
                <a:ea typeface="Space Grotesk"/>
                <a:cs typeface="Space Grotesk"/>
              </a:defRPr>
            </a:pPr>
            <a:r>
              <a:rPr sz="743" b="1">
                <a:solidFill>
                  <a:srgbClr val="FFFFFF"/>
                </a:solidFill>
                <a:latin typeface="Space Grotesk"/>
                <a:ea typeface="Space Grotesk"/>
                <a:cs typeface="Space Grotesk"/>
              </a:rPr>
              <a:t>Protect your records and your rights</a:t>
            </a:r>
          </a:p>
        </p:txBody>
      </p:sp>
      <p:sp>
        <p:nvSpPr>
          <p:cNvPr id="19" name="Wallet back site footer">
            <a:extLst xmlns:a="http://schemas.openxmlformats.org/drawingml/2006/main">
              <a:ext uri="{FF2B5EF4-FFF2-40B4-BE49-F238E27FC236}">
                <a16:creationId xmlns:a16="http://schemas.microsoft.com/office/drawing/2014/main" id="{1DD07056-AE32-4625-B8BF-AB6B91FDF4BD}"/>
              </a:ext>
            </a:extLst>
          </p:cNvPr>
          <p:cNvSpPr>
            <a:spLocks xmlns:a="http://schemas.openxmlformats.org/drawingml/2006/main" noGrp="1"/>
          </p:cNvSpPr>
          <p:nvPr/>
        </p:nvSpPr>
        <p:spPr>
          <a:xfrm xmlns:a="http://schemas.openxmlformats.org/drawingml/2006/main">
            <a:off x="0" y="1600200"/>
            <a:ext cx="3200400" cy="2286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20" name="Wallet back URL">
            <a:extLst xmlns:a="http://schemas.openxmlformats.org/drawingml/2006/main">
              <a:ext uri="{FF2B5EF4-FFF2-40B4-BE49-F238E27FC236}">
                <a16:creationId xmlns:a16="http://schemas.microsoft.com/office/drawing/2014/main" id="{2476C8E0-10DE-464F-8F8A-7A9D986D6CFD}"/>
              </a:ext>
            </a:extLst>
          </p:cNvPr>
          <p:cNvSpPr>
            <a:spLocks xmlns:a="http://schemas.openxmlformats.org/drawingml/2006/main" noGrp="1"/>
          </p:cNvSpPr>
          <p:nvPr/>
        </p:nvSpPr>
        <p:spPr>
          <a:xfrm xmlns:a="http://schemas.openxmlformats.org/drawingml/2006/main">
            <a:off x="123825" y="1628775"/>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15" b="1">
                <a:solidFill>
                  <a:srgbClr val="7926CB"/>
                </a:solidFill>
                <a:latin typeface="Space Grotesk"/>
                <a:ea typeface="Space Grotesk"/>
                <a:cs typeface="Space Grotesk"/>
              </a:defRPr>
            </a:defPPr>
            <a:lvl1pPr algn="l">
              <a:defRPr sz="915" b="1">
                <a:solidFill>
                  <a:srgbClr val="7926CB"/>
                </a:solidFill>
                <a:latin typeface="Space Grotesk"/>
                <a:ea typeface="Space Grotesk"/>
                <a:cs typeface="Space Grotesk"/>
              </a:defRPr>
            </a:lvl1pPr>
            <a:lvl2pPr algn="l">
              <a:defRPr sz="915" b="1">
                <a:solidFill>
                  <a:srgbClr val="7926CB"/>
                </a:solidFill>
                <a:latin typeface="Space Grotesk"/>
                <a:ea typeface="Space Grotesk"/>
                <a:cs typeface="Space Grotesk"/>
              </a:defRPr>
            </a:lvl2pPr>
            <a:lvl3pPr algn="l">
              <a:defRPr sz="915" b="1">
                <a:solidFill>
                  <a:srgbClr val="7926CB"/>
                </a:solidFill>
                <a:latin typeface="Space Grotesk"/>
                <a:ea typeface="Space Grotesk"/>
                <a:cs typeface="Space Grotesk"/>
              </a:defRPr>
            </a:lvl3pPr>
            <a:lvl4pPr algn="l">
              <a:defRPr sz="915" b="1">
                <a:solidFill>
                  <a:srgbClr val="7926CB"/>
                </a:solidFill>
                <a:latin typeface="Space Grotesk"/>
                <a:ea typeface="Space Grotesk"/>
                <a:cs typeface="Space Grotesk"/>
              </a:defRPr>
            </a:lvl4pPr>
            <a:lvl5pPr algn="l">
              <a:defRPr sz="915" b="1">
                <a:solidFill>
                  <a:srgbClr val="7926CB"/>
                </a:solidFill>
                <a:latin typeface="Space Grotesk"/>
                <a:ea typeface="Space Grotesk"/>
                <a:cs typeface="Space Grotesk"/>
              </a:defRPr>
            </a:lvl5pPr>
            <a:lvl6pPr algn="l">
              <a:defRPr sz="915" b="1">
                <a:solidFill>
                  <a:srgbClr val="7926CB"/>
                </a:solidFill>
                <a:latin typeface="Space Grotesk"/>
                <a:ea typeface="Space Grotesk"/>
                <a:cs typeface="Space Grotesk"/>
              </a:defRPr>
            </a:lvl6pPr>
            <a:lvl7pPr algn="l">
              <a:defRPr sz="915" b="1">
                <a:solidFill>
                  <a:srgbClr val="7926CB"/>
                </a:solidFill>
                <a:latin typeface="Space Grotesk"/>
                <a:ea typeface="Space Grotesk"/>
                <a:cs typeface="Space Grotesk"/>
              </a:defRPr>
            </a:lvl7pPr>
            <a:lvl8pPr algn="l">
              <a:defRPr sz="915" b="1">
                <a:solidFill>
                  <a:srgbClr val="7926CB"/>
                </a:solidFill>
                <a:latin typeface="Space Grotesk"/>
                <a:ea typeface="Space Grotesk"/>
                <a:cs typeface="Space Grotesk"/>
              </a:defRPr>
            </a:lvl8pPr>
            <a:lvl9pPr algn="l">
              <a:defRPr sz="915" b="1">
                <a:solidFill>
                  <a:srgbClr val="7926CB"/>
                </a:solidFill>
                <a:latin typeface="Space Grotesk"/>
                <a:ea typeface="Space Grotesk"/>
                <a:cs typeface="Space Grotesk"/>
              </a:defRPr>
            </a:lvl9pPr>
          </a:lstStyle>
          <a:p xmlns:a="http://schemas.openxmlformats.org/drawingml/2006/main">
            <a:pPr algn="l">
              <a:lnSpc>
                <a:spcPct val="100000"/>
              </a:lnSpc>
              <a:buNone/>
              <a:defRPr sz="915" b="1">
                <a:solidFill>
                  <a:srgbClr val="7926CB"/>
                </a:solidFill>
                <a:latin typeface="Space Grotesk"/>
                <a:ea typeface="Space Grotesk"/>
                <a:cs typeface="Space Grotesk"/>
              </a:defRPr>
            </a:pPr>
            <a:r>
              <a:rPr sz="915" b="1">
                <a:solidFill>
                  <a:srgbClr val="7926CB"/>
                </a:solidFill>
                <a:latin typeface="Space Grotesk"/>
                <a:ea typeface="Space Grotesk"/>
                <a:cs typeface="Space Grotesk"/>
              </a:rPr>
              <a:t>3fp.org</a:t>
            </a:r>
          </a:p>
        </p:txBody>
      </p:sp>
      <p:sp>
        <p:nvSpPr>
          <p:cNvPr id="21" name="Wallet back CTA">
            <a:extLst xmlns:a="http://schemas.openxmlformats.org/drawingml/2006/main">
              <a:ext uri="{FF2B5EF4-FFF2-40B4-BE49-F238E27FC236}">
                <a16:creationId xmlns:a16="http://schemas.microsoft.com/office/drawing/2014/main" id="{3FCC6CDD-1A08-4D80-A784-26511572FEAC}"/>
              </a:ext>
            </a:extLst>
          </p:cNvPr>
          <p:cNvSpPr>
            <a:spLocks xmlns:a="http://schemas.openxmlformats.org/drawingml/2006/main" noGrp="1"/>
          </p:cNvSpPr>
          <p:nvPr/>
        </p:nvSpPr>
        <p:spPr>
          <a:xfrm xmlns:a="http://schemas.openxmlformats.org/drawingml/2006/main">
            <a:off x="914400" y="1638300"/>
            <a:ext cx="2171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53" b="1">
                <a:solidFill>
                  <a:srgbClr val="201333"/>
                </a:solidFill>
                <a:latin typeface="Arial"/>
                <a:ea typeface="Arial"/>
                <a:cs typeface="Arial"/>
              </a:defRPr>
            </a:defPPr>
            <a:lvl1pPr algn="l">
              <a:defRPr sz="653" b="1">
                <a:solidFill>
                  <a:srgbClr val="201333"/>
                </a:solidFill>
                <a:latin typeface="Arial"/>
                <a:ea typeface="Arial"/>
                <a:cs typeface="Arial"/>
              </a:defRPr>
            </a:lvl1pPr>
            <a:lvl2pPr algn="l">
              <a:defRPr sz="653" b="1">
                <a:solidFill>
                  <a:srgbClr val="201333"/>
                </a:solidFill>
                <a:latin typeface="Arial"/>
                <a:ea typeface="Arial"/>
                <a:cs typeface="Arial"/>
              </a:defRPr>
            </a:lvl2pPr>
            <a:lvl3pPr algn="l">
              <a:defRPr sz="653" b="1">
                <a:solidFill>
                  <a:srgbClr val="201333"/>
                </a:solidFill>
                <a:latin typeface="Arial"/>
                <a:ea typeface="Arial"/>
                <a:cs typeface="Arial"/>
              </a:defRPr>
            </a:lvl3pPr>
            <a:lvl4pPr algn="l">
              <a:defRPr sz="653" b="1">
                <a:solidFill>
                  <a:srgbClr val="201333"/>
                </a:solidFill>
                <a:latin typeface="Arial"/>
                <a:ea typeface="Arial"/>
                <a:cs typeface="Arial"/>
              </a:defRPr>
            </a:lvl4pPr>
            <a:lvl5pPr algn="l">
              <a:defRPr sz="653" b="1">
                <a:solidFill>
                  <a:srgbClr val="201333"/>
                </a:solidFill>
                <a:latin typeface="Arial"/>
                <a:ea typeface="Arial"/>
                <a:cs typeface="Arial"/>
              </a:defRPr>
            </a:lvl5pPr>
            <a:lvl6pPr algn="l">
              <a:defRPr sz="653" b="1">
                <a:solidFill>
                  <a:srgbClr val="201333"/>
                </a:solidFill>
                <a:latin typeface="Arial"/>
                <a:ea typeface="Arial"/>
                <a:cs typeface="Arial"/>
              </a:defRPr>
            </a:lvl6pPr>
            <a:lvl7pPr algn="l">
              <a:defRPr sz="653" b="1">
                <a:solidFill>
                  <a:srgbClr val="201333"/>
                </a:solidFill>
                <a:latin typeface="Arial"/>
                <a:ea typeface="Arial"/>
                <a:cs typeface="Arial"/>
              </a:defRPr>
            </a:lvl7pPr>
            <a:lvl8pPr algn="l">
              <a:defRPr sz="653" b="1">
                <a:solidFill>
                  <a:srgbClr val="201333"/>
                </a:solidFill>
                <a:latin typeface="Arial"/>
                <a:ea typeface="Arial"/>
                <a:cs typeface="Arial"/>
              </a:defRPr>
            </a:lvl8pPr>
            <a:lvl9pPr algn="l">
              <a:defRPr sz="653" b="1">
                <a:solidFill>
                  <a:srgbClr val="201333"/>
                </a:solidFill>
                <a:latin typeface="Arial"/>
                <a:ea typeface="Arial"/>
                <a:cs typeface="Arial"/>
              </a:defRPr>
            </a:lvl9pPr>
          </a:lstStyle>
          <a:p xmlns:a="http://schemas.openxmlformats.org/drawingml/2006/main">
            <a:pPr algn="l">
              <a:lnSpc>
                <a:spcPct val="100000"/>
              </a:lnSpc>
              <a:buNone/>
              <a:defRPr sz="653" b="1">
                <a:solidFill>
                  <a:srgbClr val="201333"/>
                </a:solidFill>
                <a:latin typeface="Arial"/>
                <a:ea typeface="Arial"/>
                <a:cs typeface="Arial"/>
              </a:defRPr>
            </a:pPr>
            <a:r>
              <a:rPr sz="653" b="1">
                <a:solidFill>
                  <a:srgbClr val="201333"/>
                </a:solidFill>
                <a:latin typeface="Arial"/>
                <a:ea typeface="Arial"/>
                <a:cs typeface="Arial"/>
              </a:rPr>
              <a:t>Find groups and public rides.</a:t>
            </a:r>
          </a:p>
        </p:txBody>
      </p:sp>
    </p:spTree>
    <p:extLst>
      <p:ext uri="{BB962C8B-B14F-4D97-AF65-F5344CB8AC3E}">
        <p14:creationId xmlns:p14="http://schemas.microsoft.com/office/powerpoint/2010/main" val="1925466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2026-10-29T13:45:01.5980000Z</dcterms:created>
  <dcterms:modified xsi:type="dcterms:W3CDTF">2026-10-29T13:45:01.5980000Z</dcterms:modified>
</coreProperties>
</file>