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3219ec58ec45db" /><Relationship Type="http://schemas.openxmlformats.org/officeDocument/2006/relationships/extended-properties" Target="/docProps/app.xml" Id="R3a0efd923fa442ed" /><Relationship Type="http://schemas.openxmlformats.org/officeDocument/2006/relationships/officeDocument" Target="/ppt/presentation.xml" Id="Ra1e810d9c69b4ce3" /></Relationships>
</file>

<file path=ppt/presentation.xml><?xml version="1.0" encoding="utf-8"?>
<p:presentation xmlns:p="http://schemas.openxmlformats.org/presentationml/2006/main">
  <p:sldMasterIdLst>
    <p:sldMasterId xmlns:r="http://schemas.openxmlformats.org/officeDocument/2006/relationships" id="2147483648" r:id="R03e2b1e0a6c5456a"/>
  </p:sldMasterIdLst>
  <p:notesMasterIdLst>
    <p:notesMasterId xmlns:r="http://schemas.openxmlformats.org/officeDocument/2006/relationships" r:id="R8809042f04ae4a6b"/>
  </p:notesMasterIdLst>
  <p:sldIdLst>
    <p:sldId xmlns:r="http://schemas.openxmlformats.org/officeDocument/2006/relationships" id="256" r:id="Rb59085aa26f34724"/>
    <p:sldId xmlns:r="http://schemas.openxmlformats.org/officeDocument/2006/relationships" id="257" r:id="R2ce8dc887fc941b5"/>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285c9010a94c4d" /><Relationship Type="http://schemas.openxmlformats.org/officeDocument/2006/relationships/slideMaster" Target="/ppt/slideMasters/slideMaster1.xml" Id="R03e2b1e0a6c5456a" /><Relationship Type="http://schemas.openxmlformats.org/officeDocument/2006/relationships/notesMaster" Target="/ppt/notesMasters/notesMaster1.xml" Id="R8809042f04ae4a6b" /><Relationship Type="http://schemas.openxmlformats.org/officeDocument/2006/relationships/presProps" Target="/ppt/presProps.xml" Id="R28a98b36e2164b10" /><Relationship Type="http://schemas.openxmlformats.org/officeDocument/2006/relationships/tableStyles" Target="/ppt/tableStyles.xml" Id="Ra144a958e3c14db6" /><Relationship Type="http://schemas.openxmlformats.org/officeDocument/2006/relationships/slide" Target="/ppt/slides/slide1.xml" Id="Rb59085aa26f34724" /><Relationship Type="http://schemas.openxmlformats.org/officeDocument/2006/relationships/slide" Target="/ppt/slides/slide2.xml" Id="R2ce8dc887fc941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1b1d1281b54cc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d7fa9e9488434a" /><Relationship Type="http://schemas.openxmlformats.org/officeDocument/2006/relationships/notesMaster" Target="/ppt/notesMasters/notesMaster1.xml" Id="R0a5b6423433142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62914348fc4823" /><Relationship Type="http://schemas.openxmlformats.org/officeDocument/2006/relationships/notesMaster" Target="/ppt/notesMasters/notesMaster1.xml" Id="Re9341b6f537148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display sign: find local cycling groups and public rides. QR opens 3fp.org. Check current listing details with the group or ride host.</a:t>
            </a:r>
          </a:p>
          <a:p xmlns:a="http://schemas.openxmlformats.org/drawingml/2006/main">
            <a:r>
              <a:t>VERSION REVIEW: v8 local edition; reviewed 2026-10-22. Exact 3FP message/artwork remains untested.</a:t>
            </a:r>
          </a:p>
          <a:p xmlns:a="http://schemas.openxmlformats.org/drawingml/2006/main">
            <a:r>
              <a:t>Emotional copy: “Meet your next riding buddy.” is a creative proposal informed by audience and behavior guidance. The exact print copy is untested and has not demonstrated crash reduction or crash prevention.</a:t>
            </a:r>
          </a:p>
          <a:p xmlns:a="http://schemas.openxmlformats.org/drawingml/2006/main">
            <a:r>
              <a:t>Evidence and endpoint: these materials help people find current listings; participation and listing use are access outcomes, not a safety intervention or proof of safety-in-numbers effects.</a:t>
            </a:r>
          </a:p>
          <a:p xmlns:a="http://schemas.openxmlformats.org/drawingml/2006/main">
            <a:r>
              <a:t>Practitioner delivery: confirm listings and direct participants to each host for current route, pace, access, regrouping, and format. Record successful navigation and participation separately from behavior and safety.</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3FP group directory: https://3fp.org/groups</a:t>
            </a:r>
          </a:p>
          <a:p xmlns:a="http://schemas.openxmlformats.org/drawingml/2006/main">
            <a:r>
              <a:t>3FP public ride directory: https://3fp.org/ride</a:t>
            </a:r>
          </a:p>
          <a:p xmlns:a="http://schemas.openxmlformats.org/drawingml/2006/main">
            <a:r>
              <a:t>3FP homepage and QR destination: https://3fp.org</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A.L.E.R.T. rider guide. The approved sequence is retained. The EYE-CATCHING sentence says bright clothing and lights may help, but neither guarantees a driver will see a rider; all remaining rider actions retain approved wording. QR opens 3fp.org.</a:t>
            </a:r>
          </a:p>
          <a:p xmlns:a="http://schemas.openxmlformats.org/drawingml/2006/main">
            <a:r>
              <a:t>VERSION REVIEW: v8 local edition; reviewed 2026-10-22. Exact 3FP message/artwork remains untested.</a:t>
            </a:r>
          </a:p>
          <a:p xmlns:a="http://schemas.openxmlformats.org/drawingml/2006/main">
            <a:r>
              <a:t>Emotional copy: “More good rides. More stories to tell. Stay A.L.E.R.T.” is a creative proposal informed by audience and behavior guidance. The exact print copy is untested and has not demonstrated crash reduction or crash prevention.</a:t>
            </a:r>
          </a:p>
          <a:p xmlns:a="http://schemas.openxmlformats.org/drawingml/2006/main">
            <a:r>
              <a:t>Evidence and endpoint: this rider reminder is guidance-informed and the exact A.L.E.R.T. material is untested. Measure comprehension or observed use of a specific precaution; do not infer driver detection, yielding, or crash effects.</a:t>
            </a:r>
          </a:p>
          <a:p xmlns:a="http://schemas.openxmlformats.org/drawingml/2006/main">
            <a:r>
              <a:t>Practitioner delivery: present rider precautions as optional practical tools. These precautions do not transfer driver responsibility or guarantee visibility; confirm resource listings before sharing the listings.</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League of American Bicyclists Rules of the Road: https://bikeleague.org/ridesmart/rules-of-the-road/</a:t>
            </a:r>
          </a:p>
          <a:p xmlns:a="http://schemas.openxmlformats.org/drawingml/2006/main">
            <a:r>
              <a:t>NHTSA Bicycle Safety: https://www.nhtsa.gov/road-safety/bicycle-safety</a:t>
            </a:r>
          </a:p>
          <a:p xmlns:a="http://schemas.openxmlformats.org/drawingml/2006/main">
            <a:r>
              <a:t>3FP public ride directory: https://3fp.org/ride</a:t>
            </a:r>
          </a:p>
          <a:p xmlns:a="http://schemas.openxmlformats.org/drawingml/2006/main">
            <a:r>
              <a:t>3FP group directory: https://3fp.org/groups</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82c741a49d4c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5a9d8ffbda1495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d89d4c054774ca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67b29d65e14c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33189ec1af4e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2cbdc5f52542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42878B-0A0E-479E-B2FC-0AA91EA5DACB}"/>
              </a:ext>
            </a:extLst>
          </p:cNvPr>
          <p:cNvSpPr>
            <a:spLocks xmlns:a="http://schemas.openxmlformats.org/drawingml/2006/main" noGrp="1"/>
          </p:cNvSpPr>
          <p:nvPr>
            <p:ph type="title" idx="0"/>
          </p:nvPr>
        </p:nvSpPr>
        <p:spPr>
          <a:xfrm xmlns:a="http://schemas.openxmlformats.org/drawingml/2006/main">
            <a:off x="777240" y="3799840"/>
            <a:ext cx="6217920" cy="14528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060" b="1">
                <a:solidFill>
                  <a:schemeClr val="tx1"/>
                </a:solidFill>
                <a:latin typeface="+mj-lt"/>
                <a:ea typeface="+mj-lt"/>
                <a:cs typeface="+mj-lt"/>
              </a:defRPr>
            </a:defPPr>
            <a:lvl1pPr marL="0" indent="0" algn="ctr">
              <a:lnSpc>
                <a:spcPct val="110000"/>
              </a:lnSpc>
              <a:spcBef>
                <a:spcPts val="0"/>
              </a:spcBef>
              <a:spcAft>
                <a:spcPts val="0"/>
              </a:spcAft>
              <a:buNone/>
              <a:defRPr sz="3060" b="1">
                <a:solidFill>
                  <a:schemeClr val="tx1"/>
                </a:solidFill>
                <a:latin typeface="+mj-lt"/>
                <a:ea typeface="+mj-lt"/>
                <a:cs typeface="+mj-lt"/>
              </a:defRPr>
            </a:lvl1pPr>
            <a:lvl2pPr marL="0" indent="0" algn="ctr">
              <a:lnSpc>
                <a:spcPct val="110000"/>
              </a:lnSpc>
              <a:spcBef>
                <a:spcPts val="0"/>
              </a:spcBef>
              <a:spcAft>
                <a:spcPts val="0"/>
              </a:spcAft>
              <a:buNone/>
              <a:defRPr sz="3060" b="1">
                <a:solidFill>
                  <a:schemeClr val="tx1"/>
                </a:solidFill>
                <a:latin typeface="+mj-lt"/>
                <a:ea typeface="+mj-lt"/>
                <a:cs typeface="+mj-lt"/>
              </a:defRPr>
            </a:lvl2pPr>
            <a:lvl3pPr marL="0" indent="0" algn="ctr">
              <a:lnSpc>
                <a:spcPct val="110000"/>
              </a:lnSpc>
              <a:spcBef>
                <a:spcPts val="0"/>
              </a:spcBef>
              <a:spcAft>
                <a:spcPts val="0"/>
              </a:spcAft>
              <a:buNone/>
              <a:defRPr sz="3060" b="1">
                <a:solidFill>
                  <a:schemeClr val="tx1"/>
                </a:solidFill>
                <a:latin typeface="+mj-lt"/>
                <a:ea typeface="+mj-lt"/>
                <a:cs typeface="+mj-lt"/>
              </a:defRPr>
            </a:lvl3pPr>
            <a:lvl4pPr marL="0" indent="0" algn="ctr">
              <a:lnSpc>
                <a:spcPct val="110000"/>
              </a:lnSpc>
              <a:spcBef>
                <a:spcPts val="0"/>
              </a:spcBef>
              <a:spcAft>
                <a:spcPts val="0"/>
              </a:spcAft>
              <a:buNone/>
              <a:defRPr sz="3060" b="1">
                <a:solidFill>
                  <a:schemeClr val="tx1"/>
                </a:solidFill>
                <a:latin typeface="+mj-lt"/>
                <a:ea typeface="+mj-lt"/>
                <a:cs typeface="+mj-lt"/>
              </a:defRPr>
            </a:lvl4pPr>
            <a:lvl5pPr marL="0" indent="0" algn="ctr">
              <a:lnSpc>
                <a:spcPct val="110000"/>
              </a:lnSpc>
              <a:spcBef>
                <a:spcPts val="0"/>
              </a:spcBef>
              <a:spcAft>
                <a:spcPts val="0"/>
              </a:spcAft>
              <a:buNone/>
              <a:defRPr sz="3060" b="1">
                <a:solidFill>
                  <a:schemeClr val="tx1"/>
                </a:solidFill>
                <a:latin typeface="+mj-lt"/>
                <a:ea typeface="+mj-lt"/>
                <a:cs typeface="+mj-lt"/>
              </a:defRPr>
            </a:lvl5pPr>
            <a:lvl6pPr marL="0" indent="0" algn="ctr">
              <a:lnSpc>
                <a:spcPct val="110000"/>
              </a:lnSpc>
              <a:spcBef>
                <a:spcPts val="0"/>
              </a:spcBef>
              <a:spcAft>
                <a:spcPts val="0"/>
              </a:spcAft>
              <a:buNone/>
              <a:defRPr sz="3060" b="1">
                <a:solidFill>
                  <a:schemeClr val="tx1"/>
                </a:solidFill>
                <a:latin typeface="+mj-lt"/>
                <a:ea typeface="+mj-lt"/>
                <a:cs typeface="+mj-lt"/>
              </a:defRPr>
            </a:lvl6pPr>
            <a:lvl7pPr marL="0" indent="0" algn="ctr">
              <a:lnSpc>
                <a:spcPct val="110000"/>
              </a:lnSpc>
              <a:spcBef>
                <a:spcPts val="0"/>
              </a:spcBef>
              <a:spcAft>
                <a:spcPts val="0"/>
              </a:spcAft>
              <a:buNone/>
              <a:defRPr sz="3060" b="1">
                <a:solidFill>
                  <a:schemeClr val="tx1"/>
                </a:solidFill>
                <a:latin typeface="+mj-lt"/>
                <a:ea typeface="+mj-lt"/>
                <a:cs typeface="+mj-lt"/>
              </a:defRPr>
            </a:lvl7pPr>
            <a:lvl8pPr marL="0" indent="0" algn="ctr">
              <a:lnSpc>
                <a:spcPct val="110000"/>
              </a:lnSpc>
              <a:spcBef>
                <a:spcPts val="0"/>
              </a:spcBef>
              <a:spcAft>
                <a:spcPts val="0"/>
              </a:spcAft>
              <a:buNone/>
              <a:defRPr sz="3060" b="1">
                <a:solidFill>
                  <a:schemeClr val="tx1"/>
                </a:solidFill>
                <a:latin typeface="+mj-lt"/>
                <a:ea typeface="+mj-lt"/>
                <a:cs typeface="+mj-lt"/>
              </a:defRPr>
            </a:lvl8pPr>
            <a:lvl9pPr marL="0" indent="0" algn="ctr">
              <a:lnSpc>
                <a:spcPct val="110000"/>
              </a:lnSpc>
              <a:spcBef>
                <a:spcPts val="0"/>
              </a:spcBef>
              <a:spcAft>
                <a:spcPts val="0"/>
              </a:spcAft>
              <a:buNone/>
              <a:defRPr sz="30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93FD86-4785-4BE0-9C0F-26A6BECE2772}"/>
              </a:ext>
            </a:extLst>
          </p:cNvPr>
          <p:cNvSpPr>
            <a:spLocks xmlns:a="http://schemas.openxmlformats.org/drawingml/2006/main" noGrp="1"/>
          </p:cNvSpPr>
          <p:nvPr>
            <p:ph type="subTitle" idx="1"/>
          </p:nvPr>
        </p:nvSpPr>
        <p:spPr>
          <a:xfrm xmlns:a="http://schemas.openxmlformats.org/drawingml/2006/main">
            <a:off x="1165860" y="5532120"/>
            <a:ext cx="544068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39" b="0">
                <a:solidFill>
                  <a:schemeClr val="tx1"/>
                </a:solidFill>
                <a:latin typeface="+mn-lt"/>
                <a:ea typeface="+mn-lt"/>
                <a:cs typeface="+mn-lt"/>
              </a:defRPr>
            </a:defPPr>
            <a:lvl1pPr marL="0" indent="0" algn="ctr">
              <a:lnSpc>
                <a:spcPct val="110000"/>
              </a:lnSpc>
              <a:spcBef>
                <a:spcPts val="0"/>
              </a:spcBef>
              <a:spcAft>
                <a:spcPts val="0"/>
              </a:spcAft>
              <a:buNone/>
              <a:defRPr sz="1339" b="0">
                <a:solidFill>
                  <a:schemeClr val="tx1"/>
                </a:solidFill>
                <a:latin typeface="+mn-lt"/>
                <a:ea typeface="+mn-lt"/>
                <a:cs typeface="+mn-lt"/>
              </a:defRPr>
            </a:lvl1pPr>
            <a:lvl2pPr marL="0" indent="0" algn="ctr">
              <a:lnSpc>
                <a:spcPct val="110000"/>
              </a:lnSpc>
              <a:spcBef>
                <a:spcPts val="0"/>
              </a:spcBef>
              <a:spcAft>
                <a:spcPts val="0"/>
              </a:spcAft>
              <a:buNone/>
              <a:defRPr sz="1339" b="0">
                <a:solidFill>
                  <a:schemeClr val="tx1"/>
                </a:solidFill>
                <a:latin typeface="+mn-lt"/>
                <a:ea typeface="+mn-lt"/>
                <a:cs typeface="+mn-lt"/>
              </a:defRPr>
            </a:lvl2pPr>
            <a:lvl3pPr marL="0" indent="0" algn="ctr">
              <a:lnSpc>
                <a:spcPct val="110000"/>
              </a:lnSpc>
              <a:spcBef>
                <a:spcPts val="0"/>
              </a:spcBef>
              <a:spcAft>
                <a:spcPts val="0"/>
              </a:spcAft>
              <a:buNone/>
              <a:defRPr sz="1339" b="0">
                <a:solidFill>
                  <a:schemeClr val="tx1"/>
                </a:solidFill>
                <a:latin typeface="+mn-lt"/>
                <a:ea typeface="+mn-lt"/>
                <a:cs typeface="+mn-lt"/>
              </a:defRPr>
            </a:lvl3pPr>
            <a:lvl4pPr marL="0" indent="0" algn="ctr">
              <a:lnSpc>
                <a:spcPct val="110000"/>
              </a:lnSpc>
              <a:spcBef>
                <a:spcPts val="0"/>
              </a:spcBef>
              <a:spcAft>
                <a:spcPts val="0"/>
              </a:spcAft>
              <a:buNone/>
              <a:defRPr sz="1339" b="0">
                <a:solidFill>
                  <a:schemeClr val="tx1"/>
                </a:solidFill>
                <a:latin typeface="+mn-lt"/>
                <a:ea typeface="+mn-lt"/>
                <a:cs typeface="+mn-lt"/>
              </a:defRPr>
            </a:lvl4pPr>
            <a:lvl5pPr marL="0" indent="0" algn="ctr">
              <a:lnSpc>
                <a:spcPct val="110000"/>
              </a:lnSpc>
              <a:spcBef>
                <a:spcPts val="0"/>
              </a:spcBef>
              <a:spcAft>
                <a:spcPts val="0"/>
              </a:spcAft>
              <a:buNone/>
              <a:defRPr sz="1339" b="0">
                <a:solidFill>
                  <a:schemeClr val="tx1"/>
                </a:solidFill>
                <a:latin typeface="+mn-lt"/>
                <a:ea typeface="+mn-lt"/>
                <a:cs typeface="+mn-lt"/>
              </a:defRPr>
            </a:lvl5pPr>
            <a:lvl6pPr marL="0" indent="0" algn="ctr">
              <a:lnSpc>
                <a:spcPct val="110000"/>
              </a:lnSpc>
              <a:spcBef>
                <a:spcPts val="0"/>
              </a:spcBef>
              <a:spcAft>
                <a:spcPts val="0"/>
              </a:spcAft>
              <a:buNone/>
              <a:defRPr sz="1339" b="0">
                <a:solidFill>
                  <a:schemeClr val="tx1"/>
                </a:solidFill>
                <a:latin typeface="+mn-lt"/>
                <a:ea typeface="+mn-lt"/>
                <a:cs typeface="+mn-lt"/>
              </a:defRPr>
            </a:lvl6pPr>
            <a:lvl7pPr marL="0" indent="0" algn="ctr">
              <a:lnSpc>
                <a:spcPct val="110000"/>
              </a:lnSpc>
              <a:spcBef>
                <a:spcPts val="0"/>
              </a:spcBef>
              <a:spcAft>
                <a:spcPts val="0"/>
              </a:spcAft>
              <a:buNone/>
              <a:defRPr sz="1339" b="0">
                <a:solidFill>
                  <a:schemeClr val="tx1"/>
                </a:solidFill>
                <a:latin typeface="+mn-lt"/>
                <a:ea typeface="+mn-lt"/>
                <a:cs typeface="+mn-lt"/>
              </a:defRPr>
            </a:lvl7pPr>
            <a:lvl8pPr marL="0" indent="0" algn="ctr">
              <a:lnSpc>
                <a:spcPct val="110000"/>
              </a:lnSpc>
              <a:spcBef>
                <a:spcPts val="0"/>
              </a:spcBef>
              <a:spcAft>
                <a:spcPts val="0"/>
              </a:spcAft>
              <a:buNone/>
              <a:defRPr sz="1339" b="0">
                <a:solidFill>
                  <a:schemeClr val="tx1"/>
                </a:solidFill>
                <a:latin typeface="+mn-lt"/>
                <a:ea typeface="+mn-lt"/>
                <a:cs typeface="+mn-lt"/>
              </a:defRPr>
            </a:lvl8pPr>
            <a:lvl9pPr marL="0" indent="0" algn="ctr">
              <a:lnSpc>
                <a:spcPct val="110000"/>
              </a:lnSpc>
              <a:spcBef>
                <a:spcPts val="0"/>
              </a:spcBef>
              <a:spcAft>
                <a:spcPts val="0"/>
              </a:spcAft>
              <a:buNone/>
              <a:defRPr sz="133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4381051-B7B8-491F-B712-1FF4D386A0B5}"/>
              </a:ext>
            </a:extLst>
          </p:cNvPr>
          <p:cNvSpPr>
            <a:spLocks xmlns:a="http://schemas.openxmlformats.org/drawingml/2006/main" noGrp="1"/>
          </p:cNvSpPr>
          <p:nvPr>
            <p:ph type="title" idx="0"/>
          </p:nvPr>
        </p:nvSpPr>
        <p:spPr>
          <a:xfrm xmlns:a="http://schemas.openxmlformats.org/drawingml/2006/main">
            <a:off x="777240" y="4191000"/>
            <a:ext cx="6217920" cy="1676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77" b="1">
                <a:solidFill>
                  <a:schemeClr val="tx1"/>
                </a:solidFill>
                <a:latin typeface="+mj-lt"/>
                <a:ea typeface="+mj-lt"/>
                <a:cs typeface="+mj-lt"/>
              </a:defRPr>
            </a:defPPr>
            <a:lvl1pPr marL="0" indent="0" algn="ctr">
              <a:lnSpc>
                <a:spcPct val="110000"/>
              </a:lnSpc>
              <a:spcBef>
                <a:spcPts val="0"/>
              </a:spcBef>
              <a:spcAft>
                <a:spcPts val="0"/>
              </a:spcAft>
              <a:buNone/>
              <a:defRPr sz="2677" b="1">
                <a:solidFill>
                  <a:schemeClr val="tx1"/>
                </a:solidFill>
                <a:latin typeface="+mj-lt"/>
                <a:ea typeface="+mj-lt"/>
                <a:cs typeface="+mj-lt"/>
              </a:defRPr>
            </a:lvl1pPr>
            <a:lvl2pPr marL="0" indent="0" algn="ctr">
              <a:lnSpc>
                <a:spcPct val="110000"/>
              </a:lnSpc>
              <a:spcBef>
                <a:spcPts val="0"/>
              </a:spcBef>
              <a:spcAft>
                <a:spcPts val="0"/>
              </a:spcAft>
              <a:buNone/>
              <a:defRPr sz="2677" b="1">
                <a:solidFill>
                  <a:schemeClr val="tx1"/>
                </a:solidFill>
                <a:latin typeface="+mj-lt"/>
                <a:ea typeface="+mj-lt"/>
                <a:cs typeface="+mj-lt"/>
              </a:defRPr>
            </a:lvl2pPr>
            <a:lvl3pPr marL="0" indent="0" algn="ctr">
              <a:lnSpc>
                <a:spcPct val="110000"/>
              </a:lnSpc>
              <a:spcBef>
                <a:spcPts val="0"/>
              </a:spcBef>
              <a:spcAft>
                <a:spcPts val="0"/>
              </a:spcAft>
              <a:buNone/>
              <a:defRPr sz="2677" b="1">
                <a:solidFill>
                  <a:schemeClr val="tx1"/>
                </a:solidFill>
                <a:latin typeface="+mj-lt"/>
                <a:ea typeface="+mj-lt"/>
                <a:cs typeface="+mj-lt"/>
              </a:defRPr>
            </a:lvl3pPr>
            <a:lvl4pPr marL="0" indent="0" algn="ctr">
              <a:lnSpc>
                <a:spcPct val="110000"/>
              </a:lnSpc>
              <a:spcBef>
                <a:spcPts val="0"/>
              </a:spcBef>
              <a:spcAft>
                <a:spcPts val="0"/>
              </a:spcAft>
              <a:buNone/>
              <a:defRPr sz="2677" b="1">
                <a:solidFill>
                  <a:schemeClr val="tx1"/>
                </a:solidFill>
                <a:latin typeface="+mj-lt"/>
                <a:ea typeface="+mj-lt"/>
                <a:cs typeface="+mj-lt"/>
              </a:defRPr>
            </a:lvl4pPr>
            <a:lvl5pPr marL="0" indent="0" algn="ctr">
              <a:lnSpc>
                <a:spcPct val="110000"/>
              </a:lnSpc>
              <a:spcBef>
                <a:spcPts val="0"/>
              </a:spcBef>
              <a:spcAft>
                <a:spcPts val="0"/>
              </a:spcAft>
              <a:buNone/>
              <a:defRPr sz="2677" b="1">
                <a:solidFill>
                  <a:schemeClr val="tx1"/>
                </a:solidFill>
                <a:latin typeface="+mj-lt"/>
                <a:ea typeface="+mj-lt"/>
                <a:cs typeface="+mj-lt"/>
              </a:defRPr>
            </a:lvl5pPr>
            <a:lvl6pPr marL="0" indent="0" algn="ctr">
              <a:lnSpc>
                <a:spcPct val="110000"/>
              </a:lnSpc>
              <a:spcBef>
                <a:spcPts val="0"/>
              </a:spcBef>
              <a:spcAft>
                <a:spcPts val="0"/>
              </a:spcAft>
              <a:buNone/>
              <a:defRPr sz="2677" b="1">
                <a:solidFill>
                  <a:schemeClr val="tx1"/>
                </a:solidFill>
                <a:latin typeface="+mj-lt"/>
                <a:ea typeface="+mj-lt"/>
                <a:cs typeface="+mj-lt"/>
              </a:defRPr>
            </a:lvl6pPr>
            <a:lvl7pPr marL="0" indent="0" algn="ctr">
              <a:lnSpc>
                <a:spcPct val="110000"/>
              </a:lnSpc>
              <a:spcBef>
                <a:spcPts val="0"/>
              </a:spcBef>
              <a:spcAft>
                <a:spcPts val="0"/>
              </a:spcAft>
              <a:buNone/>
              <a:defRPr sz="2677" b="1">
                <a:solidFill>
                  <a:schemeClr val="tx1"/>
                </a:solidFill>
                <a:latin typeface="+mj-lt"/>
                <a:ea typeface="+mj-lt"/>
                <a:cs typeface="+mj-lt"/>
              </a:defRPr>
            </a:lvl7pPr>
            <a:lvl8pPr marL="0" indent="0" algn="ctr">
              <a:lnSpc>
                <a:spcPct val="110000"/>
              </a:lnSpc>
              <a:spcBef>
                <a:spcPts val="0"/>
              </a:spcBef>
              <a:spcAft>
                <a:spcPts val="0"/>
              </a:spcAft>
              <a:buNone/>
              <a:defRPr sz="2677" b="1">
                <a:solidFill>
                  <a:schemeClr val="tx1"/>
                </a:solidFill>
                <a:latin typeface="+mj-lt"/>
                <a:ea typeface="+mj-lt"/>
                <a:cs typeface="+mj-lt"/>
              </a:defRPr>
            </a:lvl8pPr>
            <a:lvl9pPr marL="0" indent="0" algn="ctr">
              <a:lnSpc>
                <a:spcPct val="110000"/>
              </a:lnSpc>
              <a:spcBef>
                <a:spcPts val="0"/>
              </a:spcBef>
              <a:spcAft>
                <a:spcPts val="0"/>
              </a:spcAft>
              <a:buNone/>
              <a:defRPr sz="267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C56345-AF9B-42CE-A704-CC7909D00B51}"/>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8CDC894-79B9-4F9B-8E2C-1C9E68EEEF84}"/>
              </a:ext>
            </a:extLst>
          </p:cNvPr>
          <p:cNvSpPr>
            <a:spLocks xmlns:a="http://schemas.openxmlformats.org/drawingml/2006/main" noGrp="1"/>
          </p:cNvSpPr>
          <p:nvPr>
            <p:ph type="body" idx="1"/>
          </p:nvPr>
        </p:nvSpPr>
        <p:spPr>
          <a:xfrm xmlns:a="http://schemas.openxmlformats.org/drawingml/2006/main">
            <a:off x="437198" y="2794000"/>
            <a:ext cx="689800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A148CE-6670-47ED-B891-491AC69748CD}"/>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CDFC03-BDE2-4EA7-9851-07668FDD02B2}"/>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75B9AEB-B707-4671-8C74-3427CEAEAA41}"/>
              </a:ext>
            </a:extLst>
          </p:cNvPr>
          <p:cNvSpPr>
            <a:spLocks xmlns:a="http://schemas.openxmlformats.org/drawingml/2006/main" noGrp="1"/>
          </p:cNvSpPr>
          <p:nvPr>
            <p:ph type="body" idx="2"/>
          </p:nvPr>
        </p:nvSpPr>
        <p:spPr>
          <a:xfrm xmlns:a="http://schemas.openxmlformats.org/drawingml/2006/main">
            <a:off x="4129087"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4CB046-0DA6-4401-8319-A7E1CE5EEA85}"/>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D3B70C-1DB7-4E93-85F3-F0DE1E5AAA34}"/>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532ffcbb5e4fff" /><Relationship Type="http://schemas.openxmlformats.org/officeDocument/2006/relationships/slideLayout" Target="/ppt/slideLayouts/slideLayout1.xml" Id="R07e3e7c8d13d4aeb" /><Relationship Type="http://schemas.openxmlformats.org/officeDocument/2006/relationships/slideLayout" Target="/ppt/slideLayouts/slideLayout2.xml" Id="R8622841b62ea4d4c" /><Relationship Type="http://schemas.openxmlformats.org/officeDocument/2006/relationships/slideLayout" Target="/ppt/slideLayouts/slideLayout3.xml" Id="Rb278724fd1bd427e" /><Relationship Type="http://schemas.openxmlformats.org/officeDocument/2006/relationships/slideLayout" Target="/ppt/slideLayouts/slideLayout4.xml" Id="Ra39bcd11a660431e" /><Relationship Type="http://schemas.openxmlformats.org/officeDocument/2006/relationships/slideLayout" Target="/ppt/slideLayouts/slideLayout5.xml" Id="R36a0e85262324a89" /><Relationship Type="http://schemas.openxmlformats.org/officeDocument/2006/relationships/slideLayout" Target="/ppt/slideLayouts/slideLayout6.xml" Id="R25c0d50b942e41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e3e7c8d13d4aeb"/>
    <p:sldLayoutId xmlns:r="http://schemas.openxmlformats.org/officeDocument/2006/relationships" id="2147483650" r:id="R8622841b62ea4d4c"/>
    <p:sldLayoutId xmlns:r="http://schemas.openxmlformats.org/officeDocument/2006/relationships" id="2147483651" r:id="Rb278724fd1bd427e"/>
    <p:sldLayoutId xmlns:r="http://schemas.openxmlformats.org/officeDocument/2006/relationships" id="2147483652" r:id="Ra39bcd11a660431e"/>
    <p:sldLayoutId xmlns:r="http://schemas.openxmlformats.org/officeDocument/2006/relationships" id="2147483653" r:id="R36a0e85262324a89"/>
    <p:sldLayoutId xmlns:r="http://schemas.openxmlformats.org/officeDocument/2006/relationships" id="2147483654" r:id="R25c0d50b942e41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070643590b410a" /><Relationship Type="http://schemas.openxmlformats.org/officeDocument/2006/relationships/image" Target="/ppt/media/image.png" Id="R9e4a0c40322447cc" /><Relationship Type="http://schemas.openxmlformats.org/officeDocument/2006/relationships/image" Target="/ppt/media/image2.png" Id="R4f3878a6888042d2" /><Relationship Type="http://schemas.openxmlformats.org/officeDocument/2006/relationships/image" Target="/ppt/media/image3.png" Id="R749c46d263334f40" /><Relationship Type="http://schemas.openxmlformats.org/officeDocument/2006/relationships/image" Target="/ppt/media/image4.png" Id="R31d93e9b6eb14971" /><Relationship Type="http://schemas.openxmlformats.org/officeDocument/2006/relationships/notesSlide" Target="/ppt/notesSlides/notesSlide1.xml" Id="R43bc9a835c7546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9f2d9496c7b44a1" /><Relationship Type="http://schemas.openxmlformats.org/officeDocument/2006/relationships/image" Target="/ppt/media/image5.png" Id="R8898f91da2054576" /><Relationship Type="http://schemas.openxmlformats.org/officeDocument/2006/relationships/image" Target="/ppt/media/image6.png" Id="R8567578518ab462e" /><Relationship Type="http://schemas.openxmlformats.org/officeDocument/2006/relationships/image" Target="/ppt/media/image7.png" Id="R4a3ef65ef5d4488b" /><Relationship Type="http://schemas.openxmlformats.org/officeDocument/2006/relationships/notesSlide" Target="/ppt/notesSlides/notesSlide2.xml" Id="Rd8dfb857bc4e4792" /></Relationships>
</file>

<file path=ppt/slides/slide1.xml><?xml version="1.0" encoding="utf-8"?>
<p:sld xmlns:p="http://schemas.openxmlformats.org/presentationml/2006/main">
  <p:cSld>
    <p:bg>
      <p:bgPr>
        <a:solidFill xmlns:a="http://schemas.openxmlformats.org/drawingml/2006/main">
          <a:srgbClr val="FFFF0A"/>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3A7FC624-4D17-4E6A-8119-C94B8B528184}"/>
              </a:ext>
            </a:extLst>
          </p:cNvPr>
          <p:cNvPicPr>
            <a:picLocks xmlns:a="http://schemas.openxmlformats.org/drawingml/2006/main" noChangeAspect="1"/>
          </p:cNvPicPr>
          <p:nvPr/>
        </p:nvPicPr>
        <p:blipFill>
          <a:blip xmlns:r="http://schemas.openxmlformats.org/officeDocument/2006/relationships" xmlns:a="http://schemas.openxmlformats.org/drawingml/2006/main" r:embed="R9e4a0c40322447cc"/>
          <a:srcRect xmlns:a="http://schemas.openxmlformats.org/drawingml/2006/main" l="0" t="0" r="0" b="0"/>
          <a:stretch xmlns:a="http://schemas.openxmlformats.org/drawingml/2006/main">
            <a:fillRect l="0" t="0" r="0" b="0"/>
          </a:stretch>
        </p:blipFill>
        <p:spPr>
          <a:xfrm xmlns:a="http://schemas.openxmlformats.org/drawingml/2006/main">
            <a:off x="0" y="0"/>
            <a:ext cx="4572000" cy="6858000"/>
          </a:xfrm>
          <a:prstGeom xmlns:a="http://schemas.openxmlformats.org/drawingml/2006/main" prst="rect">
            <a:avLst/>
          </a:prstGeom>
        </p:spPr>
      </p:pic>
      <p:sp>
        <p:nvSpPr>
          <p:cNvPr id="2" name="Public sign discovery panel">
            <a:extLst xmlns:a="http://schemas.openxmlformats.org/drawingml/2006/main">
              <a:ext uri="{FF2B5EF4-FFF2-40B4-BE49-F238E27FC236}">
                <a16:creationId xmlns:a16="http://schemas.microsoft.com/office/drawing/2014/main" id="{1592D5E2-57EE-4FD1-9C25-95F7EC472CCE}"/>
              </a:ext>
            </a:extLst>
          </p:cNvPr>
          <p:cNvSpPr>
            <a:spLocks xmlns:a="http://schemas.openxmlformats.org/drawingml/2006/main" noGrp="1"/>
          </p:cNvSpPr>
          <p:nvPr/>
        </p:nvSpPr>
        <p:spPr>
          <a:xfrm xmlns:a="http://schemas.openxmlformats.org/drawingml/2006/main">
            <a:off x="4572000" y="0"/>
            <a:ext cx="3200400" cy="9144000"/>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3" name="Discovery sign brand">
            <a:extLst xmlns:a="http://schemas.openxmlformats.org/drawingml/2006/main">
              <a:ext uri="{FF2B5EF4-FFF2-40B4-BE49-F238E27FC236}">
                <a16:creationId xmlns:a16="http://schemas.microsoft.com/office/drawing/2014/main" id="{CBAA3EDA-5C6B-41BB-942B-EFC884AD8E32}"/>
              </a:ext>
            </a:extLst>
          </p:cNvPr>
          <p:cNvSpPr>
            <a:spLocks xmlns:a="http://schemas.openxmlformats.org/drawingml/2006/main" noGrp="1"/>
          </p:cNvSpPr>
          <p:nvPr/>
        </p:nvSpPr>
        <p:spPr>
          <a:xfrm xmlns:a="http://schemas.openxmlformats.org/drawingml/2006/main">
            <a:off x="4876800" y="5143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50" b="1">
                <a:solidFill>
                  <a:srgbClr val="7926CB"/>
                </a:solidFill>
                <a:latin typeface="Space Grotesk"/>
                <a:ea typeface="Space Grotesk"/>
                <a:cs typeface="Space Grotesk"/>
              </a:defRPr>
            </a:defPPr>
            <a:lvl1pPr algn="l">
              <a:defRPr sz="1250" b="1">
                <a:solidFill>
                  <a:srgbClr val="7926CB"/>
                </a:solidFill>
                <a:latin typeface="Space Grotesk"/>
                <a:ea typeface="Space Grotesk"/>
                <a:cs typeface="Space Grotesk"/>
              </a:defRPr>
            </a:lvl1pPr>
            <a:lvl2pPr algn="l">
              <a:defRPr sz="1250" b="1">
                <a:solidFill>
                  <a:srgbClr val="7926CB"/>
                </a:solidFill>
                <a:latin typeface="Space Grotesk"/>
                <a:ea typeface="Space Grotesk"/>
                <a:cs typeface="Space Grotesk"/>
              </a:defRPr>
            </a:lvl2pPr>
            <a:lvl3pPr algn="l">
              <a:defRPr sz="1250" b="1">
                <a:solidFill>
                  <a:srgbClr val="7926CB"/>
                </a:solidFill>
                <a:latin typeface="Space Grotesk"/>
                <a:ea typeface="Space Grotesk"/>
                <a:cs typeface="Space Grotesk"/>
              </a:defRPr>
            </a:lvl3pPr>
            <a:lvl4pPr algn="l">
              <a:defRPr sz="1250" b="1">
                <a:solidFill>
                  <a:srgbClr val="7926CB"/>
                </a:solidFill>
                <a:latin typeface="Space Grotesk"/>
                <a:ea typeface="Space Grotesk"/>
                <a:cs typeface="Space Grotesk"/>
              </a:defRPr>
            </a:lvl4pPr>
            <a:lvl5pPr algn="l">
              <a:defRPr sz="1250" b="1">
                <a:solidFill>
                  <a:srgbClr val="7926CB"/>
                </a:solidFill>
                <a:latin typeface="Space Grotesk"/>
                <a:ea typeface="Space Grotesk"/>
                <a:cs typeface="Space Grotesk"/>
              </a:defRPr>
            </a:lvl5pPr>
            <a:lvl6pPr algn="l">
              <a:defRPr sz="1250" b="1">
                <a:solidFill>
                  <a:srgbClr val="7926CB"/>
                </a:solidFill>
                <a:latin typeface="Space Grotesk"/>
                <a:ea typeface="Space Grotesk"/>
                <a:cs typeface="Space Grotesk"/>
              </a:defRPr>
            </a:lvl6pPr>
            <a:lvl7pPr algn="l">
              <a:defRPr sz="1250" b="1">
                <a:solidFill>
                  <a:srgbClr val="7926CB"/>
                </a:solidFill>
                <a:latin typeface="Space Grotesk"/>
                <a:ea typeface="Space Grotesk"/>
                <a:cs typeface="Space Grotesk"/>
              </a:defRPr>
            </a:lvl7pPr>
            <a:lvl8pPr algn="l">
              <a:defRPr sz="1250" b="1">
                <a:solidFill>
                  <a:srgbClr val="7926CB"/>
                </a:solidFill>
                <a:latin typeface="Space Grotesk"/>
                <a:ea typeface="Space Grotesk"/>
                <a:cs typeface="Space Grotesk"/>
              </a:defRPr>
            </a:lvl8pPr>
            <a:lvl9pPr algn="l">
              <a:defRPr sz="1250" b="1">
                <a:solidFill>
                  <a:srgbClr val="7926CB"/>
                </a:solidFill>
                <a:latin typeface="Space Grotesk"/>
                <a:ea typeface="Space Grotesk"/>
                <a:cs typeface="Space Grotesk"/>
              </a:defRPr>
            </a:lvl9pPr>
          </a:lstStyle>
          <a:p xmlns:a="http://schemas.openxmlformats.org/drawingml/2006/main">
            <a:pPr algn="l">
              <a:lnSpc>
                <a:spcPct val="100000"/>
              </a:lnSpc>
              <a:buNone/>
              <a:defRPr sz="1250" b="1">
                <a:solidFill>
                  <a:srgbClr val="7926CB"/>
                </a:solidFill>
                <a:latin typeface="Space Grotesk"/>
                <a:ea typeface="Space Grotesk"/>
                <a:cs typeface="Space Grotesk"/>
              </a:defRPr>
            </a:pPr>
            <a:r>
              <a:rPr sz="1250" b="1">
                <a:solidFill>
                  <a:srgbClr val="7926CB"/>
                </a:solidFill>
                <a:latin typeface="Space Grotesk"/>
                <a:ea typeface="Space Grotesk"/>
                <a:cs typeface="Space Grotesk"/>
              </a:rPr>
              <a:t>3 FEET PLEASE</a:t>
            </a:r>
          </a:p>
        </p:txBody>
      </p:sp>
      <p:sp>
        <p:nvSpPr>
          <p:cNvPr id="4" name="Discovery sign headline">
            <a:extLst xmlns:a="http://schemas.openxmlformats.org/drawingml/2006/main">
              <a:ext uri="{FF2B5EF4-FFF2-40B4-BE49-F238E27FC236}">
                <a16:creationId xmlns:a16="http://schemas.microsoft.com/office/drawing/2014/main" id="{9049F44F-7A3D-45DF-907C-FE1DD0C0CFBD}"/>
              </a:ext>
            </a:extLst>
          </p:cNvPr>
          <p:cNvSpPr>
            <a:spLocks xmlns:a="http://schemas.openxmlformats.org/drawingml/2006/main" noGrp="1"/>
          </p:cNvSpPr>
          <p:nvPr/>
        </p:nvSpPr>
        <p:spPr>
          <a:xfrm xmlns:a="http://schemas.openxmlformats.org/drawingml/2006/main">
            <a:off x="4876800" y="1028700"/>
            <a:ext cx="2571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7926CB"/>
                </a:solidFill>
                <a:latin typeface="Space Grotesk"/>
                <a:ea typeface="Space Grotesk"/>
                <a:cs typeface="Space Grotesk"/>
              </a:defRPr>
            </a:defPPr>
            <a:lvl1pPr algn="l">
              <a:defRPr sz="2400" b="1">
                <a:solidFill>
                  <a:srgbClr val="7926CB"/>
                </a:solidFill>
                <a:latin typeface="Space Grotesk"/>
                <a:ea typeface="Space Grotesk"/>
                <a:cs typeface="Space Grotesk"/>
              </a:defRPr>
            </a:lvl1pPr>
            <a:lvl2pPr algn="l">
              <a:defRPr sz="2400" b="1">
                <a:solidFill>
                  <a:srgbClr val="7926CB"/>
                </a:solidFill>
                <a:latin typeface="Space Grotesk"/>
                <a:ea typeface="Space Grotesk"/>
                <a:cs typeface="Space Grotesk"/>
              </a:defRPr>
            </a:lvl2pPr>
            <a:lvl3pPr algn="l">
              <a:defRPr sz="2400" b="1">
                <a:solidFill>
                  <a:srgbClr val="7926CB"/>
                </a:solidFill>
                <a:latin typeface="Space Grotesk"/>
                <a:ea typeface="Space Grotesk"/>
                <a:cs typeface="Space Grotesk"/>
              </a:defRPr>
            </a:lvl3pPr>
            <a:lvl4pPr algn="l">
              <a:defRPr sz="2400" b="1">
                <a:solidFill>
                  <a:srgbClr val="7926CB"/>
                </a:solidFill>
                <a:latin typeface="Space Grotesk"/>
                <a:ea typeface="Space Grotesk"/>
                <a:cs typeface="Space Grotesk"/>
              </a:defRPr>
            </a:lvl4pPr>
            <a:lvl5pPr algn="l">
              <a:defRPr sz="2400" b="1">
                <a:solidFill>
                  <a:srgbClr val="7926CB"/>
                </a:solidFill>
                <a:latin typeface="Space Grotesk"/>
                <a:ea typeface="Space Grotesk"/>
                <a:cs typeface="Space Grotesk"/>
              </a:defRPr>
            </a:lvl5pPr>
            <a:lvl6pPr algn="l">
              <a:defRPr sz="2400" b="1">
                <a:solidFill>
                  <a:srgbClr val="7926CB"/>
                </a:solidFill>
                <a:latin typeface="Space Grotesk"/>
                <a:ea typeface="Space Grotesk"/>
                <a:cs typeface="Space Grotesk"/>
              </a:defRPr>
            </a:lvl6pPr>
            <a:lvl7pPr algn="l">
              <a:defRPr sz="2400" b="1">
                <a:solidFill>
                  <a:srgbClr val="7926CB"/>
                </a:solidFill>
                <a:latin typeface="Space Grotesk"/>
                <a:ea typeface="Space Grotesk"/>
                <a:cs typeface="Space Grotesk"/>
              </a:defRPr>
            </a:lvl7pPr>
            <a:lvl8pPr algn="l">
              <a:defRPr sz="2400" b="1">
                <a:solidFill>
                  <a:srgbClr val="7926CB"/>
                </a:solidFill>
                <a:latin typeface="Space Grotesk"/>
                <a:ea typeface="Space Grotesk"/>
                <a:cs typeface="Space Grotesk"/>
              </a:defRPr>
            </a:lvl8pPr>
            <a:lvl9pPr algn="l">
              <a:defRPr sz="2400" b="1">
                <a:solidFill>
                  <a:srgbClr val="7926CB"/>
                </a:solidFill>
                <a:latin typeface="Space Grotesk"/>
                <a:ea typeface="Space Grotesk"/>
                <a:cs typeface="Space Grotesk"/>
              </a:defRPr>
            </a:lvl9pPr>
          </a:lstStyle>
          <a:p xmlns:a="http://schemas.openxmlformats.org/drawingml/2006/main">
            <a:pPr algn="l">
              <a:lnSpc>
                <a:spcPct val="94000"/>
              </a:lnSpc>
              <a:buNone/>
              <a:defRPr sz="2400" b="1">
                <a:solidFill>
                  <a:srgbClr val="7926CB"/>
                </a:solidFill>
                <a:latin typeface="Space Grotesk"/>
                <a:ea typeface="Space Grotesk"/>
                <a:cs typeface="Space Grotesk"/>
              </a:defRPr>
            </a:pPr>
            <a:r>
              <a:rPr sz="2400" b="1">
                <a:solidFill>
                  <a:srgbClr val="7926CB"/>
                </a:solidFill>
                <a:latin typeface="Space Grotesk"/>
                <a:ea typeface="Space Grotesk"/>
                <a:cs typeface="Space Grotesk"/>
              </a:rPr>
              <a:t>Meet your next</a:t>
            </a:r>
          </a:p>
          <a:p xmlns:a="http://schemas.openxmlformats.org/drawingml/2006/main">
            <a:pPr algn="l">
              <a:lnSpc>
                <a:spcPct val="94000"/>
              </a:lnSpc>
              <a:buNone/>
              <a:defRPr sz="2400" b="1">
                <a:solidFill>
                  <a:srgbClr val="7926CB"/>
                </a:solidFill>
                <a:latin typeface="Space Grotesk"/>
                <a:ea typeface="Space Grotesk"/>
                <a:cs typeface="Space Grotesk"/>
              </a:defRPr>
            </a:pPr>
            <a:r>
              <a:rPr sz="2400" b="1">
                <a:solidFill>
                  <a:srgbClr val="7926CB"/>
                </a:solidFill>
                <a:latin typeface="Space Grotesk"/>
                <a:ea typeface="Space Grotesk"/>
                <a:cs typeface="Space Grotesk"/>
              </a:rPr>
              <a:t>riding buddy.</a:t>
            </a:r>
          </a:p>
        </p:txBody>
      </p:sp>
      <p:sp>
        <p:nvSpPr>
          <p:cNvPr id="5" name="Discovery sign subhead">
            <a:extLst xmlns:a="http://schemas.openxmlformats.org/drawingml/2006/main">
              <a:ext uri="{FF2B5EF4-FFF2-40B4-BE49-F238E27FC236}">
                <a16:creationId xmlns:a16="http://schemas.microsoft.com/office/drawing/2014/main" id="{F63F1720-599A-47A4-A508-22B1D618B9F5}"/>
              </a:ext>
            </a:extLst>
          </p:cNvPr>
          <p:cNvSpPr>
            <a:spLocks xmlns:a="http://schemas.openxmlformats.org/drawingml/2006/main" noGrp="1"/>
          </p:cNvSpPr>
          <p:nvPr/>
        </p:nvSpPr>
        <p:spPr>
          <a:xfrm xmlns:a="http://schemas.openxmlformats.org/drawingml/2006/main">
            <a:off x="4876800" y="2305050"/>
            <a:ext cx="2590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1">
                <a:solidFill>
                  <a:srgbClr val="35125F"/>
                </a:solidFill>
                <a:latin typeface="Space Grotesk"/>
                <a:ea typeface="Space Grotesk"/>
                <a:cs typeface="Space Grotesk"/>
              </a:defRPr>
            </a:defPPr>
            <a:lvl1pPr algn="l">
              <a:defRPr sz="1500" b="1">
                <a:solidFill>
                  <a:srgbClr val="35125F"/>
                </a:solidFill>
                <a:latin typeface="Space Grotesk"/>
                <a:ea typeface="Space Grotesk"/>
                <a:cs typeface="Space Grotesk"/>
              </a:defRPr>
            </a:lvl1pPr>
            <a:lvl2pPr algn="l">
              <a:defRPr sz="1500" b="1">
                <a:solidFill>
                  <a:srgbClr val="35125F"/>
                </a:solidFill>
                <a:latin typeface="Space Grotesk"/>
                <a:ea typeface="Space Grotesk"/>
                <a:cs typeface="Space Grotesk"/>
              </a:defRPr>
            </a:lvl2pPr>
            <a:lvl3pPr algn="l">
              <a:defRPr sz="1500" b="1">
                <a:solidFill>
                  <a:srgbClr val="35125F"/>
                </a:solidFill>
                <a:latin typeface="Space Grotesk"/>
                <a:ea typeface="Space Grotesk"/>
                <a:cs typeface="Space Grotesk"/>
              </a:defRPr>
            </a:lvl3pPr>
            <a:lvl4pPr algn="l">
              <a:defRPr sz="1500" b="1">
                <a:solidFill>
                  <a:srgbClr val="35125F"/>
                </a:solidFill>
                <a:latin typeface="Space Grotesk"/>
                <a:ea typeface="Space Grotesk"/>
                <a:cs typeface="Space Grotesk"/>
              </a:defRPr>
            </a:lvl4pPr>
            <a:lvl5pPr algn="l">
              <a:defRPr sz="1500" b="1">
                <a:solidFill>
                  <a:srgbClr val="35125F"/>
                </a:solidFill>
                <a:latin typeface="Space Grotesk"/>
                <a:ea typeface="Space Grotesk"/>
                <a:cs typeface="Space Grotesk"/>
              </a:defRPr>
            </a:lvl5pPr>
            <a:lvl6pPr algn="l">
              <a:defRPr sz="1500" b="1">
                <a:solidFill>
                  <a:srgbClr val="35125F"/>
                </a:solidFill>
                <a:latin typeface="Space Grotesk"/>
                <a:ea typeface="Space Grotesk"/>
                <a:cs typeface="Space Grotesk"/>
              </a:defRPr>
            </a:lvl6pPr>
            <a:lvl7pPr algn="l">
              <a:defRPr sz="1500" b="1">
                <a:solidFill>
                  <a:srgbClr val="35125F"/>
                </a:solidFill>
                <a:latin typeface="Space Grotesk"/>
                <a:ea typeface="Space Grotesk"/>
                <a:cs typeface="Space Grotesk"/>
              </a:defRPr>
            </a:lvl7pPr>
            <a:lvl8pPr algn="l">
              <a:defRPr sz="1500" b="1">
                <a:solidFill>
                  <a:srgbClr val="35125F"/>
                </a:solidFill>
                <a:latin typeface="Space Grotesk"/>
                <a:ea typeface="Space Grotesk"/>
                <a:cs typeface="Space Grotesk"/>
              </a:defRPr>
            </a:lvl8pPr>
            <a:lvl9pPr algn="l">
              <a:defRPr sz="1500" b="1">
                <a:solidFill>
                  <a:srgbClr val="35125F"/>
                </a:solidFill>
                <a:latin typeface="Space Grotesk"/>
                <a:ea typeface="Space Grotesk"/>
                <a:cs typeface="Space Grotesk"/>
              </a:defRPr>
            </a:lvl9pPr>
          </a:lstStyle>
          <a:p xmlns:a="http://schemas.openxmlformats.org/drawingml/2006/main">
            <a:pPr algn="l">
              <a:lnSpc>
                <a:spcPct val="100000"/>
              </a:lnSpc>
              <a:buNone/>
              <a:defRPr sz="1500" b="1">
                <a:solidFill>
                  <a:srgbClr val="35125F"/>
                </a:solidFill>
                <a:latin typeface="Space Grotesk"/>
                <a:ea typeface="Space Grotesk"/>
                <a:cs typeface="Space Grotesk"/>
              </a:defRPr>
            </a:pPr>
            <a:r>
              <a:rPr sz="1500" b="1">
                <a:solidFill>
                  <a:srgbClr val="35125F"/>
                </a:solidFill>
                <a:latin typeface="Space Grotesk"/>
                <a:ea typeface="Space Grotesk"/>
                <a:cs typeface="Space Grotesk"/>
              </a:rPr>
              <a:t>More ways to ride.</a:t>
            </a:r>
          </a:p>
        </p:txBody>
      </p:sp>
      <p:sp>
        <p:nvSpPr>
          <p:cNvPr id="6" name="Discovery sign introduction">
            <a:extLst xmlns:a="http://schemas.openxmlformats.org/drawingml/2006/main">
              <a:ext uri="{FF2B5EF4-FFF2-40B4-BE49-F238E27FC236}">
                <a16:creationId xmlns:a16="http://schemas.microsoft.com/office/drawing/2014/main" id="{22B956DD-5E69-4295-9585-C2B220271EDE}"/>
              </a:ext>
            </a:extLst>
          </p:cNvPr>
          <p:cNvSpPr>
            <a:spLocks xmlns:a="http://schemas.openxmlformats.org/drawingml/2006/main" noGrp="1"/>
          </p:cNvSpPr>
          <p:nvPr/>
        </p:nvSpPr>
        <p:spPr>
          <a:xfrm xmlns:a="http://schemas.openxmlformats.org/drawingml/2006/main">
            <a:off x="4876800" y="2847975"/>
            <a:ext cx="25908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10" b="0">
                <a:solidFill>
                  <a:srgbClr val="23143A"/>
                </a:solidFill>
                <a:latin typeface="Arial"/>
                <a:ea typeface="Arial"/>
                <a:cs typeface="Arial"/>
              </a:defRPr>
            </a:defPPr>
            <a:lvl1pPr algn="l">
              <a:defRPr sz="1110" b="0">
                <a:solidFill>
                  <a:srgbClr val="23143A"/>
                </a:solidFill>
                <a:latin typeface="Arial"/>
                <a:ea typeface="Arial"/>
                <a:cs typeface="Arial"/>
              </a:defRPr>
            </a:lvl1pPr>
            <a:lvl2pPr algn="l">
              <a:defRPr sz="1110" b="0">
                <a:solidFill>
                  <a:srgbClr val="23143A"/>
                </a:solidFill>
                <a:latin typeface="Arial"/>
                <a:ea typeface="Arial"/>
                <a:cs typeface="Arial"/>
              </a:defRPr>
            </a:lvl2pPr>
            <a:lvl3pPr algn="l">
              <a:defRPr sz="1110" b="0">
                <a:solidFill>
                  <a:srgbClr val="23143A"/>
                </a:solidFill>
                <a:latin typeface="Arial"/>
                <a:ea typeface="Arial"/>
                <a:cs typeface="Arial"/>
              </a:defRPr>
            </a:lvl3pPr>
            <a:lvl4pPr algn="l">
              <a:defRPr sz="1110" b="0">
                <a:solidFill>
                  <a:srgbClr val="23143A"/>
                </a:solidFill>
                <a:latin typeface="Arial"/>
                <a:ea typeface="Arial"/>
                <a:cs typeface="Arial"/>
              </a:defRPr>
            </a:lvl4pPr>
            <a:lvl5pPr algn="l">
              <a:defRPr sz="1110" b="0">
                <a:solidFill>
                  <a:srgbClr val="23143A"/>
                </a:solidFill>
                <a:latin typeface="Arial"/>
                <a:ea typeface="Arial"/>
                <a:cs typeface="Arial"/>
              </a:defRPr>
            </a:lvl5pPr>
            <a:lvl6pPr algn="l">
              <a:defRPr sz="1110" b="0">
                <a:solidFill>
                  <a:srgbClr val="23143A"/>
                </a:solidFill>
                <a:latin typeface="Arial"/>
                <a:ea typeface="Arial"/>
                <a:cs typeface="Arial"/>
              </a:defRPr>
            </a:lvl6pPr>
            <a:lvl7pPr algn="l">
              <a:defRPr sz="1110" b="0">
                <a:solidFill>
                  <a:srgbClr val="23143A"/>
                </a:solidFill>
                <a:latin typeface="Arial"/>
                <a:ea typeface="Arial"/>
                <a:cs typeface="Arial"/>
              </a:defRPr>
            </a:lvl7pPr>
            <a:lvl8pPr algn="l">
              <a:defRPr sz="1110" b="0">
                <a:solidFill>
                  <a:srgbClr val="23143A"/>
                </a:solidFill>
                <a:latin typeface="Arial"/>
                <a:ea typeface="Arial"/>
                <a:cs typeface="Arial"/>
              </a:defRPr>
            </a:lvl8pPr>
            <a:lvl9pPr algn="l">
              <a:defRPr sz="1110" b="0">
                <a:solidFill>
                  <a:srgbClr val="23143A"/>
                </a:solidFill>
                <a:latin typeface="Arial"/>
                <a:ea typeface="Arial"/>
                <a:cs typeface="Arial"/>
              </a:defRPr>
            </a:lvl9pPr>
          </a:lstStyle>
          <a:p xmlns:a="http://schemas.openxmlformats.org/drawingml/2006/main">
            <a:pPr algn="l">
              <a:lnSpc>
                <a:spcPct val="102000"/>
              </a:lnSpc>
              <a:buNone/>
              <a:defRPr sz="1110" b="0">
                <a:solidFill>
                  <a:srgbClr val="23143A"/>
                </a:solidFill>
                <a:latin typeface="Arial"/>
                <a:ea typeface="Arial"/>
                <a:cs typeface="Arial"/>
              </a:defRPr>
            </a:pPr>
            <a:r>
              <a:rPr sz="1110" b="0">
                <a:solidFill>
                  <a:srgbClr val="23143A"/>
                </a:solidFill>
                <a:latin typeface="Arial"/>
                <a:ea typeface="Arial"/>
                <a:cs typeface="Arial"/>
              </a:rPr>
              <a:t>Looking for a local cycling group or a public ride? Browse listings, see what’s happening, and check the details with the group or ride host.</a:t>
            </a:r>
          </a:p>
        </p:txBody>
      </p:sp>
      <p:sp>
        <p:nvSpPr>
          <p:cNvPr id="7" name="Discovery sign group label">
            <a:extLst xmlns:a="http://schemas.openxmlformats.org/drawingml/2006/main">
              <a:ext uri="{FF2B5EF4-FFF2-40B4-BE49-F238E27FC236}">
                <a16:creationId xmlns:a16="http://schemas.microsoft.com/office/drawing/2014/main" id="{D08C1B28-6D0A-4CB8-B9C8-19EA4A69C10D}"/>
              </a:ext>
            </a:extLst>
          </p:cNvPr>
          <p:cNvSpPr>
            <a:spLocks xmlns:a="http://schemas.openxmlformats.org/drawingml/2006/main" noGrp="1"/>
          </p:cNvSpPr>
          <p:nvPr/>
        </p:nvSpPr>
        <p:spPr>
          <a:xfrm xmlns:a="http://schemas.openxmlformats.org/drawingml/2006/main">
            <a:off x="4876800" y="4543425"/>
            <a:ext cx="2590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30" b="1">
                <a:solidFill>
                  <a:srgbClr val="7926CB"/>
                </a:solidFill>
                <a:latin typeface="Space Grotesk"/>
                <a:ea typeface="Space Grotesk"/>
                <a:cs typeface="Space Grotesk"/>
              </a:defRPr>
            </a:defPPr>
            <a:lvl1pPr algn="l">
              <a:defRPr sz="1130" b="1">
                <a:solidFill>
                  <a:srgbClr val="7926CB"/>
                </a:solidFill>
                <a:latin typeface="Space Grotesk"/>
                <a:ea typeface="Space Grotesk"/>
                <a:cs typeface="Space Grotesk"/>
              </a:defRPr>
            </a:lvl1pPr>
            <a:lvl2pPr algn="l">
              <a:defRPr sz="1130" b="1">
                <a:solidFill>
                  <a:srgbClr val="7926CB"/>
                </a:solidFill>
                <a:latin typeface="Space Grotesk"/>
                <a:ea typeface="Space Grotesk"/>
                <a:cs typeface="Space Grotesk"/>
              </a:defRPr>
            </a:lvl2pPr>
            <a:lvl3pPr algn="l">
              <a:defRPr sz="1130" b="1">
                <a:solidFill>
                  <a:srgbClr val="7926CB"/>
                </a:solidFill>
                <a:latin typeface="Space Grotesk"/>
                <a:ea typeface="Space Grotesk"/>
                <a:cs typeface="Space Grotesk"/>
              </a:defRPr>
            </a:lvl3pPr>
            <a:lvl4pPr algn="l">
              <a:defRPr sz="1130" b="1">
                <a:solidFill>
                  <a:srgbClr val="7926CB"/>
                </a:solidFill>
                <a:latin typeface="Space Grotesk"/>
                <a:ea typeface="Space Grotesk"/>
                <a:cs typeface="Space Grotesk"/>
              </a:defRPr>
            </a:lvl4pPr>
            <a:lvl5pPr algn="l">
              <a:defRPr sz="1130" b="1">
                <a:solidFill>
                  <a:srgbClr val="7926CB"/>
                </a:solidFill>
                <a:latin typeface="Space Grotesk"/>
                <a:ea typeface="Space Grotesk"/>
                <a:cs typeface="Space Grotesk"/>
              </a:defRPr>
            </a:lvl5pPr>
            <a:lvl6pPr algn="l">
              <a:defRPr sz="1130" b="1">
                <a:solidFill>
                  <a:srgbClr val="7926CB"/>
                </a:solidFill>
                <a:latin typeface="Space Grotesk"/>
                <a:ea typeface="Space Grotesk"/>
                <a:cs typeface="Space Grotesk"/>
              </a:defRPr>
            </a:lvl6pPr>
            <a:lvl7pPr algn="l">
              <a:defRPr sz="1130" b="1">
                <a:solidFill>
                  <a:srgbClr val="7926CB"/>
                </a:solidFill>
                <a:latin typeface="Space Grotesk"/>
                <a:ea typeface="Space Grotesk"/>
                <a:cs typeface="Space Grotesk"/>
              </a:defRPr>
            </a:lvl7pPr>
            <a:lvl8pPr algn="l">
              <a:defRPr sz="1130" b="1">
                <a:solidFill>
                  <a:srgbClr val="7926CB"/>
                </a:solidFill>
                <a:latin typeface="Space Grotesk"/>
                <a:ea typeface="Space Grotesk"/>
                <a:cs typeface="Space Grotesk"/>
              </a:defRPr>
            </a:lvl8pPr>
            <a:lvl9pPr algn="l">
              <a:defRPr sz="1130" b="1">
                <a:solidFill>
                  <a:srgbClr val="7926CB"/>
                </a:solidFill>
                <a:latin typeface="Space Grotesk"/>
                <a:ea typeface="Space Grotesk"/>
                <a:cs typeface="Space Grotesk"/>
              </a:defRPr>
            </a:lvl9pPr>
          </a:lstStyle>
          <a:p xmlns:a="http://schemas.openxmlformats.org/drawingml/2006/main">
            <a:pPr algn="l">
              <a:lnSpc>
                <a:spcPct val="100000"/>
              </a:lnSpc>
              <a:buNone/>
              <a:defRPr sz="1130" b="1">
                <a:solidFill>
                  <a:srgbClr val="7926CB"/>
                </a:solidFill>
                <a:latin typeface="Space Grotesk"/>
                <a:ea typeface="Space Grotesk"/>
                <a:cs typeface="Space Grotesk"/>
              </a:defRPr>
            </a:pPr>
            <a:r>
              <a:rPr sz="1130" b="1">
                <a:solidFill>
                  <a:srgbClr val="7926CB"/>
                </a:solidFill>
                <a:latin typeface="Space Grotesk"/>
                <a:ea typeface="Space Grotesk"/>
                <a:cs typeface="Space Grotesk"/>
              </a:rPr>
              <a:t>FIND A GROUP</a:t>
            </a:r>
          </a:p>
        </p:txBody>
      </p:sp>
      <p:sp>
        <p:nvSpPr>
          <p:cNvPr id="8" name="Discovery sign group URL">
            <a:extLst xmlns:a="http://schemas.openxmlformats.org/drawingml/2006/main">
              <a:ext uri="{FF2B5EF4-FFF2-40B4-BE49-F238E27FC236}">
                <a16:creationId xmlns:a16="http://schemas.microsoft.com/office/drawing/2014/main" id="{AADF397A-8B84-48BA-8AB4-D3F89DD1FCC6}"/>
              </a:ext>
            </a:extLst>
          </p:cNvPr>
          <p:cNvSpPr>
            <a:spLocks xmlns:a="http://schemas.openxmlformats.org/drawingml/2006/main" noGrp="1"/>
          </p:cNvSpPr>
          <p:nvPr/>
        </p:nvSpPr>
        <p:spPr>
          <a:xfrm xmlns:a="http://schemas.openxmlformats.org/drawingml/2006/main">
            <a:off x="4876800" y="4772025"/>
            <a:ext cx="2590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30" b="1">
                <a:solidFill>
                  <a:srgbClr val="35125F"/>
                </a:solidFill>
                <a:latin typeface="Space Grotesk"/>
                <a:ea typeface="Space Grotesk"/>
                <a:cs typeface="Space Grotesk"/>
              </a:defRPr>
            </a:defPPr>
            <a:lvl1pPr algn="l">
              <a:defRPr sz="1430" b="1">
                <a:solidFill>
                  <a:srgbClr val="35125F"/>
                </a:solidFill>
                <a:latin typeface="Space Grotesk"/>
                <a:ea typeface="Space Grotesk"/>
                <a:cs typeface="Space Grotesk"/>
              </a:defRPr>
            </a:lvl1pPr>
            <a:lvl2pPr algn="l">
              <a:defRPr sz="1430" b="1">
                <a:solidFill>
                  <a:srgbClr val="35125F"/>
                </a:solidFill>
                <a:latin typeface="Space Grotesk"/>
                <a:ea typeface="Space Grotesk"/>
                <a:cs typeface="Space Grotesk"/>
              </a:defRPr>
            </a:lvl2pPr>
            <a:lvl3pPr algn="l">
              <a:defRPr sz="1430" b="1">
                <a:solidFill>
                  <a:srgbClr val="35125F"/>
                </a:solidFill>
                <a:latin typeface="Space Grotesk"/>
                <a:ea typeface="Space Grotesk"/>
                <a:cs typeface="Space Grotesk"/>
              </a:defRPr>
            </a:lvl3pPr>
            <a:lvl4pPr algn="l">
              <a:defRPr sz="1430" b="1">
                <a:solidFill>
                  <a:srgbClr val="35125F"/>
                </a:solidFill>
                <a:latin typeface="Space Grotesk"/>
                <a:ea typeface="Space Grotesk"/>
                <a:cs typeface="Space Grotesk"/>
              </a:defRPr>
            </a:lvl4pPr>
            <a:lvl5pPr algn="l">
              <a:defRPr sz="1430" b="1">
                <a:solidFill>
                  <a:srgbClr val="35125F"/>
                </a:solidFill>
                <a:latin typeface="Space Grotesk"/>
                <a:ea typeface="Space Grotesk"/>
                <a:cs typeface="Space Grotesk"/>
              </a:defRPr>
            </a:lvl5pPr>
            <a:lvl6pPr algn="l">
              <a:defRPr sz="1430" b="1">
                <a:solidFill>
                  <a:srgbClr val="35125F"/>
                </a:solidFill>
                <a:latin typeface="Space Grotesk"/>
                <a:ea typeface="Space Grotesk"/>
                <a:cs typeface="Space Grotesk"/>
              </a:defRPr>
            </a:lvl6pPr>
            <a:lvl7pPr algn="l">
              <a:defRPr sz="1430" b="1">
                <a:solidFill>
                  <a:srgbClr val="35125F"/>
                </a:solidFill>
                <a:latin typeface="Space Grotesk"/>
                <a:ea typeface="Space Grotesk"/>
                <a:cs typeface="Space Grotesk"/>
              </a:defRPr>
            </a:lvl7pPr>
            <a:lvl8pPr algn="l">
              <a:defRPr sz="1430" b="1">
                <a:solidFill>
                  <a:srgbClr val="35125F"/>
                </a:solidFill>
                <a:latin typeface="Space Grotesk"/>
                <a:ea typeface="Space Grotesk"/>
                <a:cs typeface="Space Grotesk"/>
              </a:defRPr>
            </a:lvl8pPr>
            <a:lvl9pPr algn="l">
              <a:defRPr sz="1430" b="1">
                <a:solidFill>
                  <a:srgbClr val="35125F"/>
                </a:solidFill>
                <a:latin typeface="Space Grotesk"/>
                <a:ea typeface="Space Grotesk"/>
                <a:cs typeface="Space Grotesk"/>
              </a:defRPr>
            </a:lvl9pPr>
          </a:lstStyle>
          <a:p xmlns:a="http://schemas.openxmlformats.org/drawingml/2006/main">
            <a:pPr algn="l">
              <a:lnSpc>
                <a:spcPct val="100000"/>
              </a:lnSpc>
              <a:buNone/>
              <a:defRPr sz="1430" b="1">
                <a:solidFill>
                  <a:srgbClr val="35125F"/>
                </a:solidFill>
                <a:latin typeface="Space Grotesk"/>
                <a:ea typeface="Space Grotesk"/>
                <a:cs typeface="Space Grotesk"/>
              </a:defRPr>
            </a:pPr>
            <a:r>
              <a:rPr sz="1430" b="1">
                <a:solidFill>
                  <a:srgbClr val="35125F"/>
                </a:solidFill>
                <a:latin typeface="Space Grotesk"/>
                <a:ea typeface="Space Grotesk"/>
                <a:cs typeface="Space Grotesk"/>
              </a:rPr>
              <a:t>3fp.org/groups</a:t>
            </a:r>
          </a:p>
        </p:txBody>
      </p:sp>
      <p:sp>
        <p:nvSpPr>
          <p:cNvPr id="9" name="Discovery sign ride label">
            <a:extLst xmlns:a="http://schemas.openxmlformats.org/drawingml/2006/main">
              <a:ext uri="{FF2B5EF4-FFF2-40B4-BE49-F238E27FC236}">
                <a16:creationId xmlns:a16="http://schemas.microsoft.com/office/drawing/2014/main" id="{20011A1E-556F-4662-A323-10C08A339B87}"/>
              </a:ext>
            </a:extLst>
          </p:cNvPr>
          <p:cNvSpPr>
            <a:spLocks xmlns:a="http://schemas.openxmlformats.org/drawingml/2006/main" noGrp="1"/>
          </p:cNvSpPr>
          <p:nvPr/>
        </p:nvSpPr>
        <p:spPr>
          <a:xfrm xmlns:a="http://schemas.openxmlformats.org/drawingml/2006/main">
            <a:off x="4876800" y="5276850"/>
            <a:ext cx="2590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30" b="1">
                <a:solidFill>
                  <a:srgbClr val="7926CB"/>
                </a:solidFill>
                <a:latin typeface="Space Grotesk"/>
                <a:ea typeface="Space Grotesk"/>
                <a:cs typeface="Space Grotesk"/>
              </a:defRPr>
            </a:defPPr>
            <a:lvl1pPr algn="l">
              <a:defRPr sz="1130" b="1">
                <a:solidFill>
                  <a:srgbClr val="7926CB"/>
                </a:solidFill>
                <a:latin typeface="Space Grotesk"/>
                <a:ea typeface="Space Grotesk"/>
                <a:cs typeface="Space Grotesk"/>
              </a:defRPr>
            </a:lvl1pPr>
            <a:lvl2pPr algn="l">
              <a:defRPr sz="1130" b="1">
                <a:solidFill>
                  <a:srgbClr val="7926CB"/>
                </a:solidFill>
                <a:latin typeface="Space Grotesk"/>
                <a:ea typeface="Space Grotesk"/>
                <a:cs typeface="Space Grotesk"/>
              </a:defRPr>
            </a:lvl2pPr>
            <a:lvl3pPr algn="l">
              <a:defRPr sz="1130" b="1">
                <a:solidFill>
                  <a:srgbClr val="7926CB"/>
                </a:solidFill>
                <a:latin typeface="Space Grotesk"/>
                <a:ea typeface="Space Grotesk"/>
                <a:cs typeface="Space Grotesk"/>
              </a:defRPr>
            </a:lvl3pPr>
            <a:lvl4pPr algn="l">
              <a:defRPr sz="1130" b="1">
                <a:solidFill>
                  <a:srgbClr val="7926CB"/>
                </a:solidFill>
                <a:latin typeface="Space Grotesk"/>
                <a:ea typeface="Space Grotesk"/>
                <a:cs typeface="Space Grotesk"/>
              </a:defRPr>
            </a:lvl4pPr>
            <a:lvl5pPr algn="l">
              <a:defRPr sz="1130" b="1">
                <a:solidFill>
                  <a:srgbClr val="7926CB"/>
                </a:solidFill>
                <a:latin typeface="Space Grotesk"/>
                <a:ea typeface="Space Grotesk"/>
                <a:cs typeface="Space Grotesk"/>
              </a:defRPr>
            </a:lvl5pPr>
            <a:lvl6pPr algn="l">
              <a:defRPr sz="1130" b="1">
                <a:solidFill>
                  <a:srgbClr val="7926CB"/>
                </a:solidFill>
                <a:latin typeface="Space Grotesk"/>
                <a:ea typeface="Space Grotesk"/>
                <a:cs typeface="Space Grotesk"/>
              </a:defRPr>
            </a:lvl6pPr>
            <a:lvl7pPr algn="l">
              <a:defRPr sz="1130" b="1">
                <a:solidFill>
                  <a:srgbClr val="7926CB"/>
                </a:solidFill>
                <a:latin typeface="Space Grotesk"/>
                <a:ea typeface="Space Grotesk"/>
                <a:cs typeface="Space Grotesk"/>
              </a:defRPr>
            </a:lvl7pPr>
            <a:lvl8pPr algn="l">
              <a:defRPr sz="1130" b="1">
                <a:solidFill>
                  <a:srgbClr val="7926CB"/>
                </a:solidFill>
                <a:latin typeface="Space Grotesk"/>
                <a:ea typeface="Space Grotesk"/>
                <a:cs typeface="Space Grotesk"/>
              </a:defRPr>
            </a:lvl8pPr>
            <a:lvl9pPr algn="l">
              <a:defRPr sz="1130" b="1">
                <a:solidFill>
                  <a:srgbClr val="7926CB"/>
                </a:solidFill>
                <a:latin typeface="Space Grotesk"/>
                <a:ea typeface="Space Grotesk"/>
                <a:cs typeface="Space Grotesk"/>
              </a:defRPr>
            </a:lvl9pPr>
          </a:lstStyle>
          <a:p xmlns:a="http://schemas.openxmlformats.org/drawingml/2006/main">
            <a:pPr algn="l">
              <a:lnSpc>
                <a:spcPct val="100000"/>
              </a:lnSpc>
              <a:buNone/>
              <a:defRPr sz="1130" b="1">
                <a:solidFill>
                  <a:srgbClr val="7926CB"/>
                </a:solidFill>
                <a:latin typeface="Space Grotesk"/>
                <a:ea typeface="Space Grotesk"/>
                <a:cs typeface="Space Grotesk"/>
              </a:defRPr>
            </a:pPr>
            <a:r>
              <a:rPr sz="1130" b="1">
                <a:solidFill>
                  <a:srgbClr val="7926CB"/>
                </a:solidFill>
                <a:latin typeface="Space Grotesk"/>
                <a:ea typeface="Space Grotesk"/>
                <a:cs typeface="Space Grotesk"/>
              </a:rPr>
              <a:t>FIND A PUBLIC RIDE</a:t>
            </a:r>
          </a:p>
        </p:txBody>
      </p:sp>
      <p:sp>
        <p:nvSpPr>
          <p:cNvPr id="10" name="Discovery sign ride URL">
            <a:extLst xmlns:a="http://schemas.openxmlformats.org/drawingml/2006/main">
              <a:ext uri="{FF2B5EF4-FFF2-40B4-BE49-F238E27FC236}">
                <a16:creationId xmlns:a16="http://schemas.microsoft.com/office/drawing/2014/main" id="{F2D89B0A-7436-4A2F-A03E-41B6CE1E3D7E}"/>
              </a:ext>
            </a:extLst>
          </p:cNvPr>
          <p:cNvSpPr>
            <a:spLocks xmlns:a="http://schemas.openxmlformats.org/drawingml/2006/main" noGrp="1"/>
          </p:cNvSpPr>
          <p:nvPr/>
        </p:nvSpPr>
        <p:spPr>
          <a:xfrm xmlns:a="http://schemas.openxmlformats.org/drawingml/2006/main">
            <a:off x="4876800" y="5505450"/>
            <a:ext cx="2590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30" b="1">
                <a:solidFill>
                  <a:srgbClr val="35125F"/>
                </a:solidFill>
                <a:latin typeface="Space Grotesk"/>
                <a:ea typeface="Space Grotesk"/>
                <a:cs typeface="Space Grotesk"/>
              </a:defRPr>
            </a:defPPr>
            <a:lvl1pPr algn="l">
              <a:defRPr sz="1430" b="1">
                <a:solidFill>
                  <a:srgbClr val="35125F"/>
                </a:solidFill>
                <a:latin typeface="Space Grotesk"/>
                <a:ea typeface="Space Grotesk"/>
                <a:cs typeface="Space Grotesk"/>
              </a:defRPr>
            </a:lvl1pPr>
            <a:lvl2pPr algn="l">
              <a:defRPr sz="1430" b="1">
                <a:solidFill>
                  <a:srgbClr val="35125F"/>
                </a:solidFill>
                <a:latin typeface="Space Grotesk"/>
                <a:ea typeface="Space Grotesk"/>
                <a:cs typeface="Space Grotesk"/>
              </a:defRPr>
            </a:lvl2pPr>
            <a:lvl3pPr algn="l">
              <a:defRPr sz="1430" b="1">
                <a:solidFill>
                  <a:srgbClr val="35125F"/>
                </a:solidFill>
                <a:latin typeface="Space Grotesk"/>
                <a:ea typeface="Space Grotesk"/>
                <a:cs typeface="Space Grotesk"/>
              </a:defRPr>
            </a:lvl3pPr>
            <a:lvl4pPr algn="l">
              <a:defRPr sz="1430" b="1">
                <a:solidFill>
                  <a:srgbClr val="35125F"/>
                </a:solidFill>
                <a:latin typeface="Space Grotesk"/>
                <a:ea typeface="Space Grotesk"/>
                <a:cs typeface="Space Grotesk"/>
              </a:defRPr>
            </a:lvl4pPr>
            <a:lvl5pPr algn="l">
              <a:defRPr sz="1430" b="1">
                <a:solidFill>
                  <a:srgbClr val="35125F"/>
                </a:solidFill>
                <a:latin typeface="Space Grotesk"/>
                <a:ea typeface="Space Grotesk"/>
                <a:cs typeface="Space Grotesk"/>
              </a:defRPr>
            </a:lvl5pPr>
            <a:lvl6pPr algn="l">
              <a:defRPr sz="1430" b="1">
                <a:solidFill>
                  <a:srgbClr val="35125F"/>
                </a:solidFill>
                <a:latin typeface="Space Grotesk"/>
                <a:ea typeface="Space Grotesk"/>
                <a:cs typeface="Space Grotesk"/>
              </a:defRPr>
            </a:lvl6pPr>
            <a:lvl7pPr algn="l">
              <a:defRPr sz="1430" b="1">
                <a:solidFill>
                  <a:srgbClr val="35125F"/>
                </a:solidFill>
                <a:latin typeface="Space Grotesk"/>
                <a:ea typeface="Space Grotesk"/>
                <a:cs typeface="Space Grotesk"/>
              </a:defRPr>
            </a:lvl7pPr>
            <a:lvl8pPr algn="l">
              <a:defRPr sz="1430" b="1">
                <a:solidFill>
                  <a:srgbClr val="35125F"/>
                </a:solidFill>
                <a:latin typeface="Space Grotesk"/>
                <a:ea typeface="Space Grotesk"/>
                <a:cs typeface="Space Grotesk"/>
              </a:defRPr>
            </a:lvl8pPr>
            <a:lvl9pPr algn="l">
              <a:defRPr sz="1430" b="1">
                <a:solidFill>
                  <a:srgbClr val="35125F"/>
                </a:solidFill>
                <a:latin typeface="Space Grotesk"/>
                <a:ea typeface="Space Grotesk"/>
                <a:cs typeface="Space Grotesk"/>
              </a:defRPr>
            </a:lvl9pPr>
          </a:lstStyle>
          <a:p xmlns:a="http://schemas.openxmlformats.org/drawingml/2006/main">
            <a:pPr algn="l">
              <a:lnSpc>
                <a:spcPct val="100000"/>
              </a:lnSpc>
              <a:buNone/>
              <a:defRPr sz="1430" b="1">
                <a:solidFill>
                  <a:srgbClr val="35125F"/>
                </a:solidFill>
                <a:latin typeface="Space Grotesk"/>
                <a:ea typeface="Space Grotesk"/>
                <a:cs typeface="Space Grotesk"/>
              </a:defRPr>
            </a:pPr>
            <a:r>
              <a:rPr sz="1430" b="1">
                <a:solidFill>
                  <a:srgbClr val="35125F"/>
                </a:solidFill>
                <a:latin typeface="Space Grotesk"/>
                <a:ea typeface="Space Grotesk"/>
                <a:cs typeface="Space Grotesk"/>
              </a:rPr>
              <a:t>3fp.org/ride</a:t>
            </a:r>
          </a:p>
        </p:txBody>
      </p:sp>
      <p:sp>
        <p:nvSpPr>
          <p:cNvPr id="11" name="Discovery sign scan invitation">
            <a:extLst xmlns:a="http://schemas.openxmlformats.org/drawingml/2006/main">
              <a:ext uri="{FF2B5EF4-FFF2-40B4-BE49-F238E27FC236}">
                <a16:creationId xmlns:a16="http://schemas.microsoft.com/office/drawing/2014/main" id="{58958992-F3E4-41BF-8A8E-D2704DDA09BB}"/>
              </a:ext>
            </a:extLst>
          </p:cNvPr>
          <p:cNvSpPr>
            <a:spLocks xmlns:a="http://schemas.openxmlformats.org/drawingml/2006/main" noGrp="1"/>
          </p:cNvSpPr>
          <p:nvPr/>
        </p:nvSpPr>
        <p:spPr>
          <a:xfrm xmlns:a="http://schemas.openxmlformats.org/drawingml/2006/main">
            <a:off x="4876800" y="6076950"/>
            <a:ext cx="259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70" b="1">
                <a:solidFill>
                  <a:srgbClr val="23143A"/>
                </a:solidFill>
                <a:latin typeface="Arial"/>
                <a:ea typeface="Arial"/>
                <a:cs typeface="Arial"/>
              </a:defRPr>
            </a:defPPr>
            <a:lvl1pPr algn="l">
              <a:defRPr sz="1070" b="1">
                <a:solidFill>
                  <a:srgbClr val="23143A"/>
                </a:solidFill>
                <a:latin typeface="Arial"/>
                <a:ea typeface="Arial"/>
                <a:cs typeface="Arial"/>
              </a:defRPr>
            </a:lvl1pPr>
            <a:lvl2pPr algn="l">
              <a:defRPr sz="1070" b="1">
                <a:solidFill>
                  <a:srgbClr val="23143A"/>
                </a:solidFill>
                <a:latin typeface="Arial"/>
                <a:ea typeface="Arial"/>
                <a:cs typeface="Arial"/>
              </a:defRPr>
            </a:lvl2pPr>
            <a:lvl3pPr algn="l">
              <a:defRPr sz="1070" b="1">
                <a:solidFill>
                  <a:srgbClr val="23143A"/>
                </a:solidFill>
                <a:latin typeface="Arial"/>
                <a:ea typeface="Arial"/>
                <a:cs typeface="Arial"/>
              </a:defRPr>
            </a:lvl3pPr>
            <a:lvl4pPr algn="l">
              <a:defRPr sz="1070" b="1">
                <a:solidFill>
                  <a:srgbClr val="23143A"/>
                </a:solidFill>
                <a:latin typeface="Arial"/>
                <a:ea typeface="Arial"/>
                <a:cs typeface="Arial"/>
              </a:defRPr>
            </a:lvl4pPr>
            <a:lvl5pPr algn="l">
              <a:defRPr sz="1070" b="1">
                <a:solidFill>
                  <a:srgbClr val="23143A"/>
                </a:solidFill>
                <a:latin typeface="Arial"/>
                <a:ea typeface="Arial"/>
                <a:cs typeface="Arial"/>
              </a:defRPr>
            </a:lvl5pPr>
            <a:lvl6pPr algn="l">
              <a:defRPr sz="1070" b="1">
                <a:solidFill>
                  <a:srgbClr val="23143A"/>
                </a:solidFill>
                <a:latin typeface="Arial"/>
                <a:ea typeface="Arial"/>
                <a:cs typeface="Arial"/>
              </a:defRPr>
            </a:lvl6pPr>
            <a:lvl7pPr algn="l">
              <a:defRPr sz="1070" b="1">
                <a:solidFill>
                  <a:srgbClr val="23143A"/>
                </a:solidFill>
                <a:latin typeface="Arial"/>
                <a:ea typeface="Arial"/>
                <a:cs typeface="Arial"/>
              </a:defRPr>
            </a:lvl7pPr>
            <a:lvl8pPr algn="l">
              <a:defRPr sz="1070" b="1">
                <a:solidFill>
                  <a:srgbClr val="23143A"/>
                </a:solidFill>
                <a:latin typeface="Arial"/>
                <a:ea typeface="Arial"/>
                <a:cs typeface="Arial"/>
              </a:defRPr>
            </a:lvl8pPr>
            <a:lvl9pPr algn="l">
              <a:defRPr sz="1070" b="1">
                <a:solidFill>
                  <a:srgbClr val="23143A"/>
                </a:solidFill>
                <a:latin typeface="Arial"/>
                <a:ea typeface="Arial"/>
                <a:cs typeface="Arial"/>
              </a:defRPr>
            </a:lvl9pPr>
          </a:lstStyle>
          <a:p xmlns:a="http://schemas.openxmlformats.org/drawingml/2006/main">
            <a:pPr algn="l">
              <a:lnSpc>
                <a:spcPct val="100000"/>
              </a:lnSpc>
              <a:buNone/>
              <a:defRPr sz="1070" b="1">
                <a:solidFill>
                  <a:srgbClr val="23143A"/>
                </a:solidFill>
                <a:latin typeface="Arial"/>
                <a:ea typeface="Arial"/>
                <a:cs typeface="Arial"/>
              </a:defRPr>
            </a:pPr>
            <a:r>
              <a:rPr sz="1070" b="1">
                <a:solidFill>
                  <a:srgbClr val="23143A"/>
                </a:solidFill>
                <a:latin typeface="Arial"/>
                <a:ea typeface="Arial"/>
                <a:cs typeface="Arial"/>
              </a:rPr>
              <a:t>Start exploring at 3fp.org.</a:t>
            </a:r>
          </a:p>
        </p:txBody>
      </p:sp>
      <p:sp>
        <p:nvSpPr>
          <p:cNvPr id="12" name="QR code white quiet zone">
            <a:extLst xmlns:a="http://schemas.openxmlformats.org/drawingml/2006/main">
              <a:ext uri="{FF2B5EF4-FFF2-40B4-BE49-F238E27FC236}">
                <a16:creationId xmlns:a16="http://schemas.microsoft.com/office/drawing/2014/main" id="{BDDB3710-A548-4BF1-9D0B-6029950141DA}"/>
              </a:ext>
            </a:extLst>
          </p:cNvPr>
          <p:cNvSpPr>
            <a:spLocks xmlns:a="http://schemas.openxmlformats.org/drawingml/2006/main" noGrp="1"/>
          </p:cNvSpPr>
          <p:nvPr/>
        </p:nvSpPr>
        <p:spPr>
          <a:xfrm xmlns:a="http://schemas.openxmlformats.org/drawingml/2006/main">
            <a:off x="7029450" y="7296150"/>
            <a:ext cx="628650" cy="6286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13" name="">
            <a:extLst xmlns:a="http://schemas.openxmlformats.org/drawingml/2006/main">
              <a:ext uri="{FF2B5EF4-FFF2-40B4-BE49-F238E27FC236}">
                <a16:creationId xmlns:a16="http://schemas.microsoft.com/office/drawing/2014/main" id="{51B9C53F-A805-4A88-B7F5-787F9B4D4C9D}"/>
              </a:ext>
            </a:extLst>
          </p:cNvPr>
          <p:cNvPicPr>
            <a:picLocks xmlns:a="http://schemas.openxmlformats.org/drawingml/2006/main" noChangeAspect="1"/>
          </p:cNvPicPr>
          <p:nvPr/>
        </p:nvPicPr>
        <p:blipFill>
          <a:blip xmlns:r="http://schemas.openxmlformats.org/officeDocument/2006/relationships" xmlns:a="http://schemas.openxmlformats.org/drawingml/2006/main" r:embed="R4f3878a6888042d2"/>
          <a:stretch xmlns:a="http://schemas.openxmlformats.org/drawingml/2006/main"/>
        </p:blipFill>
        <p:spPr>
          <a:xfrm xmlns:a="http://schemas.openxmlformats.org/drawingml/2006/main">
            <a:off x="7067550" y="7334250"/>
            <a:ext cx="552450" cy="55245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6D42518B-338A-4B63-AFCB-54B59099FBED}"/>
              </a:ext>
            </a:extLst>
          </p:cNvPr>
          <p:cNvPicPr>
            <a:picLocks xmlns:a="http://schemas.openxmlformats.org/drawingml/2006/main" noChangeAspect="1"/>
          </p:cNvPicPr>
          <p:nvPr/>
        </p:nvPicPr>
        <p:blipFill>
          <a:blip xmlns:r="http://schemas.openxmlformats.org/officeDocument/2006/relationships" xmlns:a="http://schemas.openxmlformats.org/drawingml/2006/main" r:embed="R749c46d263334f40"/>
          <a:stretch xmlns:a="http://schemas.openxmlformats.org/drawingml/2006/main"/>
        </p:blipFill>
        <p:spPr>
          <a:xfrm xmlns:a="http://schemas.openxmlformats.org/drawingml/2006/main">
            <a:off x="4876800" y="7334250"/>
            <a:ext cx="533400" cy="533400"/>
          </a:xfrm>
          <a:prstGeom xmlns:a="http://schemas.openxmlformats.org/drawingml/2006/main" prst="rect">
            <a:avLst/>
          </a:prstGeom>
        </p:spPr>
      </p:pic>
      <p:sp>
        <p:nvSpPr>
          <p:cNvPr id="15" name="Discovery sign partner tagline">
            <a:extLst xmlns:a="http://schemas.openxmlformats.org/drawingml/2006/main">
              <a:ext uri="{FF2B5EF4-FFF2-40B4-BE49-F238E27FC236}">
                <a16:creationId xmlns:a16="http://schemas.microsoft.com/office/drawing/2014/main" id="{93BF4DB7-8953-4263-8C54-82EF3FDC4C61}"/>
              </a:ext>
            </a:extLst>
          </p:cNvPr>
          <p:cNvSpPr>
            <a:spLocks xmlns:a="http://schemas.openxmlformats.org/drawingml/2006/main" noGrp="1"/>
          </p:cNvSpPr>
          <p:nvPr/>
        </p:nvSpPr>
        <p:spPr>
          <a:xfrm xmlns:a="http://schemas.openxmlformats.org/drawingml/2006/main">
            <a:off x="4876800" y="8020050"/>
            <a:ext cx="2590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1">
                <a:solidFill>
                  <a:srgbClr val="7926CB"/>
                </a:solidFill>
                <a:latin typeface="Arial"/>
                <a:ea typeface="Arial"/>
                <a:cs typeface="Arial"/>
              </a:defRPr>
            </a:defPPr>
            <a:lvl1pPr algn="l">
              <a:defRPr sz="1000" b="1">
                <a:solidFill>
                  <a:srgbClr val="7926CB"/>
                </a:solidFill>
                <a:latin typeface="Arial"/>
                <a:ea typeface="Arial"/>
                <a:cs typeface="Arial"/>
              </a:defRPr>
            </a:lvl1pPr>
            <a:lvl2pPr algn="l">
              <a:defRPr sz="1000" b="1">
                <a:solidFill>
                  <a:srgbClr val="7926CB"/>
                </a:solidFill>
                <a:latin typeface="Arial"/>
                <a:ea typeface="Arial"/>
                <a:cs typeface="Arial"/>
              </a:defRPr>
            </a:lvl2pPr>
            <a:lvl3pPr algn="l">
              <a:defRPr sz="1000" b="1">
                <a:solidFill>
                  <a:srgbClr val="7926CB"/>
                </a:solidFill>
                <a:latin typeface="Arial"/>
                <a:ea typeface="Arial"/>
                <a:cs typeface="Arial"/>
              </a:defRPr>
            </a:lvl3pPr>
            <a:lvl4pPr algn="l">
              <a:defRPr sz="1000" b="1">
                <a:solidFill>
                  <a:srgbClr val="7926CB"/>
                </a:solidFill>
                <a:latin typeface="Arial"/>
                <a:ea typeface="Arial"/>
                <a:cs typeface="Arial"/>
              </a:defRPr>
            </a:lvl4pPr>
            <a:lvl5pPr algn="l">
              <a:defRPr sz="1000" b="1">
                <a:solidFill>
                  <a:srgbClr val="7926CB"/>
                </a:solidFill>
                <a:latin typeface="Arial"/>
                <a:ea typeface="Arial"/>
                <a:cs typeface="Arial"/>
              </a:defRPr>
            </a:lvl5pPr>
            <a:lvl6pPr algn="l">
              <a:defRPr sz="1000" b="1">
                <a:solidFill>
                  <a:srgbClr val="7926CB"/>
                </a:solidFill>
                <a:latin typeface="Arial"/>
                <a:ea typeface="Arial"/>
                <a:cs typeface="Arial"/>
              </a:defRPr>
            </a:lvl6pPr>
            <a:lvl7pPr algn="l">
              <a:defRPr sz="1000" b="1">
                <a:solidFill>
                  <a:srgbClr val="7926CB"/>
                </a:solidFill>
                <a:latin typeface="Arial"/>
                <a:ea typeface="Arial"/>
                <a:cs typeface="Arial"/>
              </a:defRPr>
            </a:lvl7pPr>
            <a:lvl8pPr algn="l">
              <a:defRPr sz="1000" b="1">
                <a:solidFill>
                  <a:srgbClr val="7926CB"/>
                </a:solidFill>
                <a:latin typeface="Arial"/>
                <a:ea typeface="Arial"/>
                <a:cs typeface="Arial"/>
              </a:defRPr>
            </a:lvl8pPr>
            <a:lvl9pPr algn="l">
              <a:defRPr sz="1000" b="1">
                <a:solidFill>
                  <a:srgbClr val="7926CB"/>
                </a:solidFill>
                <a:latin typeface="Arial"/>
                <a:ea typeface="Arial"/>
                <a:cs typeface="Arial"/>
              </a:defRPr>
            </a:lvl9pPr>
          </a:lstStyle>
          <a:p xmlns:a="http://schemas.openxmlformats.org/drawingml/2006/main">
            <a:pPr algn="l">
              <a:lnSpc>
                <a:spcPct val="100000"/>
              </a:lnSpc>
              <a:buNone/>
              <a:defRPr sz="1000" b="1">
                <a:solidFill>
                  <a:srgbClr val="7926CB"/>
                </a:solidFill>
                <a:latin typeface="Arial"/>
                <a:ea typeface="Arial"/>
                <a:cs typeface="Arial"/>
              </a:defRPr>
            </a:pPr>
            <a:r>
              <a:rPr sz="1000" b="1">
                <a:solidFill>
                  <a:srgbClr val="7926CB"/>
                </a:solidFill>
                <a:latin typeface="Arial"/>
                <a:ea typeface="Arial"/>
                <a:cs typeface="Arial"/>
              </a:rPr>
              <a:t>More ways to ride, together.</a:t>
            </a:r>
          </a:p>
        </p:txBody>
      </p:sp>
      <p:sp>
        <p:nvSpPr>
          <p:cNvPr id="16" name="Discovery sign footer">
            <a:extLst xmlns:a="http://schemas.openxmlformats.org/drawingml/2006/main">
              <a:ext uri="{FF2B5EF4-FFF2-40B4-BE49-F238E27FC236}">
                <a16:creationId xmlns:a16="http://schemas.microsoft.com/office/drawing/2014/main" id="{2038C4A2-48B5-49A2-92B4-9220B50E0329}"/>
              </a:ext>
            </a:extLst>
          </p:cNvPr>
          <p:cNvSpPr>
            <a:spLocks xmlns:a="http://schemas.openxmlformats.org/drawingml/2006/main" noGrp="1"/>
          </p:cNvSpPr>
          <p:nvPr/>
        </p:nvSpPr>
        <p:spPr>
          <a:xfrm xmlns:a="http://schemas.openxmlformats.org/drawingml/2006/main">
            <a:off x="0" y="9144000"/>
            <a:ext cx="7772400" cy="9144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pic>
        <p:nvPicPr>
          <p:cNvPr id="17" name="">
            <a:extLst xmlns:a="http://schemas.openxmlformats.org/drawingml/2006/main">
              <a:ext uri="{FF2B5EF4-FFF2-40B4-BE49-F238E27FC236}">
                <a16:creationId xmlns:a16="http://schemas.microsoft.com/office/drawing/2014/main" id="{A50206FA-875B-4DAA-B5AC-E31083592650}"/>
              </a:ext>
            </a:extLst>
          </p:cNvPr>
          <p:cNvPicPr>
            <a:picLocks xmlns:a="http://schemas.openxmlformats.org/drawingml/2006/main" noChangeAspect="1"/>
          </p:cNvPicPr>
          <p:nvPr/>
        </p:nvPicPr>
        <p:blipFill>
          <a:blip xmlns:r="http://schemas.openxmlformats.org/officeDocument/2006/relationships" xmlns:a="http://schemas.openxmlformats.org/drawingml/2006/main" r:embed="R31d93e9b6eb14971"/>
          <a:stretch xmlns:a="http://schemas.openxmlformats.org/drawingml/2006/main"/>
        </p:blipFill>
        <p:spPr>
          <a:xfrm xmlns:a="http://schemas.openxmlformats.org/drawingml/2006/main">
            <a:off x="285750" y="9334500"/>
            <a:ext cx="514350" cy="514350"/>
          </a:xfrm>
          <a:prstGeom xmlns:a="http://schemas.openxmlformats.org/drawingml/2006/main" prst="rect">
            <a:avLst/>
          </a:prstGeom>
        </p:spPr>
      </p:pic>
      <p:sp>
        <p:nvSpPr>
          <p:cNvPr id="18" name="Discovery sign footer brand">
            <a:extLst xmlns:a="http://schemas.openxmlformats.org/drawingml/2006/main">
              <a:ext uri="{FF2B5EF4-FFF2-40B4-BE49-F238E27FC236}">
                <a16:creationId xmlns:a16="http://schemas.microsoft.com/office/drawing/2014/main" id="{4038BF41-64D5-499D-980C-465EB1747041}"/>
              </a:ext>
            </a:extLst>
          </p:cNvPr>
          <p:cNvSpPr>
            <a:spLocks xmlns:a="http://schemas.openxmlformats.org/drawingml/2006/main" noGrp="1"/>
          </p:cNvSpPr>
          <p:nvPr/>
        </p:nvSpPr>
        <p:spPr>
          <a:xfrm xmlns:a="http://schemas.openxmlformats.org/drawingml/2006/main">
            <a:off x="971550" y="93535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0A"/>
                </a:solidFill>
                <a:latin typeface="Space Grotesk"/>
                <a:ea typeface="Space Grotesk"/>
                <a:cs typeface="Space Grotesk"/>
              </a:defRPr>
            </a:defPPr>
            <a:lvl1pPr algn="l">
              <a:defRPr sz="1200" b="1">
                <a:solidFill>
                  <a:srgbClr val="FFFF0A"/>
                </a:solidFill>
                <a:latin typeface="Space Grotesk"/>
                <a:ea typeface="Space Grotesk"/>
                <a:cs typeface="Space Grotesk"/>
              </a:defRPr>
            </a:lvl1pPr>
            <a:lvl2pPr algn="l">
              <a:defRPr sz="1200" b="1">
                <a:solidFill>
                  <a:srgbClr val="FFFF0A"/>
                </a:solidFill>
                <a:latin typeface="Space Grotesk"/>
                <a:ea typeface="Space Grotesk"/>
                <a:cs typeface="Space Grotesk"/>
              </a:defRPr>
            </a:lvl2pPr>
            <a:lvl3pPr algn="l">
              <a:defRPr sz="1200" b="1">
                <a:solidFill>
                  <a:srgbClr val="FFFF0A"/>
                </a:solidFill>
                <a:latin typeface="Space Grotesk"/>
                <a:ea typeface="Space Grotesk"/>
                <a:cs typeface="Space Grotesk"/>
              </a:defRPr>
            </a:lvl3pPr>
            <a:lvl4pPr algn="l">
              <a:defRPr sz="1200" b="1">
                <a:solidFill>
                  <a:srgbClr val="FFFF0A"/>
                </a:solidFill>
                <a:latin typeface="Space Grotesk"/>
                <a:ea typeface="Space Grotesk"/>
                <a:cs typeface="Space Grotesk"/>
              </a:defRPr>
            </a:lvl4pPr>
            <a:lvl5pPr algn="l">
              <a:defRPr sz="1200" b="1">
                <a:solidFill>
                  <a:srgbClr val="FFFF0A"/>
                </a:solidFill>
                <a:latin typeface="Space Grotesk"/>
                <a:ea typeface="Space Grotesk"/>
                <a:cs typeface="Space Grotesk"/>
              </a:defRPr>
            </a:lvl5pPr>
            <a:lvl6pPr algn="l">
              <a:defRPr sz="1200" b="1">
                <a:solidFill>
                  <a:srgbClr val="FFFF0A"/>
                </a:solidFill>
                <a:latin typeface="Space Grotesk"/>
                <a:ea typeface="Space Grotesk"/>
                <a:cs typeface="Space Grotesk"/>
              </a:defRPr>
            </a:lvl6pPr>
            <a:lvl7pPr algn="l">
              <a:defRPr sz="1200" b="1">
                <a:solidFill>
                  <a:srgbClr val="FFFF0A"/>
                </a:solidFill>
                <a:latin typeface="Space Grotesk"/>
                <a:ea typeface="Space Grotesk"/>
                <a:cs typeface="Space Grotesk"/>
              </a:defRPr>
            </a:lvl7pPr>
            <a:lvl8pPr algn="l">
              <a:defRPr sz="1200" b="1">
                <a:solidFill>
                  <a:srgbClr val="FFFF0A"/>
                </a:solidFill>
                <a:latin typeface="Space Grotesk"/>
                <a:ea typeface="Space Grotesk"/>
                <a:cs typeface="Space Grotesk"/>
              </a:defRPr>
            </a:lvl8pPr>
            <a:lvl9pPr algn="l">
              <a:defRPr sz="1200" b="1">
                <a:solidFill>
                  <a:srgbClr val="FFFF0A"/>
                </a:solidFill>
                <a:latin typeface="Space Grotesk"/>
                <a:ea typeface="Space Grotesk"/>
                <a:cs typeface="Space Grotesk"/>
              </a:defRPr>
            </a:lvl9pPr>
          </a:lstStyle>
          <a:p xmlns:a="http://schemas.openxmlformats.org/drawingml/2006/main">
            <a:pPr algn="l">
              <a:lnSpc>
                <a:spcPct val="100000"/>
              </a:lnSpc>
              <a:buNone/>
              <a:defRPr sz="1200" b="1">
                <a:solidFill>
                  <a:srgbClr val="FFFF0A"/>
                </a:solidFill>
                <a:latin typeface="Space Grotesk"/>
                <a:ea typeface="Space Grotesk"/>
                <a:cs typeface="Space Grotesk"/>
              </a:defRPr>
            </a:pPr>
            <a:r>
              <a:rPr sz="1200" b="1">
                <a:solidFill>
                  <a:srgbClr val="FFFF0A"/>
                </a:solidFill>
                <a:latin typeface="Space Grotesk"/>
                <a:ea typeface="Space Grotesk"/>
                <a:cs typeface="Space Grotesk"/>
              </a:rPr>
              <a:t>3 FEET PLEASE</a:t>
            </a:r>
          </a:p>
        </p:txBody>
      </p:sp>
      <p:sp>
        <p:nvSpPr>
          <p:cNvPr id="19" name="Discovery sign footer website">
            <a:extLst xmlns:a="http://schemas.openxmlformats.org/drawingml/2006/main">
              <a:ext uri="{FF2B5EF4-FFF2-40B4-BE49-F238E27FC236}">
                <a16:creationId xmlns:a16="http://schemas.microsoft.com/office/drawing/2014/main" id="{EA81C877-E720-4A09-BA81-5D378F67D93A}"/>
              </a:ext>
            </a:extLst>
          </p:cNvPr>
          <p:cNvSpPr>
            <a:spLocks xmlns:a="http://schemas.openxmlformats.org/drawingml/2006/main" noGrp="1"/>
          </p:cNvSpPr>
          <p:nvPr/>
        </p:nvSpPr>
        <p:spPr>
          <a:xfrm xmlns:a="http://schemas.openxmlformats.org/drawingml/2006/main">
            <a:off x="971550" y="96202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FFFFFF"/>
                </a:solidFill>
                <a:latin typeface="Arial"/>
                <a:ea typeface="Arial"/>
                <a:cs typeface="Arial"/>
              </a:defRPr>
            </a:defPPr>
            <a:lvl1pPr algn="l">
              <a:defRPr sz="1050" b="1">
                <a:solidFill>
                  <a:srgbClr val="FFFFFF"/>
                </a:solidFill>
                <a:latin typeface="Arial"/>
                <a:ea typeface="Arial"/>
                <a:cs typeface="Arial"/>
              </a:defRPr>
            </a:lvl1pPr>
            <a:lvl2pPr algn="l">
              <a:defRPr sz="1050" b="1">
                <a:solidFill>
                  <a:srgbClr val="FFFFFF"/>
                </a:solidFill>
                <a:latin typeface="Arial"/>
                <a:ea typeface="Arial"/>
                <a:cs typeface="Arial"/>
              </a:defRPr>
            </a:lvl2pPr>
            <a:lvl3pPr algn="l">
              <a:defRPr sz="1050" b="1">
                <a:solidFill>
                  <a:srgbClr val="FFFFFF"/>
                </a:solidFill>
                <a:latin typeface="Arial"/>
                <a:ea typeface="Arial"/>
                <a:cs typeface="Arial"/>
              </a:defRPr>
            </a:lvl3pPr>
            <a:lvl4pPr algn="l">
              <a:defRPr sz="1050" b="1">
                <a:solidFill>
                  <a:srgbClr val="FFFFFF"/>
                </a:solidFill>
                <a:latin typeface="Arial"/>
                <a:ea typeface="Arial"/>
                <a:cs typeface="Arial"/>
              </a:defRPr>
            </a:lvl4pPr>
            <a:lvl5pPr algn="l">
              <a:defRPr sz="1050" b="1">
                <a:solidFill>
                  <a:srgbClr val="FFFFFF"/>
                </a:solidFill>
                <a:latin typeface="Arial"/>
                <a:ea typeface="Arial"/>
                <a:cs typeface="Arial"/>
              </a:defRPr>
            </a:lvl5pPr>
            <a:lvl6pPr algn="l">
              <a:defRPr sz="1050" b="1">
                <a:solidFill>
                  <a:srgbClr val="FFFFFF"/>
                </a:solidFill>
                <a:latin typeface="Arial"/>
                <a:ea typeface="Arial"/>
                <a:cs typeface="Arial"/>
              </a:defRPr>
            </a:lvl6pPr>
            <a:lvl7pPr algn="l">
              <a:defRPr sz="1050" b="1">
                <a:solidFill>
                  <a:srgbClr val="FFFFFF"/>
                </a:solidFill>
                <a:latin typeface="Arial"/>
                <a:ea typeface="Arial"/>
                <a:cs typeface="Arial"/>
              </a:defRPr>
            </a:lvl7pPr>
            <a:lvl8pPr algn="l">
              <a:defRPr sz="1050" b="1">
                <a:solidFill>
                  <a:srgbClr val="FFFFFF"/>
                </a:solidFill>
                <a:latin typeface="Arial"/>
                <a:ea typeface="Arial"/>
                <a:cs typeface="Arial"/>
              </a:defRPr>
            </a:lvl8pPr>
            <a:lvl9pPr algn="l">
              <a:defRPr sz="1050" b="1">
                <a:solidFill>
                  <a:srgbClr val="FFFFFF"/>
                </a:solidFill>
                <a:latin typeface="Arial"/>
                <a:ea typeface="Arial"/>
                <a:cs typeface="Arial"/>
              </a:defRPr>
            </a:lvl9pPr>
          </a:lstStyle>
          <a:p xmlns:a="http://schemas.openxmlformats.org/drawingml/2006/main">
            <a:pPr algn="l">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3fp.org · Find groups and public rides.</a:t>
            </a:r>
          </a:p>
        </p:txBody>
      </p:sp>
    </p:spTree>
    <p:extLst>
      <p:ext uri="{BB962C8B-B14F-4D97-AF65-F5344CB8AC3E}">
        <p14:creationId xmlns:p14="http://schemas.microsoft.com/office/powerpoint/2010/main" val="444404901"/>
      </p:ext>
    </p:extLst>
  </p:cSld>
</p:sld>
</file>

<file path=ppt/slides/slide2.xml><?xml version="1.0" encoding="utf-8"?>
<p:sld xmlns:p="http://schemas.openxmlformats.org/presentationml/2006/main">
  <p:cSld>
    <p:bg>
      <p:bgPr>
        <a:solidFill xmlns:a="http://schemas.openxmlformats.org/drawingml/2006/main">
          <a:srgbClr val="35125F"/>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5C35CD11-9473-4BBF-9284-A89F47AE4E2C}"/>
              </a:ext>
            </a:extLst>
          </p:cNvPr>
          <p:cNvPicPr>
            <a:picLocks xmlns:a="http://schemas.openxmlformats.org/drawingml/2006/main" noChangeAspect="1"/>
          </p:cNvPicPr>
          <p:nvPr/>
        </p:nvPicPr>
        <p:blipFill>
          <a:blip xmlns:r="http://schemas.openxmlformats.org/officeDocument/2006/relationships" xmlns:a="http://schemas.openxmlformats.org/drawingml/2006/main" r:embed="R8898f91da2054576"/>
          <a:srcRect xmlns:a="http://schemas.openxmlformats.org/drawingml/2006/main" l="0" t="0" r="0" b="0"/>
          <a:stretch xmlns:a="http://schemas.openxmlformats.org/drawingml/2006/main">
            <a:fillRect l="0" t="0" r="0" b="0"/>
          </a:stretch>
        </p:blipFill>
        <p:spPr>
          <a:xfrm xmlns:a="http://schemas.openxmlformats.org/drawingml/2006/main">
            <a:off x="5638800" y="0"/>
            <a:ext cx="2133600" cy="3200400"/>
          </a:xfrm>
          <a:prstGeom xmlns:a="http://schemas.openxmlformats.org/drawingml/2006/main" prst="rect">
            <a:avLst/>
          </a:prstGeom>
        </p:spPr>
      </p:pic>
      <p:sp>
        <p:nvSpPr>
          <p:cNvPr id="2" name="A.L.E.R.T. public sign title ground">
            <a:extLst xmlns:a="http://schemas.openxmlformats.org/drawingml/2006/main">
              <a:ext uri="{FF2B5EF4-FFF2-40B4-BE49-F238E27FC236}">
                <a16:creationId xmlns:a16="http://schemas.microsoft.com/office/drawing/2014/main" id="{54EFD60C-45D3-46B8-B8D6-41E1E7BAC706}"/>
              </a:ext>
            </a:extLst>
          </p:cNvPr>
          <p:cNvSpPr>
            <a:spLocks xmlns:a="http://schemas.openxmlformats.org/drawingml/2006/main" noGrp="1"/>
          </p:cNvSpPr>
          <p:nvPr/>
        </p:nvSpPr>
        <p:spPr>
          <a:xfrm xmlns:a="http://schemas.openxmlformats.org/drawingml/2006/main">
            <a:off x="0" y="0"/>
            <a:ext cx="5638800" cy="32004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sp>
        <p:nvSpPr>
          <p:cNvPr id="3" name="A.L.E.R.T. public sign kicker">
            <a:extLst xmlns:a="http://schemas.openxmlformats.org/drawingml/2006/main">
              <a:ext uri="{FF2B5EF4-FFF2-40B4-BE49-F238E27FC236}">
                <a16:creationId xmlns:a16="http://schemas.microsoft.com/office/drawing/2014/main" id="{830C8F3E-A087-42B6-A670-C0E5A504D8D1}"/>
              </a:ext>
            </a:extLst>
          </p:cNvPr>
          <p:cNvSpPr>
            <a:spLocks xmlns:a="http://schemas.openxmlformats.org/drawingml/2006/main" noGrp="1"/>
          </p:cNvSpPr>
          <p:nvPr/>
        </p:nvSpPr>
        <p:spPr>
          <a:xfrm xmlns:a="http://schemas.openxmlformats.org/drawingml/2006/main">
            <a:off x="419100" y="457200"/>
            <a:ext cx="481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50" b="1">
                <a:solidFill>
                  <a:srgbClr val="FFFF0A"/>
                </a:solidFill>
                <a:latin typeface="Space Grotesk"/>
                <a:ea typeface="Space Grotesk"/>
                <a:cs typeface="Space Grotesk"/>
              </a:defRPr>
            </a:defPPr>
            <a:lvl1pPr algn="l">
              <a:defRPr sz="1150" b="1">
                <a:solidFill>
                  <a:srgbClr val="FFFF0A"/>
                </a:solidFill>
                <a:latin typeface="Space Grotesk"/>
                <a:ea typeface="Space Grotesk"/>
                <a:cs typeface="Space Grotesk"/>
              </a:defRPr>
            </a:lvl1pPr>
            <a:lvl2pPr algn="l">
              <a:defRPr sz="1150" b="1">
                <a:solidFill>
                  <a:srgbClr val="FFFF0A"/>
                </a:solidFill>
                <a:latin typeface="Space Grotesk"/>
                <a:ea typeface="Space Grotesk"/>
                <a:cs typeface="Space Grotesk"/>
              </a:defRPr>
            </a:lvl2pPr>
            <a:lvl3pPr algn="l">
              <a:defRPr sz="1150" b="1">
                <a:solidFill>
                  <a:srgbClr val="FFFF0A"/>
                </a:solidFill>
                <a:latin typeface="Space Grotesk"/>
                <a:ea typeface="Space Grotesk"/>
                <a:cs typeface="Space Grotesk"/>
              </a:defRPr>
            </a:lvl3pPr>
            <a:lvl4pPr algn="l">
              <a:defRPr sz="1150" b="1">
                <a:solidFill>
                  <a:srgbClr val="FFFF0A"/>
                </a:solidFill>
                <a:latin typeface="Space Grotesk"/>
                <a:ea typeface="Space Grotesk"/>
                <a:cs typeface="Space Grotesk"/>
              </a:defRPr>
            </a:lvl4pPr>
            <a:lvl5pPr algn="l">
              <a:defRPr sz="1150" b="1">
                <a:solidFill>
                  <a:srgbClr val="FFFF0A"/>
                </a:solidFill>
                <a:latin typeface="Space Grotesk"/>
                <a:ea typeface="Space Grotesk"/>
                <a:cs typeface="Space Grotesk"/>
              </a:defRPr>
            </a:lvl5pPr>
            <a:lvl6pPr algn="l">
              <a:defRPr sz="1150" b="1">
                <a:solidFill>
                  <a:srgbClr val="FFFF0A"/>
                </a:solidFill>
                <a:latin typeface="Space Grotesk"/>
                <a:ea typeface="Space Grotesk"/>
                <a:cs typeface="Space Grotesk"/>
              </a:defRPr>
            </a:lvl6pPr>
            <a:lvl7pPr algn="l">
              <a:defRPr sz="1150" b="1">
                <a:solidFill>
                  <a:srgbClr val="FFFF0A"/>
                </a:solidFill>
                <a:latin typeface="Space Grotesk"/>
                <a:ea typeface="Space Grotesk"/>
                <a:cs typeface="Space Grotesk"/>
              </a:defRPr>
            </a:lvl7pPr>
            <a:lvl8pPr algn="l">
              <a:defRPr sz="1150" b="1">
                <a:solidFill>
                  <a:srgbClr val="FFFF0A"/>
                </a:solidFill>
                <a:latin typeface="Space Grotesk"/>
                <a:ea typeface="Space Grotesk"/>
                <a:cs typeface="Space Grotesk"/>
              </a:defRPr>
            </a:lvl8pPr>
            <a:lvl9pPr algn="l">
              <a:defRPr sz="1150" b="1">
                <a:solidFill>
                  <a:srgbClr val="FFFF0A"/>
                </a:solidFill>
                <a:latin typeface="Space Grotesk"/>
                <a:ea typeface="Space Grotesk"/>
                <a:cs typeface="Space Grotesk"/>
              </a:defRPr>
            </a:lvl9pPr>
          </a:lstStyle>
          <a:p xmlns:a="http://schemas.openxmlformats.org/drawingml/2006/main">
            <a:pPr algn="l">
              <a:lnSpc>
                <a:spcPct val="100000"/>
              </a:lnSpc>
              <a:buNone/>
              <a:defRPr sz="1150" b="1">
                <a:solidFill>
                  <a:srgbClr val="FFFF0A"/>
                </a:solidFill>
                <a:latin typeface="Space Grotesk"/>
                <a:ea typeface="Space Grotesk"/>
                <a:cs typeface="Space Grotesk"/>
              </a:defRPr>
            </a:pPr>
            <a:r>
              <a:rPr sz="1150" b="1">
                <a:solidFill>
                  <a:srgbClr val="FFFF0A"/>
                </a:solidFill>
                <a:latin typeface="Space Grotesk"/>
                <a:ea typeface="Space Grotesk"/>
                <a:cs typeface="Space Grotesk"/>
              </a:rPr>
              <a:t>3 FEET PLEASE</a:t>
            </a:r>
          </a:p>
        </p:txBody>
      </p:sp>
      <p:sp>
        <p:nvSpPr>
          <p:cNvPr id="4" name="A.L.E.R.T. public sign title">
            <a:extLst xmlns:a="http://schemas.openxmlformats.org/drawingml/2006/main">
              <a:ext uri="{FF2B5EF4-FFF2-40B4-BE49-F238E27FC236}">
                <a16:creationId xmlns:a16="http://schemas.microsoft.com/office/drawing/2014/main" id="{88B96479-BE5F-4B1E-A60C-8D2390D8DCFB}"/>
              </a:ext>
            </a:extLst>
          </p:cNvPr>
          <p:cNvSpPr>
            <a:spLocks xmlns:a="http://schemas.openxmlformats.org/drawingml/2006/main" noGrp="1"/>
          </p:cNvSpPr>
          <p:nvPr/>
        </p:nvSpPr>
        <p:spPr>
          <a:xfrm xmlns:a="http://schemas.openxmlformats.org/drawingml/2006/main">
            <a:off x="419100" y="990600"/>
            <a:ext cx="4838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1">
                <a:solidFill>
                  <a:srgbClr val="FFFFFF"/>
                </a:solidFill>
                <a:latin typeface="Space Grotesk"/>
                <a:ea typeface="Space Grotesk"/>
                <a:cs typeface="Space Grotesk"/>
              </a:defRPr>
            </a:defPPr>
            <a:lvl1pPr algn="l">
              <a:defRPr sz="3100" b="1">
                <a:solidFill>
                  <a:srgbClr val="FFFFFF"/>
                </a:solidFill>
                <a:latin typeface="Space Grotesk"/>
                <a:ea typeface="Space Grotesk"/>
                <a:cs typeface="Space Grotesk"/>
              </a:defRPr>
            </a:lvl1pPr>
            <a:lvl2pPr algn="l">
              <a:defRPr sz="3100" b="1">
                <a:solidFill>
                  <a:srgbClr val="FFFFFF"/>
                </a:solidFill>
                <a:latin typeface="Space Grotesk"/>
                <a:ea typeface="Space Grotesk"/>
                <a:cs typeface="Space Grotesk"/>
              </a:defRPr>
            </a:lvl2pPr>
            <a:lvl3pPr algn="l">
              <a:defRPr sz="3100" b="1">
                <a:solidFill>
                  <a:srgbClr val="FFFFFF"/>
                </a:solidFill>
                <a:latin typeface="Space Grotesk"/>
                <a:ea typeface="Space Grotesk"/>
                <a:cs typeface="Space Grotesk"/>
              </a:defRPr>
            </a:lvl3pPr>
            <a:lvl4pPr algn="l">
              <a:defRPr sz="3100" b="1">
                <a:solidFill>
                  <a:srgbClr val="FFFFFF"/>
                </a:solidFill>
                <a:latin typeface="Space Grotesk"/>
                <a:ea typeface="Space Grotesk"/>
                <a:cs typeface="Space Grotesk"/>
              </a:defRPr>
            </a:lvl4pPr>
            <a:lvl5pPr algn="l">
              <a:defRPr sz="3100" b="1">
                <a:solidFill>
                  <a:srgbClr val="FFFFFF"/>
                </a:solidFill>
                <a:latin typeface="Space Grotesk"/>
                <a:ea typeface="Space Grotesk"/>
                <a:cs typeface="Space Grotesk"/>
              </a:defRPr>
            </a:lvl5pPr>
            <a:lvl6pPr algn="l">
              <a:defRPr sz="3100" b="1">
                <a:solidFill>
                  <a:srgbClr val="FFFFFF"/>
                </a:solidFill>
                <a:latin typeface="Space Grotesk"/>
                <a:ea typeface="Space Grotesk"/>
                <a:cs typeface="Space Grotesk"/>
              </a:defRPr>
            </a:lvl6pPr>
            <a:lvl7pPr algn="l">
              <a:defRPr sz="3100" b="1">
                <a:solidFill>
                  <a:srgbClr val="FFFFFF"/>
                </a:solidFill>
                <a:latin typeface="Space Grotesk"/>
                <a:ea typeface="Space Grotesk"/>
                <a:cs typeface="Space Grotesk"/>
              </a:defRPr>
            </a:lvl7pPr>
            <a:lvl8pPr algn="l">
              <a:defRPr sz="3100" b="1">
                <a:solidFill>
                  <a:srgbClr val="FFFFFF"/>
                </a:solidFill>
                <a:latin typeface="Space Grotesk"/>
                <a:ea typeface="Space Grotesk"/>
                <a:cs typeface="Space Grotesk"/>
              </a:defRPr>
            </a:lvl8pPr>
            <a:lvl9pPr algn="l">
              <a:defRPr sz="3100" b="1">
                <a:solidFill>
                  <a:srgbClr val="FFFFFF"/>
                </a:solidFill>
                <a:latin typeface="Space Grotesk"/>
                <a:ea typeface="Space Grotesk"/>
                <a:cs typeface="Space Grotesk"/>
              </a:defRPr>
            </a:lvl9pPr>
          </a:lstStyle>
          <a:p xmlns:a="http://schemas.openxmlformats.org/drawingml/2006/main">
            <a:pPr algn="l">
              <a:lnSpc>
                <a:spcPct val="100000"/>
              </a:lnSpc>
              <a:buNone/>
              <a:defRPr sz="3100" b="1">
                <a:solidFill>
                  <a:srgbClr val="FFFFFF"/>
                </a:solidFill>
                <a:latin typeface="Space Grotesk"/>
                <a:ea typeface="Space Grotesk"/>
                <a:cs typeface="Space Grotesk"/>
              </a:defRPr>
            </a:pPr>
            <a:r>
              <a:rPr sz="3100" b="1">
                <a:solidFill>
                  <a:srgbClr val="FFFFFF"/>
                </a:solidFill>
                <a:latin typeface="Space Grotesk"/>
                <a:ea typeface="Space Grotesk"/>
                <a:cs typeface="Space Grotesk"/>
              </a:rPr>
              <a:t>RIDE A.L.E.R.T.</a:t>
            </a:r>
          </a:p>
        </p:txBody>
      </p:sp>
      <p:sp>
        <p:nvSpPr>
          <p:cNvPr id="5" name="A.L.E.R.T. public sign tagline">
            <a:extLst xmlns:a="http://schemas.openxmlformats.org/drawingml/2006/main">
              <a:ext uri="{FF2B5EF4-FFF2-40B4-BE49-F238E27FC236}">
                <a16:creationId xmlns:a16="http://schemas.microsoft.com/office/drawing/2014/main" id="{DD999A94-F478-4DA4-ACD2-EA62E20F43C0}"/>
              </a:ext>
            </a:extLst>
          </p:cNvPr>
          <p:cNvSpPr>
            <a:spLocks xmlns:a="http://schemas.openxmlformats.org/drawingml/2006/main" noGrp="1"/>
          </p:cNvSpPr>
          <p:nvPr/>
        </p:nvSpPr>
        <p:spPr>
          <a:xfrm xmlns:a="http://schemas.openxmlformats.org/drawingml/2006/main">
            <a:off x="419100" y="1714500"/>
            <a:ext cx="483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50" b="1">
                <a:solidFill>
                  <a:srgbClr val="FFFF0A"/>
                </a:solidFill>
                <a:latin typeface="Space Grotesk"/>
                <a:ea typeface="Space Grotesk"/>
                <a:cs typeface="Space Grotesk"/>
              </a:defRPr>
            </a:defPPr>
            <a:lvl1pPr algn="l">
              <a:defRPr sz="1550" b="1">
                <a:solidFill>
                  <a:srgbClr val="FFFF0A"/>
                </a:solidFill>
                <a:latin typeface="Space Grotesk"/>
                <a:ea typeface="Space Grotesk"/>
                <a:cs typeface="Space Grotesk"/>
              </a:defRPr>
            </a:lvl1pPr>
            <a:lvl2pPr algn="l">
              <a:defRPr sz="1550" b="1">
                <a:solidFill>
                  <a:srgbClr val="FFFF0A"/>
                </a:solidFill>
                <a:latin typeface="Space Grotesk"/>
                <a:ea typeface="Space Grotesk"/>
                <a:cs typeface="Space Grotesk"/>
              </a:defRPr>
            </a:lvl2pPr>
            <a:lvl3pPr algn="l">
              <a:defRPr sz="1550" b="1">
                <a:solidFill>
                  <a:srgbClr val="FFFF0A"/>
                </a:solidFill>
                <a:latin typeface="Space Grotesk"/>
                <a:ea typeface="Space Grotesk"/>
                <a:cs typeface="Space Grotesk"/>
              </a:defRPr>
            </a:lvl3pPr>
            <a:lvl4pPr algn="l">
              <a:defRPr sz="1550" b="1">
                <a:solidFill>
                  <a:srgbClr val="FFFF0A"/>
                </a:solidFill>
                <a:latin typeface="Space Grotesk"/>
                <a:ea typeface="Space Grotesk"/>
                <a:cs typeface="Space Grotesk"/>
              </a:defRPr>
            </a:lvl4pPr>
            <a:lvl5pPr algn="l">
              <a:defRPr sz="1550" b="1">
                <a:solidFill>
                  <a:srgbClr val="FFFF0A"/>
                </a:solidFill>
                <a:latin typeface="Space Grotesk"/>
                <a:ea typeface="Space Grotesk"/>
                <a:cs typeface="Space Grotesk"/>
              </a:defRPr>
            </a:lvl5pPr>
            <a:lvl6pPr algn="l">
              <a:defRPr sz="1550" b="1">
                <a:solidFill>
                  <a:srgbClr val="FFFF0A"/>
                </a:solidFill>
                <a:latin typeface="Space Grotesk"/>
                <a:ea typeface="Space Grotesk"/>
                <a:cs typeface="Space Grotesk"/>
              </a:defRPr>
            </a:lvl6pPr>
            <a:lvl7pPr algn="l">
              <a:defRPr sz="1550" b="1">
                <a:solidFill>
                  <a:srgbClr val="FFFF0A"/>
                </a:solidFill>
                <a:latin typeface="Space Grotesk"/>
                <a:ea typeface="Space Grotesk"/>
                <a:cs typeface="Space Grotesk"/>
              </a:defRPr>
            </a:lvl7pPr>
            <a:lvl8pPr algn="l">
              <a:defRPr sz="1550" b="1">
                <a:solidFill>
                  <a:srgbClr val="FFFF0A"/>
                </a:solidFill>
                <a:latin typeface="Space Grotesk"/>
                <a:ea typeface="Space Grotesk"/>
                <a:cs typeface="Space Grotesk"/>
              </a:defRPr>
            </a:lvl8pPr>
            <a:lvl9pPr algn="l">
              <a:defRPr sz="1550" b="1">
                <a:solidFill>
                  <a:srgbClr val="FFFF0A"/>
                </a:solidFill>
                <a:latin typeface="Space Grotesk"/>
                <a:ea typeface="Space Grotesk"/>
                <a:cs typeface="Space Grotesk"/>
              </a:defRPr>
            </a:lvl9pPr>
          </a:lstStyle>
          <a:p xmlns:a="http://schemas.openxmlformats.org/drawingml/2006/main">
            <a:pPr algn="l">
              <a:lnSpc>
                <a:spcPct val="96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More good rides.</a:t>
            </a:r>
          </a:p>
          <a:p xmlns:a="http://schemas.openxmlformats.org/drawingml/2006/main">
            <a:pPr algn="l">
              <a:lnSpc>
                <a:spcPct val="96000"/>
              </a:lnSpc>
              <a:buNone/>
              <a:defRPr sz="1550" b="1">
                <a:solidFill>
                  <a:srgbClr val="FFFF0A"/>
                </a:solidFill>
                <a:latin typeface="Space Grotesk"/>
                <a:ea typeface="Space Grotesk"/>
                <a:cs typeface="Space Grotesk"/>
              </a:defRPr>
            </a:pPr>
            <a:r>
              <a:rPr sz="1550" b="1">
                <a:solidFill>
                  <a:srgbClr val="FFFF0A"/>
                </a:solidFill>
                <a:latin typeface="Space Grotesk"/>
                <a:ea typeface="Space Grotesk"/>
                <a:cs typeface="Space Grotesk"/>
              </a:rPr>
              <a:t>More stories to tell. Stay A.L.E.R.T.</a:t>
            </a:r>
          </a:p>
        </p:txBody>
      </p:sp>
      <p:sp>
        <p:nvSpPr>
          <p:cNvPr id="6" name="A.L.E.R.T. public sign support">
            <a:extLst xmlns:a="http://schemas.openxmlformats.org/drawingml/2006/main">
              <a:ext uri="{FF2B5EF4-FFF2-40B4-BE49-F238E27FC236}">
                <a16:creationId xmlns:a16="http://schemas.microsoft.com/office/drawing/2014/main" id="{8285D207-D42F-476E-B918-12984065A548}"/>
              </a:ext>
            </a:extLst>
          </p:cNvPr>
          <p:cNvSpPr>
            <a:spLocks xmlns:a="http://schemas.openxmlformats.org/drawingml/2006/main" noGrp="1"/>
          </p:cNvSpPr>
          <p:nvPr/>
        </p:nvSpPr>
        <p:spPr>
          <a:xfrm xmlns:a="http://schemas.openxmlformats.org/drawingml/2006/main">
            <a:off x="419100" y="2295525"/>
            <a:ext cx="48196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10" b="1">
                <a:solidFill>
                  <a:srgbClr val="FFFFFF"/>
                </a:solidFill>
                <a:latin typeface="Arial"/>
                <a:ea typeface="Arial"/>
                <a:cs typeface="Arial"/>
              </a:defRPr>
            </a:defPPr>
            <a:lvl1pPr algn="l">
              <a:defRPr sz="1110" b="1">
                <a:solidFill>
                  <a:srgbClr val="FFFFFF"/>
                </a:solidFill>
                <a:latin typeface="Arial"/>
                <a:ea typeface="Arial"/>
                <a:cs typeface="Arial"/>
              </a:defRPr>
            </a:lvl1pPr>
            <a:lvl2pPr algn="l">
              <a:defRPr sz="1110" b="1">
                <a:solidFill>
                  <a:srgbClr val="FFFFFF"/>
                </a:solidFill>
                <a:latin typeface="Arial"/>
                <a:ea typeface="Arial"/>
                <a:cs typeface="Arial"/>
              </a:defRPr>
            </a:lvl2pPr>
            <a:lvl3pPr algn="l">
              <a:defRPr sz="1110" b="1">
                <a:solidFill>
                  <a:srgbClr val="FFFFFF"/>
                </a:solidFill>
                <a:latin typeface="Arial"/>
                <a:ea typeface="Arial"/>
                <a:cs typeface="Arial"/>
              </a:defRPr>
            </a:lvl3pPr>
            <a:lvl4pPr algn="l">
              <a:defRPr sz="1110" b="1">
                <a:solidFill>
                  <a:srgbClr val="FFFFFF"/>
                </a:solidFill>
                <a:latin typeface="Arial"/>
                <a:ea typeface="Arial"/>
                <a:cs typeface="Arial"/>
              </a:defRPr>
            </a:lvl4pPr>
            <a:lvl5pPr algn="l">
              <a:defRPr sz="1110" b="1">
                <a:solidFill>
                  <a:srgbClr val="FFFFFF"/>
                </a:solidFill>
                <a:latin typeface="Arial"/>
                <a:ea typeface="Arial"/>
                <a:cs typeface="Arial"/>
              </a:defRPr>
            </a:lvl5pPr>
            <a:lvl6pPr algn="l">
              <a:defRPr sz="1110" b="1">
                <a:solidFill>
                  <a:srgbClr val="FFFFFF"/>
                </a:solidFill>
                <a:latin typeface="Arial"/>
                <a:ea typeface="Arial"/>
                <a:cs typeface="Arial"/>
              </a:defRPr>
            </a:lvl6pPr>
            <a:lvl7pPr algn="l">
              <a:defRPr sz="1110" b="1">
                <a:solidFill>
                  <a:srgbClr val="FFFFFF"/>
                </a:solidFill>
                <a:latin typeface="Arial"/>
                <a:ea typeface="Arial"/>
                <a:cs typeface="Arial"/>
              </a:defRPr>
            </a:lvl7pPr>
            <a:lvl8pPr algn="l">
              <a:defRPr sz="1110" b="1">
                <a:solidFill>
                  <a:srgbClr val="FFFFFF"/>
                </a:solidFill>
                <a:latin typeface="Arial"/>
                <a:ea typeface="Arial"/>
                <a:cs typeface="Arial"/>
              </a:defRPr>
            </a:lvl8pPr>
            <a:lvl9pPr algn="l">
              <a:defRPr sz="1110" b="1">
                <a:solidFill>
                  <a:srgbClr val="FFFFFF"/>
                </a:solidFill>
                <a:latin typeface="Arial"/>
                <a:ea typeface="Arial"/>
                <a:cs typeface="Arial"/>
              </a:defRPr>
            </a:lvl9pPr>
          </a:lstStyle>
          <a:p xmlns:a="http://schemas.openxmlformats.org/drawingml/2006/main">
            <a:pPr algn="l">
              <a:lnSpc>
                <a:spcPct val="100000"/>
              </a:lnSpc>
              <a:buNone/>
              <a:defRPr sz="1110" b="1">
                <a:solidFill>
                  <a:srgbClr val="FFFFFF"/>
                </a:solidFill>
                <a:latin typeface="Arial"/>
                <a:ea typeface="Arial"/>
                <a:cs typeface="Arial"/>
              </a:defRPr>
            </a:pPr>
            <a:r>
              <a:rPr sz="1110" b="1">
                <a:solidFill>
                  <a:srgbClr val="FFFFFF"/>
                </a:solidFill>
                <a:latin typeface="Arial"/>
                <a:ea typeface="Arial"/>
                <a:cs typeface="Arial"/>
              </a:rPr>
              <a:t>Look first. Signal only when safe; move only when clear. Drivers still need to give riders space.</a:t>
            </a:r>
          </a:p>
        </p:txBody>
      </p:sp>
      <p:sp>
        <p:nvSpPr>
          <p:cNvPr id="7" name="A.L.E.R.T. public sign content ground">
            <a:extLst xmlns:a="http://schemas.openxmlformats.org/drawingml/2006/main">
              <a:ext uri="{FF2B5EF4-FFF2-40B4-BE49-F238E27FC236}">
                <a16:creationId xmlns:a16="http://schemas.microsoft.com/office/drawing/2014/main" id="{B51C93BB-C688-47FC-A0B3-BC96D8C49DDF}"/>
              </a:ext>
            </a:extLst>
          </p:cNvPr>
          <p:cNvSpPr>
            <a:spLocks xmlns:a="http://schemas.openxmlformats.org/drawingml/2006/main" noGrp="1"/>
          </p:cNvSpPr>
          <p:nvPr/>
        </p:nvSpPr>
        <p:spPr>
          <a:xfrm xmlns:a="http://schemas.openxmlformats.org/drawingml/2006/main">
            <a:off x="0" y="3200400"/>
            <a:ext cx="7772400" cy="5943600"/>
          </a:xfrm>
          <a:prstGeom xmlns:a="http://schemas.openxmlformats.org/drawingml/2006/main" prst="rect">
            <a:avLst/>
          </a:prstGeom>
          <a:solidFill xmlns:a="http://schemas.openxmlformats.org/drawingml/2006/main">
            <a:srgbClr val="FFF3DF"/>
          </a:solidFill>
          <a:ln xmlns:a="http://schemas.openxmlformats.org/drawingml/2006/main" w="0">
            <a:noFill/>
            <a:prstDash val="solid"/>
          </a:ln>
        </p:spPr>
      </p:sp>
      <p:sp>
        <p:nvSpPr>
          <p:cNvPr id="8" name="A.L.E.R.T. initial A">
            <a:extLst xmlns:a="http://schemas.openxmlformats.org/drawingml/2006/main">
              <a:ext uri="{FF2B5EF4-FFF2-40B4-BE49-F238E27FC236}">
                <a16:creationId xmlns:a16="http://schemas.microsoft.com/office/drawing/2014/main" id="{18B7897E-341C-469E-8FC5-0889DD454490}"/>
              </a:ext>
            </a:extLst>
          </p:cNvPr>
          <p:cNvSpPr>
            <a:spLocks xmlns:a="http://schemas.openxmlformats.org/drawingml/2006/main" noGrp="1"/>
          </p:cNvSpPr>
          <p:nvPr/>
        </p:nvSpPr>
        <p:spPr>
          <a:xfrm xmlns:a="http://schemas.openxmlformats.org/drawingml/2006/main">
            <a:off x="419100" y="35433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00" b="1">
                <a:solidFill>
                  <a:srgbClr val="FF0180"/>
                </a:solidFill>
                <a:latin typeface="Space Grotesk"/>
                <a:ea typeface="Space Grotesk"/>
                <a:cs typeface="Space Grotesk"/>
              </a:defRPr>
            </a:defPPr>
            <a:lvl1pPr algn="l">
              <a:defRPr sz="1700" b="1">
                <a:solidFill>
                  <a:srgbClr val="FF0180"/>
                </a:solidFill>
                <a:latin typeface="Space Grotesk"/>
                <a:ea typeface="Space Grotesk"/>
                <a:cs typeface="Space Grotesk"/>
              </a:defRPr>
            </a:lvl1pPr>
            <a:lvl2pPr algn="l">
              <a:defRPr sz="1700" b="1">
                <a:solidFill>
                  <a:srgbClr val="FF0180"/>
                </a:solidFill>
                <a:latin typeface="Space Grotesk"/>
                <a:ea typeface="Space Grotesk"/>
                <a:cs typeface="Space Grotesk"/>
              </a:defRPr>
            </a:lvl2pPr>
            <a:lvl3pPr algn="l">
              <a:defRPr sz="1700" b="1">
                <a:solidFill>
                  <a:srgbClr val="FF0180"/>
                </a:solidFill>
                <a:latin typeface="Space Grotesk"/>
                <a:ea typeface="Space Grotesk"/>
                <a:cs typeface="Space Grotesk"/>
              </a:defRPr>
            </a:lvl3pPr>
            <a:lvl4pPr algn="l">
              <a:defRPr sz="1700" b="1">
                <a:solidFill>
                  <a:srgbClr val="FF0180"/>
                </a:solidFill>
                <a:latin typeface="Space Grotesk"/>
                <a:ea typeface="Space Grotesk"/>
                <a:cs typeface="Space Grotesk"/>
              </a:defRPr>
            </a:lvl4pPr>
            <a:lvl5pPr algn="l">
              <a:defRPr sz="1700" b="1">
                <a:solidFill>
                  <a:srgbClr val="FF0180"/>
                </a:solidFill>
                <a:latin typeface="Space Grotesk"/>
                <a:ea typeface="Space Grotesk"/>
                <a:cs typeface="Space Grotesk"/>
              </a:defRPr>
            </a:lvl5pPr>
            <a:lvl6pPr algn="l">
              <a:defRPr sz="1700" b="1">
                <a:solidFill>
                  <a:srgbClr val="FF0180"/>
                </a:solidFill>
                <a:latin typeface="Space Grotesk"/>
                <a:ea typeface="Space Grotesk"/>
                <a:cs typeface="Space Grotesk"/>
              </a:defRPr>
            </a:lvl6pPr>
            <a:lvl7pPr algn="l">
              <a:defRPr sz="1700" b="1">
                <a:solidFill>
                  <a:srgbClr val="FF0180"/>
                </a:solidFill>
                <a:latin typeface="Space Grotesk"/>
                <a:ea typeface="Space Grotesk"/>
                <a:cs typeface="Space Grotesk"/>
              </a:defRPr>
            </a:lvl7pPr>
            <a:lvl8pPr algn="l">
              <a:defRPr sz="1700" b="1">
                <a:solidFill>
                  <a:srgbClr val="FF0180"/>
                </a:solidFill>
                <a:latin typeface="Space Grotesk"/>
                <a:ea typeface="Space Grotesk"/>
                <a:cs typeface="Space Grotesk"/>
              </a:defRPr>
            </a:lvl8pPr>
            <a:lvl9pPr algn="l">
              <a:defRPr sz="1700" b="1">
                <a:solidFill>
                  <a:srgbClr val="FF0180"/>
                </a:solidFill>
                <a:latin typeface="Space Grotesk"/>
                <a:ea typeface="Space Grotesk"/>
                <a:cs typeface="Space Grotesk"/>
              </a:defRPr>
            </a:lvl9pPr>
          </a:lstStyle>
          <a:p xmlns:a="http://schemas.openxmlformats.org/drawingml/2006/main">
            <a:pPr algn="l">
              <a:lnSpc>
                <a:spcPct val="100000"/>
              </a:lnSpc>
              <a:buNone/>
              <a:defRPr sz="1700" b="1">
                <a:solidFill>
                  <a:srgbClr val="FF0180"/>
                </a:solidFill>
                <a:latin typeface="Space Grotesk"/>
                <a:ea typeface="Space Grotesk"/>
                <a:cs typeface="Space Grotesk"/>
              </a:defRPr>
            </a:pPr>
            <a:r>
              <a:rPr sz="1700" b="1">
                <a:solidFill>
                  <a:srgbClr val="FF0180"/>
                </a:solidFill>
                <a:latin typeface="Space Grotesk"/>
                <a:ea typeface="Space Grotesk"/>
                <a:cs typeface="Space Grotesk"/>
              </a:rPr>
              <a:t>A</a:t>
            </a:r>
          </a:p>
        </p:txBody>
      </p:sp>
      <p:sp>
        <p:nvSpPr>
          <p:cNvPr id="9" name="A.L.E.R.T. heading Aware">
            <a:extLst xmlns:a="http://schemas.openxmlformats.org/drawingml/2006/main">
              <a:ext uri="{FF2B5EF4-FFF2-40B4-BE49-F238E27FC236}">
                <a16:creationId xmlns:a16="http://schemas.microsoft.com/office/drawing/2014/main" id="{AD86857E-2FE1-4325-8882-37E3B50874FA}"/>
              </a:ext>
            </a:extLst>
          </p:cNvPr>
          <p:cNvSpPr>
            <a:spLocks xmlns:a="http://schemas.openxmlformats.org/drawingml/2006/main" noGrp="1"/>
          </p:cNvSpPr>
          <p:nvPr/>
        </p:nvSpPr>
        <p:spPr>
          <a:xfrm xmlns:a="http://schemas.openxmlformats.org/drawingml/2006/main">
            <a:off x="685800" y="35433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7926CB"/>
                </a:solidFill>
                <a:latin typeface="Space Grotesk"/>
                <a:ea typeface="Space Grotesk"/>
                <a:cs typeface="Space Grotesk"/>
              </a:defRPr>
            </a:defPPr>
            <a:lvl1pPr algn="l">
              <a:defRPr sz="1400" b="1">
                <a:solidFill>
                  <a:srgbClr val="7926CB"/>
                </a:solidFill>
                <a:latin typeface="Space Grotesk"/>
                <a:ea typeface="Space Grotesk"/>
                <a:cs typeface="Space Grotesk"/>
              </a:defRPr>
            </a:lvl1pPr>
            <a:lvl2pPr algn="l">
              <a:defRPr sz="1400" b="1">
                <a:solidFill>
                  <a:srgbClr val="7926CB"/>
                </a:solidFill>
                <a:latin typeface="Space Grotesk"/>
                <a:ea typeface="Space Grotesk"/>
                <a:cs typeface="Space Grotesk"/>
              </a:defRPr>
            </a:lvl2pPr>
            <a:lvl3pPr algn="l">
              <a:defRPr sz="1400" b="1">
                <a:solidFill>
                  <a:srgbClr val="7926CB"/>
                </a:solidFill>
                <a:latin typeface="Space Grotesk"/>
                <a:ea typeface="Space Grotesk"/>
                <a:cs typeface="Space Grotesk"/>
              </a:defRPr>
            </a:lvl3pPr>
            <a:lvl4pPr algn="l">
              <a:defRPr sz="1400" b="1">
                <a:solidFill>
                  <a:srgbClr val="7926CB"/>
                </a:solidFill>
                <a:latin typeface="Space Grotesk"/>
                <a:ea typeface="Space Grotesk"/>
                <a:cs typeface="Space Grotesk"/>
              </a:defRPr>
            </a:lvl4pPr>
            <a:lvl5pPr algn="l">
              <a:defRPr sz="1400" b="1">
                <a:solidFill>
                  <a:srgbClr val="7926CB"/>
                </a:solidFill>
                <a:latin typeface="Space Grotesk"/>
                <a:ea typeface="Space Grotesk"/>
                <a:cs typeface="Space Grotesk"/>
              </a:defRPr>
            </a:lvl5pPr>
            <a:lvl6pPr algn="l">
              <a:defRPr sz="1400" b="1">
                <a:solidFill>
                  <a:srgbClr val="7926CB"/>
                </a:solidFill>
                <a:latin typeface="Space Grotesk"/>
                <a:ea typeface="Space Grotesk"/>
                <a:cs typeface="Space Grotesk"/>
              </a:defRPr>
            </a:lvl6pPr>
            <a:lvl7pPr algn="l">
              <a:defRPr sz="1400" b="1">
                <a:solidFill>
                  <a:srgbClr val="7926CB"/>
                </a:solidFill>
                <a:latin typeface="Space Grotesk"/>
                <a:ea typeface="Space Grotesk"/>
                <a:cs typeface="Space Grotesk"/>
              </a:defRPr>
            </a:lvl7pPr>
            <a:lvl8pPr algn="l">
              <a:defRPr sz="1400" b="1">
                <a:solidFill>
                  <a:srgbClr val="7926CB"/>
                </a:solidFill>
                <a:latin typeface="Space Grotesk"/>
                <a:ea typeface="Space Grotesk"/>
                <a:cs typeface="Space Grotesk"/>
              </a:defRPr>
            </a:lvl8pPr>
            <a:lvl9pPr algn="l">
              <a:defRPr sz="1400" b="1">
                <a:solidFill>
                  <a:srgbClr val="7926CB"/>
                </a:solidFill>
                <a:latin typeface="Space Grotesk"/>
                <a:ea typeface="Space Grotesk"/>
                <a:cs typeface="Space Grotesk"/>
              </a:defRPr>
            </a:lvl9pPr>
          </a:lstStyle>
          <a:p xmlns:a="http://schemas.openxmlformats.org/drawingml/2006/main">
            <a:pPr algn="l">
              <a:lnSpc>
                <a:spcPct val="100000"/>
              </a:lnSpc>
              <a:buNone/>
              <a:defRPr sz="1400" b="1">
                <a:solidFill>
                  <a:srgbClr val="7926CB"/>
                </a:solidFill>
                <a:latin typeface="Space Grotesk"/>
                <a:ea typeface="Space Grotesk"/>
                <a:cs typeface="Space Grotesk"/>
              </a:defRPr>
            </a:pPr>
            <a:r>
              <a:rPr sz="1400" b="1">
                <a:solidFill>
                  <a:srgbClr val="7926CB"/>
                </a:solidFill>
                <a:latin typeface="Space Grotesk"/>
                <a:ea typeface="Space Grotesk"/>
                <a:cs typeface="Space Grotesk"/>
              </a:rPr>
              <a:t>Aware</a:t>
            </a:r>
          </a:p>
        </p:txBody>
      </p:sp>
      <p:sp>
        <p:nvSpPr>
          <p:cNvPr id="10" name="A.L.E.R.T. copy Aware">
            <a:extLst xmlns:a="http://schemas.openxmlformats.org/drawingml/2006/main">
              <a:ext uri="{FF2B5EF4-FFF2-40B4-BE49-F238E27FC236}">
                <a16:creationId xmlns:a16="http://schemas.microsoft.com/office/drawing/2014/main" id="{B835DE3F-0C56-494F-8452-413010D2103D}"/>
              </a:ext>
            </a:extLst>
          </p:cNvPr>
          <p:cNvSpPr>
            <a:spLocks xmlns:a="http://schemas.openxmlformats.org/drawingml/2006/main" noGrp="1"/>
          </p:cNvSpPr>
          <p:nvPr/>
        </p:nvSpPr>
        <p:spPr>
          <a:xfrm xmlns:a="http://schemas.openxmlformats.org/drawingml/2006/main">
            <a:off x="685800" y="3771900"/>
            <a:ext cx="657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70" b="0">
                <a:solidFill>
                  <a:srgbClr val="23143A"/>
                </a:solidFill>
                <a:latin typeface="Arial"/>
                <a:ea typeface="Arial"/>
                <a:cs typeface="Arial"/>
              </a:defRPr>
            </a:defPPr>
            <a:lvl1pPr algn="l">
              <a:defRPr sz="1170" b="0">
                <a:solidFill>
                  <a:srgbClr val="23143A"/>
                </a:solidFill>
                <a:latin typeface="Arial"/>
                <a:ea typeface="Arial"/>
                <a:cs typeface="Arial"/>
              </a:defRPr>
            </a:lvl1pPr>
            <a:lvl2pPr algn="l">
              <a:defRPr sz="1170" b="0">
                <a:solidFill>
                  <a:srgbClr val="23143A"/>
                </a:solidFill>
                <a:latin typeface="Arial"/>
                <a:ea typeface="Arial"/>
                <a:cs typeface="Arial"/>
              </a:defRPr>
            </a:lvl2pPr>
            <a:lvl3pPr algn="l">
              <a:defRPr sz="1170" b="0">
                <a:solidFill>
                  <a:srgbClr val="23143A"/>
                </a:solidFill>
                <a:latin typeface="Arial"/>
                <a:ea typeface="Arial"/>
                <a:cs typeface="Arial"/>
              </a:defRPr>
            </a:lvl3pPr>
            <a:lvl4pPr algn="l">
              <a:defRPr sz="1170" b="0">
                <a:solidFill>
                  <a:srgbClr val="23143A"/>
                </a:solidFill>
                <a:latin typeface="Arial"/>
                <a:ea typeface="Arial"/>
                <a:cs typeface="Arial"/>
              </a:defRPr>
            </a:lvl4pPr>
            <a:lvl5pPr algn="l">
              <a:defRPr sz="1170" b="0">
                <a:solidFill>
                  <a:srgbClr val="23143A"/>
                </a:solidFill>
                <a:latin typeface="Arial"/>
                <a:ea typeface="Arial"/>
                <a:cs typeface="Arial"/>
              </a:defRPr>
            </a:lvl5pPr>
            <a:lvl6pPr algn="l">
              <a:defRPr sz="1170" b="0">
                <a:solidFill>
                  <a:srgbClr val="23143A"/>
                </a:solidFill>
                <a:latin typeface="Arial"/>
                <a:ea typeface="Arial"/>
                <a:cs typeface="Arial"/>
              </a:defRPr>
            </a:lvl6pPr>
            <a:lvl7pPr algn="l">
              <a:defRPr sz="1170" b="0">
                <a:solidFill>
                  <a:srgbClr val="23143A"/>
                </a:solidFill>
                <a:latin typeface="Arial"/>
                <a:ea typeface="Arial"/>
                <a:cs typeface="Arial"/>
              </a:defRPr>
            </a:lvl7pPr>
            <a:lvl8pPr algn="l">
              <a:defRPr sz="1170" b="0">
                <a:solidFill>
                  <a:srgbClr val="23143A"/>
                </a:solidFill>
                <a:latin typeface="Arial"/>
                <a:ea typeface="Arial"/>
                <a:cs typeface="Arial"/>
              </a:defRPr>
            </a:lvl8pPr>
            <a:lvl9pPr algn="l">
              <a:defRPr sz="1170" b="0">
                <a:solidFill>
                  <a:srgbClr val="23143A"/>
                </a:solidFill>
                <a:latin typeface="Arial"/>
                <a:ea typeface="Arial"/>
                <a:cs typeface="Arial"/>
              </a:defRPr>
            </a:lvl9pPr>
          </a:lstStyle>
          <a:p xmlns:a="http://schemas.openxmlformats.org/drawingml/2006/main">
            <a:pPr algn="l">
              <a:lnSpc>
                <a:spcPct val="100000"/>
              </a:lnSpc>
              <a:buNone/>
              <a:defRPr sz="1170" b="0">
                <a:solidFill>
                  <a:srgbClr val="23143A"/>
                </a:solidFill>
                <a:latin typeface="Arial"/>
                <a:ea typeface="Arial"/>
                <a:cs typeface="Arial"/>
              </a:defRPr>
            </a:pPr>
            <a:r>
              <a:rPr sz="1170" b="0">
                <a:solidFill>
                  <a:srgbClr val="23143A"/>
                </a:solidFill>
                <a:latin typeface="Arial"/>
                <a:ea typeface="Arial"/>
                <a:cs typeface="Arial"/>
              </a:rPr>
              <a:t>Scan ahead for turning cars, opening doors, debris, and changing road conditions.</a:t>
            </a:r>
          </a:p>
        </p:txBody>
      </p:sp>
      <p:sp>
        <p:nvSpPr>
          <p:cNvPr id="11" name="A.L.E.R.T. initial L">
            <a:extLst xmlns:a="http://schemas.openxmlformats.org/drawingml/2006/main">
              <a:ext uri="{FF2B5EF4-FFF2-40B4-BE49-F238E27FC236}">
                <a16:creationId xmlns:a16="http://schemas.microsoft.com/office/drawing/2014/main" id="{E269B93D-9CA4-4D57-BAB2-11C335F32A30}"/>
              </a:ext>
            </a:extLst>
          </p:cNvPr>
          <p:cNvSpPr>
            <a:spLocks xmlns:a="http://schemas.openxmlformats.org/drawingml/2006/main" noGrp="1"/>
          </p:cNvSpPr>
          <p:nvPr/>
        </p:nvSpPr>
        <p:spPr>
          <a:xfrm xmlns:a="http://schemas.openxmlformats.org/drawingml/2006/main">
            <a:off x="419100" y="45720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00" b="1">
                <a:solidFill>
                  <a:srgbClr val="FF0180"/>
                </a:solidFill>
                <a:latin typeface="Space Grotesk"/>
                <a:ea typeface="Space Grotesk"/>
                <a:cs typeface="Space Grotesk"/>
              </a:defRPr>
            </a:defPPr>
            <a:lvl1pPr algn="l">
              <a:defRPr sz="1700" b="1">
                <a:solidFill>
                  <a:srgbClr val="FF0180"/>
                </a:solidFill>
                <a:latin typeface="Space Grotesk"/>
                <a:ea typeface="Space Grotesk"/>
                <a:cs typeface="Space Grotesk"/>
              </a:defRPr>
            </a:lvl1pPr>
            <a:lvl2pPr algn="l">
              <a:defRPr sz="1700" b="1">
                <a:solidFill>
                  <a:srgbClr val="FF0180"/>
                </a:solidFill>
                <a:latin typeface="Space Grotesk"/>
                <a:ea typeface="Space Grotesk"/>
                <a:cs typeface="Space Grotesk"/>
              </a:defRPr>
            </a:lvl2pPr>
            <a:lvl3pPr algn="l">
              <a:defRPr sz="1700" b="1">
                <a:solidFill>
                  <a:srgbClr val="FF0180"/>
                </a:solidFill>
                <a:latin typeface="Space Grotesk"/>
                <a:ea typeface="Space Grotesk"/>
                <a:cs typeface="Space Grotesk"/>
              </a:defRPr>
            </a:lvl3pPr>
            <a:lvl4pPr algn="l">
              <a:defRPr sz="1700" b="1">
                <a:solidFill>
                  <a:srgbClr val="FF0180"/>
                </a:solidFill>
                <a:latin typeface="Space Grotesk"/>
                <a:ea typeface="Space Grotesk"/>
                <a:cs typeface="Space Grotesk"/>
              </a:defRPr>
            </a:lvl4pPr>
            <a:lvl5pPr algn="l">
              <a:defRPr sz="1700" b="1">
                <a:solidFill>
                  <a:srgbClr val="FF0180"/>
                </a:solidFill>
                <a:latin typeface="Space Grotesk"/>
                <a:ea typeface="Space Grotesk"/>
                <a:cs typeface="Space Grotesk"/>
              </a:defRPr>
            </a:lvl5pPr>
            <a:lvl6pPr algn="l">
              <a:defRPr sz="1700" b="1">
                <a:solidFill>
                  <a:srgbClr val="FF0180"/>
                </a:solidFill>
                <a:latin typeface="Space Grotesk"/>
                <a:ea typeface="Space Grotesk"/>
                <a:cs typeface="Space Grotesk"/>
              </a:defRPr>
            </a:lvl6pPr>
            <a:lvl7pPr algn="l">
              <a:defRPr sz="1700" b="1">
                <a:solidFill>
                  <a:srgbClr val="FF0180"/>
                </a:solidFill>
                <a:latin typeface="Space Grotesk"/>
                <a:ea typeface="Space Grotesk"/>
                <a:cs typeface="Space Grotesk"/>
              </a:defRPr>
            </a:lvl7pPr>
            <a:lvl8pPr algn="l">
              <a:defRPr sz="1700" b="1">
                <a:solidFill>
                  <a:srgbClr val="FF0180"/>
                </a:solidFill>
                <a:latin typeface="Space Grotesk"/>
                <a:ea typeface="Space Grotesk"/>
                <a:cs typeface="Space Grotesk"/>
              </a:defRPr>
            </a:lvl8pPr>
            <a:lvl9pPr algn="l">
              <a:defRPr sz="1700" b="1">
                <a:solidFill>
                  <a:srgbClr val="FF0180"/>
                </a:solidFill>
                <a:latin typeface="Space Grotesk"/>
                <a:ea typeface="Space Grotesk"/>
                <a:cs typeface="Space Grotesk"/>
              </a:defRPr>
            </a:lvl9pPr>
          </a:lstStyle>
          <a:p xmlns:a="http://schemas.openxmlformats.org/drawingml/2006/main">
            <a:pPr algn="l">
              <a:lnSpc>
                <a:spcPct val="100000"/>
              </a:lnSpc>
              <a:buNone/>
              <a:defRPr sz="1700" b="1">
                <a:solidFill>
                  <a:srgbClr val="FF0180"/>
                </a:solidFill>
                <a:latin typeface="Space Grotesk"/>
                <a:ea typeface="Space Grotesk"/>
                <a:cs typeface="Space Grotesk"/>
              </a:defRPr>
            </a:pPr>
            <a:r>
              <a:rPr sz="1700" b="1">
                <a:solidFill>
                  <a:srgbClr val="FF0180"/>
                </a:solidFill>
                <a:latin typeface="Space Grotesk"/>
                <a:ea typeface="Space Grotesk"/>
                <a:cs typeface="Space Grotesk"/>
              </a:rPr>
              <a:t>L</a:t>
            </a:r>
          </a:p>
        </p:txBody>
      </p:sp>
      <p:sp>
        <p:nvSpPr>
          <p:cNvPr id="12" name="A.L.E.R.T. heading Lawful">
            <a:extLst xmlns:a="http://schemas.openxmlformats.org/drawingml/2006/main">
              <a:ext uri="{FF2B5EF4-FFF2-40B4-BE49-F238E27FC236}">
                <a16:creationId xmlns:a16="http://schemas.microsoft.com/office/drawing/2014/main" id="{222E3EE3-C01E-4C52-8A60-D985856DA0E6}"/>
              </a:ext>
            </a:extLst>
          </p:cNvPr>
          <p:cNvSpPr>
            <a:spLocks xmlns:a="http://schemas.openxmlformats.org/drawingml/2006/main" noGrp="1"/>
          </p:cNvSpPr>
          <p:nvPr/>
        </p:nvSpPr>
        <p:spPr>
          <a:xfrm xmlns:a="http://schemas.openxmlformats.org/drawingml/2006/main">
            <a:off x="685800" y="45720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7926CB"/>
                </a:solidFill>
                <a:latin typeface="Space Grotesk"/>
                <a:ea typeface="Space Grotesk"/>
                <a:cs typeface="Space Grotesk"/>
              </a:defRPr>
            </a:defPPr>
            <a:lvl1pPr algn="l">
              <a:defRPr sz="1400" b="1">
                <a:solidFill>
                  <a:srgbClr val="7926CB"/>
                </a:solidFill>
                <a:latin typeface="Space Grotesk"/>
                <a:ea typeface="Space Grotesk"/>
                <a:cs typeface="Space Grotesk"/>
              </a:defRPr>
            </a:lvl1pPr>
            <a:lvl2pPr algn="l">
              <a:defRPr sz="1400" b="1">
                <a:solidFill>
                  <a:srgbClr val="7926CB"/>
                </a:solidFill>
                <a:latin typeface="Space Grotesk"/>
                <a:ea typeface="Space Grotesk"/>
                <a:cs typeface="Space Grotesk"/>
              </a:defRPr>
            </a:lvl2pPr>
            <a:lvl3pPr algn="l">
              <a:defRPr sz="1400" b="1">
                <a:solidFill>
                  <a:srgbClr val="7926CB"/>
                </a:solidFill>
                <a:latin typeface="Space Grotesk"/>
                <a:ea typeface="Space Grotesk"/>
                <a:cs typeface="Space Grotesk"/>
              </a:defRPr>
            </a:lvl3pPr>
            <a:lvl4pPr algn="l">
              <a:defRPr sz="1400" b="1">
                <a:solidFill>
                  <a:srgbClr val="7926CB"/>
                </a:solidFill>
                <a:latin typeface="Space Grotesk"/>
                <a:ea typeface="Space Grotesk"/>
                <a:cs typeface="Space Grotesk"/>
              </a:defRPr>
            </a:lvl4pPr>
            <a:lvl5pPr algn="l">
              <a:defRPr sz="1400" b="1">
                <a:solidFill>
                  <a:srgbClr val="7926CB"/>
                </a:solidFill>
                <a:latin typeface="Space Grotesk"/>
                <a:ea typeface="Space Grotesk"/>
                <a:cs typeface="Space Grotesk"/>
              </a:defRPr>
            </a:lvl5pPr>
            <a:lvl6pPr algn="l">
              <a:defRPr sz="1400" b="1">
                <a:solidFill>
                  <a:srgbClr val="7926CB"/>
                </a:solidFill>
                <a:latin typeface="Space Grotesk"/>
                <a:ea typeface="Space Grotesk"/>
                <a:cs typeface="Space Grotesk"/>
              </a:defRPr>
            </a:lvl6pPr>
            <a:lvl7pPr algn="l">
              <a:defRPr sz="1400" b="1">
                <a:solidFill>
                  <a:srgbClr val="7926CB"/>
                </a:solidFill>
                <a:latin typeface="Space Grotesk"/>
                <a:ea typeface="Space Grotesk"/>
                <a:cs typeface="Space Grotesk"/>
              </a:defRPr>
            </a:lvl7pPr>
            <a:lvl8pPr algn="l">
              <a:defRPr sz="1400" b="1">
                <a:solidFill>
                  <a:srgbClr val="7926CB"/>
                </a:solidFill>
                <a:latin typeface="Space Grotesk"/>
                <a:ea typeface="Space Grotesk"/>
                <a:cs typeface="Space Grotesk"/>
              </a:defRPr>
            </a:lvl8pPr>
            <a:lvl9pPr algn="l">
              <a:defRPr sz="1400" b="1">
                <a:solidFill>
                  <a:srgbClr val="7926CB"/>
                </a:solidFill>
                <a:latin typeface="Space Grotesk"/>
                <a:ea typeface="Space Grotesk"/>
                <a:cs typeface="Space Grotesk"/>
              </a:defRPr>
            </a:lvl9pPr>
          </a:lstStyle>
          <a:p xmlns:a="http://schemas.openxmlformats.org/drawingml/2006/main">
            <a:pPr algn="l">
              <a:lnSpc>
                <a:spcPct val="100000"/>
              </a:lnSpc>
              <a:buNone/>
              <a:defRPr sz="1400" b="1">
                <a:solidFill>
                  <a:srgbClr val="7926CB"/>
                </a:solidFill>
                <a:latin typeface="Space Grotesk"/>
                <a:ea typeface="Space Grotesk"/>
                <a:cs typeface="Space Grotesk"/>
              </a:defRPr>
            </a:pPr>
            <a:r>
              <a:rPr sz="1400" b="1">
                <a:solidFill>
                  <a:srgbClr val="7926CB"/>
                </a:solidFill>
                <a:latin typeface="Space Grotesk"/>
                <a:ea typeface="Space Grotesk"/>
                <a:cs typeface="Space Grotesk"/>
              </a:rPr>
              <a:t>Lawful</a:t>
            </a:r>
          </a:p>
        </p:txBody>
      </p:sp>
      <p:sp>
        <p:nvSpPr>
          <p:cNvPr id="13" name="A.L.E.R.T. copy Lawful">
            <a:extLst xmlns:a="http://schemas.openxmlformats.org/drawingml/2006/main">
              <a:ext uri="{FF2B5EF4-FFF2-40B4-BE49-F238E27FC236}">
                <a16:creationId xmlns:a16="http://schemas.microsoft.com/office/drawing/2014/main" id="{5A484D4B-B336-4364-86E4-7876C7563366}"/>
              </a:ext>
            </a:extLst>
          </p:cNvPr>
          <p:cNvSpPr>
            <a:spLocks xmlns:a="http://schemas.openxmlformats.org/drawingml/2006/main" noGrp="1"/>
          </p:cNvSpPr>
          <p:nvPr/>
        </p:nvSpPr>
        <p:spPr>
          <a:xfrm xmlns:a="http://schemas.openxmlformats.org/drawingml/2006/main">
            <a:off x="685800" y="4800600"/>
            <a:ext cx="657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70" b="0">
                <a:solidFill>
                  <a:srgbClr val="23143A"/>
                </a:solidFill>
                <a:latin typeface="Arial"/>
                <a:ea typeface="Arial"/>
                <a:cs typeface="Arial"/>
              </a:defRPr>
            </a:defPPr>
            <a:lvl1pPr algn="l">
              <a:defRPr sz="1170" b="0">
                <a:solidFill>
                  <a:srgbClr val="23143A"/>
                </a:solidFill>
                <a:latin typeface="Arial"/>
                <a:ea typeface="Arial"/>
                <a:cs typeface="Arial"/>
              </a:defRPr>
            </a:lvl1pPr>
            <a:lvl2pPr algn="l">
              <a:defRPr sz="1170" b="0">
                <a:solidFill>
                  <a:srgbClr val="23143A"/>
                </a:solidFill>
                <a:latin typeface="Arial"/>
                <a:ea typeface="Arial"/>
                <a:cs typeface="Arial"/>
              </a:defRPr>
            </a:lvl2pPr>
            <a:lvl3pPr algn="l">
              <a:defRPr sz="1170" b="0">
                <a:solidFill>
                  <a:srgbClr val="23143A"/>
                </a:solidFill>
                <a:latin typeface="Arial"/>
                <a:ea typeface="Arial"/>
                <a:cs typeface="Arial"/>
              </a:defRPr>
            </a:lvl3pPr>
            <a:lvl4pPr algn="l">
              <a:defRPr sz="1170" b="0">
                <a:solidFill>
                  <a:srgbClr val="23143A"/>
                </a:solidFill>
                <a:latin typeface="Arial"/>
                <a:ea typeface="Arial"/>
                <a:cs typeface="Arial"/>
              </a:defRPr>
            </a:lvl4pPr>
            <a:lvl5pPr algn="l">
              <a:defRPr sz="1170" b="0">
                <a:solidFill>
                  <a:srgbClr val="23143A"/>
                </a:solidFill>
                <a:latin typeface="Arial"/>
                <a:ea typeface="Arial"/>
                <a:cs typeface="Arial"/>
              </a:defRPr>
            </a:lvl5pPr>
            <a:lvl6pPr algn="l">
              <a:defRPr sz="1170" b="0">
                <a:solidFill>
                  <a:srgbClr val="23143A"/>
                </a:solidFill>
                <a:latin typeface="Arial"/>
                <a:ea typeface="Arial"/>
                <a:cs typeface="Arial"/>
              </a:defRPr>
            </a:lvl6pPr>
            <a:lvl7pPr algn="l">
              <a:defRPr sz="1170" b="0">
                <a:solidFill>
                  <a:srgbClr val="23143A"/>
                </a:solidFill>
                <a:latin typeface="Arial"/>
                <a:ea typeface="Arial"/>
                <a:cs typeface="Arial"/>
              </a:defRPr>
            </a:lvl7pPr>
            <a:lvl8pPr algn="l">
              <a:defRPr sz="1170" b="0">
                <a:solidFill>
                  <a:srgbClr val="23143A"/>
                </a:solidFill>
                <a:latin typeface="Arial"/>
                <a:ea typeface="Arial"/>
                <a:cs typeface="Arial"/>
              </a:defRPr>
            </a:lvl8pPr>
            <a:lvl9pPr algn="l">
              <a:defRPr sz="1170" b="0">
                <a:solidFill>
                  <a:srgbClr val="23143A"/>
                </a:solidFill>
                <a:latin typeface="Arial"/>
                <a:ea typeface="Arial"/>
                <a:cs typeface="Arial"/>
              </a:defRPr>
            </a:lvl9pPr>
          </a:lstStyle>
          <a:p xmlns:a="http://schemas.openxmlformats.org/drawingml/2006/main">
            <a:pPr algn="l">
              <a:lnSpc>
                <a:spcPct val="100000"/>
              </a:lnSpc>
              <a:buNone/>
              <a:defRPr sz="1170" b="0">
                <a:solidFill>
                  <a:srgbClr val="23143A"/>
                </a:solidFill>
                <a:latin typeface="Arial"/>
                <a:ea typeface="Arial"/>
                <a:cs typeface="Arial"/>
              </a:defRPr>
            </a:pPr>
            <a:r>
              <a:rPr sz="1170" b="0">
                <a:solidFill>
                  <a:srgbClr val="23143A"/>
                </a:solidFill>
                <a:latin typeface="Arial"/>
                <a:ea typeface="Arial"/>
                <a:cs typeface="Arial"/>
              </a:rPr>
              <a:t>Ride predictably with traffic, obey signals, and choose a lane position that fits the road and local rules.</a:t>
            </a:r>
          </a:p>
        </p:txBody>
      </p:sp>
      <p:sp>
        <p:nvSpPr>
          <p:cNvPr id="14" name="A.L.E.R.T. initial E">
            <a:extLst xmlns:a="http://schemas.openxmlformats.org/drawingml/2006/main">
              <a:ext uri="{FF2B5EF4-FFF2-40B4-BE49-F238E27FC236}">
                <a16:creationId xmlns:a16="http://schemas.microsoft.com/office/drawing/2014/main" id="{2ECE99F0-F705-4F08-B1CF-7691E5D27BFA}"/>
              </a:ext>
            </a:extLst>
          </p:cNvPr>
          <p:cNvSpPr>
            <a:spLocks xmlns:a="http://schemas.openxmlformats.org/drawingml/2006/main" noGrp="1"/>
          </p:cNvSpPr>
          <p:nvPr/>
        </p:nvSpPr>
        <p:spPr>
          <a:xfrm xmlns:a="http://schemas.openxmlformats.org/drawingml/2006/main">
            <a:off x="419100" y="56007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00" b="1">
                <a:solidFill>
                  <a:srgbClr val="FF0180"/>
                </a:solidFill>
                <a:latin typeface="Space Grotesk"/>
                <a:ea typeface="Space Grotesk"/>
                <a:cs typeface="Space Grotesk"/>
              </a:defRPr>
            </a:defPPr>
            <a:lvl1pPr algn="l">
              <a:defRPr sz="1700" b="1">
                <a:solidFill>
                  <a:srgbClr val="FF0180"/>
                </a:solidFill>
                <a:latin typeface="Space Grotesk"/>
                <a:ea typeface="Space Grotesk"/>
                <a:cs typeface="Space Grotesk"/>
              </a:defRPr>
            </a:lvl1pPr>
            <a:lvl2pPr algn="l">
              <a:defRPr sz="1700" b="1">
                <a:solidFill>
                  <a:srgbClr val="FF0180"/>
                </a:solidFill>
                <a:latin typeface="Space Grotesk"/>
                <a:ea typeface="Space Grotesk"/>
                <a:cs typeface="Space Grotesk"/>
              </a:defRPr>
            </a:lvl2pPr>
            <a:lvl3pPr algn="l">
              <a:defRPr sz="1700" b="1">
                <a:solidFill>
                  <a:srgbClr val="FF0180"/>
                </a:solidFill>
                <a:latin typeface="Space Grotesk"/>
                <a:ea typeface="Space Grotesk"/>
                <a:cs typeface="Space Grotesk"/>
              </a:defRPr>
            </a:lvl3pPr>
            <a:lvl4pPr algn="l">
              <a:defRPr sz="1700" b="1">
                <a:solidFill>
                  <a:srgbClr val="FF0180"/>
                </a:solidFill>
                <a:latin typeface="Space Grotesk"/>
                <a:ea typeface="Space Grotesk"/>
                <a:cs typeface="Space Grotesk"/>
              </a:defRPr>
            </a:lvl4pPr>
            <a:lvl5pPr algn="l">
              <a:defRPr sz="1700" b="1">
                <a:solidFill>
                  <a:srgbClr val="FF0180"/>
                </a:solidFill>
                <a:latin typeface="Space Grotesk"/>
                <a:ea typeface="Space Grotesk"/>
                <a:cs typeface="Space Grotesk"/>
              </a:defRPr>
            </a:lvl5pPr>
            <a:lvl6pPr algn="l">
              <a:defRPr sz="1700" b="1">
                <a:solidFill>
                  <a:srgbClr val="FF0180"/>
                </a:solidFill>
                <a:latin typeface="Space Grotesk"/>
                <a:ea typeface="Space Grotesk"/>
                <a:cs typeface="Space Grotesk"/>
              </a:defRPr>
            </a:lvl6pPr>
            <a:lvl7pPr algn="l">
              <a:defRPr sz="1700" b="1">
                <a:solidFill>
                  <a:srgbClr val="FF0180"/>
                </a:solidFill>
                <a:latin typeface="Space Grotesk"/>
                <a:ea typeface="Space Grotesk"/>
                <a:cs typeface="Space Grotesk"/>
              </a:defRPr>
            </a:lvl7pPr>
            <a:lvl8pPr algn="l">
              <a:defRPr sz="1700" b="1">
                <a:solidFill>
                  <a:srgbClr val="FF0180"/>
                </a:solidFill>
                <a:latin typeface="Space Grotesk"/>
                <a:ea typeface="Space Grotesk"/>
                <a:cs typeface="Space Grotesk"/>
              </a:defRPr>
            </a:lvl8pPr>
            <a:lvl9pPr algn="l">
              <a:defRPr sz="1700" b="1">
                <a:solidFill>
                  <a:srgbClr val="FF0180"/>
                </a:solidFill>
                <a:latin typeface="Space Grotesk"/>
                <a:ea typeface="Space Grotesk"/>
                <a:cs typeface="Space Grotesk"/>
              </a:defRPr>
            </a:lvl9pPr>
          </a:lstStyle>
          <a:p xmlns:a="http://schemas.openxmlformats.org/drawingml/2006/main">
            <a:pPr algn="l">
              <a:lnSpc>
                <a:spcPct val="100000"/>
              </a:lnSpc>
              <a:buNone/>
              <a:defRPr sz="1700" b="1">
                <a:solidFill>
                  <a:srgbClr val="FF0180"/>
                </a:solidFill>
                <a:latin typeface="Space Grotesk"/>
                <a:ea typeface="Space Grotesk"/>
                <a:cs typeface="Space Grotesk"/>
              </a:defRPr>
            </a:pPr>
            <a:r>
              <a:rPr sz="1700" b="1">
                <a:solidFill>
                  <a:srgbClr val="FF0180"/>
                </a:solidFill>
                <a:latin typeface="Space Grotesk"/>
                <a:ea typeface="Space Grotesk"/>
                <a:cs typeface="Space Grotesk"/>
              </a:rPr>
              <a:t>E</a:t>
            </a:r>
          </a:p>
        </p:txBody>
      </p:sp>
      <p:sp>
        <p:nvSpPr>
          <p:cNvPr id="15" name="A.L.E.R.T. heading Eye-catching">
            <a:extLst xmlns:a="http://schemas.openxmlformats.org/drawingml/2006/main">
              <a:ext uri="{FF2B5EF4-FFF2-40B4-BE49-F238E27FC236}">
                <a16:creationId xmlns:a16="http://schemas.microsoft.com/office/drawing/2014/main" id="{D6E8D4B3-1644-43C3-AE33-30E019DF3F81}"/>
              </a:ext>
            </a:extLst>
          </p:cNvPr>
          <p:cNvSpPr>
            <a:spLocks xmlns:a="http://schemas.openxmlformats.org/drawingml/2006/main" noGrp="1"/>
          </p:cNvSpPr>
          <p:nvPr/>
        </p:nvSpPr>
        <p:spPr>
          <a:xfrm xmlns:a="http://schemas.openxmlformats.org/drawingml/2006/main">
            <a:off x="685800" y="56007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7926CB"/>
                </a:solidFill>
                <a:latin typeface="Space Grotesk"/>
                <a:ea typeface="Space Grotesk"/>
                <a:cs typeface="Space Grotesk"/>
              </a:defRPr>
            </a:defPPr>
            <a:lvl1pPr algn="l">
              <a:defRPr sz="1400" b="1">
                <a:solidFill>
                  <a:srgbClr val="7926CB"/>
                </a:solidFill>
                <a:latin typeface="Space Grotesk"/>
                <a:ea typeface="Space Grotesk"/>
                <a:cs typeface="Space Grotesk"/>
              </a:defRPr>
            </a:lvl1pPr>
            <a:lvl2pPr algn="l">
              <a:defRPr sz="1400" b="1">
                <a:solidFill>
                  <a:srgbClr val="7926CB"/>
                </a:solidFill>
                <a:latin typeface="Space Grotesk"/>
                <a:ea typeface="Space Grotesk"/>
                <a:cs typeface="Space Grotesk"/>
              </a:defRPr>
            </a:lvl2pPr>
            <a:lvl3pPr algn="l">
              <a:defRPr sz="1400" b="1">
                <a:solidFill>
                  <a:srgbClr val="7926CB"/>
                </a:solidFill>
                <a:latin typeface="Space Grotesk"/>
                <a:ea typeface="Space Grotesk"/>
                <a:cs typeface="Space Grotesk"/>
              </a:defRPr>
            </a:lvl3pPr>
            <a:lvl4pPr algn="l">
              <a:defRPr sz="1400" b="1">
                <a:solidFill>
                  <a:srgbClr val="7926CB"/>
                </a:solidFill>
                <a:latin typeface="Space Grotesk"/>
                <a:ea typeface="Space Grotesk"/>
                <a:cs typeface="Space Grotesk"/>
              </a:defRPr>
            </a:lvl4pPr>
            <a:lvl5pPr algn="l">
              <a:defRPr sz="1400" b="1">
                <a:solidFill>
                  <a:srgbClr val="7926CB"/>
                </a:solidFill>
                <a:latin typeface="Space Grotesk"/>
                <a:ea typeface="Space Grotesk"/>
                <a:cs typeface="Space Grotesk"/>
              </a:defRPr>
            </a:lvl5pPr>
            <a:lvl6pPr algn="l">
              <a:defRPr sz="1400" b="1">
                <a:solidFill>
                  <a:srgbClr val="7926CB"/>
                </a:solidFill>
                <a:latin typeface="Space Grotesk"/>
                <a:ea typeface="Space Grotesk"/>
                <a:cs typeface="Space Grotesk"/>
              </a:defRPr>
            </a:lvl6pPr>
            <a:lvl7pPr algn="l">
              <a:defRPr sz="1400" b="1">
                <a:solidFill>
                  <a:srgbClr val="7926CB"/>
                </a:solidFill>
                <a:latin typeface="Space Grotesk"/>
                <a:ea typeface="Space Grotesk"/>
                <a:cs typeface="Space Grotesk"/>
              </a:defRPr>
            </a:lvl7pPr>
            <a:lvl8pPr algn="l">
              <a:defRPr sz="1400" b="1">
                <a:solidFill>
                  <a:srgbClr val="7926CB"/>
                </a:solidFill>
                <a:latin typeface="Space Grotesk"/>
                <a:ea typeface="Space Grotesk"/>
                <a:cs typeface="Space Grotesk"/>
              </a:defRPr>
            </a:lvl8pPr>
            <a:lvl9pPr algn="l">
              <a:defRPr sz="1400" b="1">
                <a:solidFill>
                  <a:srgbClr val="7926CB"/>
                </a:solidFill>
                <a:latin typeface="Space Grotesk"/>
                <a:ea typeface="Space Grotesk"/>
                <a:cs typeface="Space Grotesk"/>
              </a:defRPr>
            </a:lvl9pPr>
          </a:lstStyle>
          <a:p xmlns:a="http://schemas.openxmlformats.org/drawingml/2006/main">
            <a:pPr algn="l">
              <a:lnSpc>
                <a:spcPct val="100000"/>
              </a:lnSpc>
              <a:buNone/>
              <a:defRPr sz="1400" b="1">
                <a:solidFill>
                  <a:srgbClr val="7926CB"/>
                </a:solidFill>
                <a:latin typeface="Space Grotesk"/>
                <a:ea typeface="Space Grotesk"/>
                <a:cs typeface="Space Grotesk"/>
              </a:defRPr>
            </a:pPr>
            <a:r>
              <a:rPr sz="1400" b="1">
                <a:solidFill>
                  <a:srgbClr val="7926CB"/>
                </a:solidFill>
                <a:latin typeface="Space Grotesk"/>
                <a:ea typeface="Space Grotesk"/>
                <a:cs typeface="Space Grotesk"/>
              </a:rPr>
              <a:t>Eye-catching</a:t>
            </a:r>
          </a:p>
        </p:txBody>
      </p:sp>
      <p:sp>
        <p:nvSpPr>
          <p:cNvPr id="16" name="A.L.E.R.T. copy Eye-catching">
            <a:extLst xmlns:a="http://schemas.openxmlformats.org/drawingml/2006/main">
              <a:ext uri="{FF2B5EF4-FFF2-40B4-BE49-F238E27FC236}">
                <a16:creationId xmlns:a16="http://schemas.microsoft.com/office/drawing/2014/main" id="{BAE0F284-BA13-48F5-86FC-C32B3E2B76E3}"/>
              </a:ext>
            </a:extLst>
          </p:cNvPr>
          <p:cNvSpPr>
            <a:spLocks xmlns:a="http://schemas.openxmlformats.org/drawingml/2006/main" noGrp="1"/>
          </p:cNvSpPr>
          <p:nvPr/>
        </p:nvSpPr>
        <p:spPr>
          <a:xfrm xmlns:a="http://schemas.openxmlformats.org/drawingml/2006/main">
            <a:off x="685800" y="5829300"/>
            <a:ext cx="657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70" b="0">
                <a:solidFill>
                  <a:srgbClr val="23143A"/>
                </a:solidFill>
                <a:latin typeface="Arial"/>
                <a:ea typeface="Arial"/>
                <a:cs typeface="Arial"/>
              </a:defRPr>
            </a:defPPr>
            <a:lvl1pPr algn="l">
              <a:defRPr sz="1170" b="0">
                <a:solidFill>
                  <a:srgbClr val="23143A"/>
                </a:solidFill>
                <a:latin typeface="Arial"/>
                <a:ea typeface="Arial"/>
                <a:cs typeface="Arial"/>
              </a:defRPr>
            </a:lvl1pPr>
            <a:lvl2pPr algn="l">
              <a:defRPr sz="1170" b="0">
                <a:solidFill>
                  <a:srgbClr val="23143A"/>
                </a:solidFill>
                <a:latin typeface="Arial"/>
                <a:ea typeface="Arial"/>
                <a:cs typeface="Arial"/>
              </a:defRPr>
            </a:lvl2pPr>
            <a:lvl3pPr algn="l">
              <a:defRPr sz="1170" b="0">
                <a:solidFill>
                  <a:srgbClr val="23143A"/>
                </a:solidFill>
                <a:latin typeface="Arial"/>
                <a:ea typeface="Arial"/>
                <a:cs typeface="Arial"/>
              </a:defRPr>
            </a:lvl3pPr>
            <a:lvl4pPr algn="l">
              <a:defRPr sz="1170" b="0">
                <a:solidFill>
                  <a:srgbClr val="23143A"/>
                </a:solidFill>
                <a:latin typeface="Arial"/>
                <a:ea typeface="Arial"/>
                <a:cs typeface="Arial"/>
              </a:defRPr>
            </a:lvl4pPr>
            <a:lvl5pPr algn="l">
              <a:defRPr sz="1170" b="0">
                <a:solidFill>
                  <a:srgbClr val="23143A"/>
                </a:solidFill>
                <a:latin typeface="Arial"/>
                <a:ea typeface="Arial"/>
                <a:cs typeface="Arial"/>
              </a:defRPr>
            </a:lvl5pPr>
            <a:lvl6pPr algn="l">
              <a:defRPr sz="1170" b="0">
                <a:solidFill>
                  <a:srgbClr val="23143A"/>
                </a:solidFill>
                <a:latin typeface="Arial"/>
                <a:ea typeface="Arial"/>
                <a:cs typeface="Arial"/>
              </a:defRPr>
            </a:lvl6pPr>
            <a:lvl7pPr algn="l">
              <a:defRPr sz="1170" b="0">
                <a:solidFill>
                  <a:srgbClr val="23143A"/>
                </a:solidFill>
                <a:latin typeface="Arial"/>
                <a:ea typeface="Arial"/>
                <a:cs typeface="Arial"/>
              </a:defRPr>
            </a:lvl7pPr>
            <a:lvl8pPr algn="l">
              <a:defRPr sz="1170" b="0">
                <a:solidFill>
                  <a:srgbClr val="23143A"/>
                </a:solidFill>
                <a:latin typeface="Arial"/>
                <a:ea typeface="Arial"/>
                <a:cs typeface="Arial"/>
              </a:defRPr>
            </a:lvl8pPr>
            <a:lvl9pPr algn="l">
              <a:defRPr sz="1170" b="0">
                <a:solidFill>
                  <a:srgbClr val="23143A"/>
                </a:solidFill>
                <a:latin typeface="Arial"/>
                <a:ea typeface="Arial"/>
                <a:cs typeface="Arial"/>
              </a:defRPr>
            </a:lvl9pPr>
          </a:lstStyle>
          <a:p xmlns:a="http://schemas.openxmlformats.org/drawingml/2006/main">
            <a:pPr algn="l">
              <a:lnSpc>
                <a:spcPct val="100000"/>
              </a:lnSpc>
              <a:buNone/>
              <a:defRPr sz="1170" b="0">
                <a:solidFill>
                  <a:srgbClr val="23143A"/>
                </a:solidFill>
                <a:latin typeface="Arial"/>
                <a:ea typeface="Arial"/>
                <a:cs typeface="Arial"/>
              </a:defRPr>
            </a:pPr>
            <a:r>
              <a:rPr sz="1170" b="0">
                <a:solidFill>
                  <a:srgbClr val="23143A"/>
                </a:solidFill>
                <a:latin typeface="Arial"/>
                <a:ea typeface="Arial"/>
                <a:cs typeface="Arial"/>
              </a:rPr>
              <a:t>Use bright lights, visible clothing, and a road position where drivers can see you.</a:t>
            </a:r>
          </a:p>
        </p:txBody>
      </p:sp>
      <p:sp>
        <p:nvSpPr>
          <p:cNvPr id="17" name="A.L.E.R.T. initial R">
            <a:extLst xmlns:a="http://schemas.openxmlformats.org/drawingml/2006/main">
              <a:ext uri="{FF2B5EF4-FFF2-40B4-BE49-F238E27FC236}">
                <a16:creationId xmlns:a16="http://schemas.microsoft.com/office/drawing/2014/main" id="{566E53E4-42E5-45EE-BC16-40E384A4092C}"/>
              </a:ext>
            </a:extLst>
          </p:cNvPr>
          <p:cNvSpPr>
            <a:spLocks xmlns:a="http://schemas.openxmlformats.org/drawingml/2006/main" noGrp="1"/>
          </p:cNvSpPr>
          <p:nvPr/>
        </p:nvSpPr>
        <p:spPr>
          <a:xfrm xmlns:a="http://schemas.openxmlformats.org/drawingml/2006/main">
            <a:off x="419100" y="66294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00" b="1">
                <a:solidFill>
                  <a:srgbClr val="FF0180"/>
                </a:solidFill>
                <a:latin typeface="Space Grotesk"/>
                <a:ea typeface="Space Grotesk"/>
                <a:cs typeface="Space Grotesk"/>
              </a:defRPr>
            </a:defPPr>
            <a:lvl1pPr algn="l">
              <a:defRPr sz="1700" b="1">
                <a:solidFill>
                  <a:srgbClr val="FF0180"/>
                </a:solidFill>
                <a:latin typeface="Space Grotesk"/>
                <a:ea typeface="Space Grotesk"/>
                <a:cs typeface="Space Grotesk"/>
              </a:defRPr>
            </a:lvl1pPr>
            <a:lvl2pPr algn="l">
              <a:defRPr sz="1700" b="1">
                <a:solidFill>
                  <a:srgbClr val="FF0180"/>
                </a:solidFill>
                <a:latin typeface="Space Grotesk"/>
                <a:ea typeface="Space Grotesk"/>
                <a:cs typeface="Space Grotesk"/>
              </a:defRPr>
            </a:lvl2pPr>
            <a:lvl3pPr algn="l">
              <a:defRPr sz="1700" b="1">
                <a:solidFill>
                  <a:srgbClr val="FF0180"/>
                </a:solidFill>
                <a:latin typeface="Space Grotesk"/>
                <a:ea typeface="Space Grotesk"/>
                <a:cs typeface="Space Grotesk"/>
              </a:defRPr>
            </a:lvl3pPr>
            <a:lvl4pPr algn="l">
              <a:defRPr sz="1700" b="1">
                <a:solidFill>
                  <a:srgbClr val="FF0180"/>
                </a:solidFill>
                <a:latin typeface="Space Grotesk"/>
                <a:ea typeface="Space Grotesk"/>
                <a:cs typeface="Space Grotesk"/>
              </a:defRPr>
            </a:lvl4pPr>
            <a:lvl5pPr algn="l">
              <a:defRPr sz="1700" b="1">
                <a:solidFill>
                  <a:srgbClr val="FF0180"/>
                </a:solidFill>
                <a:latin typeface="Space Grotesk"/>
                <a:ea typeface="Space Grotesk"/>
                <a:cs typeface="Space Grotesk"/>
              </a:defRPr>
            </a:lvl5pPr>
            <a:lvl6pPr algn="l">
              <a:defRPr sz="1700" b="1">
                <a:solidFill>
                  <a:srgbClr val="FF0180"/>
                </a:solidFill>
                <a:latin typeface="Space Grotesk"/>
                <a:ea typeface="Space Grotesk"/>
                <a:cs typeface="Space Grotesk"/>
              </a:defRPr>
            </a:lvl6pPr>
            <a:lvl7pPr algn="l">
              <a:defRPr sz="1700" b="1">
                <a:solidFill>
                  <a:srgbClr val="FF0180"/>
                </a:solidFill>
                <a:latin typeface="Space Grotesk"/>
                <a:ea typeface="Space Grotesk"/>
                <a:cs typeface="Space Grotesk"/>
              </a:defRPr>
            </a:lvl7pPr>
            <a:lvl8pPr algn="l">
              <a:defRPr sz="1700" b="1">
                <a:solidFill>
                  <a:srgbClr val="FF0180"/>
                </a:solidFill>
                <a:latin typeface="Space Grotesk"/>
                <a:ea typeface="Space Grotesk"/>
                <a:cs typeface="Space Grotesk"/>
              </a:defRPr>
            </a:lvl8pPr>
            <a:lvl9pPr algn="l">
              <a:defRPr sz="1700" b="1">
                <a:solidFill>
                  <a:srgbClr val="FF0180"/>
                </a:solidFill>
                <a:latin typeface="Space Grotesk"/>
                <a:ea typeface="Space Grotesk"/>
                <a:cs typeface="Space Grotesk"/>
              </a:defRPr>
            </a:lvl9pPr>
          </a:lstStyle>
          <a:p xmlns:a="http://schemas.openxmlformats.org/drawingml/2006/main">
            <a:pPr algn="l">
              <a:lnSpc>
                <a:spcPct val="100000"/>
              </a:lnSpc>
              <a:buNone/>
              <a:defRPr sz="1700" b="1">
                <a:solidFill>
                  <a:srgbClr val="FF0180"/>
                </a:solidFill>
                <a:latin typeface="Space Grotesk"/>
                <a:ea typeface="Space Grotesk"/>
                <a:cs typeface="Space Grotesk"/>
              </a:defRPr>
            </a:pPr>
            <a:r>
              <a:rPr sz="1700" b="1">
                <a:solidFill>
                  <a:srgbClr val="FF0180"/>
                </a:solidFill>
                <a:latin typeface="Space Grotesk"/>
                <a:ea typeface="Space Grotesk"/>
                <a:cs typeface="Space Grotesk"/>
              </a:rPr>
              <a:t>R</a:t>
            </a:r>
          </a:p>
        </p:txBody>
      </p:sp>
      <p:sp>
        <p:nvSpPr>
          <p:cNvPr id="18" name="A.L.E.R.T. heading Ride ready">
            <a:extLst xmlns:a="http://schemas.openxmlformats.org/drawingml/2006/main">
              <a:ext uri="{FF2B5EF4-FFF2-40B4-BE49-F238E27FC236}">
                <a16:creationId xmlns:a16="http://schemas.microsoft.com/office/drawing/2014/main" id="{9D74B8E8-1F2F-4328-8865-E663F3B2228B}"/>
              </a:ext>
            </a:extLst>
          </p:cNvPr>
          <p:cNvSpPr>
            <a:spLocks xmlns:a="http://schemas.openxmlformats.org/drawingml/2006/main" noGrp="1"/>
          </p:cNvSpPr>
          <p:nvPr/>
        </p:nvSpPr>
        <p:spPr>
          <a:xfrm xmlns:a="http://schemas.openxmlformats.org/drawingml/2006/main">
            <a:off x="685800" y="66294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7926CB"/>
                </a:solidFill>
                <a:latin typeface="Space Grotesk"/>
                <a:ea typeface="Space Grotesk"/>
                <a:cs typeface="Space Grotesk"/>
              </a:defRPr>
            </a:defPPr>
            <a:lvl1pPr algn="l">
              <a:defRPr sz="1400" b="1">
                <a:solidFill>
                  <a:srgbClr val="7926CB"/>
                </a:solidFill>
                <a:latin typeface="Space Grotesk"/>
                <a:ea typeface="Space Grotesk"/>
                <a:cs typeface="Space Grotesk"/>
              </a:defRPr>
            </a:lvl1pPr>
            <a:lvl2pPr algn="l">
              <a:defRPr sz="1400" b="1">
                <a:solidFill>
                  <a:srgbClr val="7926CB"/>
                </a:solidFill>
                <a:latin typeface="Space Grotesk"/>
                <a:ea typeface="Space Grotesk"/>
                <a:cs typeface="Space Grotesk"/>
              </a:defRPr>
            </a:lvl2pPr>
            <a:lvl3pPr algn="l">
              <a:defRPr sz="1400" b="1">
                <a:solidFill>
                  <a:srgbClr val="7926CB"/>
                </a:solidFill>
                <a:latin typeface="Space Grotesk"/>
                <a:ea typeface="Space Grotesk"/>
                <a:cs typeface="Space Grotesk"/>
              </a:defRPr>
            </a:lvl3pPr>
            <a:lvl4pPr algn="l">
              <a:defRPr sz="1400" b="1">
                <a:solidFill>
                  <a:srgbClr val="7926CB"/>
                </a:solidFill>
                <a:latin typeface="Space Grotesk"/>
                <a:ea typeface="Space Grotesk"/>
                <a:cs typeface="Space Grotesk"/>
              </a:defRPr>
            </a:lvl4pPr>
            <a:lvl5pPr algn="l">
              <a:defRPr sz="1400" b="1">
                <a:solidFill>
                  <a:srgbClr val="7926CB"/>
                </a:solidFill>
                <a:latin typeface="Space Grotesk"/>
                <a:ea typeface="Space Grotesk"/>
                <a:cs typeface="Space Grotesk"/>
              </a:defRPr>
            </a:lvl5pPr>
            <a:lvl6pPr algn="l">
              <a:defRPr sz="1400" b="1">
                <a:solidFill>
                  <a:srgbClr val="7926CB"/>
                </a:solidFill>
                <a:latin typeface="Space Grotesk"/>
                <a:ea typeface="Space Grotesk"/>
                <a:cs typeface="Space Grotesk"/>
              </a:defRPr>
            </a:lvl6pPr>
            <a:lvl7pPr algn="l">
              <a:defRPr sz="1400" b="1">
                <a:solidFill>
                  <a:srgbClr val="7926CB"/>
                </a:solidFill>
                <a:latin typeface="Space Grotesk"/>
                <a:ea typeface="Space Grotesk"/>
                <a:cs typeface="Space Grotesk"/>
              </a:defRPr>
            </a:lvl7pPr>
            <a:lvl8pPr algn="l">
              <a:defRPr sz="1400" b="1">
                <a:solidFill>
                  <a:srgbClr val="7926CB"/>
                </a:solidFill>
                <a:latin typeface="Space Grotesk"/>
                <a:ea typeface="Space Grotesk"/>
                <a:cs typeface="Space Grotesk"/>
              </a:defRPr>
            </a:lvl8pPr>
            <a:lvl9pPr algn="l">
              <a:defRPr sz="1400" b="1">
                <a:solidFill>
                  <a:srgbClr val="7926CB"/>
                </a:solidFill>
                <a:latin typeface="Space Grotesk"/>
                <a:ea typeface="Space Grotesk"/>
                <a:cs typeface="Space Grotesk"/>
              </a:defRPr>
            </a:lvl9pPr>
          </a:lstStyle>
          <a:p xmlns:a="http://schemas.openxmlformats.org/drawingml/2006/main">
            <a:pPr algn="l">
              <a:lnSpc>
                <a:spcPct val="100000"/>
              </a:lnSpc>
              <a:buNone/>
              <a:defRPr sz="1400" b="1">
                <a:solidFill>
                  <a:srgbClr val="7926CB"/>
                </a:solidFill>
                <a:latin typeface="Space Grotesk"/>
                <a:ea typeface="Space Grotesk"/>
                <a:cs typeface="Space Grotesk"/>
              </a:defRPr>
            </a:pPr>
            <a:r>
              <a:rPr sz="1400" b="1">
                <a:solidFill>
                  <a:srgbClr val="7926CB"/>
                </a:solidFill>
                <a:latin typeface="Space Grotesk"/>
                <a:ea typeface="Space Grotesk"/>
                <a:cs typeface="Space Grotesk"/>
              </a:rPr>
              <a:t>Ride ready</a:t>
            </a:r>
          </a:p>
        </p:txBody>
      </p:sp>
      <p:sp>
        <p:nvSpPr>
          <p:cNvPr id="19" name="A.L.E.R.T. copy Ride ready">
            <a:extLst xmlns:a="http://schemas.openxmlformats.org/drawingml/2006/main">
              <a:ext uri="{FF2B5EF4-FFF2-40B4-BE49-F238E27FC236}">
                <a16:creationId xmlns:a16="http://schemas.microsoft.com/office/drawing/2014/main" id="{4E52A1ED-2589-4FB4-9116-F10D742A1252}"/>
              </a:ext>
            </a:extLst>
          </p:cNvPr>
          <p:cNvSpPr>
            <a:spLocks xmlns:a="http://schemas.openxmlformats.org/drawingml/2006/main" noGrp="1"/>
          </p:cNvSpPr>
          <p:nvPr/>
        </p:nvSpPr>
        <p:spPr>
          <a:xfrm xmlns:a="http://schemas.openxmlformats.org/drawingml/2006/main">
            <a:off x="685800" y="6858000"/>
            <a:ext cx="657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70" b="0">
                <a:solidFill>
                  <a:srgbClr val="23143A"/>
                </a:solidFill>
                <a:latin typeface="Arial"/>
                <a:ea typeface="Arial"/>
                <a:cs typeface="Arial"/>
              </a:defRPr>
            </a:defPPr>
            <a:lvl1pPr algn="l">
              <a:defRPr sz="1170" b="0">
                <a:solidFill>
                  <a:srgbClr val="23143A"/>
                </a:solidFill>
                <a:latin typeface="Arial"/>
                <a:ea typeface="Arial"/>
                <a:cs typeface="Arial"/>
              </a:defRPr>
            </a:lvl1pPr>
            <a:lvl2pPr algn="l">
              <a:defRPr sz="1170" b="0">
                <a:solidFill>
                  <a:srgbClr val="23143A"/>
                </a:solidFill>
                <a:latin typeface="Arial"/>
                <a:ea typeface="Arial"/>
                <a:cs typeface="Arial"/>
              </a:defRPr>
            </a:lvl2pPr>
            <a:lvl3pPr algn="l">
              <a:defRPr sz="1170" b="0">
                <a:solidFill>
                  <a:srgbClr val="23143A"/>
                </a:solidFill>
                <a:latin typeface="Arial"/>
                <a:ea typeface="Arial"/>
                <a:cs typeface="Arial"/>
              </a:defRPr>
            </a:lvl3pPr>
            <a:lvl4pPr algn="l">
              <a:defRPr sz="1170" b="0">
                <a:solidFill>
                  <a:srgbClr val="23143A"/>
                </a:solidFill>
                <a:latin typeface="Arial"/>
                <a:ea typeface="Arial"/>
                <a:cs typeface="Arial"/>
              </a:defRPr>
            </a:lvl4pPr>
            <a:lvl5pPr algn="l">
              <a:defRPr sz="1170" b="0">
                <a:solidFill>
                  <a:srgbClr val="23143A"/>
                </a:solidFill>
                <a:latin typeface="Arial"/>
                <a:ea typeface="Arial"/>
                <a:cs typeface="Arial"/>
              </a:defRPr>
            </a:lvl5pPr>
            <a:lvl6pPr algn="l">
              <a:defRPr sz="1170" b="0">
                <a:solidFill>
                  <a:srgbClr val="23143A"/>
                </a:solidFill>
                <a:latin typeface="Arial"/>
                <a:ea typeface="Arial"/>
                <a:cs typeface="Arial"/>
              </a:defRPr>
            </a:lvl6pPr>
            <a:lvl7pPr algn="l">
              <a:defRPr sz="1170" b="0">
                <a:solidFill>
                  <a:srgbClr val="23143A"/>
                </a:solidFill>
                <a:latin typeface="Arial"/>
                <a:ea typeface="Arial"/>
                <a:cs typeface="Arial"/>
              </a:defRPr>
            </a:lvl7pPr>
            <a:lvl8pPr algn="l">
              <a:defRPr sz="1170" b="0">
                <a:solidFill>
                  <a:srgbClr val="23143A"/>
                </a:solidFill>
                <a:latin typeface="Arial"/>
                <a:ea typeface="Arial"/>
                <a:cs typeface="Arial"/>
              </a:defRPr>
            </a:lvl8pPr>
            <a:lvl9pPr algn="l">
              <a:defRPr sz="1170" b="0">
                <a:solidFill>
                  <a:srgbClr val="23143A"/>
                </a:solidFill>
                <a:latin typeface="Arial"/>
                <a:ea typeface="Arial"/>
                <a:cs typeface="Arial"/>
              </a:defRPr>
            </a:lvl9pPr>
          </a:lstStyle>
          <a:p xmlns:a="http://schemas.openxmlformats.org/drawingml/2006/main">
            <a:pPr algn="l">
              <a:lnSpc>
                <a:spcPct val="100000"/>
              </a:lnSpc>
              <a:buNone/>
              <a:defRPr sz="1170" b="0">
                <a:solidFill>
                  <a:srgbClr val="23143A"/>
                </a:solidFill>
                <a:latin typeface="Arial"/>
                <a:ea typeface="Arial"/>
                <a:cs typeface="Arial"/>
              </a:defRPr>
            </a:pPr>
            <a:r>
              <a:rPr sz="1170" b="0">
                <a:solidFill>
                  <a:srgbClr val="23143A"/>
                </a:solidFill>
                <a:latin typeface="Arial"/>
                <a:ea typeface="Arial"/>
                <a:cs typeface="Arial"/>
              </a:rPr>
              <a:t>Check your bike, helmet, route, weather, and supplies before rolling out.</a:t>
            </a:r>
          </a:p>
        </p:txBody>
      </p:sp>
      <p:sp>
        <p:nvSpPr>
          <p:cNvPr id="20" name="A.L.E.R.T. initial T">
            <a:extLst xmlns:a="http://schemas.openxmlformats.org/drawingml/2006/main">
              <a:ext uri="{FF2B5EF4-FFF2-40B4-BE49-F238E27FC236}">
                <a16:creationId xmlns:a16="http://schemas.microsoft.com/office/drawing/2014/main" id="{C0C45E57-D453-454C-BA92-FDC920362766}"/>
              </a:ext>
            </a:extLst>
          </p:cNvPr>
          <p:cNvSpPr>
            <a:spLocks xmlns:a="http://schemas.openxmlformats.org/drawingml/2006/main" noGrp="1"/>
          </p:cNvSpPr>
          <p:nvPr/>
        </p:nvSpPr>
        <p:spPr>
          <a:xfrm xmlns:a="http://schemas.openxmlformats.org/drawingml/2006/main">
            <a:off x="419100" y="76581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00" b="1">
                <a:solidFill>
                  <a:srgbClr val="FF0180"/>
                </a:solidFill>
                <a:latin typeface="Space Grotesk"/>
                <a:ea typeface="Space Grotesk"/>
                <a:cs typeface="Space Grotesk"/>
              </a:defRPr>
            </a:defPPr>
            <a:lvl1pPr algn="l">
              <a:defRPr sz="1700" b="1">
                <a:solidFill>
                  <a:srgbClr val="FF0180"/>
                </a:solidFill>
                <a:latin typeface="Space Grotesk"/>
                <a:ea typeface="Space Grotesk"/>
                <a:cs typeface="Space Grotesk"/>
              </a:defRPr>
            </a:lvl1pPr>
            <a:lvl2pPr algn="l">
              <a:defRPr sz="1700" b="1">
                <a:solidFill>
                  <a:srgbClr val="FF0180"/>
                </a:solidFill>
                <a:latin typeface="Space Grotesk"/>
                <a:ea typeface="Space Grotesk"/>
                <a:cs typeface="Space Grotesk"/>
              </a:defRPr>
            </a:lvl2pPr>
            <a:lvl3pPr algn="l">
              <a:defRPr sz="1700" b="1">
                <a:solidFill>
                  <a:srgbClr val="FF0180"/>
                </a:solidFill>
                <a:latin typeface="Space Grotesk"/>
                <a:ea typeface="Space Grotesk"/>
                <a:cs typeface="Space Grotesk"/>
              </a:defRPr>
            </a:lvl3pPr>
            <a:lvl4pPr algn="l">
              <a:defRPr sz="1700" b="1">
                <a:solidFill>
                  <a:srgbClr val="FF0180"/>
                </a:solidFill>
                <a:latin typeface="Space Grotesk"/>
                <a:ea typeface="Space Grotesk"/>
                <a:cs typeface="Space Grotesk"/>
              </a:defRPr>
            </a:lvl4pPr>
            <a:lvl5pPr algn="l">
              <a:defRPr sz="1700" b="1">
                <a:solidFill>
                  <a:srgbClr val="FF0180"/>
                </a:solidFill>
                <a:latin typeface="Space Grotesk"/>
                <a:ea typeface="Space Grotesk"/>
                <a:cs typeface="Space Grotesk"/>
              </a:defRPr>
            </a:lvl5pPr>
            <a:lvl6pPr algn="l">
              <a:defRPr sz="1700" b="1">
                <a:solidFill>
                  <a:srgbClr val="FF0180"/>
                </a:solidFill>
                <a:latin typeface="Space Grotesk"/>
                <a:ea typeface="Space Grotesk"/>
                <a:cs typeface="Space Grotesk"/>
              </a:defRPr>
            </a:lvl6pPr>
            <a:lvl7pPr algn="l">
              <a:defRPr sz="1700" b="1">
                <a:solidFill>
                  <a:srgbClr val="FF0180"/>
                </a:solidFill>
                <a:latin typeface="Space Grotesk"/>
                <a:ea typeface="Space Grotesk"/>
                <a:cs typeface="Space Grotesk"/>
              </a:defRPr>
            </a:lvl7pPr>
            <a:lvl8pPr algn="l">
              <a:defRPr sz="1700" b="1">
                <a:solidFill>
                  <a:srgbClr val="FF0180"/>
                </a:solidFill>
                <a:latin typeface="Space Grotesk"/>
                <a:ea typeface="Space Grotesk"/>
                <a:cs typeface="Space Grotesk"/>
              </a:defRPr>
            </a:lvl8pPr>
            <a:lvl9pPr algn="l">
              <a:defRPr sz="1700" b="1">
                <a:solidFill>
                  <a:srgbClr val="FF0180"/>
                </a:solidFill>
                <a:latin typeface="Space Grotesk"/>
                <a:ea typeface="Space Grotesk"/>
                <a:cs typeface="Space Grotesk"/>
              </a:defRPr>
            </a:lvl9pPr>
          </a:lstStyle>
          <a:p xmlns:a="http://schemas.openxmlformats.org/drawingml/2006/main">
            <a:pPr algn="l">
              <a:lnSpc>
                <a:spcPct val="100000"/>
              </a:lnSpc>
              <a:buNone/>
              <a:defRPr sz="1700" b="1">
                <a:solidFill>
                  <a:srgbClr val="FF0180"/>
                </a:solidFill>
                <a:latin typeface="Space Grotesk"/>
                <a:ea typeface="Space Grotesk"/>
                <a:cs typeface="Space Grotesk"/>
              </a:defRPr>
            </a:pPr>
            <a:r>
              <a:rPr sz="1700" b="1">
                <a:solidFill>
                  <a:srgbClr val="FF0180"/>
                </a:solidFill>
                <a:latin typeface="Space Grotesk"/>
                <a:ea typeface="Space Grotesk"/>
                <a:cs typeface="Space Grotesk"/>
              </a:rPr>
              <a:t>T</a:t>
            </a:r>
          </a:p>
        </p:txBody>
      </p:sp>
      <p:sp>
        <p:nvSpPr>
          <p:cNvPr id="21" name="A.L.E.R.T. heading Telegraph">
            <a:extLst xmlns:a="http://schemas.openxmlformats.org/drawingml/2006/main">
              <a:ext uri="{FF2B5EF4-FFF2-40B4-BE49-F238E27FC236}">
                <a16:creationId xmlns:a16="http://schemas.microsoft.com/office/drawing/2014/main" id="{64209D14-15FF-40E4-ACCB-192A9DCF30CC}"/>
              </a:ext>
            </a:extLst>
          </p:cNvPr>
          <p:cNvSpPr>
            <a:spLocks xmlns:a="http://schemas.openxmlformats.org/drawingml/2006/main" noGrp="1"/>
          </p:cNvSpPr>
          <p:nvPr/>
        </p:nvSpPr>
        <p:spPr>
          <a:xfrm xmlns:a="http://schemas.openxmlformats.org/drawingml/2006/main">
            <a:off x="685800" y="765810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7926CB"/>
                </a:solidFill>
                <a:latin typeface="Space Grotesk"/>
                <a:ea typeface="Space Grotesk"/>
                <a:cs typeface="Space Grotesk"/>
              </a:defRPr>
            </a:defPPr>
            <a:lvl1pPr algn="l">
              <a:defRPr sz="1400" b="1">
                <a:solidFill>
                  <a:srgbClr val="7926CB"/>
                </a:solidFill>
                <a:latin typeface="Space Grotesk"/>
                <a:ea typeface="Space Grotesk"/>
                <a:cs typeface="Space Grotesk"/>
              </a:defRPr>
            </a:lvl1pPr>
            <a:lvl2pPr algn="l">
              <a:defRPr sz="1400" b="1">
                <a:solidFill>
                  <a:srgbClr val="7926CB"/>
                </a:solidFill>
                <a:latin typeface="Space Grotesk"/>
                <a:ea typeface="Space Grotesk"/>
                <a:cs typeface="Space Grotesk"/>
              </a:defRPr>
            </a:lvl2pPr>
            <a:lvl3pPr algn="l">
              <a:defRPr sz="1400" b="1">
                <a:solidFill>
                  <a:srgbClr val="7926CB"/>
                </a:solidFill>
                <a:latin typeface="Space Grotesk"/>
                <a:ea typeface="Space Grotesk"/>
                <a:cs typeface="Space Grotesk"/>
              </a:defRPr>
            </a:lvl3pPr>
            <a:lvl4pPr algn="l">
              <a:defRPr sz="1400" b="1">
                <a:solidFill>
                  <a:srgbClr val="7926CB"/>
                </a:solidFill>
                <a:latin typeface="Space Grotesk"/>
                <a:ea typeface="Space Grotesk"/>
                <a:cs typeface="Space Grotesk"/>
              </a:defRPr>
            </a:lvl4pPr>
            <a:lvl5pPr algn="l">
              <a:defRPr sz="1400" b="1">
                <a:solidFill>
                  <a:srgbClr val="7926CB"/>
                </a:solidFill>
                <a:latin typeface="Space Grotesk"/>
                <a:ea typeface="Space Grotesk"/>
                <a:cs typeface="Space Grotesk"/>
              </a:defRPr>
            </a:lvl5pPr>
            <a:lvl6pPr algn="l">
              <a:defRPr sz="1400" b="1">
                <a:solidFill>
                  <a:srgbClr val="7926CB"/>
                </a:solidFill>
                <a:latin typeface="Space Grotesk"/>
                <a:ea typeface="Space Grotesk"/>
                <a:cs typeface="Space Grotesk"/>
              </a:defRPr>
            </a:lvl6pPr>
            <a:lvl7pPr algn="l">
              <a:defRPr sz="1400" b="1">
                <a:solidFill>
                  <a:srgbClr val="7926CB"/>
                </a:solidFill>
                <a:latin typeface="Space Grotesk"/>
                <a:ea typeface="Space Grotesk"/>
                <a:cs typeface="Space Grotesk"/>
              </a:defRPr>
            </a:lvl7pPr>
            <a:lvl8pPr algn="l">
              <a:defRPr sz="1400" b="1">
                <a:solidFill>
                  <a:srgbClr val="7926CB"/>
                </a:solidFill>
                <a:latin typeface="Space Grotesk"/>
                <a:ea typeface="Space Grotesk"/>
                <a:cs typeface="Space Grotesk"/>
              </a:defRPr>
            </a:lvl8pPr>
            <a:lvl9pPr algn="l">
              <a:defRPr sz="1400" b="1">
                <a:solidFill>
                  <a:srgbClr val="7926CB"/>
                </a:solidFill>
                <a:latin typeface="Space Grotesk"/>
                <a:ea typeface="Space Grotesk"/>
                <a:cs typeface="Space Grotesk"/>
              </a:defRPr>
            </a:lvl9pPr>
          </a:lstStyle>
          <a:p xmlns:a="http://schemas.openxmlformats.org/drawingml/2006/main">
            <a:pPr algn="l">
              <a:lnSpc>
                <a:spcPct val="100000"/>
              </a:lnSpc>
              <a:buNone/>
              <a:defRPr sz="1400" b="1">
                <a:solidFill>
                  <a:srgbClr val="7926CB"/>
                </a:solidFill>
                <a:latin typeface="Space Grotesk"/>
                <a:ea typeface="Space Grotesk"/>
                <a:cs typeface="Space Grotesk"/>
              </a:defRPr>
            </a:pPr>
            <a:r>
              <a:rPr sz="1400" b="1">
                <a:solidFill>
                  <a:srgbClr val="7926CB"/>
                </a:solidFill>
                <a:latin typeface="Space Grotesk"/>
                <a:ea typeface="Space Grotesk"/>
                <a:cs typeface="Space Grotesk"/>
              </a:rPr>
              <a:t>Telegraph</a:t>
            </a:r>
          </a:p>
        </p:txBody>
      </p:sp>
      <p:sp>
        <p:nvSpPr>
          <p:cNvPr id="22" name="A.L.E.R.T. copy Telegraph">
            <a:extLst xmlns:a="http://schemas.openxmlformats.org/drawingml/2006/main">
              <a:ext uri="{FF2B5EF4-FFF2-40B4-BE49-F238E27FC236}">
                <a16:creationId xmlns:a16="http://schemas.microsoft.com/office/drawing/2014/main" id="{C7C197A6-B0E5-4505-88FE-01B8C21CA7F2}"/>
              </a:ext>
            </a:extLst>
          </p:cNvPr>
          <p:cNvSpPr>
            <a:spLocks xmlns:a="http://schemas.openxmlformats.org/drawingml/2006/main" noGrp="1"/>
          </p:cNvSpPr>
          <p:nvPr/>
        </p:nvSpPr>
        <p:spPr>
          <a:xfrm xmlns:a="http://schemas.openxmlformats.org/drawingml/2006/main">
            <a:off x="685800" y="7886700"/>
            <a:ext cx="657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70" b="0">
                <a:solidFill>
                  <a:srgbClr val="23143A"/>
                </a:solidFill>
                <a:latin typeface="Arial"/>
                <a:ea typeface="Arial"/>
                <a:cs typeface="Arial"/>
              </a:defRPr>
            </a:defPPr>
            <a:lvl1pPr algn="l">
              <a:defRPr sz="1170" b="0">
                <a:solidFill>
                  <a:srgbClr val="23143A"/>
                </a:solidFill>
                <a:latin typeface="Arial"/>
                <a:ea typeface="Arial"/>
                <a:cs typeface="Arial"/>
              </a:defRPr>
            </a:lvl1pPr>
            <a:lvl2pPr algn="l">
              <a:defRPr sz="1170" b="0">
                <a:solidFill>
                  <a:srgbClr val="23143A"/>
                </a:solidFill>
                <a:latin typeface="Arial"/>
                <a:ea typeface="Arial"/>
                <a:cs typeface="Arial"/>
              </a:defRPr>
            </a:lvl2pPr>
            <a:lvl3pPr algn="l">
              <a:defRPr sz="1170" b="0">
                <a:solidFill>
                  <a:srgbClr val="23143A"/>
                </a:solidFill>
                <a:latin typeface="Arial"/>
                <a:ea typeface="Arial"/>
                <a:cs typeface="Arial"/>
              </a:defRPr>
            </a:lvl3pPr>
            <a:lvl4pPr algn="l">
              <a:defRPr sz="1170" b="0">
                <a:solidFill>
                  <a:srgbClr val="23143A"/>
                </a:solidFill>
                <a:latin typeface="Arial"/>
                <a:ea typeface="Arial"/>
                <a:cs typeface="Arial"/>
              </a:defRPr>
            </a:lvl4pPr>
            <a:lvl5pPr algn="l">
              <a:defRPr sz="1170" b="0">
                <a:solidFill>
                  <a:srgbClr val="23143A"/>
                </a:solidFill>
                <a:latin typeface="Arial"/>
                <a:ea typeface="Arial"/>
                <a:cs typeface="Arial"/>
              </a:defRPr>
            </a:lvl5pPr>
            <a:lvl6pPr algn="l">
              <a:defRPr sz="1170" b="0">
                <a:solidFill>
                  <a:srgbClr val="23143A"/>
                </a:solidFill>
                <a:latin typeface="Arial"/>
                <a:ea typeface="Arial"/>
                <a:cs typeface="Arial"/>
              </a:defRPr>
            </a:lvl6pPr>
            <a:lvl7pPr algn="l">
              <a:defRPr sz="1170" b="0">
                <a:solidFill>
                  <a:srgbClr val="23143A"/>
                </a:solidFill>
                <a:latin typeface="Arial"/>
                <a:ea typeface="Arial"/>
                <a:cs typeface="Arial"/>
              </a:defRPr>
            </a:lvl7pPr>
            <a:lvl8pPr algn="l">
              <a:defRPr sz="1170" b="0">
                <a:solidFill>
                  <a:srgbClr val="23143A"/>
                </a:solidFill>
                <a:latin typeface="Arial"/>
                <a:ea typeface="Arial"/>
                <a:cs typeface="Arial"/>
              </a:defRPr>
            </a:lvl8pPr>
            <a:lvl9pPr algn="l">
              <a:defRPr sz="1170" b="0">
                <a:solidFill>
                  <a:srgbClr val="23143A"/>
                </a:solidFill>
                <a:latin typeface="Arial"/>
                <a:ea typeface="Arial"/>
                <a:cs typeface="Arial"/>
              </a:defRPr>
            </a:lvl9pPr>
          </a:lstStyle>
          <a:p xmlns:a="http://schemas.openxmlformats.org/drawingml/2006/main">
            <a:pPr algn="l">
              <a:lnSpc>
                <a:spcPct val="100000"/>
              </a:lnSpc>
              <a:buNone/>
              <a:defRPr sz="1170" b="0">
                <a:solidFill>
                  <a:srgbClr val="23143A"/>
                </a:solidFill>
                <a:latin typeface="Arial"/>
                <a:ea typeface="Arial"/>
                <a:cs typeface="Arial"/>
              </a:defRPr>
            </a:pPr>
            <a:r>
              <a:rPr sz="1170" b="0">
                <a:solidFill>
                  <a:srgbClr val="23143A"/>
                </a:solidFill>
                <a:latin typeface="Arial"/>
                <a:ea typeface="Arial"/>
                <a:cs typeface="Arial"/>
              </a:rPr>
              <a:t>Look first. Signal when safe and move only when clear.</a:t>
            </a:r>
          </a:p>
        </p:txBody>
      </p:sp>
      <p:sp>
        <p:nvSpPr>
          <p:cNvPr id="23" name="A.L.E.R.T. safe signaling qualifier">
            <a:extLst xmlns:a="http://schemas.openxmlformats.org/drawingml/2006/main">
              <a:ext uri="{FF2B5EF4-FFF2-40B4-BE49-F238E27FC236}">
                <a16:creationId xmlns:a16="http://schemas.microsoft.com/office/drawing/2014/main" id="{0C4608DA-1F9C-43F2-89F9-CB504F4179B3}"/>
              </a:ext>
            </a:extLst>
          </p:cNvPr>
          <p:cNvSpPr>
            <a:spLocks xmlns:a="http://schemas.openxmlformats.org/drawingml/2006/main" noGrp="1"/>
          </p:cNvSpPr>
          <p:nvPr/>
        </p:nvSpPr>
        <p:spPr>
          <a:xfrm xmlns:a="http://schemas.openxmlformats.org/drawingml/2006/main">
            <a:off x="685800" y="8763000"/>
            <a:ext cx="657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0" b="1">
                <a:solidFill>
                  <a:srgbClr val="35125F"/>
                </a:solidFill>
                <a:latin typeface="Arial"/>
                <a:ea typeface="Arial"/>
                <a:cs typeface="Arial"/>
              </a:defRPr>
            </a:defPPr>
            <a:lvl1pPr algn="l">
              <a:defRPr sz="1000" b="1">
                <a:solidFill>
                  <a:srgbClr val="35125F"/>
                </a:solidFill>
                <a:latin typeface="Arial"/>
                <a:ea typeface="Arial"/>
                <a:cs typeface="Arial"/>
              </a:defRPr>
            </a:lvl1pPr>
            <a:lvl2pPr algn="l">
              <a:defRPr sz="1000" b="1">
                <a:solidFill>
                  <a:srgbClr val="35125F"/>
                </a:solidFill>
                <a:latin typeface="Arial"/>
                <a:ea typeface="Arial"/>
                <a:cs typeface="Arial"/>
              </a:defRPr>
            </a:lvl2pPr>
            <a:lvl3pPr algn="l">
              <a:defRPr sz="1000" b="1">
                <a:solidFill>
                  <a:srgbClr val="35125F"/>
                </a:solidFill>
                <a:latin typeface="Arial"/>
                <a:ea typeface="Arial"/>
                <a:cs typeface="Arial"/>
              </a:defRPr>
            </a:lvl3pPr>
            <a:lvl4pPr algn="l">
              <a:defRPr sz="1000" b="1">
                <a:solidFill>
                  <a:srgbClr val="35125F"/>
                </a:solidFill>
                <a:latin typeface="Arial"/>
                <a:ea typeface="Arial"/>
                <a:cs typeface="Arial"/>
              </a:defRPr>
            </a:lvl4pPr>
            <a:lvl5pPr algn="l">
              <a:defRPr sz="1000" b="1">
                <a:solidFill>
                  <a:srgbClr val="35125F"/>
                </a:solidFill>
                <a:latin typeface="Arial"/>
                <a:ea typeface="Arial"/>
                <a:cs typeface="Arial"/>
              </a:defRPr>
            </a:lvl5pPr>
            <a:lvl6pPr algn="l">
              <a:defRPr sz="1000" b="1">
                <a:solidFill>
                  <a:srgbClr val="35125F"/>
                </a:solidFill>
                <a:latin typeface="Arial"/>
                <a:ea typeface="Arial"/>
                <a:cs typeface="Arial"/>
              </a:defRPr>
            </a:lvl6pPr>
            <a:lvl7pPr algn="l">
              <a:defRPr sz="1000" b="1">
                <a:solidFill>
                  <a:srgbClr val="35125F"/>
                </a:solidFill>
                <a:latin typeface="Arial"/>
                <a:ea typeface="Arial"/>
                <a:cs typeface="Arial"/>
              </a:defRPr>
            </a:lvl7pPr>
            <a:lvl8pPr algn="l">
              <a:defRPr sz="1000" b="1">
                <a:solidFill>
                  <a:srgbClr val="35125F"/>
                </a:solidFill>
                <a:latin typeface="Arial"/>
                <a:ea typeface="Arial"/>
                <a:cs typeface="Arial"/>
              </a:defRPr>
            </a:lvl8pPr>
            <a:lvl9pPr algn="l">
              <a:defRPr sz="1000" b="1">
                <a:solidFill>
                  <a:srgbClr val="35125F"/>
                </a:solidFill>
                <a:latin typeface="Arial"/>
                <a:ea typeface="Arial"/>
                <a:cs typeface="Arial"/>
              </a:defRPr>
            </a:lvl9pPr>
          </a:lstStyle>
          <a:p xmlns:a="http://schemas.openxmlformats.org/drawingml/2006/main">
            <a:pPr algn="l">
              <a:lnSpc>
                <a:spcPct val="100000"/>
              </a:lnSpc>
              <a:buNone/>
              <a:defRPr sz="1000" b="1">
                <a:solidFill>
                  <a:srgbClr val="35125F"/>
                </a:solidFill>
                <a:latin typeface="Arial"/>
                <a:ea typeface="Arial"/>
                <a:cs typeface="Arial"/>
              </a:defRPr>
            </a:pPr>
            <a:r>
              <a:rPr sz="1000" b="1">
                <a:solidFill>
                  <a:srgbClr val="35125F"/>
                </a:solidFill>
                <a:latin typeface="Arial"/>
                <a:ea typeface="Arial"/>
                <a:cs typeface="Arial"/>
              </a:rPr>
              <a:t>Look first. Signal only when safe; move only when clear.</a:t>
            </a:r>
          </a:p>
        </p:txBody>
      </p:sp>
      <p:sp>
        <p:nvSpPr>
          <p:cNvPr id="24" name="A.L.E.R.T. public sign footer">
            <a:extLst xmlns:a="http://schemas.openxmlformats.org/drawingml/2006/main">
              <a:ext uri="{FF2B5EF4-FFF2-40B4-BE49-F238E27FC236}">
                <a16:creationId xmlns:a16="http://schemas.microsoft.com/office/drawing/2014/main" id="{7DF09526-747A-4AA9-A77F-DE58315F78DE}"/>
              </a:ext>
            </a:extLst>
          </p:cNvPr>
          <p:cNvSpPr>
            <a:spLocks xmlns:a="http://schemas.openxmlformats.org/drawingml/2006/main" noGrp="1"/>
          </p:cNvSpPr>
          <p:nvPr/>
        </p:nvSpPr>
        <p:spPr>
          <a:xfrm xmlns:a="http://schemas.openxmlformats.org/drawingml/2006/main">
            <a:off x="0" y="9144000"/>
            <a:ext cx="7772400" cy="91440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pic>
        <p:nvPicPr>
          <p:cNvPr id="25" name="">
            <a:extLst xmlns:a="http://schemas.openxmlformats.org/drawingml/2006/main">
              <a:ext uri="{FF2B5EF4-FFF2-40B4-BE49-F238E27FC236}">
                <a16:creationId xmlns:a16="http://schemas.microsoft.com/office/drawing/2014/main" id="{D5B00500-3A9B-4EC2-A44B-5B5E4DFC9A33}"/>
              </a:ext>
            </a:extLst>
          </p:cNvPr>
          <p:cNvPicPr>
            <a:picLocks xmlns:a="http://schemas.openxmlformats.org/drawingml/2006/main" noChangeAspect="1"/>
          </p:cNvPicPr>
          <p:nvPr/>
        </p:nvPicPr>
        <p:blipFill>
          <a:blip xmlns:r="http://schemas.openxmlformats.org/officeDocument/2006/relationships" xmlns:a="http://schemas.openxmlformats.org/drawingml/2006/main" r:embed="R8567578518ab462e"/>
          <a:stretch xmlns:a="http://schemas.openxmlformats.org/drawingml/2006/main"/>
        </p:blipFill>
        <p:spPr>
          <a:xfrm xmlns:a="http://schemas.openxmlformats.org/drawingml/2006/main">
            <a:off x="285750" y="9334500"/>
            <a:ext cx="514350" cy="514350"/>
          </a:xfrm>
          <a:prstGeom xmlns:a="http://schemas.openxmlformats.org/drawingml/2006/main" prst="rect">
            <a:avLst/>
          </a:prstGeom>
        </p:spPr>
      </p:pic>
      <p:sp>
        <p:nvSpPr>
          <p:cNvPr id="26" name="A.L.E.R.T. public sign footer brand">
            <a:extLst xmlns:a="http://schemas.openxmlformats.org/drawingml/2006/main">
              <a:ext uri="{FF2B5EF4-FFF2-40B4-BE49-F238E27FC236}">
                <a16:creationId xmlns:a16="http://schemas.microsoft.com/office/drawing/2014/main" id="{E414B1B8-8ACD-4CC2-BE64-51617E6E2CB9}"/>
              </a:ext>
            </a:extLst>
          </p:cNvPr>
          <p:cNvSpPr>
            <a:spLocks xmlns:a="http://schemas.openxmlformats.org/drawingml/2006/main" noGrp="1"/>
          </p:cNvSpPr>
          <p:nvPr/>
        </p:nvSpPr>
        <p:spPr>
          <a:xfrm xmlns:a="http://schemas.openxmlformats.org/drawingml/2006/main">
            <a:off x="971550" y="93535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0A"/>
                </a:solidFill>
                <a:latin typeface="Space Grotesk"/>
                <a:ea typeface="Space Grotesk"/>
                <a:cs typeface="Space Grotesk"/>
              </a:defRPr>
            </a:defPPr>
            <a:lvl1pPr algn="l">
              <a:defRPr sz="1200" b="1">
                <a:solidFill>
                  <a:srgbClr val="FFFF0A"/>
                </a:solidFill>
                <a:latin typeface="Space Grotesk"/>
                <a:ea typeface="Space Grotesk"/>
                <a:cs typeface="Space Grotesk"/>
              </a:defRPr>
            </a:lvl1pPr>
            <a:lvl2pPr algn="l">
              <a:defRPr sz="1200" b="1">
                <a:solidFill>
                  <a:srgbClr val="FFFF0A"/>
                </a:solidFill>
                <a:latin typeface="Space Grotesk"/>
                <a:ea typeface="Space Grotesk"/>
                <a:cs typeface="Space Grotesk"/>
              </a:defRPr>
            </a:lvl2pPr>
            <a:lvl3pPr algn="l">
              <a:defRPr sz="1200" b="1">
                <a:solidFill>
                  <a:srgbClr val="FFFF0A"/>
                </a:solidFill>
                <a:latin typeface="Space Grotesk"/>
                <a:ea typeface="Space Grotesk"/>
                <a:cs typeface="Space Grotesk"/>
              </a:defRPr>
            </a:lvl3pPr>
            <a:lvl4pPr algn="l">
              <a:defRPr sz="1200" b="1">
                <a:solidFill>
                  <a:srgbClr val="FFFF0A"/>
                </a:solidFill>
                <a:latin typeface="Space Grotesk"/>
                <a:ea typeface="Space Grotesk"/>
                <a:cs typeface="Space Grotesk"/>
              </a:defRPr>
            </a:lvl4pPr>
            <a:lvl5pPr algn="l">
              <a:defRPr sz="1200" b="1">
                <a:solidFill>
                  <a:srgbClr val="FFFF0A"/>
                </a:solidFill>
                <a:latin typeface="Space Grotesk"/>
                <a:ea typeface="Space Grotesk"/>
                <a:cs typeface="Space Grotesk"/>
              </a:defRPr>
            </a:lvl5pPr>
            <a:lvl6pPr algn="l">
              <a:defRPr sz="1200" b="1">
                <a:solidFill>
                  <a:srgbClr val="FFFF0A"/>
                </a:solidFill>
                <a:latin typeface="Space Grotesk"/>
                <a:ea typeface="Space Grotesk"/>
                <a:cs typeface="Space Grotesk"/>
              </a:defRPr>
            </a:lvl6pPr>
            <a:lvl7pPr algn="l">
              <a:defRPr sz="1200" b="1">
                <a:solidFill>
                  <a:srgbClr val="FFFF0A"/>
                </a:solidFill>
                <a:latin typeface="Space Grotesk"/>
                <a:ea typeface="Space Grotesk"/>
                <a:cs typeface="Space Grotesk"/>
              </a:defRPr>
            </a:lvl7pPr>
            <a:lvl8pPr algn="l">
              <a:defRPr sz="1200" b="1">
                <a:solidFill>
                  <a:srgbClr val="FFFF0A"/>
                </a:solidFill>
                <a:latin typeface="Space Grotesk"/>
                <a:ea typeface="Space Grotesk"/>
                <a:cs typeface="Space Grotesk"/>
              </a:defRPr>
            </a:lvl8pPr>
            <a:lvl9pPr algn="l">
              <a:defRPr sz="1200" b="1">
                <a:solidFill>
                  <a:srgbClr val="FFFF0A"/>
                </a:solidFill>
                <a:latin typeface="Space Grotesk"/>
                <a:ea typeface="Space Grotesk"/>
                <a:cs typeface="Space Grotesk"/>
              </a:defRPr>
            </a:lvl9pPr>
          </a:lstStyle>
          <a:p xmlns:a="http://schemas.openxmlformats.org/drawingml/2006/main">
            <a:pPr algn="l">
              <a:lnSpc>
                <a:spcPct val="100000"/>
              </a:lnSpc>
              <a:buNone/>
              <a:defRPr sz="1200" b="1">
                <a:solidFill>
                  <a:srgbClr val="FFFF0A"/>
                </a:solidFill>
                <a:latin typeface="Space Grotesk"/>
                <a:ea typeface="Space Grotesk"/>
                <a:cs typeface="Space Grotesk"/>
              </a:defRPr>
            </a:pPr>
            <a:r>
              <a:rPr sz="1200" b="1">
                <a:solidFill>
                  <a:srgbClr val="FFFF0A"/>
                </a:solidFill>
                <a:latin typeface="Space Grotesk"/>
                <a:ea typeface="Space Grotesk"/>
                <a:cs typeface="Space Grotesk"/>
              </a:rPr>
              <a:t>3 FEET PLEASE</a:t>
            </a:r>
          </a:p>
        </p:txBody>
      </p:sp>
      <p:sp>
        <p:nvSpPr>
          <p:cNvPr id="27" name="A.L.E.R.T. public sign footer website">
            <a:extLst xmlns:a="http://schemas.openxmlformats.org/drawingml/2006/main">
              <a:ext uri="{FF2B5EF4-FFF2-40B4-BE49-F238E27FC236}">
                <a16:creationId xmlns:a16="http://schemas.microsoft.com/office/drawing/2014/main" id="{F5F58AFE-BF4C-46C4-8B8F-133F26A47255}"/>
              </a:ext>
            </a:extLst>
          </p:cNvPr>
          <p:cNvSpPr>
            <a:spLocks xmlns:a="http://schemas.openxmlformats.org/drawingml/2006/main" noGrp="1"/>
          </p:cNvSpPr>
          <p:nvPr/>
        </p:nvSpPr>
        <p:spPr>
          <a:xfrm xmlns:a="http://schemas.openxmlformats.org/drawingml/2006/main">
            <a:off x="971550" y="96202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FFFFFF"/>
                </a:solidFill>
                <a:latin typeface="Arial"/>
                <a:ea typeface="Arial"/>
                <a:cs typeface="Arial"/>
              </a:defRPr>
            </a:defPPr>
            <a:lvl1pPr algn="l">
              <a:defRPr sz="1050" b="1">
                <a:solidFill>
                  <a:srgbClr val="FFFFFF"/>
                </a:solidFill>
                <a:latin typeface="Arial"/>
                <a:ea typeface="Arial"/>
                <a:cs typeface="Arial"/>
              </a:defRPr>
            </a:lvl1pPr>
            <a:lvl2pPr algn="l">
              <a:defRPr sz="1050" b="1">
                <a:solidFill>
                  <a:srgbClr val="FFFFFF"/>
                </a:solidFill>
                <a:latin typeface="Arial"/>
                <a:ea typeface="Arial"/>
                <a:cs typeface="Arial"/>
              </a:defRPr>
            </a:lvl2pPr>
            <a:lvl3pPr algn="l">
              <a:defRPr sz="1050" b="1">
                <a:solidFill>
                  <a:srgbClr val="FFFFFF"/>
                </a:solidFill>
                <a:latin typeface="Arial"/>
                <a:ea typeface="Arial"/>
                <a:cs typeface="Arial"/>
              </a:defRPr>
            </a:lvl3pPr>
            <a:lvl4pPr algn="l">
              <a:defRPr sz="1050" b="1">
                <a:solidFill>
                  <a:srgbClr val="FFFFFF"/>
                </a:solidFill>
                <a:latin typeface="Arial"/>
                <a:ea typeface="Arial"/>
                <a:cs typeface="Arial"/>
              </a:defRPr>
            </a:lvl4pPr>
            <a:lvl5pPr algn="l">
              <a:defRPr sz="1050" b="1">
                <a:solidFill>
                  <a:srgbClr val="FFFFFF"/>
                </a:solidFill>
                <a:latin typeface="Arial"/>
                <a:ea typeface="Arial"/>
                <a:cs typeface="Arial"/>
              </a:defRPr>
            </a:lvl5pPr>
            <a:lvl6pPr algn="l">
              <a:defRPr sz="1050" b="1">
                <a:solidFill>
                  <a:srgbClr val="FFFFFF"/>
                </a:solidFill>
                <a:latin typeface="Arial"/>
                <a:ea typeface="Arial"/>
                <a:cs typeface="Arial"/>
              </a:defRPr>
            </a:lvl6pPr>
            <a:lvl7pPr algn="l">
              <a:defRPr sz="1050" b="1">
                <a:solidFill>
                  <a:srgbClr val="FFFFFF"/>
                </a:solidFill>
                <a:latin typeface="Arial"/>
                <a:ea typeface="Arial"/>
                <a:cs typeface="Arial"/>
              </a:defRPr>
            </a:lvl7pPr>
            <a:lvl8pPr algn="l">
              <a:defRPr sz="1050" b="1">
                <a:solidFill>
                  <a:srgbClr val="FFFFFF"/>
                </a:solidFill>
                <a:latin typeface="Arial"/>
                <a:ea typeface="Arial"/>
                <a:cs typeface="Arial"/>
              </a:defRPr>
            </a:lvl8pPr>
            <a:lvl9pPr algn="l">
              <a:defRPr sz="1050" b="1">
                <a:solidFill>
                  <a:srgbClr val="FFFFFF"/>
                </a:solidFill>
                <a:latin typeface="Arial"/>
                <a:ea typeface="Arial"/>
                <a:cs typeface="Arial"/>
              </a:defRPr>
            </a:lvl9pPr>
          </a:lstStyle>
          <a:p xmlns:a="http://schemas.openxmlformats.org/drawingml/2006/main">
            <a:pPr algn="l">
              <a:lnSpc>
                <a:spcPct val="100000"/>
              </a:lnSpc>
              <a:buNone/>
              <a:defRPr sz="1050" b="1">
                <a:solidFill>
                  <a:srgbClr val="FFFFFF"/>
                </a:solidFill>
                <a:latin typeface="Arial"/>
                <a:ea typeface="Arial"/>
                <a:cs typeface="Arial"/>
              </a:defRPr>
            </a:pPr>
            <a:r>
              <a:rPr sz="1050" b="1">
                <a:solidFill>
                  <a:srgbClr val="FFFFFF"/>
                </a:solidFill>
                <a:latin typeface="Arial"/>
                <a:ea typeface="Arial"/>
                <a:cs typeface="Arial"/>
              </a:rPr>
              <a:t>3fp.org · Find groups and public rides.</a:t>
            </a:r>
          </a:p>
        </p:txBody>
      </p:sp>
      <p:sp>
        <p:nvSpPr>
          <p:cNvPr id="28" name="QR code white quiet zone">
            <a:extLst xmlns:a="http://schemas.openxmlformats.org/drawingml/2006/main">
              <a:ext uri="{FF2B5EF4-FFF2-40B4-BE49-F238E27FC236}">
                <a16:creationId xmlns:a16="http://schemas.microsoft.com/office/drawing/2014/main" id="{842CCF60-0C94-4D7C-B18E-60ECDBDD1584}"/>
              </a:ext>
            </a:extLst>
          </p:cNvPr>
          <p:cNvSpPr>
            <a:spLocks xmlns:a="http://schemas.openxmlformats.org/drawingml/2006/main" noGrp="1"/>
          </p:cNvSpPr>
          <p:nvPr/>
        </p:nvSpPr>
        <p:spPr>
          <a:xfrm xmlns:a="http://schemas.openxmlformats.org/drawingml/2006/main">
            <a:off x="6858000" y="9239250"/>
            <a:ext cx="66675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29" name="">
            <a:extLst xmlns:a="http://schemas.openxmlformats.org/drawingml/2006/main">
              <a:ext uri="{FF2B5EF4-FFF2-40B4-BE49-F238E27FC236}">
                <a16:creationId xmlns:a16="http://schemas.microsoft.com/office/drawing/2014/main" id="{3CB6721C-F88C-4018-AB28-CFCCC9E8F096}"/>
              </a:ext>
            </a:extLst>
          </p:cNvPr>
          <p:cNvPicPr>
            <a:picLocks xmlns:a="http://schemas.openxmlformats.org/drawingml/2006/main" noChangeAspect="1"/>
          </p:cNvPicPr>
          <p:nvPr/>
        </p:nvPicPr>
        <p:blipFill>
          <a:blip xmlns:r="http://schemas.openxmlformats.org/officeDocument/2006/relationships" xmlns:a="http://schemas.openxmlformats.org/drawingml/2006/main" r:embed="R4a3ef65ef5d4488b"/>
          <a:stretch xmlns:a="http://schemas.openxmlformats.org/drawingml/2006/main"/>
        </p:blipFill>
        <p:spPr>
          <a:xfrm xmlns:a="http://schemas.openxmlformats.org/drawingml/2006/main">
            <a:off x="6896100" y="9277350"/>
            <a:ext cx="590550" cy="590550"/>
          </a:xfrm>
          <a:prstGeom xmlns:a="http://schemas.openxmlformats.org/drawingml/2006/main" prst="rect">
            <a:avLst/>
          </a:prstGeom>
        </p:spPr>
      </p:pic>
    </p:spTree>
    <p:extLst>
      <p:ext uri="{BB962C8B-B14F-4D97-AF65-F5344CB8AC3E}">
        <p14:creationId xmlns:p14="http://schemas.microsoft.com/office/powerpoint/2010/main" val="444600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2026-10-29T13:45:22.6380000Z</dcterms:created>
  <dcterms:modified xsi:type="dcterms:W3CDTF">2026-10-29T13:45:22.6380000Z</dcterms:modified>
</coreProperties>
</file>