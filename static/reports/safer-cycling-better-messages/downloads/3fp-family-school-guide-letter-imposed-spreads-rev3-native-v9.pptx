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87dc4344f64aa2" /><Relationship Type="http://schemas.openxmlformats.org/officeDocument/2006/relationships/extended-properties" Target="/docProps/app.xml" Id="Rcbc52169cb5c4d3e" /><Relationship Type="http://schemas.openxmlformats.org/officeDocument/2006/relationships/officeDocument" Target="/ppt/presentation.xml" Id="R92b5b836167d48ec" /></Relationships>
</file>

<file path=ppt/presentation.xml><?xml version="1.0" encoding="utf-8"?>
<p:presentation xmlns:p="http://schemas.openxmlformats.org/presentationml/2006/main">
  <p:sldMasterIdLst>
    <p:sldMasterId xmlns:r="http://schemas.openxmlformats.org/officeDocument/2006/relationships" id="2147483648" r:id="R4d69c85e82734594"/>
  </p:sldMasterIdLst>
  <p:notesMasterIdLst>
    <p:notesMasterId xmlns:r="http://schemas.openxmlformats.org/officeDocument/2006/relationships" r:id="Rbb1369006086445b"/>
  </p:notesMasterIdLst>
  <p:sldIdLst>
    <p:sldId xmlns:r="http://schemas.openxmlformats.org/officeDocument/2006/relationships" id="256" r:id="R1b77fbce6c2b42e8"/>
    <p:sldId xmlns:r="http://schemas.openxmlformats.org/officeDocument/2006/relationships" id="257" r:id="R9a90dfbca8b34406"/>
  </p:sldIdLst>
  <p:sldSz cx="10058400" cy="7772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b4c40a34f14486" /><Relationship Type="http://schemas.openxmlformats.org/officeDocument/2006/relationships/slideMaster" Target="/ppt/slideMasters/slideMaster1.xml" Id="R4d69c85e82734594" /><Relationship Type="http://schemas.openxmlformats.org/officeDocument/2006/relationships/notesMaster" Target="/ppt/notesMasters/notesMaster1.xml" Id="Rbb1369006086445b" /><Relationship Type="http://schemas.openxmlformats.org/officeDocument/2006/relationships/presProps" Target="/ppt/presProps.xml" Id="R70bd7f27ab7f4b6f" /><Relationship Type="http://schemas.openxmlformats.org/officeDocument/2006/relationships/tableStyles" Target="/ppt/tableStyles.xml" Id="R73370ac902c94559" /><Relationship Type="http://schemas.openxmlformats.org/officeDocument/2006/relationships/slide" Target="/ppt/slides/slide1.xml" Id="R1b77fbce6c2b42e8" /><Relationship Type="http://schemas.openxmlformats.org/officeDocument/2006/relationships/slide" Target="/ppt/slides/slide2.xml" Id="R9a90dfbca8b344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f92568a7f44b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d26c85a1fb47f1" /><Relationship Type="http://schemas.openxmlformats.org/officeDocument/2006/relationships/notesMaster" Target="/ppt/notesMasters/notesMaster1.xml" Id="Rbf6b0bb4755346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3f6627794e4b86" /><Relationship Type="http://schemas.openxmlformats.org/officeDocument/2006/relationships/notesMaster" Target="/ppt/notesMasters/notesMaster1.xml" Id="R7fcc4572f79941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spread: page 4 on the left, page 1 on the right. Print at actual size, duplex, short-edge binding.</a:t>
            </a:r>
          </a:p>
          <a:p xmlns:a="http://schemas.openxmlformats.org/drawingml/2006/main">
            <a:r>
              <a:t>VERSION REVIEW: v8 local edition; reviewed 2026-10-22. Exact 3FP message/artwork remains untested.</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League guidance supports the stationary ABC check; distinct training evaluations measure specific knowledge or skills, not this exact guide/card or injury effects. Use comprehension or a supervised, traffic-free skills check as a proximal endpoint, not traffic readiness.</a:t>
            </a:r>
          </a:p>
          <a:p xmlns:a="http://schemas.openxmlformats.org/drawingml/2006/main">
            <a:r>
              <a:t>Practitioner delivery: adults supervise children, choose a traffic-free area, check equipment and route access, and refer mechanical questions to a qualified shop. Do not certify riders for traffic based on a leaflet or brief skills check.</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League of American Bicyclists ABC Quick Check: https://bikeleague.org/videos/basic-bike-check/</a:t>
            </a:r>
          </a:p>
          <a:p xmlns:a="http://schemas.openxmlformats.org/drawingml/2006/main">
            <a:r>
              <a:t>League of American Bicyclists Rules of the Road: https://bikeleague.org/ridesmart/rules-of-the-road/</a:t>
            </a:r>
          </a:p>
          <a:p xmlns:a="http://schemas.openxmlformats.org/drawingml/2006/main">
            <a:r>
              <a:t>NHTSA Bicycle Safety: https://www.nhtsa.gov/road-safety/bicycle-safety</a:t>
            </a:r>
          </a:p>
          <a:p xmlns:a="http://schemas.openxmlformats.org/drawingml/2006/main">
            <a:r>
              <a:t>NHTSA Learn to Bike Safely: https://www.nhtsa.gov/bicycle-safety/learn-bike-safely</a:t>
            </a:r>
          </a:p>
          <a:p xmlns:a="http://schemas.openxmlformats.org/drawingml/2006/main">
            <a:r>
              <a:t>NHTSA Safe Routes to School: https://www.nhtsa.gov/book/countermeasures-that-work/pedestrian-safety/countermeasures/other-strategies-behavior-change-2</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Inside spread: page 2 on the left, page 3 on the right. Print at actual size, duplex, short-edge binding.</a:t>
            </a:r>
          </a:p>
          <a:p xmlns:a="http://schemas.openxmlformats.org/drawingml/2006/main">
            <a:r>
              <a:t>VERSION REVIEW: v8 local edition; reviewed 2026-10-22. Exact 3FP message/artwork remains untested.</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League guidance supports the stationary ABC check; distinct training evaluations measure specific knowledge or skills, not this exact guide/card or injury effects. Use comprehension or a supervised, traffic-free skills check as a proximal endpoint, not traffic readiness.</a:t>
            </a:r>
          </a:p>
          <a:p xmlns:a="http://schemas.openxmlformats.org/drawingml/2006/main">
            <a:r>
              <a:t>Practitioner delivery: adults supervise children, choose a traffic-free area, check equipment and route access, and refer mechanical questions to a qualified shop. Do not certify riders for traffic based on a leaflet or brief skills check.</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League of American Bicyclists ABC Quick Check: https://bikeleague.org/videos/basic-bike-check/</a:t>
            </a:r>
          </a:p>
          <a:p xmlns:a="http://schemas.openxmlformats.org/drawingml/2006/main">
            <a:r>
              <a:t>League of American Bicyclists Rules of the Road: https://bikeleague.org/ridesmart/rules-of-the-road/</a:t>
            </a:r>
          </a:p>
          <a:p xmlns:a="http://schemas.openxmlformats.org/drawingml/2006/main">
            <a:r>
              <a:t>NHTSA Bicycle Safety: https://www.nhtsa.gov/road-safety/bicycle-safety</a:t>
            </a:r>
          </a:p>
          <a:p xmlns:a="http://schemas.openxmlformats.org/drawingml/2006/main">
            <a:r>
              <a:t>NHTSA Learn to Bike Safely: https://www.nhtsa.gov/bicycle-safety/learn-bike-safely</a:t>
            </a:r>
          </a:p>
          <a:p xmlns:a="http://schemas.openxmlformats.org/drawingml/2006/main">
            <a:r>
              <a:t>NHTSA Safe Routes to School: https://www.nhtsa.gov/book/countermeasures-that-work/pedestrian-safety/countermeasures/other-strategies-behavior-change-2</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9c5c55e0df4f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6a80df9f3245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c4ecaf2293846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71d97ea197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5e4f12b0f846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8b63ee4f34840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2D9297-5AB5-4C14-B815-9F7CE9C0571D}"/>
              </a:ext>
            </a:extLst>
          </p:cNvPr>
          <p:cNvSpPr>
            <a:spLocks xmlns:a="http://schemas.openxmlformats.org/drawingml/2006/main" noGrp="1"/>
          </p:cNvSpPr>
          <p:nvPr>
            <p:ph type="title" idx="0"/>
          </p:nvPr>
        </p:nvSpPr>
        <p:spPr>
          <a:xfrm xmlns:a="http://schemas.openxmlformats.org/drawingml/2006/main">
            <a:off x="1005840" y="2936240"/>
            <a:ext cx="8046720" cy="11226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60" b="1">
                <a:solidFill>
                  <a:schemeClr val="tx1"/>
                </a:solidFill>
                <a:latin typeface="+mj-lt"/>
                <a:ea typeface="+mj-lt"/>
                <a:cs typeface="+mj-lt"/>
              </a:defRPr>
            </a:defPPr>
            <a:lvl1pPr marL="0" indent="0" algn="ctr">
              <a:lnSpc>
                <a:spcPct val="110000"/>
              </a:lnSpc>
              <a:spcBef>
                <a:spcPts val="0"/>
              </a:spcBef>
              <a:spcAft>
                <a:spcPts val="0"/>
              </a:spcAft>
              <a:buNone/>
              <a:defRPr sz="3960" b="1">
                <a:solidFill>
                  <a:schemeClr val="tx1"/>
                </a:solidFill>
                <a:latin typeface="+mj-lt"/>
                <a:ea typeface="+mj-lt"/>
                <a:cs typeface="+mj-lt"/>
              </a:defRPr>
            </a:lvl1pPr>
            <a:lvl2pPr marL="0" indent="0" algn="ctr">
              <a:lnSpc>
                <a:spcPct val="110000"/>
              </a:lnSpc>
              <a:spcBef>
                <a:spcPts val="0"/>
              </a:spcBef>
              <a:spcAft>
                <a:spcPts val="0"/>
              </a:spcAft>
              <a:buNone/>
              <a:defRPr sz="3960" b="1">
                <a:solidFill>
                  <a:schemeClr val="tx1"/>
                </a:solidFill>
                <a:latin typeface="+mj-lt"/>
                <a:ea typeface="+mj-lt"/>
                <a:cs typeface="+mj-lt"/>
              </a:defRPr>
            </a:lvl2pPr>
            <a:lvl3pPr marL="0" indent="0" algn="ctr">
              <a:lnSpc>
                <a:spcPct val="110000"/>
              </a:lnSpc>
              <a:spcBef>
                <a:spcPts val="0"/>
              </a:spcBef>
              <a:spcAft>
                <a:spcPts val="0"/>
              </a:spcAft>
              <a:buNone/>
              <a:defRPr sz="3960" b="1">
                <a:solidFill>
                  <a:schemeClr val="tx1"/>
                </a:solidFill>
                <a:latin typeface="+mj-lt"/>
                <a:ea typeface="+mj-lt"/>
                <a:cs typeface="+mj-lt"/>
              </a:defRPr>
            </a:lvl3pPr>
            <a:lvl4pPr marL="0" indent="0" algn="ctr">
              <a:lnSpc>
                <a:spcPct val="110000"/>
              </a:lnSpc>
              <a:spcBef>
                <a:spcPts val="0"/>
              </a:spcBef>
              <a:spcAft>
                <a:spcPts val="0"/>
              </a:spcAft>
              <a:buNone/>
              <a:defRPr sz="3960" b="1">
                <a:solidFill>
                  <a:schemeClr val="tx1"/>
                </a:solidFill>
                <a:latin typeface="+mj-lt"/>
                <a:ea typeface="+mj-lt"/>
                <a:cs typeface="+mj-lt"/>
              </a:defRPr>
            </a:lvl4pPr>
            <a:lvl5pPr marL="0" indent="0" algn="ctr">
              <a:lnSpc>
                <a:spcPct val="110000"/>
              </a:lnSpc>
              <a:spcBef>
                <a:spcPts val="0"/>
              </a:spcBef>
              <a:spcAft>
                <a:spcPts val="0"/>
              </a:spcAft>
              <a:buNone/>
              <a:defRPr sz="3960" b="1">
                <a:solidFill>
                  <a:schemeClr val="tx1"/>
                </a:solidFill>
                <a:latin typeface="+mj-lt"/>
                <a:ea typeface="+mj-lt"/>
                <a:cs typeface="+mj-lt"/>
              </a:defRPr>
            </a:lvl5pPr>
            <a:lvl6pPr marL="0" indent="0" algn="ctr">
              <a:lnSpc>
                <a:spcPct val="110000"/>
              </a:lnSpc>
              <a:spcBef>
                <a:spcPts val="0"/>
              </a:spcBef>
              <a:spcAft>
                <a:spcPts val="0"/>
              </a:spcAft>
              <a:buNone/>
              <a:defRPr sz="3960" b="1">
                <a:solidFill>
                  <a:schemeClr val="tx1"/>
                </a:solidFill>
                <a:latin typeface="+mj-lt"/>
                <a:ea typeface="+mj-lt"/>
                <a:cs typeface="+mj-lt"/>
              </a:defRPr>
            </a:lvl6pPr>
            <a:lvl7pPr marL="0" indent="0" algn="ctr">
              <a:lnSpc>
                <a:spcPct val="110000"/>
              </a:lnSpc>
              <a:spcBef>
                <a:spcPts val="0"/>
              </a:spcBef>
              <a:spcAft>
                <a:spcPts val="0"/>
              </a:spcAft>
              <a:buNone/>
              <a:defRPr sz="3960" b="1">
                <a:solidFill>
                  <a:schemeClr val="tx1"/>
                </a:solidFill>
                <a:latin typeface="+mj-lt"/>
                <a:ea typeface="+mj-lt"/>
                <a:cs typeface="+mj-lt"/>
              </a:defRPr>
            </a:lvl7pPr>
            <a:lvl8pPr marL="0" indent="0" algn="ctr">
              <a:lnSpc>
                <a:spcPct val="110000"/>
              </a:lnSpc>
              <a:spcBef>
                <a:spcPts val="0"/>
              </a:spcBef>
              <a:spcAft>
                <a:spcPts val="0"/>
              </a:spcAft>
              <a:buNone/>
              <a:defRPr sz="3960" b="1">
                <a:solidFill>
                  <a:schemeClr val="tx1"/>
                </a:solidFill>
                <a:latin typeface="+mj-lt"/>
                <a:ea typeface="+mj-lt"/>
                <a:cs typeface="+mj-lt"/>
              </a:defRPr>
            </a:lvl8pPr>
            <a:lvl9pPr marL="0" indent="0" algn="ctr">
              <a:lnSpc>
                <a:spcPct val="110000"/>
              </a:lnSpc>
              <a:spcBef>
                <a:spcPts val="0"/>
              </a:spcBef>
              <a:spcAft>
                <a:spcPts val="0"/>
              </a:spcAft>
              <a:buNone/>
              <a:defRPr sz="39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DA4D67-B7BB-4A8A-A462-F474299C2D08}"/>
              </a:ext>
            </a:extLst>
          </p:cNvPr>
          <p:cNvSpPr>
            <a:spLocks xmlns:a="http://schemas.openxmlformats.org/drawingml/2006/main" noGrp="1"/>
          </p:cNvSpPr>
          <p:nvPr>
            <p:ph type="subTitle" idx="1"/>
          </p:nvPr>
        </p:nvSpPr>
        <p:spPr>
          <a:xfrm xmlns:a="http://schemas.openxmlformats.org/drawingml/2006/main">
            <a:off x="1508760" y="4274820"/>
            <a:ext cx="7040880" cy="86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33" b="0">
                <a:solidFill>
                  <a:schemeClr val="tx1"/>
                </a:solidFill>
                <a:latin typeface="+mn-lt"/>
                <a:ea typeface="+mn-lt"/>
                <a:cs typeface="+mn-lt"/>
              </a:defRPr>
            </a:defPPr>
            <a:lvl1pPr marL="0" indent="0" algn="ctr">
              <a:lnSpc>
                <a:spcPct val="110000"/>
              </a:lnSpc>
              <a:spcBef>
                <a:spcPts val="0"/>
              </a:spcBef>
              <a:spcAft>
                <a:spcPts val="0"/>
              </a:spcAft>
              <a:buNone/>
              <a:defRPr sz="1733" b="0">
                <a:solidFill>
                  <a:schemeClr val="tx1"/>
                </a:solidFill>
                <a:latin typeface="+mn-lt"/>
                <a:ea typeface="+mn-lt"/>
                <a:cs typeface="+mn-lt"/>
              </a:defRPr>
            </a:lvl1pPr>
            <a:lvl2pPr marL="0" indent="0" algn="ctr">
              <a:lnSpc>
                <a:spcPct val="110000"/>
              </a:lnSpc>
              <a:spcBef>
                <a:spcPts val="0"/>
              </a:spcBef>
              <a:spcAft>
                <a:spcPts val="0"/>
              </a:spcAft>
              <a:buNone/>
              <a:defRPr sz="1733" b="0">
                <a:solidFill>
                  <a:schemeClr val="tx1"/>
                </a:solidFill>
                <a:latin typeface="+mn-lt"/>
                <a:ea typeface="+mn-lt"/>
                <a:cs typeface="+mn-lt"/>
              </a:defRPr>
            </a:lvl2pPr>
            <a:lvl3pPr marL="0" indent="0" algn="ctr">
              <a:lnSpc>
                <a:spcPct val="110000"/>
              </a:lnSpc>
              <a:spcBef>
                <a:spcPts val="0"/>
              </a:spcBef>
              <a:spcAft>
                <a:spcPts val="0"/>
              </a:spcAft>
              <a:buNone/>
              <a:defRPr sz="1733" b="0">
                <a:solidFill>
                  <a:schemeClr val="tx1"/>
                </a:solidFill>
                <a:latin typeface="+mn-lt"/>
                <a:ea typeface="+mn-lt"/>
                <a:cs typeface="+mn-lt"/>
              </a:defRPr>
            </a:lvl3pPr>
            <a:lvl4pPr marL="0" indent="0" algn="ctr">
              <a:lnSpc>
                <a:spcPct val="110000"/>
              </a:lnSpc>
              <a:spcBef>
                <a:spcPts val="0"/>
              </a:spcBef>
              <a:spcAft>
                <a:spcPts val="0"/>
              </a:spcAft>
              <a:buNone/>
              <a:defRPr sz="1733" b="0">
                <a:solidFill>
                  <a:schemeClr val="tx1"/>
                </a:solidFill>
                <a:latin typeface="+mn-lt"/>
                <a:ea typeface="+mn-lt"/>
                <a:cs typeface="+mn-lt"/>
              </a:defRPr>
            </a:lvl4pPr>
            <a:lvl5pPr marL="0" indent="0" algn="ctr">
              <a:lnSpc>
                <a:spcPct val="110000"/>
              </a:lnSpc>
              <a:spcBef>
                <a:spcPts val="0"/>
              </a:spcBef>
              <a:spcAft>
                <a:spcPts val="0"/>
              </a:spcAft>
              <a:buNone/>
              <a:defRPr sz="1733" b="0">
                <a:solidFill>
                  <a:schemeClr val="tx1"/>
                </a:solidFill>
                <a:latin typeface="+mn-lt"/>
                <a:ea typeface="+mn-lt"/>
                <a:cs typeface="+mn-lt"/>
              </a:defRPr>
            </a:lvl5pPr>
            <a:lvl6pPr marL="0" indent="0" algn="ctr">
              <a:lnSpc>
                <a:spcPct val="110000"/>
              </a:lnSpc>
              <a:spcBef>
                <a:spcPts val="0"/>
              </a:spcBef>
              <a:spcAft>
                <a:spcPts val="0"/>
              </a:spcAft>
              <a:buNone/>
              <a:defRPr sz="1733" b="0">
                <a:solidFill>
                  <a:schemeClr val="tx1"/>
                </a:solidFill>
                <a:latin typeface="+mn-lt"/>
                <a:ea typeface="+mn-lt"/>
                <a:cs typeface="+mn-lt"/>
              </a:defRPr>
            </a:lvl6pPr>
            <a:lvl7pPr marL="0" indent="0" algn="ctr">
              <a:lnSpc>
                <a:spcPct val="110000"/>
              </a:lnSpc>
              <a:spcBef>
                <a:spcPts val="0"/>
              </a:spcBef>
              <a:spcAft>
                <a:spcPts val="0"/>
              </a:spcAft>
              <a:buNone/>
              <a:defRPr sz="1733" b="0">
                <a:solidFill>
                  <a:schemeClr val="tx1"/>
                </a:solidFill>
                <a:latin typeface="+mn-lt"/>
                <a:ea typeface="+mn-lt"/>
                <a:cs typeface="+mn-lt"/>
              </a:defRPr>
            </a:lvl7pPr>
            <a:lvl8pPr marL="0" indent="0" algn="ctr">
              <a:lnSpc>
                <a:spcPct val="110000"/>
              </a:lnSpc>
              <a:spcBef>
                <a:spcPts val="0"/>
              </a:spcBef>
              <a:spcAft>
                <a:spcPts val="0"/>
              </a:spcAft>
              <a:buNone/>
              <a:defRPr sz="1733" b="0">
                <a:solidFill>
                  <a:schemeClr val="tx1"/>
                </a:solidFill>
                <a:latin typeface="+mn-lt"/>
                <a:ea typeface="+mn-lt"/>
                <a:cs typeface="+mn-lt"/>
              </a:defRPr>
            </a:lvl8pPr>
            <a:lvl9pPr marL="0" indent="0" algn="ctr">
              <a:lnSpc>
                <a:spcPct val="110000"/>
              </a:lnSpc>
              <a:spcBef>
                <a:spcPts val="0"/>
              </a:spcBef>
              <a:spcAft>
                <a:spcPts val="0"/>
              </a:spcAft>
              <a:buNone/>
              <a:defRPr sz="173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EEB530-3BDB-4751-A814-64574AA10C57}"/>
              </a:ext>
            </a:extLst>
          </p:cNvPr>
          <p:cNvSpPr>
            <a:spLocks xmlns:a="http://schemas.openxmlformats.org/drawingml/2006/main" noGrp="1"/>
          </p:cNvSpPr>
          <p:nvPr>
            <p:ph type="title" idx="0"/>
          </p:nvPr>
        </p:nvSpPr>
        <p:spPr>
          <a:xfrm xmlns:a="http://schemas.openxmlformats.org/drawingml/2006/main">
            <a:off x="1005840" y="3238500"/>
            <a:ext cx="8046720" cy="1295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465" b="1">
                <a:solidFill>
                  <a:schemeClr val="tx1"/>
                </a:solidFill>
                <a:latin typeface="+mj-lt"/>
                <a:ea typeface="+mj-lt"/>
                <a:cs typeface="+mj-lt"/>
              </a:defRPr>
            </a:defPPr>
            <a:lvl1pPr marL="0" indent="0" algn="ctr">
              <a:lnSpc>
                <a:spcPct val="110000"/>
              </a:lnSpc>
              <a:spcBef>
                <a:spcPts val="0"/>
              </a:spcBef>
              <a:spcAft>
                <a:spcPts val="0"/>
              </a:spcAft>
              <a:buNone/>
              <a:defRPr sz="3465" b="1">
                <a:solidFill>
                  <a:schemeClr val="tx1"/>
                </a:solidFill>
                <a:latin typeface="+mj-lt"/>
                <a:ea typeface="+mj-lt"/>
                <a:cs typeface="+mj-lt"/>
              </a:defRPr>
            </a:lvl1pPr>
            <a:lvl2pPr marL="0" indent="0" algn="ctr">
              <a:lnSpc>
                <a:spcPct val="110000"/>
              </a:lnSpc>
              <a:spcBef>
                <a:spcPts val="0"/>
              </a:spcBef>
              <a:spcAft>
                <a:spcPts val="0"/>
              </a:spcAft>
              <a:buNone/>
              <a:defRPr sz="3465" b="1">
                <a:solidFill>
                  <a:schemeClr val="tx1"/>
                </a:solidFill>
                <a:latin typeface="+mj-lt"/>
                <a:ea typeface="+mj-lt"/>
                <a:cs typeface="+mj-lt"/>
              </a:defRPr>
            </a:lvl2pPr>
            <a:lvl3pPr marL="0" indent="0" algn="ctr">
              <a:lnSpc>
                <a:spcPct val="110000"/>
              </a:lnSpc>
              <a:spcBef>
                <a:spcPts val="0"/>
              </a:spcBef>
              <a:spcAft>
                <a:spcPts val="0"/>
              </a:spcAft>
              <a:buNone/>
              <a:defRPr sz="3465" b="1">
                <a:solidFill>
                  <a:schemeClr val="tx1"/>
                </a:solidFill>
                <a:latin typeface="+mj-lt"/>
                <a:ea typeface="+mj-lt"/>
                <a:cs typeface="+mj-lt"/>
              </a:defRPr>
            </a:lvl3pPr>
            <a:lvl4pPr marL="0" indent="0" algn="ctr">
              <a:lnSpc>
                <a:spcPct val="110000"/>
              </a:lnSpc>
              <a:spcBef>
                <a:spcPts val="0"/>
              </a:spcBef>
              <a:spcAft>
                <a:spcPts val="0"/>
              </a:spcAft>
              <a:buNone/>
              <a:defRPr sz="3465" b="1">
                <a:solidFill>
                  <a:schemeClr val="tx1"/>
                </a:solidFill>
                <a:latin typeface="+mj-lt"/>
                <a:ea typeface="+mj-lt"/>
                <a:cs typeface="+mj-lt"/>
              </a:defRPr>
            </a:lvl4pPr>
            <a:lvl5pPr marL="0" indent="0" algn="ctr">
              <a:lnSpc>
                <a:spcPct val="110000"/>
              </a:lnSpc>
              <a:spcBef>
                <a:spcPts val="0"/>
              </a:spcBef>
              <a:spcAft>
                <a:spcPts val="0"/>
              </a:spcAft>
              <a:buNone/>
              <a:defRPr sz="3465" b="1">
                <a:solidFill>
                  <a:schemeClr val="tx1"/>
                </a:solidFill>
                <a:latin typeface="+mj-lt"/>
                <a:ea typeface="+mj-lt"/>
                <a:cs typeface="+mj-lt"/>
              </a:defRPr>
            </a:lvl5pPr>
            <a:lvl6pPr marL="0" indent="0" algn="ctr">
              <a:lnSpc>
                <a:spcPct val="110000"/>
              </a:lnSpc>
              <a:spcBef>
                <a:spcPts val="0"/>
              </a:spcBef>
              <a:spcAft>
                <a:spcPts val="0"/>
              </a:spcAft>
              <a:buNone/>
              <a:defRPr sz="3465" b="1">
                <a:solidFill>
                  <a:schemeClr val="tx1"/>
                </a:solidFill>
                <a:latin typeface="+mj-lt"/>
                <a:ea typeface="+mj-lt"/>
                <a:cs typeface="+mj-lt"/>
              </a:defRPr>
            </a:lvl6pPr>
            <a:lvl7pPr marL="0" indent="0" algn="ctr">
              <a:lnSpc>
                <a:spcPct val="110000"/>
              </a:lnSpc>
              <a:spcBef>
                <a:spcPts val="0"/>
              </a:spcBef>
              <a:spcAft>
                <a:spcPts val="0"/>
              </a:spcAft>
              <a:buNone/>
              <a:defRPr sz="3465" b="1">
                <a:solidFill>
                  <a:schemeClr val="tx1"/>
                </a:solidFill>
                <a:latin typeface="+mj-lt"/>
                <a:ea typeface="+mj-lt"/>
                <a:cs typeface="+mj-lt"/>
              </a:defRPr>
            </a:lvl7pPr>
            <a:lvl8pPr marL="0" indent="0" algn="ctr">
              <a:lnSpc>
                <a:spcPct val="110000"/>
              </a:lnSpc>
              <a:spcBef>
                <a:spcPts val="0"/>
              </a:spcBef>
              <a:spcAft>
                <a:spcPts val="0"/>
              </a:spcAft>
              <a:buNone/>
              <a:defRPr sz="3465" b="1">
                <a:solidFill>
                  <a:schemeClr val="tx1"/>
                </a:solidFill>
                <a:latin typeface="+mj-lt"/>
                <a:ea typeface="+mj-lt"/>
                <a:cs typeface="+mj-lt"/>
              </a:defRPr>
            </a:lvl8pPr>
            <a:lvl9pPr marL="0" indent="0" algn="ctr">
              <a:lnSpc>
                <a:spcPct val="110000"/>
              </a:lnSpc>
              <a:spcBef>
                <a:spcPts val="0"/>
              </a:spcBef>
              <a:spcAft>
                <a:spcPts val="0"/>
              </a:spcAft>
              <a:buNone/>
              <a:defRPr sz="346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CB7321-7527-46C8-B1F8-63375A204B11}"/>
              </a:ext>
            </a:extLst>
          </p:cNvPr>
          <p:cNvSpPr>
            <a:spLocks xmlns:a="http://schemas.openxmlformats.org/drawingml/2006/main" noGrp="1"/>
          </p:cNvSpPr>
          <p:nvPr>
            <p:ph type="title" idx="0"/>
          </p:nvPr>
        </p:nvSpPr>
        <p:spPr>
          <a:xfrm xmlns:a="http://schemas.openxmlformats.org/drawingml/2006/main">
            <a:off x="565785" y="604520"/>
            <a:ext cx="8926830" cy="949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6C6514-8836-4FA2-80F4-42BA0746FA40}"/>
              </a:ext>
            </a:extLst>
          </p:cNvPr>
          <p:cNvSpPr>
            <a:spLocks xmlns:a="http://schemas.openxmlformats.org/drawingml/2006/main" noGrp="1"/>
          </p:cNvSpPr>
          <p:nvPr>
            <p:ph type="body" idx="1"/>
          </p:nvPr>
        </p:nvSpPr>
        <p:spPr>
          <a:xfrm xmlns:a="http://schemas.openxmlformats.org/drawingml/2006/main">
            <a:off x="565785" y="2159000"/>
            <a:ext cx="8926830" cy="4836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DDA10B-A080-4B77-AE7A-3090583E6473}"/>
              </a:ext>
            </a:extLst>
          </p:cNvPr>
          <p:cNvSpPr>
            <a:spLocks xmlns:a="http://schemas.openxmlformats.org/drawingml/2006/main" noGrp="1"/>
          </p:cNvSpPr>
          <p:nvPr>
            <p:ph type="title" idx="0"/>
          </p:nvPr>
        </p:nvSpPr>
        <p:spPr>
          <a:xfrm xmlns:a="http://schemas.openxmlformats.org/drawingml/2006/main">
            <a:off x="565785" y="604520"/>
            <a:ext cx="8926830" cy="949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734D3E-0C2E-4188-ACE9-88C82986A93A}"/>
              </a:ext>
            </a:extLst>
          </p:cNvPr>
          <p:cNvSpPr>
            <a:spLocks xmlns:a="http://schemas.openxmlformats.org/drawingml/2006/main" noGrp="1"/>
          </p:cNvSpPr>
          <p:nvPr>
            <p:ph type="body" idx="1"/>
          </p:nvPr>
        </p:nvSpPr>
        <p:spPr>
          <a:xfrm xmlns:a="http://schemas.openxmlformats.org/drawingml/2006/main">
            <a:off x="565785" y="2159000"/>
            <a:ext cx="4149090" cy="4836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DAB6B6D-C7A9-4464-A4FD-0A0E0CE54C7D}"/>
              </a:ext>
            </a:extLst>
          </p:cNvPr>
          <p:cNvSpPr>
            <a:spLocks xmlns:a="http://schemas.openxmlformats.org/drawingml/2006/main" noGrp="1"/>
          </p:cNvSpPr>
          <p:nvPr>
            <p:ph type="body" idx="2"/>
          </p:nvPr>
        </p:nvSpPr>
        <p:spPr>
          <a:xfrm xmlns:a="http://schemas.openxmlformats.org/drawingml/2006/main">
            <a:off x="5343525" y="2159000"/>
            <a:ext cx="4149090" cy="4836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33" b="0">
                <a:solidFill>
                  <a:schemeClr val="tx1"/>
                </a:solidFill>
                <a:latin typeface="+mn-lt"/>
                <a:ea typeface="+mn-lt"/>
                <a:cs typeface="+mn-lt"/>
              </a:defRPr>
            </a:defPPr>
            <a:lvl1pPr marL="188595" indent="-188595" algn="l">
              <a:lnSpc>
                <a:spcPct val="110000"/>
              </a:lnSpc>
              <a:spcBef>
                <a:spcPts val="0"/>
              </a:spcBef>
              <a:spcAft>
                <a:spcPts val="990"/>
              </a:spcAft>
              <a:buChar char="•"/>
              <a:defRPr sz="1733" b="0">
                <a:solidFill>
                  <a:schemeClr val="tx1"/>
                </a:solidFill>
                <a:latin typeface="+mn-lt"/>
                <a:ea typeface="+mn-lt"/>
                <a:cs typeface="+mn-lt"/>
              </a:defRPr>
            </a:lvl1pPr>
            <a:lvl2pPr marL="440055" indent="-188595" algn="l">
              <a:lnSpc>
                <a:spcPct val="110000"/>
              </a:lnSpc>
              <a:spcBef>
                <a:spcPts val="0"/>
              </a:spcBef>
              <a:spcAft>
                <a:spcPts val="990"/>
              </a:spcAft>
              <a:buChar char="•"/>
              <a:defRPr sz="1733" b="0">
                <a:solidFill>
                  <a:schemeClr val="tx1"/>
                </a:solidFill>
                <a:latin typeface="+mn-lt"/>
                <a:ea typeface="+mn-lt"/>
                <a:cs typeface="+mn-lt"/>
              </a:defRPr>
            </a:lvl2pPr>
            <a:lvl3pPr marL="691515" indent="-188595" algn="l">
              <a:lnSpc>
                <a:spcPct val="110000"/>
              </a:lnSpc>
              <a:spcBef>
                <a:spcPts val="0"/>
              </a:spcBef>
              <a:spcAft>
                <a:spcPts val="990"/>
              </a:spcAft>
              <a:buChar char="•"/>
              <a:defRPr sz="1733" b="0">
                <a:solidFill>
                  <a:schemeClr val="tx1"/>
                </a:solidFill>
                <a:latin typeface="+mn-lt"/>
                <a:ea typeface="+mn-lt"/>
                <a:cs typeface="+mn-lt"/>
              </a:defRPr>
            </a:lvl3pPr>
            <a:lvl4pPr marL="942975" indent="-188595" algn="l">
              <a:lnSpc>
                <a:spcPct val="110000"/>
              </a:lnSpc>
              <a:spcBef>
                <a:spcPts val="0"/>
              </a:spcBef>
              <a:spcAft>
                <a:spcPts val="990"/>
              </a:spcAft>
              <a:buChar char="•"/>
              <a:defRPr sz="1733" b="0">
                <a:solidFill>
                  <a:schemeClr val="tx1"/>
                </a:solidFill>
                <a:latin typeface="+mn-lt"/>
                <a:ea typeface="+mn-lt"/>
                <a:cs typeface="+mn-lt"/>
              </a:defRPr>
            </a:lvl4pPr>
            <a:lvl5pPr marL="1194435" indent="-188595" algn="l">
              <a:lnSpc>
                <a:spcPct val="110000"/>
              </a:lnSpc>
              <a:spcBef>
                <a:spcPts val="0"/>
              </a:spcBef>
              <a:spcAft>
                <a:spcPts val="990"/>
              </a:spcAft>
              <a:buChar char="•"/>
              <a:defRPr sz="1733" b="0">
                <a:solidFill>
                  <a:schemeClr val="tx1"/>
                </a:solidFill>
                <a:latin typeface="+mn-lt"/>
                <a:ea typeface="+mn-lt"/>
                <a:cs typeface="+mn-lt"/>
              </a:defRPr>
            </a:lvl5pPr>
            <a:lvl6pPr marL="1445895" indent="-188595" algn="l">
              <a:lnSpc>
                <a:spcPct val="110000"/>
              </a:lnSpc>
              <a:spcBef>
                <a:spcPts val="0"/>
              </a:spcBef>
              <a:spcAft>
                <a:spcPts val="990"/>
              </a:spcAft>
              <a:buChar char="•"/>
              <a:defRPr sz="1733" b="0">
                <a:solidFill>
                  <a:schemeClr val="tx1"/>
                </a:solidFill>
                <a:latin typeface="+mn-lt"/>
                <a:ea typeface="+mn-lt"/>
                <a:cs typeface="+mn-lt"/>
              </a:defRPr>
            </a:lvl6pPr>
            <a:lvl7pPr marL="1697355" indent="-188595" algn="l">
              <a:lnSpc>
                <a:spcPct val="110000"/>
              </a:lnSpc>
              <a:spcBef>
                <a:spcPts val="0"/>
              </a:spcBef>
              <a:spcAft>
                <a:spcPts val="990"/>
              </a:spcAft>
              <a:buChar char="•"/>
              <a:defRPr sz="1733" b="0">
                <a:solidFill>
                  <a:schemeClr val="tx1"/>
                </a:solidFill>
                <a:latin typeface="+mn-lt"/>
                <a:ea typeface="+mn-lt"/>
                <a:cs typeface="+mn-lt"/>
              </a:defRPr>
            </a:lvl7pPr>
            <a:lvl8pPr marL="1948815" indent="-188595" algn="l">
              <a:lnSpc>
                <a:spcPct val="110000"/>
              </a:lnSpc>
              <a:spcBef>
                <a:spcPts val="0"/>
              </a:spcBef>
              <a:spcAft>
                <a:spcPts val="990"/>
              </a:spcAft>
              <a:buChar char="•"/>
              <a:defRPr sz="1733" b="0">
                <a:solidFill>
                  <a:schemeClr val="tx1"/>
                </a:solidFill>
                <a:latin typeface="+mn-lt"/>
                <a:ea typeface="+mn-lt"/>
                <a:cs typeface="+mn-lt"/>
              </a:defRPr>
            </a:lvl8pPr>
            <a:lvl9pPr marL="2200275" indent="-188595" algn="l">
              <a:lnSpc>
                <a:spcPct val="110000"/>
              </a:lnSpc>
              <a:spcBef>
                <a:spcPts val="0"/>
              </a:spcBef>
              <a:spcAft>
                <a:spcPts val="990"/>
              </a:spcAft>
              <a:buChar char="•"/>
              <a:defRPr sz="173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EDF3D1-1A8C-4700-825D-D173159E6846}"/>
              </a:ext>
            </a:extLst>
          </p:cNvPr>
          <p:cNvSpPr>
            <a:spLocks xmlns:a="http://schemas.openxmlformats.org/drawingml/2006/main" noGrp="1"/>
          </p:cNvSpPr>
          <p:nvPr>
            <p:ph type="title" idx="0"/>
          </p:nvPr>
        </p:nvSpPr>
        <p:spPr>
          <a:xfrm xmlns:a="http://schemas.openxmlformats.org/drawingml/2006/main">
            <a:off x="565785" y="604520"/>
            <a:ext cx="8926830" cy="949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23" b="1">
                <a:solidFill>
                  <a:schemeClr val="tx1"/>
                </a:solidFill>
                <a:latin typeface="+mj-lt"/>
                <a:ea typeface="+mj-lt"/>
                <a:cs typeface="+mj-lt"/>
              </a:defRPr>
            </a:defPPr>
            <a:lvl1pPr marL="0" indent="0" algn="l">
              <a:lnSpc>
                <a:spcPct val="110000"/>
              </a:lnSpc>
              <a:spcBef>
                <a:spcPts val="0"/>
              </a:spcBef>
              <a:spcAft>
                <a:spcPts val="0"/>
              </a:spcAft>
              <a:buNone/>
              <a:defRPr sz="2723" b="1">
                <a:solidFill>
                  <a:schemeClr val="tx1"/>
                </a:solidFill>
                <a:latin typeface="+mj-lt"/>
                <a:ea typeface="+mj-lt"/>
                <a:cs typeface="+mj-lt"/>
              </a:defRPr>
            </a:lvl1pPr>
            <a:lvl2pPr marL="0" indent="0" algn="l">
              <a:lnSpc>
                <a:spcPct val="110000"/>
              </a:lnSpc>
              <a:spcBef>
                <a:spcPts val="0"/>
              </a:spcBef>
              <a:spcAft>
                <a:spcPts val="0"/>
              </a:spcAft>
              <a:buNone/>
              <a:defRPr sz="2723" b="1">
                <a:solidFill>
                  <a:schemeClr val="tx1"/>
                </a:solidFill>
                <a:latin typeface="+mj-lt"/>
                <a:ea typeface="+mj-lt"/>
                <a:cs typeface="+mj-lt"/>
              </a:defRPr>
            </a:lvl2pPr>
            <a:lvl3pPr marL="0" indent="0" algn="l">
              <a:lnSpc>
                <a:spcPct val="110000"/>
              </a:lnSpc>
              <a:spcBef>
                <a:spcPts val="0"/>
              </a:spcBef>
              <a:spcAft>
                <a:spcPts val="0"/>
              </a:spcAft>
              <a:buNone/>
              <a:defRPr sz="2723" b="1">
                <a:solidFill>
                  <a:schemeClr val="tx1"/>
                </a:solidFill>
                <a:latin typeface="+mj-lt"/>
                <a:ea typeface="+mj-lt"/>
                <a:cs typeface="+mj-lt"/>
              </a:defRPr>
            </a:lvl3pPr>
            <a:lvl4pPr marL="0" indent="0" algn="l">
              <a:lnSpc>
                <a:spcPct val="110000"/>
              </a:lnSpc>
              <a:spcBef>
                <a:spcPts val="0"/>
              </a:spcBef>
              <a:spcAft>
                <a:spcPts val="0"/>
              </a:spcAft>
              <a:buNone/>
              <a:defRPr sz="2723" b="1">
                <a:solidFill>
                  <a:schemeClr val="tx1"/>
                </a:solidFill>
                <a:latin typeface="+mj-lt"/>
                <a:ea typeface="+mj-lt"/>
                <a:cs typeface="+mj-lt"/>
              </a:defRPr>
            </a:lvl4pPr>
            <a:lvl5pPr marL="0" indent="0" algn="l">
              <a:lnSpc>
                <a:spcPct val="110000"/>
              </a:lnSpc>
              <a:spcBef>
                <a:spcPts val="0"/>
              </a:spcBef>
              <a:spcAft>
                <a:spcPts val="0"/>
              </a:spcAft>
              <a:buNone/>
              <a:defRPr sz="2723" b="1">
                <a:solidFill>
                  <a:schemeClr val="tx1"/>
                </a:solidFill>
                <a:latin typeface="+mj-lt"/>
                <a:ea typeface="+mj-lt"/>
                <a:cs typeface="+mj-lt"/>
              </a:defRPr>
            </a:lvl5pPr>
            <a:lvl6pPr marL="0" indent="0" algn="l">
              <a:lnSpc>
                <a:spcPct val="110000"/>
              </a:lnSpc>
              <a:spcBef>
                <a:spcPts val="0"/>
              </a:spcBef>
              <a:spcAft>
                <a:spcPts val="0"/>
              </a:spcAft>
              <a:buNone/>
              <a:defRPr sz="2723" b="1">
                <a:solidFill>
                  <a:schemeClr val="tx1"/>
                </a:solidFill>
                <a:latin typeface="+mj-lt"/>
                <a:ea typeface="+mj-lt"/>
                <a:cs typeface="+mj-lt"/>
              </a:defRPr>
            </a:lvl6pPr>
            <a:lvl7pPr marL="0" indent="0" algn="l">
              <a:lnSpc>
                <a:spcPct val="110000"/>
              </a:lnSpc>
              <a:spcBef>
                <a:spcPts val="0"/>
              </a:spcBef>
              <a:spcAft>
                <a:spcPts val="0"/>
              </a:spcAft>
              <a:buNone/>
              <a:defRPr sz="2723" b="1">
                <a:solidFill>
                  <a:schemeClr val="tx1"/>
                </a:solidFill>
                <a:latin typeface="+mj-lt"/>
                <a:ea typeface="+mj-lt"/>
                <a:cs typeface="+mj-lt"/>
              </a:defRPr>
            </a:lvl7pPr>
            <a:lvl8pPr marL="0" indent="0" algn="l">
              <a:lnSpc>
                <a:spcPct val="110000"/>
              </a:lnSpc>
              <a:spcBef>
                <a:spcPts val="0"/>
              </a:spcBef>
              <a:spcAft>
                <a:spcPts val="0"/>
              </a:spcAft>
              <a:buNone/>
              <a:defRPr sz="2723" b="1">
                <a:solidFill>
                  <a:schemeClr val="tx1"/>
                </a:solidFill>
                <a:latin typeface="+mj-lt"/>
                <a:ea typeface="+mj-lt"/>
                <a:cs typeface="+mj-lt"/>
              </a:defRPr>
            </a:lvl8pPr>
            <a:lvl9pPr marL="0" indent="0" algn="l">
              <a:lnSpc>
                <a:spcPct val="110000"/>
              </a:lnSpc>
              <a:spcBef>
                <a:spcPts val="0"/>
              </a:spcBef>
              <a:spcAft>
                <a:spcPts val="0"/>
              </a:spcAft>
              <a:buNone/>
              <a:defRPr sz="272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4E383E-6EFA-46BC-BF25-53310B95DE7F}"/>
              </a:ext>
            </a:extLst>
          </p:cNvPr>
          <p:cNvSpPr>
            <a:spLocks xmlns:a="http://schemas.openxmlformats.org/drawingml/2006/main" noGrp="1"/>
          </p:cNvSpPr>
          <p:nvPr>
            <p:ph type="body" idx="1"/>
          </p:nvPr>
        </p:nvSpPr>
        <p:spPr>
          <a:xfrm xmlns:a="http://schemas.openxmlformats.org/drawingml/2006/main">
            <a:off x="565785" y="2159000"/>
            <a:ext cx="4149090" cy="48361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56" b="0">
                <a:solidFill>
                  <a:schemeClr val="tx1"/>
                </a:solidFill>
                <a:latin typeface="+mn-lt"/>
                <a:ea typeface="+mn-lt"/>
                <a:cs typeface="+mn-lt"/>
              </a:defRPr>
            </a:defPPr>
            <a:lvl1pPr marL="188595" indent="-188595" algn="l">
              <a:lnSpc>
                <a:spcPct val="110000"/>
              </a:lnSpc>
              <a:spcBef>
                <a:spcPts val="0"/>
              </a:spcBef>
              <a:spcAft>
                <a:spcPts val="990"/>
              </a:spcAft>
              <a:buChar char="•"/>
              <a:defRPr sz="1856" b="0">
                <a:solidFill>
                  <a:schemeClr val="tx1"/>
                </a:solidFill>
                <a:latin typeface="+mn-lt"/>
                <a:ea typeface="+mn-lt"/>
                <a:cs typeface="+mn-lt"/>
              </a:defRPr>
            </a:lvl1pPr>
            <a:lvl2pPr marL="440055" indent="-188595" algn="l">
              <a:lnSpc>
                <a:spcPct val="110000"/>
              </a:lnSpc>
              <a:spcBef>
                <a:spcPts val="0"/>
              </a:spcBef>
              <a:spcAft>
                <a:spcPts val="990"/>
              </a:spcAft>
              <a:buChar char="•"/>
              <a:defRPr sz="1856" b="0">
                <a:solidFill>
                  <a:schemeClr val="tx1"/>
                </a:solidFill>
                <a:latin typeface="+mn-lt"/>
                <a:ea typeface="+mn-lt"/>
                <a:cs typeface="+mn-lt"/>
              </a:defRPr>
            </a:lvl2pPr>
            <a:lvl3pPr marL="691515" indent="-188595" algn="l">
              <a:lnSpc>
                <a:spcPct val="110000"/>
              </a:lnSpc>
              <a:spcBef>
                <a:spcPts val="0"/>
              </a:spcBef>
              <a:spcAft>
                <a:spcPts val="990"/>
              </a:spcAft>
              <a:buChar char="•"/>
              <a:defRPr sz="1856" b="0">
                <a:solidFill>
                  <a:schemeClr val="tx1"/>
                </a:solidFill>
                <a:latin typeface="+mn-lt"/>
                <a:ea typeface="+mn-lt"/>
                <a:cs typeface="+mn-lt"/>
              </a:defRPr>
            </a:lvl3pPr>
            <a:lvl4pPr marL="942975" indent="-188595" algn="l">
              <a:lnSpc>
                <a:spcPct val="110000"/>
              </a:lnSpc>
              <a:spcBef>
                <a:spcPts val="0"/>
              </a:spcBef>
              <a:spcAft>
                <a:spcPts val="990"/>
              </a:spcAft>
              <a:buChar char="•"/>
              <a:defRPr sz="1856" b="0">
                <a:solidFill>
                  <a:schemeClr val="tx1"/>
                </a:solidFill>
                <a:latin typeface="+mn-lt"/>
                <a:ea typeface="+mn-lt"/>
                <a:cs typeface="+mn-lt"/>
              </a:defRPr>
            </a:lvl4pPr>
            <a:lvl5pPr marL="1194435" indent="-188595" algn="l">
              <a:lnSpc>
                <a:spcPct val="110000"/>
              </a:lnSpc>
              <a:spcBef>
                <a:spcPts val="0"/>
              </a:spcBef>
              <a:spcAft>
                <a:spcPts val="990"/>
              </a:spcAft>
              <a:buChar char="•"/>
              <a:defRPr sz="1856" b="0">
                <a:solidFill>
                  <a:schemeClr val="tx1"/>
                </a:solidFill>
                <a:latin typeface="+mn-lt"/>
                <a:ea typeface="+mn-lt"/>
                <a:cs typeface="+mn-lt"/>
              </a:defRPr>
            </a:lvl5pPr>
            <a:lvl6pPr marL="1445895" indent="-188595" algn="l">
              <a:lnSpc>
                <a:spcPct val="110000"/>
              </a:lnSpc>
              <a:spcBef>
                <a:spcPts val="0"/>
              </a:spcBef>
              <a:spcAft>
                <a:spcPts val="990"/>
              </a:spcAft>
              <a:buChar char="•"/>
              <a:defRPr sz="1856" b="0">
                <a:solidFill>
                  <a:schemeClr val="tx1"/>
                </a:solidFill>
                <a:latin typeface="+mn-lt"/>
                <a:ea typeface="+mn-lt"/>
                <a:cs typeface="+mn-lt"/>
              </a:defRPr>
            </a:lvl6pPr>
            <a:lvl7pPr marL="1697355" indent="-188595" algn="l">
              <a:lnSpc>
                <a:spcPct val="110000"/>
              </a:lnSpc>
              <a:spcBef>
                <a:spcPts val="0"/>
              </a:spcBef>
              <a:spcAft>
                <a:spcPts val="990"/>
              </a:spcAft>
              <a:buChar char="•"/>
              <a:defRPr sz="1856" b="0">
                <a:solidFill>
                  <a:schemeClr val="tx1"/>
                </a:solidFill>
                <a:latin typeface="+mn-lt"/>
                <a:ea typeface="+mn-lt"/>
                <a:cs typeface="+mn-lt"/>
              </a:defRPr>
            </a:lvl7pPr>
            <a:lvl8pPr marL="1948815" indent="-188595" algn="l">
              <a:lnSpc>
                <a:spcPct val="110000"/>
              </a:lnSpc>
              <a:spcBef>
                <a:spcPts val="0"/>
              </a:spcBef>
              <a:spcAft>
                <a:spcPts val="990"/>
              </a:spcAft>
              <a:buChar char="•"/>
              <a:defRPr sz="1856" b="0">
                <a:solidFill>
                  <a:schemeClr val="tx1"/>
                </a:solidFill>
                <a:latin typeface="+mn-lt"/>
                <a:ea typeface="+mn-lt"/>
                <a:cs typeface="+mn-lt"/>
              </a:defRPr>
            </a:lvl8pPr>
            <a:lvl9pPr marL="2200275" indent="-188595" algn="l">
              <a:lnSpc>
                <a:spcPct val="110000"/>
              </a:lnSpc>
              <a:spcBef>
                <a:spcPts val="0"/>
              </a:spcBef>
              <a:spcAft>
                <a:spcPts val="990"/>
              </a:spcAft>
              <a:buChar char="•"/>
              <a:defRPr sz="1856"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e05eb305ba457a" /><Relationship Type="http://schemas.openxmlformats.org/officeDocument/2006/relationships/slideLayout" Target="/ppt/slideLayouts/slideLayout1.xml" Id="R150aa773d78a48c1" /><Relationship Type="http://schemas.openxmlformats.org/officeDocument/2006/relationships/slideLayout" Target="/ppt/slideLayouts/slideLayout2.xml" Id="R8cb8ee7deb2b4281" /><Relationship Type="http://schemas.openxmlformats.org/officeDocument/2006/relationships/slideLayout" Target="/ppt/slideLayouts/slideLayout3.xml" Id="R81f5c518022b4659" /><Relationship Type="http://schemas.openxmlformats.org/officeDocument/2006/relationships/slideLayout" Target="/ppt/slideLayouts/slideLayout4.xml" Id="R432de93141f142ff" /><Relationship Type="http://schemas.openxmlformats.org/officeDocument/2006/relationships/slideLayout" Target="/ppt/slideLayouts/slideLayout5.xml" Id="R0489d9972a64443a" /><Relationship Type="http://schemas.openxmlformats.org/officeDocument/2006/relationships/slideLayout" Target="/ppt/slideLayouts/slideLayout6.xml" Id="R5a79bca044e845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0aa773d78a48c1"/>
    <p:sldLayoutId xmlns:r="http://schemas.openxmlformats.org/officeDocument/2006/relationships" id="2147483650" r:id="R8cb8ee7deb2b4281"/>
    <p:sldLayoutId xmlns:r="http://schemas.openxmlformats.org/officeDocument/2006/relationships" id="2147483651" r:id="R81f5c518022b4659"/>
    <p:sldLayoutId xmlns:r="http://schemas.openxmlformats.org/officeDocument/2006/relationships" id="2147483652" r:id="R432de93141f142ff"/>
    <p:sldLayoutId xmlns:r="http://schemas.openxmlformats.org/officeDocument/2006/relationships" id="2147483653" r:id="R0489d9972a64443a"/>
    <p:sldLayoutId xmlns:r="http://schemas.openxmlformats.org/officeDocument/2006/relationships" id="2147483654" r:id="R5a79bca044e845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04ad9897964f32" /><Relationship Type="http://schemas.openxmlformats.org/officeDocument/2006/relationships/image" Target="/ppt/media/image.png" Id="Ra1eb6610ef1e4885" /><Relationship Type="http://schemas.openxmlformats.org/officeDocument/2006/relationships/image" Target="/ppt/media/image2.png" Id="Rcca945f4fd624aa0" /><Relationship Type="http://schemas.openxmlformats.org/officeDocument/2006/relationships/image" Target="/ppt/media/image3.png" Id="Ref343a962e1b4b88" /><Relationship Type="http://schemas.openxmlformats.org/officeDocument/2006/relationships/image" Target="/ppt/media/image4.png" Id="R0a514541b3584bbe" /><Relationship Type="http://schemas.openxmlformats.org/officeDocument/2006/relationships/notesSlide" Target="/ppt/notesSlides/notesSlide1.xml" Id="Rd282b2c046eb4a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9501e400b14af8" /><Relationship Type="http://schemas.openxmlformats.org/officeDocument/2006/relationships/image" Target="/ppt/media/image5.png" Id="R681ff91b37494b9d" /><Relationship Type="http://schemas.openxmlformats.org/officeDocument/2006/relationships/image" Target="/ppt/media/image6.png" Id="R20331cf0722a4952" /><Relationship Type="http://schemas.openxmlformats.org/officeDocument/2006/relationships/image" Target="/ppt/media/image7.png" Id="R8cc5ced1979a4aa4" /><Relationship Type="http://schemas.openxmlformats.org/officeDocument/2006/relationships/notesSlide" Target="/ppt/notesSlides/notesSlide2.xml" Id="Ra0695023b10f4465"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E669B98F-96D9-4697-88A0-A26DEC8DA785}"/>
              </a:ext>
            </a:extLst>
          </p:cNvPr>
          <p:cNvPicPr>
            <a:picLocks xmlns:a="http://schemas.openxmlformats.org/drawingml/2006/main" noChangeAspect="1"/>
          </p:cNvPicPr>
          <p:nvPr/>
        </p:nvPicPr>
        <p:blipFill>
          <a:blip xmlns:r="http://schemas.openxmlformats.org/officeDocument/2006/relationships" xmlns:a="http://schemas.openxmlformats.org/drawingml/2006/main" r:embed="Ra1eb6610ef1e4885"/>
          <a:srcRect xmlns:a="http://schemas.openxmlformats.org/drawingml/2006/main" l="0" t="39268" r="0" b="39268"/>
          <a:stretch xmlns:a="http://schemas.openxmlformats.org/drawingml/2006/main">
            <a:fillRect l="0" t="0" r="0" b="0"/>
          </a:stretch>
        </p:blipFill>
        <p:spPr>
          <a:xfrm xmlns:a="http://schemas.openxmlformats.org/drawingml/2006/main">
            <a:off x="0" y="0"/>
            <a:ext cx="5029200" cy="1619250"/>
          </a:xfrm>
          <a:prstGeom xmlns:a="http://schemas.openxmlformats.org/drawingml/2006/main" prst="rect">
            <a:avLst/>
          </a:prstGeom>
        </p:spPr>
      </p:pic>
      <p:sp>
        <p:nvSpPr>
          <p:cNvPr id="2" name="Family page four header">
            <a:extLst xmlns:a="http://schemas.openxmlformats.org/drawingml/2006/main">
              <a:ext uri="{FF2B5EF4-FFF2-40B4-BE49-F238E27FC236}">
                <a16:creationId xmlns:a16="http://schemas.microsoft.com/office/drawing/2014/main" id="{D8AB7783-FB15-4417-85E3-45F9A7182277}"/>
              </a:ext>
            </a:extLst>
          </p:cNvPr>
          <p:cNvSpPr>
            <a:spLocks xmlns:a="http://schemas.openxmlformats.org/drawingml/2006/main" noGrp="1"/>
          </p:cNvSpPr>
          <p:nvPr/>
        </p:nvSpPr>
        <p:spPr>
          <a:xfrm xmlns:a="http://schemas.openxmlformats.org/drawingml/2006/main">
            <a:off x="0" y="1619250"/>
            <a:ext cx="5029200" cy="10668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3" name="Family page four kicker">
            <a:extLst xmlns:a="http://schemas.openxmlformats.org/drawingml/2006/main">
              <a:ext uri="{FF2B5EF4-FFF2-40B4-BE49-F238E27FC236}">
                <a16:creationId xmlns:a16="http://schemas.microsoft.com/office/drawing/2014/main" id="{3AB1C36B-546A-4A6E-BA0A-A72E409C6BAD}"/>
              </a:ext>
            </a:extLst>
          </p:cNvPr>
          <p:cNvSpPr>
            <a:spLocks xmlns:a="http://schemas.openxmlformats.org/drawingml/2006/main" noGrp="1"/>
          </p:cNvSpPr>
          <p:nvPr/>
        </p:nvSpPr>
        <p:spPr>
          <a:xfrm xmlns:a="http://schemas.openxmlformats.org/drawingml/2006/main">
            <a:off x="247650" y="176212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0A"/>
                </a:solidFill>
                <a:latin typeface="Space Grotesk"/>
                <a:ea typeface="Space Grotesk"/>
                <a:cs typeface="Space Grotesk"/>
              </a:defRPr>
            </a:defPPr>
            <a:lvl1pPr algn="l">
              <a:defRPr sz="1050" b="1">
                <a:solidFill>
                  <a:srgbClr val="FFFF0A"/>
                </a:solidFill>
                <a:latin typeface="Space Grotesk"/>
                <a:ea typeface="Space Grotesk"/>
                <a:cs typeface="Space Grotesk"/>
              </a:defRPr>
            </a:lvl1pPr>
            <a:lvl2pPr algn="l">
              <a:defRPr sz="1050" b="1">
                <a:solidFill>
                  <a:srgbClr val="FFFF0A"/>
                </a:solidFill>
                <a:latin typeface="Space Grotesk"/>
                <a:ea typeface="Space Grotesk"/>
                <a:cs typeface="Space Grotesk"/>
              </a:defRPr>
            </a:lvl2pPr>
            <a:lvl3pPr algn="l">
              <a:defRPr sz="1050" b="1">
                <a:solidFill>
                  <a:srgbClr val="FFFF0A"/>
                </a:solidFill>
                <a:latin typeface="Space Grotesk"/>
                <a:ea typeface="Space Grotesk"/>
                <a:cs typeface="Space Grotesk"/>
              </a:defRPr>
            </a:lvl3pPr>
            <a:lvl4pPr algn="l">
              <a:defRPr sz="1050" b="1">
                <a:solidFill>
                  <a:srgbClr val="FFFF0A"/>
                </a:solidFill>
                <a:latin typeface="Space Grotesk"/>
                <a:ea typeface="Space Grotesk"/>
                <a:cs typeface="Space Grotesk"/>
              </a:defRPr>
            </a:lvl4pPr>
            <a:lvl5pPr algn="l">
              <a:defRPr sz="1050" b="1">
                <a:solidFill>
                  <a:srgbClr val="FFFF0A"/>
                </a:solidFill>
                <a:latin typeface="Space Grotesk"/>
                <a:ea typeface="Space Grotesk"/>
                <a:cs typeface="Space Grotesk"/>
              </a:defRPr>
            </a:lvl5pPr>
            <a:lvl6pPr algn="l">
              <a:defRPr sz="1050" b="1">
                <a:solidFill>
                  <a:srgbClr val="FFFF0A"/>
                </a:solidFill>
                <a:latin typeface="Space Grotesk"/>
                <a:ea typeface="Space Grotesk"/>
                <a:cs typeface="Space Grotesk"/>
              </a:defRPr>
            </a:lvl6pPr>
            <a:lvl7pPr algn="l">
              <a:defRPr sz="1050" b="1">
                <a:solidFill>
                  <a:srgbClr val="FFFF0A"/>
                </a:solidFill>
                <a:latin typeface="Space Grotesk"/>
                <a:ea typeface="Space Grotesk"/>
                <a:cs typeface="Space Grotesk"/>
              </a:defRPr>
            </a:lvl7pPr>
            <a:lvl8pPr algn="l">
              <a:defRPr sz="1050" b="1">
                <a:solidFill>
                  <a:srgbClr val="FFFF0A"/>
                </a:solidFill>
                <a:latin typeface="Space Grotesk"/>
                <a:ea typeface="Space Grotesk"/>
                <a:cs typeface="Space Grotesk"/>
              </a:defRPr>
            </a:lvl8pPr>
            <a:lvl9pPr algn="l">
              <a:defRPr sz="1050" b="1">
                <a:solidFill>
                  <a:srgbClr val="FFFF0A"/>
                </a:solidFill>
                <a:latin typeface="Space Grotesk"/>
                <a:ea typeface="Space Grotesk"/>
                <a:cs typeface="Space Grotesk"/>
              </a:defRPr>
            </a:lvl9pPr>
          </a:lstStyle>
          <a:p xmlns:a="http://schemas.openxmlformats.org/drawingml/2006/main">
            <a:pPr algn="l">
              <a:lnSpc>
                <a:spcPct val="100000"/>
              </a:lnSpc>
              <a:buNone/>
              <a:defRPr sz="1050" b="1">
                <a:solidFill>
                  <a:srgbClr val="FFFF0A"/>
                </a:solidFill>
                <a:latin typeface="Space Grotesk"/>
                <a:ea typeface="Space Grotesk"/>
                <a:cs typeface="Space Grotesk"/>
              </a:defRPr>
            </a:pPr>
            <a:r>
              <a:rPr sz="1050" b="1">
                <a:solidFill>
                  <a:srgbClr val="FFFF0A"/>
                </a:solidFill>
                <a:latin typeface="Space Grotesk"/>
                <a:ea typeface="Space Grotesk"/>
                <a:cs typeface="Space Grotesk"/>
              </a:rPr>
              <a:t>EVERYONE SHARES THE JOB</a:t>
            </a:r>
          </a:p>
        </p:txBody>
      </p:sp>
      <p:sp>
        <p:nvSpPr>
          <p:cNvPr id="4" name="Family page four title">
            <a:extLst xmlns:a="http://schemas.openxmlformats.org/drawingml/2006/main">
              <a:ext uri="{FF2B5EF4-FFF2-40B4-BE49-F238E27FC236}">
                <a16:creationId xmlns:a16="http://schemas.microsoft.com/office/drawing/2014/main" id="{BEF39D6F-49AF-4D7B-A1E5-9BA99E826B2F}"/>
              </a:ext>
            </a:extLst>
          </p:cNvPr>
          <p:cNvSpPr>
            <a:spLocks xmlns:a="http://schemas.openxmlformats.org/drawingml/2006/main" noGrp="1"/>
          </p:cNvSpPr>
          <p:nvPr/>
        </p:nvSpPr>
        <p:spPr>
          <a:xfrm xmlns:a="http://schemas.openxmlformats.org/drawingml/2006/main">
            <a:off x="247650" y="2009775"/>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Space Grotesk"/>
                <a:ea typeface="Space Grotesk"/>
                <a:cs typeface="Space Grotesk"/>
              </a:defRPr>
            </a:defPPr>
            <a:lvl1pPr algn="l">
              <a:defRPr sz="2100" b="1">
                <a:solidFill>
                  <a:srgbClr val="FFFFFF"/>
                </a:solidFill>
                <a:latin typeface="Space Grotesk"/>
                <a:ea typeface="Space Grotesk"/>
                <a:cs typeface="Space Grotesk"/>
              </a:defRPr>
            </a:lvl1pPr>
            <a:lvl2pPr algn="l">
              <a:defRPr sz="2100" b="1">
                <a:solidFill>
                  <a:srgbClr val="FFFFFF"/>
                </a:solidFill>
                <a:latin typeface="Space Grotesk"/>
                <a:ea typeface="Space Grotesk"/>
                <a:cs typeface="Space Grotesk"/>
              </a:defRPr>
            </a:lvl2pPr>
            <a:lvl3pPr algn="l">
              <a:defRPr sz="2100" b="1">
                <a:solidFill>
                  <a:srgbClr val="FFFFFF"/>
                </a:solidFill>
                <a:latin typeface="Space Grotesk"/>
                <a:ea typeface="Space Grotesk"/>
                <a:cs typeface="Space Grotesk"/>
              </a:defRPr>
            </a:lvl3pPr>
            <a:lvl4pPr algn="l">
              <a:defRPr sz="2100" b="1">
                <a:solidFill>
                  <a:srgbClr val="FFFFFF"/>
                </a:solidFill>
                <a:latin typeface="Space Grotesk"/>
                <a:ea typeface="Space Grotesk"/>
                <a:cs typeface="Space Grotesk"/>
              </a:defRPr>
            </a:lvl4pPr>
            <a:lvl5pPr algn="l">
              <a:defRPr sz="2100" b="1">
                <a:solidFill>
                  <a:srgbClr val="FFFFFF"/>
                </a:solidFill>
                <a:latin typeface="Space Grotesk"/>
                <a:ea typeface="Space Grotesk"/>
                <a:cs typeface="Space Grotesk"/>
              </a:defRPr>
            </a:lvl5pPr>
            <a:lvl6pPr algn="l">
              <a:defRPr sz="2100" b="1">
                <a:solidFill>
                  <a:srgbClr val="FFFFFF"/>
                </a:solidFill>
                <a:latin typeface="Space Grotesk"/>
                <a:ea typeface="Space Grotesk"/>
                <a:cs typeface="Space Grotesk"/>
              </a:defRPr>
            </a:lvl6pPr>
            <a:lvl7pPr algn="l">
              <a:defRPr sz="2100" b="1">
                <a:solidFill>
                  <a:srgbClr val="FFFFFF"/>
                </a:solidFill>
                <a:latin typeface="Space Grotesk"/>
                <a:ea typeface="Space Grotesk"/>
                <a:cs typeface="Space Grotesk"/>
              </a:defRPr>
            </a:lvl7pPr>
            <a:lvl8pPr algn="l">
              <a:defRPr sz="2100" b="1">
                <a:solidFill>
                  <a:srgbClr val="FFFFFF"/>
                </a:solidFill>
                <a:latin typeface="Space Grotesk"/>
                <a:ea typeface="Space Grotesk"/>
                <a:cs typeface="Space Grotesk"/>
              </a:defRPr>
            </a:lvl8pPr>
            <a:lvl9pPr algn="l">
              <a:defRPr sz="2100" b="1">
                <a:solidFill>
                  <a:srgbClr val="FFFFFF"/>
                </a:solidFill>
                <a:latin typeface="Space Grotesk"/>
                <a:ea typeface="Space Grotesk"/>
                <a:cs typeface="Space Grotesk"/>
              </a:defRPr>
            </a:lvl9pPr>
          </a:lstStyle>
          <a:p xmlns:a="http://schemas.openxmlformats.org/drawingml/2006/main">
            <a:pPr algn="l">
              <a:lnSpc>
                <a:spcPct val="95000"/>
              </a:lnSpc>
              <a:buNone/>
              <a:defRPr sz="2100" b="1">
                <a:solidFill>
                  <a:srgbClr val="FFFFFF"/>
                </a:solidFill>
                <a:latin typeface="Space Grotesk"/>
                <a:ea typeface="Space Grotesk"/>
                <a:cs typeface="Space Grotesk"/>
              </a:defRPr>
            </a:pPr>
            <a:r>
              <a:rPr sz="2100" b="1">
                <a:solidFill>
                  <a:srgbClr val="FFFFFF"/>
                </a:solidFill>
                <a:latin typeface="Space Grotesk"/>
                <a:ea typeface="Space Grotesk"/>
                <a:cs typeface="Space Grotesk"/>
              </a:rPr>
              <a:t>SAFER RIDES TAKE ALL OF US.</a:t>
            </a:r>
          </a:p>
        </p:txBody>
      </p:sp>
      <p:sp>
        <p:nvSpPr>
          <p:cNvPr id="5" name="RIDERS heading">
            <a:extLst xmlns:a="http://schemas.openxmlformats.org/drawingml/2006/main">
              <a:ext uri="{FF2B5EF4-FFF2-40B4-BE49-F238E27FC236}">
                <a16:creationId xmlns:a16="http://schemas.microsoft.com/office/drawing/2014/main" id="{02910B2A-525B-4D90-A958-E0034B6EB161}"/>
              </a:ext>
            </a:extLst>
          </p:cNvPr>
          <p:cNvSpPr>
            <a:spLocks xmlns:a="http://schemas.openxmlformats.org/drawingml/2006/main" noGrp="1"/>
          </p:cNvSpPr>
          <p:nvPr/>
        </p:nvSpPr>
        <p:spPr>
          <a:xfrm xmlns:a="http://schemas.openxmlformats.org/drawingml/2006/main">
            <a:off x="247650" y="2905125"/>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7926CB"/>
                </a:solidFill>
                <a:latin typeface="Space Grotesk"/>
                <a:ea typeface="Space Grotesk"/>
                <a:cs typeface="Space Grotesk"/>
              </a:defRPr>
            </a:defPPr>
            <a:lvl1pPr algn="l">
              <a:defRPr sz="1200" b="1">
                <a:solidFill>
                  <a:srgbClr val="7926CB"/>
                </a:solidFill>
                <a:latin typeface="Space Grotesk"/>
                <a:ea typeface="Space Grotesk"/>
                <a:cs typeface="Space Grotesk"/>
              </a:defRPr>
            </a:lvl1pPr>
            <a:lvl2pPr algn="l">
              <a:defRPr sz="1200" b="1">
                <a:solidFill>
                  <a:srgbClr val="7926CB"/>
                </a:solidFill>
                <a:latin typeface="Space Grotesk"/>
                <a:ea typeface="Space Grotesk"/>
                <a:cs typeface="Space Grotesk"/>
              </a:defRPr>
            </a:lvl2pPr>
            <a:lvl3pPr algn="l">
              <a:defRPr sz="1200" b="1">
                <a:solidFill>
                  <a:srgbClr val="7926CB"/>
                </a:solidFill>
                <a:latin typeface="Space Grotesk"/>
                <a:ea typeface="Space Grotesk"/>
                <a:cs typeface="Space Grotesk"/>
              </a:defRPr>
            </a:lvl3pPr>
            <a:lvl4pPr algn="l">
              <a:defRPr sz="1200" b="1">
                <a:solidFill>
                  <a:srgbClr val="7926CB"/>
                </a:solidFill>
                <a:latin typeface="Space Grotesk"/>
                <a:ea typeface="Space Grotesk"/>
                <a:cs typeface="Space Grotesk"/>
              </a:defRPr>
            </a:lvl4pPr>
            <a:lvl5pPr algn="l">
              <a:defRPr sz="1200" b="1">
                <a:solidFill>
                  <a:srgbClr val="7926CB"/>
                </a:solidFill>
                <a:latin typeface="Space Grotesk"/>
                <a:ea typeface="Space Grotesk"/>
                <a:cs typeface="Space Grotesk"/>
              </a:defRPr>
            </a:lvl5pPr>
            <a:lvl6pPr algn="l">
              <a:defRPr sz="1200" b="1">
                <a:solidFill>
                  <a:srgbClr val="7926CB"/>
                </a:solidFill>
                <a:latin typeface="Space Grotesk"/>
                <a:ea typeface="Space Grotesk"/>
                <a:cs typeface="Space Grotesk"/>
              </a:defRPr>
            </a:lvl6pPr>
            <a:lvl7pPr algn="l">
              <a:defRPr sz="1200" b="1">
                <a:solidFill>
                  <a:srgbClr val="7926CB"/>
                </a:solidFill>
                <a:latin typeface="Space Grotesk"/>
                <a:ea typeface="Space Grotesk"/>
                <a:cs typeface="Space Grotesk"/>
              </a:defRPr>
            </a:lvl7pPr>
            <a:lvl8pPr algn="l">
              <a:defRPr sz="1200" b="1">
                <a:solidFill>
                  <a:srgbClr val="7926CB"/>
                </a:solidFill>
                <a:latin typeface="Space Grotesk"/>
                <a:ea typeface="Space Grotesk"/>
                <a:cs typeface="Space Grotesk"/>
              </a:defRPr>
            </a:lvl8pPr>
            <a:lvl9pPr algn="l">
              <a:defRPr sz="1200" b="1">
                <a:solidFill>
                  <a:srgbClr val="7926CB"/>
                </a:solidFill>
                <a:latin typeface="Space Grotesk"/>
                <a:ea typeface="Space Grotesk"/>
                <a:cs typeface="Space Grotesk"/>
              </a:defRPr>
            </a:lvl9pPr>
          </a:lstStyle>
          <a:p xmlns:a="http://schemas.openxmlformats.org/drawingml/2006/main">
            <a:pPr algn="l">
              <a:lnSpc>
                <a:spcPct val="97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RIDERS</a:t>
            </a:r>
          </a:p>
        </p:txBody>
      </p:sp>
      <p:sp>
        <p:nvSpPr>
          <p:cNvPr id="6" name="RIDERS copy">
            <a:extLst xmlns:a="http://schemas.openxmlformats.org/drawingml/2006/main">
              <a:ext uri="{FF2B5EF4-FFF2-40B4-BE49-F238E27FC236}">
                <a16:creationId xmlns:a16="http://schemas.microsoft.com/office/drawing/2014/main" id="{1D3FC021-BCFC-46D9-BD72-66A94E40E872}"/>
              </a:ext>
            </a:extLst>
          </p:cNvPr>
          <p:cNvSpPr>
            <a:spLocks xmlns:a="http://schemas.openxmlformats.org/drawingml/2006/main" noGrp="1"/>
          </p:cNvSpPr>
          <p:nvPr/>
        </p:nvSpPr>
        <p:spPr>
          <a:xfrm xmlns:a="http://schemas.openxmlformats.org/drawingml/2006/main">
            <a:off x="247650" y="3095625"/>
            <a:ext cx="449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0" b="0">
                <a:solidFill>
                  <a:srgbClr val="23143A"/>
                </a:solidFill>
                <a:latin typeface="Arial"/>
                <a:ea typeface="Arial"/>
                <a:cs typeface="Arial"/>
              </a:defRPr>
            </a:defPPr>
            <a:lvl1pPr algn="l">
              <a:defRPr sz="1060" b="0">
                <a:solidFill>
                  <a:srgbClr val="23143A"/>
                </a:solidFill>
                <a:latin typeface="Arial"/>
                <a:ea typeface="Arial"/>
                <a:cs typeface="Arial"/>
              </a:defRPr>
            </a:lvl1pPr>
            <a:lvl2pPr algn="l">
              <a:defRPr sz="1060" b="0">
                <a:solidFill>
                  <a:srgbClr val="23143A"/>
                </a:solidFill>
                <a:latin typeface="Arial"/>
                <a:ea typeface="Arial"/>
                <a:cs typeface="Arial"/>
              </a:defRPr>
            </a:lvl2pPr>
            <a:lvl3pPr algn="l">
              <a:defRPr sz="1060" b="0">
                <a:solidFill>
                  <a:srgbClr val="23143A"/>
                </a:solidFill>
                <a:latin typeface="Arial"/>
                <a:ea typeface="Arial"/>
                <a:cs typeface="Arial"/>
              </a:defRPr>
            </a:lvl3pPr>
            <a:lvl4pPr algn="l">
              <a:defRPr sz="1060" b="0">
                <a:solidFill>
                  <a:srgbClr val="23143A"/>
                </a:solidFill>
                <a:latin typeface="Arial"/>
                <a:ea typeface="Arial"/>
                <a:cs typeface="Arial"/>
              </a:defRPr>
            </a:lvl4pPr>
            <a:lvl5pPr algn="l">
              <a:defRPr sz="1060" b="0">
                <a:solidFill>
                  <a:srgbClr val="23143A"/>
                </a:solidFill>
                <a:latin typeface="Arial"/>
                <a:ea typeface="Arial"/>
                <a:cs typeface="Arial"/>
              </a:defRPr>
            </a:lvl5pPr>
            <a:lvl6pPr algn="l">
              <a:defRPr sz="1060" b="0">
                <a:solidFill>
                  <a:srgbClr val="23143A"/>
                </a:solidFill>
                <a:latin typeface="Arial"/>
                <a:ea typeface="Arial"/>
                <a:cs typeface="Arial"/>
              </a:defRPr>
            </a:lvl6pPr>
            <a:lvl7pPr algn="l">
              <a:defRPr sz="1060" b="0">
                <a:solidFill>
                  <a:srgbClr val="23143A"/>
                </a:solidFill>
                <a:latin typeface="Arial"/>
                <a:ea typeface="Arial"/>
                <a:cs typeface="Arial"/>
              </a:defRPr>
            </a:lvl7pPr>
            <a:lvl8pPr algn="l">
              <a:defRPr sz="1060" b="0">
                <a:solidFill>
                  <a:srgbClr val="23143A"/>
                </a:solidFill>
                <a:latin typeface="Arial"/>
                <a:ea typeface="Arial"/>
                <a:cs typeface="Arial"/>
              </a:defRPr>
            </a:lvl8pPr>
            <a:lvl9pPr algn="l">
              <a:defRPr sz="1060" b="0">
                <a:solidFill>
                  <a:srgbClr val="23143A"/>
                </a:solidFill>
                <a:latin typeface="Arial"/>
                <a:ea typeface="Arial"/>
                <a:cs typeface="Arial"/>
              </a:defRPr>
            </a:lvl9pPr>
          </a:lstStyle>
          <a:p xmlns:a="http://schemas.openxmlformats.org/drawingml/2006/main">
            <a:pPr algn="l">
              <a:lnSpc>
                <a:spcPct val="102000"/>
              </a:lnSpc>
              <a:buNone/>
              <a:defRPr sz="1060" b="0">
                <a:solidFill>
                  <a:srgbClr val="23143A"/>
                </a:solidFill>
                <a:latin typeface="Arial"/>
                <a:ea typeface="Arial"/>
                <a:cs typeface="Arial"/>
              </a:defRPr>
            </a:pPr>
            <a:r>
              <a:rPr sz="1060" b="0">
                <a:solidFill>
                  <a:srgbClr val="23143A"/>
                </a:solidFill>
                <a:latin typeface="Arial"/>
                <a:ea typeface="Arial"/>
                <a:cs typeface="Arial"/>
              </a:rPr>
              <a:t>Speak up if you need to slow down, stop, or change the plan. Watch for people and vehicles entering your route.</a:t>
            </a:r>
          </a:p>
        </p:txBody>
      </p:sp>
      <p:sp>
        <p:nvSpPr>
          <p:cNvPr id="7" name="GROWN-UPS heading">
            <a:extLst xmlns:a="http://schemas.openxmlformats.org/drawingml/2006/main">
              <a:ext uri="{FF2B5EF4-FFF2-40B4-BE49-F238E27FC236}">
                <a16:creationId xmlns:a16="http://schemas.microsoft.com/office/drawing/2014/main" id="{7F78F76D-9016-4624-85CD-D0F37C946D48}"/>
              </a:ext>
            </a:extLst>
          </p:cNvPr>
          <p:cNvSpPr>
            <a:spLocks xmlns:a="http://schemas.openxmlformats.org/drawingml/2006/main" noGrp="1"/>
          </p:cNvSpPr>
          <p:nvPr/>
        </p:nvSpPr>
        <p:spPr>
          <a:xfrm xmlns:a="http://schemas.openxmlformats.org/drawingml/2006/main">
            <a:off x="247650" y="3533775"/>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7926CB"/>
                </a:solidFill>
                <a:latin typeface="Space Grotesk"/>
                <a:ea typeface="Space Grotesk"/>
                <a:cs typeface="Space Grotesk"/>
              </a:defRPr>
            </a:defPPr>
            <a:lvl1pPr algn="l">
              <a:defRPr sz="1200" b="1">
                <a:solidFill>
                  <a:srgbClr val="7926CB"/>
                </a:solidFill>
                <a:latin typeface="Space Grotesk"/>
                <a:ea typeface="Space Grotesk"/>
                <a:cs typeface="Space Grotesk"/>
              </a:defRPr>
            </a:lvl1pPr>
            <a:lvl2pPr algn="l">
              <a:defRPr sz="1200" b="1">
                <a:solidFill>
                  <a:srgbClr val="7926CB"/>
                </a:solidFill>
                <a:latin typeface="Space Grotesk"/>
                <a:ea typeface="Space Grotesk"/>
                <a:cs typeface="Space Grotesk"/>
              </a:defRPr>
            </a:lvl2pPr>
            <a:lvl3pPr algn="l">
              <a:defRPr sz="1200" b="1">
                <a:solidFill>
                  <a:srgbClr val="7926CB"/>
                </a:solidFill>
                <a:latin typeface="Space Grotesk"/>
                <a:ea typeface="Space Grotesk"/>
                <a:cs typeface="Space Grotesk"/>
              </a:defRPr>
            </a:lvl3pPr>
            <a:lvl4pPr algn="l">
              <a:defRPr sz="1200" b="1">
                <a:solidFill>
                  <a:srgbClr val="7926CB"/>
                </a:solidFill>
                <a:latin typeface="Space Grotesk"/>
                <a:ea typeface="Space Grotesk"/>
                <a:cs typeface="Space Grotesk"/>
              </a:defRPr>
            </a:lvl4pPr>
            <a:lvl5pPr algn="l">
              <a:defRPr sz="1200" b="1">
                <a:solidFill>
                  <a:srgbClr val="7926CB"/>
                </a:solidFill>
                <a:latin typeface="Space Grotesk"/>
                <a:ea typeface="Space Grotesk"/>
                <a:cs typeface="Space Grotesk"/>
              </a:defRPr>
            </a:lvl5pPr>
            <a:lvl6pPr algn="l">
              <a:defRPr sz="1200" b="1">
                <a:solidFill>
                  <a:srgbClr val="7926CB"/>
                </a:solidFill>
                <a:latin typeface="Space Grotesk"/>
                <a:ea typeface="Space Grotesk"/>
                <a:cs typeface="Space Grotesk"/>
              </a:defRPr>
            </a:lvl6pPr>
            <a:lvl7pPr algn="l">
              <a:defRPr sz="1200" b="1">
                <a:solidFill>
                  <a:srgbClr val="7926CB"/>
                </a:solidFill>
                <a:latin typeface="Space Grotesk"/>
                <a:ea typeface="Space Grotesk"/>
                <a:cs typeface="Space Grotesk"/>
              </a:defRPr>
            </a:lvl7pPr>
            <a:lvl8pPr algn="l">
              <a:defRPr sz="1200" b="1">
                <a:solidFill>
                  <a:srgbClr val="7926CB"/>
                </a:solidFill>
                <a:latin typeface="Space Grotesk"/>
                <a:ea typeface="Space Grotesk"/>
                <a:cs typeface="Space Grotesk"/>
              </a:defRPr>
            </a:lvl8pPr>
            <a:lvl9pPr algn="l">
              <a:defRPr sz="1200" b="1">
                <a:solidFill>
                  <a:srgbClr val="7926CB"/>
                </a:solidFill>
                <a:latin typeface="Space Grotesk"/>
                <a:ea typeface="Space Grotesk"/>
                <a:cs typeface="Space Grotesk"/>
              </a:defRPr>
            </a:lvl9pPr>
          </a:lstStyle>
          <a:p xmlns:a="http://schemas.openxmlformats.org/drawingml/2006/main">
            <a:pPr algn="l">
              <a:lnSpc>
                <a:spcPct val="97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GROWN-UPS</a:t>
            </a:r>
          </a:p>
        </p:txBody>
      </p:sp>
      <p:sp>
        <p:nvSpPr>
          <p:cNvPr id="8" name="GROWN-UPS copy">
            <a:extLst xmlns:a="http://schemas.openxmlformats.org/drawingml/2006/main">
              <a:ext uri="{FF2B5EF4-FFF2-40B4-BE49-F238E27FC236}">
                <a16:creationId xmlns:a16="http://schemas.microsoft.com/office/drawing/2014/main" id="{D4F34C17-3043-4DB4-B148-DD5F9BAFE7C7}"/>
              </a:ext>
            </a:extLst>
          </p:cNvPr>
          <p:cNvSpPr>
            <a:spLocks xmlns:a="http://schemas.openxmlformats.org/drawingml/2006/main" noGrp="1"/>
          </p:cNvSpPr>
          <p:nvPr/>
        </p:nvSpPr>
        <p:spPr>
          <a:xfrm xmlns:a="http://schemas.openxmlformats.org/drawingml/2006/main">
            <a:off x="247650" y="3724275"/>
            <a:ext cx="4495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0" b="0">
                <a:solidFill>
                  <a:srgbClr val="23143A"/>
                </a:solidFill>
                <a:latin typeface="Arial"/>
                <a:ea typeface="Arial"/>
                <a:cs typeface="Arial"/>
              </a:defRPr>
            </a:defPPr>
            <a:lvl1pPr algn="l">
              <a:defRPr sz="1060" b="0">
                <a:solidFill>
                  <a:srgbClr val="23143A"/>
                </a:solidFill>
                <a:latin typeface="Arial"/>
                <a:ea typeface="Arial"/>
                <a:cs typeface="Arial"/>
              </a:defRPr>
            </a:lvl1pPr>
            <a:lvl2pPr algn="l">
              <a:defRPr sz="1060" b="0">
                <a:solidFill>
                  <a:srgbClr val="23143A"/>
                </a:solidFill>
                <a:latin typeface="Arial"/>
                <a:ea typeface="Arial"/>
                <a:cs typeface="Arial"/>
              </a:defRPr>
            </a:lvl2pPr>
            <a:lvl3pPr algn="l">
              <a:defRPr sz="1060" b="0">
                <a:solidFill>
                  <a:srgbClr val="23143A"/>
                </a:solidFill>
                <a:latin typeface="Arial"/>
                <a:ea typeface="Arial"/>
                <a:cs typeface="Arial"/>
              </a:defRPr>
            </a:lvl3pPr>
            <a:lvl4pPr algn="l">
              <a:defRPr sz="1060" b="0">
                <a:solidFill>
                  <a:srgbClr val="23143A"/>
                </a:solidFill>
                <a:latin typeface="Arial"/>
                <a:ea typeface="Arial"/>
                <a:cs typeface="Arial"/>
              </a:defRPr>
            </a:lvl4pPr>
            <a:lvl5pPr algn="l">
              <a:defRPr sz="1060" b="0">
                <a:solidFill>
                  <a:srgbClr val="23143A"/>
                </a:solidFill>
                <a:latin typeface="Arial"/>
                <a:ea typeface="Arial"/>
                <a:cs typeface="Arial"/>
              </a:defRPr>
            </a:lvl5pPr>
            <a:lvl6pPr algn="l">
              <a:defRPr sz="1060" b="0">
                <a:solidFill>
                  <a:srgbClr val="23143A"/>
                </a:solidFill>
                <a:latin typeface="Arial"/>
                <a:ea typeface="Arial"/>
                <a:cs typeface="Arial"/>
              </a:defRPr>
            </a:lvl6pPr>
            <a:lvl7pPr algn="l">
              <a:defRPr sz="1060" b="0">
                <a:solidFill>
                  <a:srgbClr val="23143A"/>
                </a:solidFill>
                <a:latin typeface="Arial"/>
                <a:ea typeface="Arial"/>
                <a:cs typeface="Arial"/>
              </a:defRPr>
            </a:lvl7pPr>
            <a:lvl8pPr algn="l">
              <a:defRPr sz="1060" b="0">
                <a:solidFill>
                  <a:srgbClr val="23143A"/>
                </a:solidFill>
                <a:latin typeface="Arial"/>
                <a:ea typeface="Arial"/>
                <a:cs typeface="Arial"/>
              </a:defRPr>
            </a:lvl8pPr>
            <a:lvl9pPr algn="l">
              <a:defRPr sz="1060" b="0">
                <a:solidFill>
                  <a:srgbClr val="23143A"/>
                </a:solidFill>
                <a:latin typeface="Arial"/>
                <a:ea typeface="Arial"/>
                <a:cs typeface="Arial"/>
              </a:defRPr>
            </a:lvl9pPr>
          </a:lstStyle>
          <a:p xmlns:a="http://schemas.openxmlformats.org/drawingml/2006/main">
            <a:pPr algn="l">
              <a:lnSpc>
                <a:spcPct val="102000"/>
              </a:lnSpc>
              <a:buNone/>
              <a:defRPr sz="1060" b="0">
                <a:solidFill>
                  <a:srgbClr val="23143A"/>
                </a:solidFill>
                <a:latin typeface="Arial"/>
                <a:ea typeface="Arial"/>
                <a:cs typeface="Arial"/>
              </a:defRPr>
            </a:pPr>
            <a:r>
              <a:rPr sz="1060" b="0">
                <a:solidFill>
                  <a:srgbClr val="23143A"/>
                </a:solidFill>
                <a:latin typeface="Arial"/>
                <a:ea typeface="Arial"/>
                <a:cs typeface="Arial"/>
              </a:rPr>
              <a:t>Stay with children. Choose the route and supervision to fit each child’s skills.</a:t>
            </a:r>
          </a:p>
        </p:txBody>
      </p:sp>
      <p:sp>
        <p:nvSpPr>
          <p:cNvPr id="9" name="DRIVERS heading">
            <a:extLst xmlns:a="http://schemas.openxmlformats.org/drawingml/2006/main">
              <a:ext uri="{FF2B5EF4-FFF2-40B4-BE49-F238E27FC236}">
                <a16:creationId xmlns:a16="http://schemas.microsoft.com/office/drawing/2014/main" id="{47649F74-F4D3-486F-B525-5BFB3C669E12}"/>
              </a:ext>
            </a:extLst>
          </p:cNvPr>
          <p:cNvSpPr>
            <a:spLocks xmlns:a="http://schemas.openxmlformats.org/drawingml/2006/main" noGrp="1"/>
          </p:cNvSpPr>
          <p:nvPr/>
        </p:nvSpPr>
        <p:spPr>
          <a:xfrm xmlns:a="http://schemas.openxmlformats.org/drawingml/2006/main">
            <a:off x="247650" y="4076700"/>
            <a:ext cx="449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7926CB"/>
                </a:solidFill>
                <a:latin typeface="Space Grotesk"/>
                <a:ea typeface="Space Grotesk"/>
                <a:cs typeface="Space Grotesk"/>
              </a:defRPr>
            </a:defPPr>
            <a:lvl1pPr algn="l">
              <a:defRPr sz="1200" b="1">
                <a:solidFill>
                  <a:srgbClr val="7926CB"/>
                </a:solidFill>
                <a:latin typeface="Space Grotesk"/>
                <a:ea typeface="Space Grotesk"/>
                <a:cs typeface="Space Grotesk"/>
              </a:defRPr>
            </a:lvl1pPr>
            <a:lvl2pPr algn="l">
              <a:defRPr sz="1200" b="1">
                <a:solidFill>
                  <a:srgbClr val="7926CB"/>
                </a:solidFill>
                <a:latin typeface="Space Grotesk"/>
                <a:ea typeface="Space Grotesk"/>
                <a:cs typeface="Space Grotesk"/>
              </a:defRPr>
            </a:lvl2pPr>
            <a:lvl3pPr algn="l">
              <a:defRPr sz="1200" b="1">
                <a:solidFill>
                  <a:srgbClr val="7926CB"/>
                </a:solidFill>
                <a:latin typeface="Space Grotesk"/>
                <a:ea typeface="Space Grotesk"/>
                <a:cs typeface="Space Grotesk"/>
              </a:defRPr>
            </a:lvl3pPr>
            <a:lvl4pPr algn="l">
              <a:defRPr sz="1200" b="1">
                <a:solidFill>
                  <a:srgbClr val="7926CB"/>
                </a:solidFill>
                <a:latin typeface="Space Grotesk"/>
                <a:ea typeface="Space Grotesk"/>
                <a:cs typeface="Space Grotesk"/>
              </a:defRPr>
            </a:lvl4pPr>
            <a:lvl5pPr algn="l">
              <a:defRPr sz="1200" b="1">
                <a:solidFill>
                  <a:srgbClr val="7926CB"/>
                </a:solidFill>
                <a:latin typeface="Space Grotesk"/>
                <a:ea typeface="Space Grotesk"/>
                <a:cs typeface="Space Grotesk"/>
              </a:defRPr>
            </a:lvl5pPr>
            <a:lvl6pPr algn="l">
              <a:defRPr sz="1200" b="1">
                <a:solidFill>
                  <a:srgbClr val="7926CB"/>
                </a:solidFill>
                <a:latin typeface="Space Grotesk"/>
                <a:ea typeface="Space Grotesk"/>
                <a:cs typeface="Space Grotesk"/>
              </a:defRPr>
            </a:lvl6pPr>
            <a:lvl7pPr algn="l">
              <a:defRPr sz="1200" b="1">
                <a:solidFill>
                  <a:srgbClr val="7926CB"/>
                </a:solidFill>
                <a:latin typeface="Space Grotesk"/>
                <a:ea typeface="Space Grotesk"/>
                <a:cs typeface="Space Grotesk"/>
              </a:defRPr>
            </a:lvl7pPr>
            <a:lvl8pPr algn="l">
              <a:defRPr sz="1200" b="1">
                <a:solidFill>
                  <a:srgbClr val="7926CB"/>
                </a:solidFill>
                <a:latin typeface="Space Grotesk"/>
                <a:ea typeface="Space Grotesk"/>
                <a:cs typeface="Space Grotesk"/>
              </a:defRPr>
            </a:lvl8pPr>
            <a:lvl9pPr algn="l">
              <a:defRPr sz="1200" b="1">
                <a:solidFill>
                  <a:srgbClr val="7926CB"/>
                </a:solidFill>
                <a:latin typeface="Space Grotesk"/>
                <a:ea typeface="Space Grotesk"/>
                <a:cs typeface="Space Grotesk"/>
              </a:defRPr>
            </a:lvl9pPr>
          </a:lstStyle>
          <a:p xmlns:a="http://schemas.openxmlformats.org/drawingml/2006/main">
            <a:pPr algn="l">
              <a:lnSpc>
                <a:spcPct val="97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DRIVERS</a:t>
            </a:r>
          </a:p>
        </p:txBody>
      </p:sp>
      <p:sp>
        <p:nvSpPr>
          <p:cNvPr id="10" name="DRIVERS copy">
            <a:extLst xmlns:a="http://schemas.openxmlformats.org/drawingml/2006/main">
              <a:ext uri="{FF2B5EF4-FFF2-40B4-BE49-F238E27FC236}">
                <a16:creationId xmlns:a16="http://schemas.microsoft.com/office/drawing/2014/main" id="{BD60EAFC-B059-47B1-837D-642E302A9F31}"/>
              </a:ext>
            </a:extLst>
          </p:cNvPr>
          <p:cNvSpPr>
            <a:spLocks xmlns:a="http://schemas.openxmlformats.org/drawingml/2006/main" noGrp="1"/>
          </p:cNvSpPr>
          <p:nvPr/>
        </p:nvSpPr>
        <p:spPr>
          <a:xfrm xmlns:a="http://schemas.openxmlformats.org/drawingml/2006/main">
            <a:off x="247650" y="4267200"/>
            <a:ext cx="4495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0" b="0">
                <a:solidFill>
                  <a:srgbClr val="23143A"/>
                </a:solidFill>
                <a:latin typeface="Arial"/>
                <a:ea typeface="Arial"/>
                <a:cs typeface="Arial"/>
              </a:defRPr>
            </a:defPPr>
            <a:lvl1pPr algn="l">
              <a:defRPr sz="1060" b="0">
                <a:solidFill>
                  <a:srgbClr val="23143A"/>
                </a:solidFill>
                <a:latin typeface="Arial"/>
                <a:ea typeface="Arial"/>
                <a:cs typeface="Arial"/>
              </a:defRPr>
            </a:lvl1pPr>
            <a:lvl2pPr algn="l">
              <a:defRPr sz="1060" b="0">
                <a:solidFill>
                  <a:srgbClr val="23143A"/>
                </a:solidFill>
                <a:latin typeface="Arial"/>
                <a:ea typeface="Arial"/>
                <a:cs typeface="Arial"/>
              </a:defRPr>
            </a:lvl2pPr>
            <a:lvl3pPr algn="l">
              <a:defRPr sz="1060" b="0">
                <a:solidFill>
                  <a:srgbClr val="23143A"/>
                </a:solidFill>
                <a:latin typeface="Arial"/>
                <a:ea typeface="Arial"/>
                <a:cs typeface="Arial"/>
              </a:defRPr>
            </a:lvl3pPr>
            <a:lvl4pPr algn="l">
              <a:defRPr sz="1060" b="0">
                <a:solidFill>
                  <a:srgbClr val="23143A"/>
                </a:solidFill>
                <a:latin typeface="Arial"/>
                <a:ea typeface="Arial"/>
                <a:cs typeface="Arial"/>
              </a:defRPr>
            </a:lvl4pPr>
            <a:lvl5pPr algn="l">
              <a:defRPr sz="1060" b="0">
                <a:solidFill>
                  <a:srgbClr val="23143A"/>
                </a:solidFill>
                <a:latin typeface="Arial"/>
                <a:ea typeface="Arial"/>
                <a:cs typeface="Arial"/>
              </a:defRPr>
            </a:lvl5pPr>
            <a:lvl6pPr algn="l">
              <a:defRPr sz="1060" b="0">
                <a:solidFill>
                  <a:srgbClr val="23143A"/>
                </a:solidFill>
                <a:latin typeface="Arial"/>
                <a:ea typeface="Arial"/>
                <a:cs typeface="Arial"/>
              </a:defRPr>
            </a:lvl6pPr>
            <a:lvl7pPr algn="l">
              <a:defRPr sz="1060" b="0">
                <a:solidFill>
                  <a:srgbClr val="23143A"/>
                </a:solidFill>
                <a:latin typeface="Arial"/>
                <a:ea typeface="Arial"/>
                <a:cs typeface="Arial"/>
              </a:defRPr>
            </a:lvl7pPr>
            <a:lvl8pPr algn="l">
              <a:defRPr sz="1060" b="0">
                <a:solidFill>
                  <a:srgbClr val="23143A"/>
                </a:solidFill>
                <a:latin typeface="Arial"/>
                <a:ea typeface="Arial"/>
                <a:cs typeface="Arial"/>
              </a:defRPr>
            </a:lvl8pPr>
            <a:lvl9pPr algn="l">
              <a:defRPr sz="1060" b="0">
                <a:solidFill>
                  <a:srgbClr val="23143A"/>
                </a:solidFill>
                <a:latin typeface="Arial"/>
                <a:ea typeface="Arial"/>
                <a:cs typeface="Arial"/>
              </a:defRPr>
            </a:lvl9pPr>
          </a:lstStyle>
          <a:p xmlns:a="http://schemas.openxmlformats.org/drawingml/2006/main">
            <a:pPr algn="l">
              <a:lnSpc>
                <a:spcPct val="102000"/>
              </a:lnSpc>
              <a:buNone/>
              <a:defRPr sz="1060" b="0">
                <a:solidFill>
                  <a:srgbClr val="23143A"/>
                </a:solidFill>
                <a:latin typeface="Arial"/>
                <a:ea typeface="Arial"/>
                <a:cs typeface="Arial"/>
              </a:defRPr>
            </a:pPr>
            <a:r>
              <a:rPr sz="1060" b="0">
                <a:solidFill>
                  <a:srgbClr val="23143A"/>
                </a:solidFill>
                <a:latin typeface="Arial"/>
                <a:ea typeface="Arial"/>
                <a:cs typeface="Arial"/>
              </a:rPr>
              <a:t>Slow down. Look for people biking before turning or opening a door. Wait until there is room to pass safely.</a:t>
            </a:r>
          </a:p>
        </p:txBody>
      </p:sp>
      <p:sp>
        <p:nvSpPr>
          <p:cNvPr id="11" name="Family reflection ground">
            <a:extLst xmlns:a="http://schemas.openxmlformats.org/drawingml/2006/main">
              <a:ext uri="{FF2B5EF4-FFF2-40B4-BE49-F238E27FC236}">
                <a16:creationId xmlns:a16="http://schemas.microsoft.com/office/drawing/2014/main" id="{7440EE6D-F047-4633-835B-9B57DBB9326C}"/>
              </a:ext>
            </a:extLst>
          </p:cNvPr>
          <p:cNvSpPr>
            <a:spLocks xmlns:a="http://schemas.openxmlformats.org/drawingml/2006/main" noGrp="1"/>
          </p:cNvSpPr>
          <p:nvPr/>
        </p:nvSpPr>
        <p:spPr>
          <a:xfrm xmlns:a="http://schemas.openxmlformats.org/drawingml/2006/main">
            <a:off x="0" y="4752975"/>
            <a:ext cx="5029200" cy="10287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12" name="Family reflection label">
            <a:extLst xmlns:a="http://schemas.openxmlformats.org/drawingml/2006/main">
              <a:ext uri="{FF2B5EF4-FFF2-40B4-BE49-F238E27FC236}">
                <a16:creationId xmlns:a16="http://schemas.microsoft.com/office/drawing/2014/main" id="{E4C93DE2-C16F-4B23-8C3F-CE71FCC480DE}"/>
              </a:ext>
            </a:extLst>
          </p:cNvPr>
          <p:cNvSpPr>
            <a:spLocks xmlns:a="http://schemas.openxmlformats.org/drawingml/2006/main" noGrp="1"/>
          </p:cNvSpPr>
          <p:nvPr/>
        </p:nvSpPr>
        <p:spPr>
          <a:xfrm xmlns:a="http://schemas.openxmlformats.org/drawingml/2006/main">
            <a:off x="247650" y="490537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100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AFTER THE RIDE</a:t>
            </a:r>
          </a:p>
        </p:txBody>
      </p:sp>
      <p:sp>
        <p:nvSpPr>
          <p:cNvPr id="13" name="Family reflection copy">
            <a:extLst xmlns:a="http://schemas.openxmlformats.org/drawingml/2006/main">
              <a:ext uri="{FF2B5EF4-FFF2-40B4-BE49-F238E27FC236}">
                <a16:creationId xmlns:a16="http://schemas.microsoft.com/office/drawing/2014/main" id="{28F3B721-D47E-4868-BA34-2D40EEFCD885}"/>
              </a:ext>
            </a:extLst>
          </p:cNvPr>
          <p:cNvSpPr>
            <a:spLocks xmlns:a="http://schemas.openxmlformats.org/drawingml/2006/main" noGrp="1"/>
          </p:cNvSpPr>
          <p:nvPr/>
        </p:nvSpPr>
        <p:spPr>
          <a:xfrm xmlns:a="http://schemas.openxmlformats.org/drawingml/2006/main">
            <a:off x="247650" y="5153025"/>
            <a:ext cx="443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0" b="1">
                <a:solidFill>
                  <a:srgbClr val="23143A"/>
                </a:solidFill>
                <a:latin typeface="Arial"/>
                <a:ea typeface="Arial"/>
                <a:cs typeface="Arial"/>
              </a:defRPr>
            </a:defPPr>
            <a:lvl1pPr algn="l">
              <a:defRPr sz="1060" b="1">
                <a:solidFill>
                  <a:srgbClr val="23143A"/>
                </a:solidFill>
                <a:latin typeface="Arial"/>
                <a:ea typeface="Arial"/>
                <a:cs typeface="Arial"/>
              </a:defRPr>
            </a:lvl1pPr>
            <a:lvl2pPr algn="l">
              <a:defRPr sz="1060" b="1">
                <a:solidFill>
                  <a:srgbClr val="23143A"/>
                </a:solidFill>
                <a:latin typeface="Arial"/>
                <a:ea typeface="Arial"/>
                <a:cs typeface="Arial"/>
              </a:defRPr>
            </a:lvl2pPr>
            <a:lvl3pPr algn="l">
              <a:defRPr sz="1060" b="1">
                <a:solidFill>
                  <a:srgbClr val="23143A"/>
                </a:solidFill>
                <a:latin typeface="Arial"/>
                <a:ea typeface="Arial"/>
                <a:cs typeface="Arial"/>
              </a:defRPr>
            </a:lvl3pPr>
            <a:lvl4pPr algn="l">
              <a:defRPr sz="1060" b="1">
                <a:solidFill>
                  <a:srgbClr val="23143A"/>
                </a:solidFill>
                <a:latin typeface="Arial"/>
                <a:ea typeface="Arial"/>
                <a:cs typeface="Arial"/>
              </a:defRPr>
            </a:lvl4pPr>
            <a:lvl5pPr algn="l">
              <a:defRPr sz="1060" b="1">
                <a:solidFill>
                  <a:srgbClr val="23143A"/>
                </a:solidFill>
                <a:latin typeface="Arial"/>
                <a:ea typeface="Arial"/>
                <a:cs typeface="Arial"/>
              </a:defRPr>
            </a:lvl5pPr>
            <a:lvl6pPr algn="l">
              <a:defRPr sz="1060" b="1">
                <a:solidFill>
                  <a:srgbClr val="23143A"/>
                </a:solidFill>
                <a:latin typeface="Arial"/>
                <a:ea typeface="Arial"/>
                <a:cs typeface="Arial"/>
              </a:defRPr>
            </a:lvl6pPr>
            <a:lvl7pPr algn="l">
              <a:defRPr sz="1060" b="1">
                <a:solidFill>
                  <a:srgbClr val="23143A"/>
                </a:solidFill>
                <a:latin typeface="Arial"/>
                <a:ea typeface="Arial"/>
                <a:cs typeface="Arial"/>
              </a:defRPr>
            </a:lvl7pPr>
            <a:lvl8pPr algn="l">
              <a:defRPr sz="1060" b="1">
                <a:solidFill>
                  <a:srgbClr val="23143A"/>
                </a:solidFill>
                <a:latin typeface="Arial"/>
                <a:ea typeface="Arial"/>
                <a:cs typeface="Arial"/>
              </a:defRPr>
            </a:lvl8pPr>
            <a:lvl9pPr algn="l">
              <a:defRPr sz="1060" b="1">
                <a:solidFill>
                  <a:srgbClr val="23143A"/>
                </a:solidFill>
                <a:latin typeface="Arial"/>
                <a:ea typeface="Arial"/>
                <a:cs typeface="Arial"/>
              </a:defRPr>
            </a:lvl9pPr>
          </a:lstStyle>
          <a:p xmlns:a="http://schemas.openxmlformats.org/drawingml/2006/main">
            <a:pPr algn="l">
              <a:lnSpc>
                <a:spcPct val="100000"/>
              </a:lnSpc>
              <a:buNone/>
              <a:defRPr sz="1060" b="1">
                <a:solidFill>
                  <a:srgbClr val="23143A"/>
                </a:solidFill>
                <a:latin typeface="Arial"/>
                <a:ea typeface="Arial"/>
                <a:cs typeface="Arial"/>
              </a:defRPr>
            </a:pPr>
            <a:r>
              <a:rPr sz="1060" b="1">
                <a:solidFill>
                  <a:srgbClr val="23143A"/>
                </a:solidFill>
                <a:latin typeface="Arial"/>
                <a:ea typeface="Arial"/>
                <a:cs typeface="Arial"/>
              </a:rPr>
              <a:t>“What felt fun? What would make the next ride easier?” Every rider can help shape the next trip.</a:t>
            </a:r>
          </a:p>
        </p:txBody>
      </p:sp>
      <p:sp>
        <p:nvSpPr>
          <p:cNvPr id="14" name="Family local rules footer">
            <a:extLst xmlns:a="http://schemas.openxmlformats.org/drawingml/2006/main">
              <a:ext uri="{FF2B5EF4-FFF2-40B4-BE49-F238E27FC236}">
                <a16:creationId xmlns:a16="http://schemas.microsoft.com/office/drawing/2014/main" id="{836EAD5F-7B1F-46CE-BC28-3BDC0BD79F87}"/>
              </a:ext>
            </a:extLst>
          </p:cNvPr>
          <p:cNvSpPr>
            <a:spLocks xmlns:a="http://schemas.openxmlformats.org/drawingml/2006/main" noGrp="1"/>
          </p:cNvSpPr>
          <p:nvPr/>
        </p:nvSpPr>
        <p:spPr>
          <a:xfrm xmlns:a="http://schemas.openxmlformats.org/drawingml/2006/main">
            <a:off x="247650" y="603885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20" b="0">
                <a:solidFill>
                  <a:srgbClr val="23143A"/>
                </a:solidFill>
                <a:latin typeface="Arial"/>
                <a:ea typeface="Arial"/>
                <a:cs typeface="Arial"/>
              </a:defRPr>
            </a:defPPr>
            <a:lvl1pPr algn="l">
              <a:defRPr sz="920" b="0">
                <a:solidFill>
                  <a:srgbClr val="23143A"/>
                </a:solidFill>
                <a:latin typeface="Arial"/>
                <a:ea typeface="Arial"/>
                <a:cs typeface="Arial"/>
              </a:defRPr>
            </a:lvl1pPr>
            <a:lvl2pPr algn="l">
              <a:defRPr sz="920" b="0">
                <a:solidFill>
                  <a:srgbClr val="23143A"/>
                </a:solidFill>
                <a:latin typeface="Arial"/>
                <a:ea typeface="Arial"/>
                <a:cs typeface="Arial"/>
              </a:defRPr>
            </a:lvl2pPr>
            <a:lvl3pPr algn="l">
              <a:defRPr sz="920" b="0">
                <a:solidFill>
                  <a:srgbClr val="23143A"/>
                </a:solidFill>
                <a:latin typeface="Arial"/>
                <a:ea typeface="Arial"/>
                <a:cs typeface="Arial"/>
              </a:defRPr>
            </a:lvl3pPr>
            <a:lvl4pPr algn="l">
              <a:defRPr sz="920" b="0">
                <a:solidFill>
                  <a:srgbClr val="23143A"/>
                </a:solidFill>
                <a:latin typeface="Arial"/>
                <a:ea typeface="Arial"/>
                <a:cs typeface="Arial"/>
              </a:defRPr>
            </a:lvl4pPr>
            <a:lvl5pPr algn="l">
              <a:defRPr sz="920" b="0">
                <a:solidFill>
                  <a:srgbClr val="23143A"/>
                </a:solidFill>
                <a:latin typeface="Arial"/>
                <a:ea typeface="Arial"/>
                <a:cs typeface="Arial"/>
              </a:defRPr>
            </a:lvl5pPr>
            <a:lvl6pPr algn="l">
              <a:defRPr sz="920" b="0">
                <a:solidFill>
                  <a:srgbClr val="23143A"/>
                </a:solidFill>
                <a:latin typeface="Arial"/>
                <a:ea typeface="Arial"/>
                <a:cs typeface="Arial"/>
              </a:defRPr>
            </a:lvl6pPr>
            <a:lvl7pPr algn="l">
              <a:defRPr sz="920" b="0">
                <a:solidFill>
                  <a:srgbClr val="23143A"/>
                </a:solidFill>
                <a:latin typeface="Arial"/>
                <a:ea typeface="Arial"/>
                <a:cs typeface="Arial"/>
              </a:defRPr>
            </a:lvl7pPr>
            <a:lvl8pPr algn="l">
              <a:defRPr sz="920" b="0">
                <a:solidFill>
                  <a:srgbClr val="23143A"/>
                </a:solidFill>
                <a:latin typeface="Arial"/>
                <a:ea typeface="Arial"/>
                <a:cs typeface="Arial"/>
              </a:defRPr>
            </a:lvl8pPr>
            <a:lvl9pPr algn="l">
              <a:defRPr sz="920" b="0">
                <a:solidFill>
                  <a:srgbClr val="23143A"/>
                </a:solidFill>
                <a:latin typeface="Arial"/>
                <a:ea typeface="Arial"/>
                <a:cs typeface="Arial"/>
              </a:defRPr>
            </a:lvl9pPr>
          </a:lstStyle>
          <a:p xmlns:a="http://schemas.openxmlformats.org/drawingml/2006/main">
            <a:pPr algn="l">
              <a:lnSpc>
                <a:spcPct val="100000"/>
              </a:lnSpc>
              <a:buNone/>
              <a:defRPr sz="920" b="0">
                <a:solidFill>
                  <a:srgbClr val="23143A"/>
                </a:solidFill>
                <a:latin typeface="Arial"/>
                <a:ea typeface="Arial"/>
                <a:cs typeface="Arial"/>
              </a:defRPr>
            </a:pPr>
            <a:r>
              <a:rPr sz="920" b="0">
                <a:solidFill>
                  <a:srgbClr val="23143A"/>
                </a:solidFill>
                <a:latin typeface="Arial"/>
                <a:ea typeface="Arial"/>
                <a:cs typeface="Arial"/>
              </a:rPr>
              <a:t>Street, path, sidewalk, and helmet rules vary by location. Check current local rules and school guidance.</a:t>
            </a:r>
          </a:p>
        </p:txBody>
      </p:sp>
      <p:sp>
        <p:nvSpPr>
          <p:cNvPr id="15" name="Family page four footer">
            <a:extLst xmlns:a="http://schemas.openxmlformats.org/drawingml/2006/main">
              <a:ext uri="{FF2B5EF4-FFF2-40B4-BE49-F238E27FC236}">
                <a16:creationId xmlns:a16="http://schemas.microsoft.com/office/drawing/2014/main" id="{F37E3C62-FEBF-48FA-9B2D-9B310DDD3579}"/>
              </a:ext>
            </a:extLst>
          </p:cNvPr>
          <p:cNvSpPr>
            <a:spLocks xmlns:a="http://schemas.openxmlformats.org/drawingml/2006/main" noGrp="1"/>
          </p:cNvSpPr>
          <p:nvPr/>
        </p:nvSpPr>
        <p:spPr>
          <a:xfrm xmlns:a="http://schemas.openxmlformats.org/drawingml/2006/main">
            <a:off x="247650" y="72104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1">
                <a:solidFill>
                  <a:srgbClr val="7926CB"/>
                </a:solidFill>
                <a:latin typeface="Space Grotesk"/>
                <a:ea typeface="Space Grotesk"/>
                <a:cs typeface="Space Grotesk"/>
              </a:defRPr>
            </a:defPPr>
            <a:lvl1pPr algn="l">
              <a:defRPr sz="950" b="1">
                <a:solidFill>
                  <a:srgbClr val="7926CB"/>
                </a:solidFill>
                <a:latin typeface="Space Grotesk"/>
                <a:ea typeface="Space Grotesk"/>
                <a:cs typeface="Space Grotesk"/>
              </a:defRPr>
            </a:lvl1pPr>
            <a:lvl2pPr algn="l">
              <a:defRPr sz="950" b="1">
                <a:solidFill>
                  <a:srgbClr val="7926CB"/>
                </a:solidFill>
                <a:latin typeface="Space Grotesk"/>
                <a:ea typeface="Space Grotesk"/>
                <a:cs typeface="Space Grotesk"/>
              </a:defRPr>
            </a:lvl2pPr>
            <a:lvl3pPr algn="l">
              <a:defRPr sz="950" b="1">
                <a:solidFill>
                  <a:srgbClr val="7926CB"/>
                </a:solidFill>
                <a:latin typeface="Space Grotesk"/>
                <a:ea typeface="Space Grotesk"/>
                <a:cs typeface="Space Grotesk"/>
              </a:defRPr>
            </a:lvl3pPr>
            <a:lvl4pPr algn="l">
              <a:defRPr sz="950" b="1">
                <a:solidFill>
                  <a:srgbClr val="7926CB"/>
                </a:solidFill>
                <a:latin typeface="Space Grotesk"/>
                <a:ea typeface="Space Grotesk"/>
                <a:cs typeface="Space Grotesk"/>
              </a:defRPr>
            </a:lvl4pPr>
            <a:lvl5pPr algn="l">
              <a:defRPr sz="950" b="1">
                <a:solidFill>
                  <a:srgbClr val="7926CB"/>
                </a:solidFill>
                <a:latin typeface="Space Grotesk"/>
                <a:ea typeface="Space Grotesk"/>
                <a:cs typeface="Space Grotesk"/>
              </a:defRPr>
            </a:lvl5pPr>
            <a:lvl6pPr algn="l">
              <a:defRPr sz="950" b="1">
                <a:solidFill>
                  <a:srgbClr val="7926CB"/>
                </a:solidFill>
                <a:latin typeface="Space Grotesk"/>
                <a:ea typeface="Space Grotesk"/>
                <a:cs typeface="Space Grotesk"/>
              </a:defRPr>
            </a:lvl6pPr>
            <a:lvl7pPr algn="l">
              <a:defRPr sz="950" b="1">
                <a:solidFill>
                  <a:srgbClr val="7926CB"/>
                </a:solidFill>
                <a:latin typeface="Space Grotesk"/>
                <a:ea typeface="Space Grotesk"/>
                <a:cs typeface="Space Grotesk"/>
              </a:defRPr>
            </a:lvl7pPr>
            <a:lvl8pPr algn="l">
              <a:defRPr sz="950" b="1">
                <a:solidFill>
                  <a:srgbClr val="7926CB"/>
                </a:solidFill>
                <a:latin typeface="Space Grotesk"/>
                <a:ea typeface="Space Grotesk"/>
                <a:cs typeface="Space Grotesk"/>
              </a:defRPr>
            </a:lvl8pPr>
            <a:lvl9pPr algn="l">
              <a:defRPr sz="950" b="1">
                <a:solidFill>
                  <a:srgbClr val="7926CB"/>
                </a:solidFill>
                <a:latin typeface="Space Grotesk"/>
                <a:ea typeface="Space Grotesk"/>
                <a:cs typeface="Space Grotesk"/>
              </a:defRPr>
            </a:lvl9pPr>
          </a:lstStyle>
          <a:p xmlns:a="http://schemas.openxmlformats.org/drawingml/2006/main">
            <a:pPr algn="l">
              <a:lnSpc>
                <a:spcPct val="100000"/>
              </a:lnSpc>
              <a:buNone/>
              <a:defRPr sz="950" b="1">
                <a:solidFill>
                  <a:srgbClr val="7926CB"/>
                </a:solidFill>
                <a:latin typeface="Space Grotesk"/>
                <a:ea typeface="Space Grotesk"/>
                <a:cs typeface="Space Grotesk"/>
              </a:defRPr>
            </a:pPr>
            <a:r>
              <a:rPr sz="950" b="1">
                <a:solidFill>
                  <a:srgbClr val="7926CB"/>
                </a:solidFill>
                <a:latin typeface="Space Grotesk"/>
                <a:ea typeface="Space Grotesk"/>
                <a:cs typeface="Space Grotesk"/>
              </a:rPr>
              <a:t>3fp.org · Find local groups and public rides.</a:t>
            </a:r>
          </a:p>
        </p:txBody>
      </p:sp>
      <p:sp>
        <p:nvSpPr>
          <p:cNvPr id="16" name="QR code white quiet zone">
            <a:extLst xmlns:a="http://schemas.openxmlformats.org/drawingml/2006/main">
              <a:ext uri="{FF2B5EF4-FFF2-40B4-BE49-F238E27FC236}">
                <a16:creationId xmlns:a16="http://schemas.microsoft.com/office/drawing/2014/main" id="{532BEB37-2C21-4255-8FD8-266DD2F03C25}"/>
              </a:ext>
            </a:extLst>
          </p:cNvPr>
          <p:cNvSpPr>
            <a:spLocks xmlns:a="http://schemas.openxmlformats.org/drawingml/2006/main" noGrp="1"/>
          </p:cNvSpPr>
          <p:nvPr/>
        </p:nvSpPr>
        <p:spPr>
          <a:xfrm xmlns:a="http://schemas.openxmlformats.org/drawingml/2006/main">
            <a:off x="4219575" y="692467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7" name="">
            <a:extLst xmlns:a="http://schemas.openxmlformats.org/drawingml/2006/main">
              <a:ext uri="{FF2B5EF4-FFF2-40B4-BE49-F238E27FC236}">
                <a16:creationId xmlns:a16="http://schemas.microsoft.com/office/drawing/2014/main" id="{F229F580-28BF-4DAF-8958-F4DD3401B772}"/>
              </a:ext>
            </a:extLst>
          </p:cNvPr>
          <p:cNvPicPr>
            <a:picLocks xmlns:a="http://schemas.openxmlformats.org/drawingml/2006/main" noChangeAspect="1"/>
          </p:cNvPicPr>
          <p:nvPr/>
        </p:nvPicPr>
        <p:blipFill>
          <a:blip xmlns:r="http://schemas.openxmlformats.org/officeDocument/2006/relationships" xmlns:a="http://schemas.openxmlformats.org/drawingml/2006/main" r:embed="Rcca945f4fd624aa0"/>
          <a:stretch xmlns:a="http://schemas.openxmlformats.org/drawingml/2006/main"/>
        </p:blipFill>
        <p:spPr>
          <a:xfrm xmlns:a="http://schemas.openxmlformats.org/drawingml/2006/main">
            <a:off x="4257675" y="6962775"/>
            <a:ext cx="514350" cy="514350"/>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F83C0CAD-02D0-4FDF-B82F-B4548CE91CB2}"/>
              </a:ext>
            </a:extLst>
          </p:cNvPr>
          <p:cNvPicPr>
            <a:picLocks xmlns:a="http://schemas.openxmlformats.org/drawingml/2006/main" noChangeAspect="1"/>
          </p:cNvPicPr>
          <p:nvPr/>
        </p:nvPicPr>
        <p:blipFill>
          <a:blip xmlns:r="http://schemas.openxmlformats.org/officeDocument/2006/relationships" xmlns:a="http://schemas.openxmlformats.org/drawingml/2006/main" r:embed="Ref343a962e1b4b88"/>
          <a:srcRect xmlns:a="http://schemas.openxmlformats.org/drawingml/2006/main" l="0" t="35985" r="0" b="35985"/>
          <a:stretch xmlns:a="http://schemas.openxmlformats.org/drawingml/2006/main">
            <a:fillRect l="0" t="0" r="0" b="0"/>
          </a:stretch>
        </p:blipFill>
        <p:spPr>
          <a:xfrm xmlns:a="http://schemas.openxmlformats.org/drawingml/2006/main">
            <a:off x="5029200" y="0"/>
            <a:ext cx="5029200" cy="2114550"/>
          </a:xfrm>
          <a:prstGeom xmlns:a="http://schemas.openxmlformats.org/drawingml/2006/main" prst="rect">
            <a:avLst/>
          </a:prstGeom>
        </p:spPr>
      </p:pic>
      <p:sp>
        <p:nvSpPr>
          <p:cNvPr id="19" name="Family cover title ground">
            <a:extLst xmlns:a="http://schemas.openxmlformats.org/drawingml/2006/main">
              <a:ext uri="{FF2B5EF4-FFF2-40B4-BE49-F238E27FC236}">
                <a16:creationId xmlns:a16="http://schemas.microsoft.com/office/drawing/2014/main" id="{A761EA46-7BC6-453A-824E-411FE264E5DC}"/>
              </a:ext>
            </a:extLst>
          </p:cNvPr>
          <p:cNvSpPr>
            <a:spLocks xmlns:a="http://schemas.openxmlformats.org/drawingml/2006/main" noGrp="1"/>
          </p:cNvSpPr>
          <p:nvPr/>
        </p:nvSpPr>
        <p:spPr>
          <a:xfrm xmlns:a="http://schemas.openxmlformats.org/drawingml/2006/main">
            <a:off x="5029200" y="0"/>
            <a:ext cx="5029200" cy="10287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20" name="Family guide audience">
            <a:extLst xmlns:a="http://schemas.openxmlformats.org/drawingml/2006/main">
              <a:ext uri="{FF2B5EF4-FFF2-40B4-BE49-F238E27FC236}">
                <a16:creationId xmlns:a16="http://schemas.microsoft.com/office/drawing/2014/main" id="{515FC6BB-7336-4670-A7ED-14B31B82161D}"/>
              </a:ext>
            </a:extLst>
          </p:cNvPr>
          <p:cNvSpPr>
            <a:spLocks xmlns:a="http://schemas.openxmlformats.org/drawingml/2006/main" noGrp="1"/>
          </p:cNvSpPr>
          <p:nvPr/>
        </p:nvSpPr>
        <p:spPr>
          <a:xfrm xmlns:a="http://schemas.openxmlformats.org/drawingml/2006/main">
            <a:off x="5257800" y="11430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50" b="1">
                <a:solidFill>
                  <a:srgbClr val="FFFF0A"/>
                </a:solidFill>
                <a:latin typeface="Space Grotesk"/>
                <a:ea typeface="Space Grotesk"/>
                <a:cs typeface="Space Grotesk"/>
              </a:defRPr>
            </a:defPPr>
            <a:lvl1pPr algn="l">
              <a:defRPr sz="850" b="1">
                <a:solidFill>
                  <a:srgbClr val="FFFF0A"/>
                </a:solidFill>
                <a:latin typeface="Space Grotesk"/>
                <a:ea typeface="Space Grotesk"/>
                <a:cs typeface="Space Grotesk"/>
              </a:defRPr>
            </a:lvl1pPr>
            <a:lvl2pPr algn="l">
              <a:defRPr sz="850" b="1">
                <a:solidFill>
                  <a:srgbClr val="FFFF0A"/>
                </a:solidFill>
                <a:latin typeface="Space Grotesk"/>
                <a:ea typeface="Space Grotesk"/>
                <a:cs typeface="Space Grotesk"/>
              </a:defRPr>
            </a:lvl2pPr>
            <a:lvl3pPr algn="l">
              <a:defRPr sz="850" b="1">
                <a:solidFill>
                  <a:srgbClr val="FFFF0A"/>
                </a:solidFill>
                <a:latin typeface="Space Grotesk"/>
                <a:ea typeface="Space Grotesk"/>
                <a:cs typeface="Space Grotesk"/>
              </a:defRPr>
            </a:lvl3pPr>
            <a:lvl4pPr algn="l">
              <a:defRPr sz="850" b="1">
                <a:solidFill>
                  <a:srgbClr val="FFFF0A"/>
                </a:solidFill>
                <a:latin typeface="Space Grotesk"/>
                <a:ea typeface="Space Grotesk"/>
                <a:cs typeface="Space Grotesk"/>
              </a:defRPr>
            </a:lvl4pPr>
            <a:lvl5pPr algn="l">
              <a:defRPr sz="850" b="1">
                <a:solidFill>
                  <a:srgbClr val="FFFF0A"/>
                </a:solidFill>
                <a:latin typeface="Space Grotesk"/>
                <a:ea typeface="Space Grotesk"/>
                <a:cs typeface="Space Grotesk"/>
              </a:defRPr>
            </a:lvl5pPr>
            <a:lvl6pPr algn="l">
              <a:defRPr sz="850" b="1">
                <a:solidFill>
                  <a:srgbClr val="FFFF0A"/>
                </a:solidFill>
                <a:latin typeface="Space Grotesk"/>
                <a:ea typeface="Space Grotesk"/>
                <a:cs typeface="Space Grotesk"/>
              </a:defRPr>
            </a:lvl6pPr>
            <a:lvl7pPr algn="l">
              <a:defRPr sz="850" b="1">
                <a:solidFill>
                  <a:srgbClr val="FFFF0A"/>
                </a:solidFill>
                <a:latin typeface="Space Grotesk"/>
                <a:ea typeface="Space Grotesk"/>
                <a:cs typeface="Space Grotesk"/>
              </a:defRPr>
            </a:lvl7pPr>
            <a:lvl8pPr algn="l">
              <a:defRPr sz="850" b="1">
                <a:solidFill>
                  <a:srgbClr val="FFFF0A"/>
                </a:solidFill>
                <a:latin typeface="Space Grotesk"/>
                <a:ea typeface="Space Grotesk"/>
                <a:cs typeface="Space Grotesk"/>
              </a:defRPr>
            </a:lvl8pPr>
            <a:lvl9pPr algn="l">
              <a:defRPr sz="850" b="1">
                <a:solidFill>
                  <a:srgbClr val="FFFF0A"/>
                </a:solidFill>
                <a:latin typeface="Space Grotesk"/>
                <a:ea typeface="Space Grotesk"/>
                <a:cs typeface="Space Grotesk"/>
              </a:defRPr>
            </a:lvl9pPr>
          </a:lstStyle>
          <a:p xmlns:a="http://schemas.openxmlformats.org/drawingml/2006/main">
            <a:pPr algn="l">
              <a:lnSpc>
                <a:spcPct val="100000"/>
              </a:lnSpc>
              <a:buNone/>
              <a:defRPr sz="850" b="1">
                <a:solidFill>
                  <a:srgbClr val="FFFF0A"/>
                </a:solidFill>
                <a:latin typeface="Space Grotesk"/>
                <a:ea typeface="Space Grotesk"/>
                <a:cs typeface="Space Grotesk"/>
              </a:defRPr>
            </a:pPr>
            <a:r>
              <a:rPr sz="850" b="1">
                <a:solidFill>
                  <a:srgbClr val="FFFF0A"/>
                </a:solidFill>
                <a:latin typeface="Space Grotesk"/>
                <a:ea typeface="Space Grotesk"/>
                <a:cs typeface="Space Grotesk"/>
              </a:rPr>
              <a:t>FOR GROWN-UPS RIDING WITH CHILDREN</a:t>
            </a:r>
          </a:p>
        </p:txBody>
      </p:sp>
      <p:sp>
        <p:nvSpPr>
          <p:cNvPr id="21" name="Family guide title">
            <a:extLst xmlns:a="http://schemas.openxmlformats.org/drawingml/2006/main">
              <a:ext uri="{FF2B5EF4-FFF2-40B4-BE49-F238E27FC236}">
                <a16:creationId xmlns:a16="http://schemas.microsoft.com/office/drawing/2014/main" id="{D467F3D9-DBB0-4324-9C23-094EB91FEBE5}"/>
              </a:ext>
            </a:extLst>
          </p:cNvPr>
          <p:cNvSpPr>
            <a:spLocks xmlns:a="http://schemas.openxmlformats.org/drawingml/2006/main" noGrp="1"/>
          </p:cNvSpPr>
          <p:nvPr/>
        </p:nvSpPr>
        <p:spPr>
          <a:xfrm xmlns:a="http://schemas.openxmlformats.org/drawingml/2006/main">
            <a:off x="5257800" y="33337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00" b="1">
                <a:solidFill>
                  <a:srgbClr val="FFFFFF"/>
                </a:solidFill>
                <a:latin typeface="Space Grotesk"/>
                <a:ea typeface="Space Grotesk"/>
                <a:cs typeface="Space Grotesk"/>
              </a:defRPr>
            </a:defPPr>
            <a:lvl1pPr algn="l">
              <a:defRPr sz="2600" b="1">
                <a:solidFill>
                  <a:srgbClr val="FFFFFF"/>
                </a:solidFill>
                <a:latin typeface="Space Grotesk"/>
                <a:ea typeface="Space Grotesk"/>
                <a:cs typeface="Space Grotesk"/>
              </a:defRPr>
            </a:lvl1pPr>
            <a:lvl2pPr algn="l">
              <a:defRPr sz="2600" b="1">
                <a:solidFill>
                  <a:srgbClr val="FFFFFF"/>
                </a:solidFill>
                <a:latin typeface="Space Grotesk"/>
                <a:ea typeface="Space Grotesk"/>
                <a:cs typeface="Space Grotesk"/>
              </a:defRPr>
            </a:lvl2pPr>
            <a:lvl3pPr algn="l">
              <a:defRPr sz="2600" b="1">
                <a:solidFill>
                  <a:srgbClr val="FFFFFF"/>
                </a:solidFill>
                <a:latin typeface="Space Grotesk"/>
                <a:ea typeface="Space Grotesk"/>
                <a:cs typeface="Space Grotesk"/>
              </a:defRPr>
            </a:lvl3pPr>
            <a:lvl4pPr algn="l">
              <a:defRPr sz="2600" b="1">
                <a:solidFill>
                  <a:srgbClr val="FFFFFF"/>
                </a:solidFill>
                <a:latin typeface="Space Grotesk"/>
                <a:ea typeface="Space Grotesk"/>
                <a:cs typeface="Space Grotesk"/>
              </a:defRPr>
            </a:lvl4pPr>
            <a:lvl5pPr algn="l">
              <a:defRPr sz="2600" b="1">
                <a:solidFill>
                  <a:srgbClr val="FFFFFF"/>
                </a:solidFill>
                <a:latin typeface="Space Grotesk"/>
                <a:ea typeface="Space Grotesk"/>
                <a:cs typeface="Space Grotesk"/>
              </a:defRPr>
            </a:lvl5pPr>
            <a:lvl6pPr algn="l">
              <a:defRPr sz="2600" b="1">
                <a:solidFill>
                  <a:srgbClr val="FFFFFF"/>
                </a:solidFill>
                <a:latin typeface="Space Grotesk"/>
                <a:ea typeface="Space Grotesk"/>
                <a:cs typeface="Space Grotesk"/>
              </a:defRPr>
            </a:lvl6pPr>
            <a:lvl7pPr algn="l">
              <a:defRPr sz="2600" b="1">
                <a:solidFill>
                  <a:srgbClr val="FFFFFF"/>
                </a:solidFill>
                <a:latin typeface="Space Grotesk"/>
                <a:ea typeface="Space Grotesk"/>
                <a:cs typeface="Space Grotesk"/>
              </a:defRPr>
            </a:lvl7pPr>
            <a:lvl8pPr algn="l">
              <a:defRPr sz="2600" b="1">
                <a:solidFill>
                  <a:srgbClr val="FFFFFF"/>
                </a:solidFill>
                <a:latin typeface="Space Grotesk"/>
                <a:ea typeface="Space Grotesk"/>
                <a:cs typeface="Space Grotesk"/>
              </a:defRPr>
            </a:lvl8pPr>
            <a:lvl9pPr algn="l">
              <a:defRPr sz="2600" b="1">
                <a:solidFill>
                  <a:srgbClr val="FFFFFF"/>
                </a:solidFill>
                <a:latin typeface="Space Grotesk"/>
                <a:ea typeface="Space Grotesk"/>
                <a:cs typeface="Space Grotesk"/>
              </a:defRPr>
            </a:lvl9pPr>
          </a:lstStyle>
          <a:p xmlns:a="http://schemas.openxmlformats.org/drawingml/2006/main">
            <a:pPr algn="l">
              <a:lnSpc>
                <a:spcPct val="100000"/>
              </a:lnSpc>
              <a:buNone/>
              <a:defRPr sz="2600" b="1">
                <a:solidFill>
                  <a:srgbClr val="FFFFFF"/>
                </a:solidFill>
                <a:latin typeface="Space Grotesk"/>
                <a:ea typeface="Space Grotesk"/>
                <a:cs typeface="Space Grotesk"/>
              </a:defRPr>
            </a:pPr>
            <a:r>
              <a:rPr sz="2600" b="1">
                <a:solidFill>
                  <a:srgbClr val="FFFFFF"/>
                </a:solidFill>
                <a:latin typeface="Space Grotesk"/>
                <a:ea typeface="Space Grotesk"/>
                <a:cs typeface="Space Grotesk"/>
              </a:rPr>
              <a:t>READY, SET, RIDE.</a:t>
            </a:r>
          </a:p>
        </p:txBody>
      </p:sp>
      <p:sp>
        <p:nvSpPr>
          <p:cNvPr id="22" name="Family emotional headline">
            <a:extLst xmlns:a="http://schemas.openxmlformats.org/drawingml/2006/main">
              <a:ext uri="{FF2B5EF4-FFF2-40B4-BE49-F238E27FC236}">
                <a16:creationId xmlns:a16="http://schemas.microsoft.com/office/drawing/2014/main" id="{35989928-B307-4D70-B6AE-90F6366D0515}"/>
              </a:ext>
            </a:extLst>
          </p:cNvPr>
          <p:cNvSpPr>
            <a:spLocks xmlns:a="http://schemas.openxmlformats.org/drawingml/2006/main" noGrp="1"/>
          </p:cNvSpPr>
          <p:nvPr/>
        </p:nvSpPr>
        <p:spPr>
          <a:xfrm xmlns:a="http://schemas.openxmlformats.org/drawingml/2006/main">
            <a:off x="5276850" y="752475"/>
            <a:ext cx="453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FF0A"/>
                </a:solidFill>
                <a:latin typeface="Space Grotesk"/>
                <a:ea typeface="Space Grotesk"/>
                <a:cs typeface="Space Grotesk"/>
              </a:defRPr>
            </a:defPPr>
            <a:lvl1pPr algn="l">
              <a:defRPr sz="1150" b="1">
                <a:solidFill>
                  <a:srgbClr val="FFFF0A"/>
                </a:solidFill>
                <a:latin typeface="Space Grotesk"/>
                <a:ea typeface="Space Grotesk"/>
                <a:cs typeface="Space Grotesk"/>
              </a:defRPr>
            </a:lvl1pPr>
            <a:lvl2pPr algn="l">
              <a:defRPr sz="1150" b="1">
                <a:solidFill>
                  <a:srgbClr val="FFFF0A"/>
                </a:solidFill>
                <a:latin typeface="Space Grotesk"/>
                <a:ea typeface="Space Grotesk"/>
                <a:cs typeface="Space Grotesk"/>
              </a:defRPr>
            </a:lvl2pPr>
            <a:lvl3pPr algn="l">
              <a:defRPr sz="1150" b="1">
                <a:solidFill>
                  <a:srgbClr val="FFFF0A"/>
                </a:solidFill>
                <a:latin typeface="Space Grotesk"/>
                <a:ea typeface="Space Grotesk"/>
                <a:cs typeface="Space Grotesk"/>
              </a:defRPr>
            </a:lvl3pPr>
            <a:lvl4pPr algn="l">
              <a:defRPr sz="1150" b="1">
                <a:solidFill>
                  <a:srgbClr val="FFFF0A"/>
                </a:solidFill>
                <a:latin typeface="Space Grotesk"/>
                <a:ea typeface="Space Grotesk"/>
                <a:cs typeface="Space Grotesk"/>
              </a:defRPr>
            </a:lvl4pPr>
            <a:lvl5pPr algn="l">
              <a:defRPr sz="1150" b="1">
                <a:solidFill>
                  <a:srgbClr val="FFFF0A"/>
                </a:solidFill>
                <a:latin typeface="Space Grotesk"/>
                <a:ea typeface="Space Grotesk"/>
                <a:cs typeface="Space Grotesk"/>
              </a:defRPr>
            </a:lvl5pPr>
            <a:lvl6pPr algn="l">
              <a:defRPr sz="1150" b="1">
                <a:solidFill>
                  <a:srgbClr val="FFFF0A"/>
                </a:solidFill>
                <a:latin typeface="Space Grotesk"/>
                <a:ea typeface="Space Grotesk"/>
                <a:cs typeface="Space Grotesk"/>
              </a:defRPr>
            </a:lvl6pPr>
            <a:lvl7pPr algn="l">
              <a:defRPr sz="1150" b="1">
                <a:solidFill>
                  <a:srgbClr val="FFFF0A"/>
                </a:solidFill>
                <a:latin typeface="Space Grotesk"/>
                <a:ea typeface="Space Grotesk"/>
                <a:cs typeface="Space Grotesk"/>
              </a:defRPr>
            </a:lvl7pPr>
            <a:lvl8pPr algn="l">
              <a:defRPr sz="1150" b="1">
                <a:solidFill>
                  <a:srgbClr val="FFFF0A"/>
                </a:solidFill>
                <a:latin typeface="Space Grotesk"/>
                <a:ea typeface="Space Grotesk"/>
                <a:cs typeface="Space Grotesk"/>
              </a:defRPr>
            </a:lvl8pPr>
            <a:lvl9pPr algn="l">
              <a:defRPr sz="1150" b="1">
                <a:solidFill>
                  <a:srgbClr val="FFFF0A"/>
                </a:solidFill>
                <a:latin typeface="Space Grotesk"/>
                <a:ea typeface="Space Grotesk"/>
                <a:cs typeface="Space Grotesk"/>
              </a:defRPr>
            </a:lvl9pPr>
          </a:lstStyle>
          <a:p xmlns:a="http://schemas.openxmlformats.org/drawingml/2006/main">
            <a:pPr algn="l">
              <a:lnSpc>
                <a:spcPct val="100000"/>
              </a:lnSpc>
              <a:buNone/>
              <a:defRPr sz="1150" b="1">
                <a:solidFill>
                  <a:srgbClr val="FFFF0A"/>
                </a:solidFill>
                <a:latin typeface="Space Grotesk"/>
                <a:ea typeface="Space Grotesk"/>
                <a:cs typeface="Space Grotesk"/>
              </a:defRPr>
            </a:pPr>
            <a:r>
              <a:rPr sz="1150" b="1">
                <a:solidFill>
                  <a:srgbClr val="FFFF0A"/>
                </a:solidFill>
                <a:latin typeface="Space Grotesk"/>
                <a:ea typeface="Space Grotesk"/>
                <a:cs typeface="Space Grotesk"/>
              </a:rPr>
              <a:t>Little rides. Big memories.</a:t>
            </a:r>
          </a:p>
        </p:txBody>
      </p:sp>
      <p:sp>
        <p:nvSpPr>
          <p:cNvPr id="23" name="ABC Quick Check title">
            <a:extLst xmlns:a="http://schemas.openxmlformats.org/drawingml/2006/main">
              <a:ext uri="{FF2B5EF4-FFF2-40B4-BE49-F238E27FC236}">
                <a16:creationId xmlns:a16="http://schemas.microsoft.com/office/drawing/2014/main" id="{C0C4E3E2-1B7E-4169-8532-FEF42ADE013C}"/>
              </a:ext>
            </a:extLst>
          </p:cNvPr>
          <p:cNvSpPr>
            <a:spLocks xmlns:a="http://schemas.openxmlformats.org/drawingml/2006/main" noGrp="1"/>
          </p:cNvSpPr>
          <p:nvPr/>
        </p:nvSpPr>
        <p:spPr>
          <a:xfrm xmlns:a="http://schemas.openxmlformats.org/drawingml/2006/main">
            <a:off x="5276850" y="2343150"/>
            <a:ext cx="453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40" b="1">
                <a:solidFill>
                  <a:srgbClr val="7926CB"/>
                </a:solidFill>
                <a:latin typeface="Space Grotesk"/>
                <a:ea typeface="Space Grotesk"/>
                <a:cs typeface="Space Grotesk"/>
              </a:defRPr>
            </a:defPPr>
            <a:lvl1pPr algn="l">
              <a:defRPr sz="1240" b="1">
                <a:solidFill>
                  <a:srgbClr val="7926CB"/>
                </a:solidFill>
                <a:latin typeface="Space Grotesk"/>
                <a:ea typeface="Space Grotesk"/>
                <a:cs typeface="Space Grotesk"/>
              </a:defRPr>
            </a:lvl1pPr>
            <a:lvl2pPr algn="l">
              <a:defRPr sz="1240" b="1">
                <a:solidFill>
                  <a:srgbClr val="7926CB"/>
                </a:solidFill>
                <a:latin typeface="Space Grotesk"/>
                <a:ea typeface="Space Grotesk"/>
                <a:cs typeface="Space Grotesk"/>
              </a:defRPr>
            </a:lvl2pPr>
            <a:lvl3pPr algn="l">
              <a:defRPr sz="1240" b="1">
                <a:solidFill>
                  <a:srgbClr val="7926CB"/>
                </a:solidFill>
                <a:latin typeface="Space Grotesk"/>
                <a:ea typeface="Space Grotesk"/>
                <a:cs typeface="Space Grotesk"/>
              </a:defRPr>
            </a:lvl3pPr>
            <a:lvl4pPr algn="l">
              <a:defRPr sz="1240" b="1">
                <a:solidFill>
                  <a:srgbClr val="7926CB"/>
                </a:solidFill>
                <a:latin typeface="Space Grotesk"/>
                <a:ea typeface="Space Grotesk"/>
                <a:cs typeface="Space Grotesk"/>
              </a:defRPr>
            </a:lvl4pPr>
            <a:lvl5pPr algn="l">
              <a:defRPr sz="1240" b="1">
                <a:solidFill>
                  <a:srgbClr val="7926CB"/>
                </a:solidFill>
                <a:latin typeface="Space Grotesk"/>
                <a:ea typeface="Space Grotesk"/>
                <a:cs typeface="Space Grotesk"/>
              </a:defRPr>
            </a:lvl5pPr>
            <a:lvl6pPr algn="l">
              <a:defRPr sz="1240" b="1">
                <a:solidFill>
                  <a:srgbClr val="7926CB"/>
                </a:solidFill>
                <a:latin typeface="Space Grotesk"/>
                <a:ea typeface="Space Grotesk"/>
                <a:cs typeface="Space Grotesk"/>
              </a:defRPr>
            </a:lvl6pPr>
            <a:lvl7pPr algn="l">
              <a:defRPr sz="1240" b="1">
                <a:solidFill>
                  <a:srgbClr val="7926CB"/>
                </a:solidFill>
                <a:latin typeface="Space Grotesk"/>
                <a:ea typeface="Space Grotesk"/>
                <a:cs typeface="Space Grotesk"/>
              </a:defRPr>
            </a:lvl7pPr>
            <a:lvl8pPr algn="l">
              <a:defRPr sz="1240" b="1">
                <a:solidFill>
                  <a:srgbClr val="7926CB"/>
                </a:solidFill>
                <a:latin typeface="Space Grotesk"/>
                <a:ea typeface="Space Grotesk"/>
                <a:cs typeface="Space Grotesk"/>
              </a:defRPr>
            </a:lvl8pPr>
            <a:lvl9pPr algn="l">
              <a:defRPr sz="1240" b="1">
                <a:solidFill>
                  <a:srgbClr val="7926CB"/>
                </a:solidFill>
                <a:latin typeface="Space Grotesk"/>
                <a:ea typeface="Space Grotesk"/>
                <a:cs typeface="Space Grotesk"/>
              </a:defRPr>
            </a:lvl9pPr>
          </a:lstStyle>
          <a:p xmlns:a="http://schemas.openxmlformats.org/drawingml/2006/main">
            <a:pPr algn="l">
              <a:lnSpc>
                <a:spcPct val="100000"/>
              </a:lnSpc>
              <a:buNone/>
              <a:defRPr sz="1240" b="1">
                <a:solidFill>
                  <a:srgbClr val="7926CB"/>
                </a:solidFill>
                <a:latin typeface="Space Grotesk"/>
                <a:ea typeface="Space Grotesk"/>
                <a:cs typeface="Space Grotesk"/>
              </a:defRPr>
            </a:pPr>
            <a:r>
              <a:rPr sz="1240" b="1">
                <a:solidFill>
                  <a:srgbClr val="7926CB"/>
                </a:solidFill>
                <a:latin typeface="Space Grotesk"/>
                <a:ea typeface="Space Grotesk"/>
                <a:cs typeface="Space Grotesk"/>
              </a:rPr>
              <a:t>ABC QUICK CHECK · BEFORE EVERY RIDE</a:t>
            </a:r>
          </a:p>
        </p:txBody>
      </p:sp>
      <p:sp>
        <p:nvSpPr>
          <p:cNvPr id="24" name="ABC Quick Check source label">
            <a:extLst xmlns:a="http://schemas.openxmlformats.org/drawingml/2006/main">
              <a:ext uri="{FF2B5EF4-FFF2-40B4-BE49-F238E27FC236}">
                <a16:creationId xmlns:a16="http://schemas.microsoft.com/office/drawing/2014/main" id="{EBA5BE41-8885-4A4D-A17C-D8F31CC56D58}"/>
              </a:ext>
            </a:extLst>
          </p:cNvPr>
          <p:cNvSpPr>
            <a:spLocks xmlns:a="http://schemas.openxmlformats.org/drawingml/2006/main" noGrp="1"/>
          </p:cNvSpPr>
          <p:nvPr/>
        </p:nvSpPr>
        <p:spPr>
          <a:xfrm xmlns:a="http://schemas.openxmlformats.org/drawingml/2006/main">
            <a:off x="5276850" y="2600325"/>
            <a:ext cx="45339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1">
                <a:solidFill>
                  <a:srgbClr val="35125F"/>
                </a:solidFill>
                <a:latin typeface="Arial"/>
                <a:ea typeface="Arial"/>
                <a:cs typeface="Arial"/>
              </a:defRPr>
            </a:defPPr>
            <a:lvl1pPr algn="l">
              <a:defRPr sz="930" b="1">
                <a:solidFill>
                  <a:srgbClr val="35125F"/>
                </a:solidFill>
                <a:latin typeface="Arial"/>
                <a:ea typeface="Arial"/>
                <a:cs typeface="Arial"/>
              </a:defRPr>
            </a:lvl1pPr>
            <a:lvl2pPr algn="l">
              <a:defRPr sz="930" b="1">
                <a:solidFill>
                  <a:srgbClr val="35125F"/>
                </a:solidFill>
                <a:latin typeface="Arial"/>
                <a:ea typeface="Arial"/>
                <a:cs typeface="Arial"/>
              </a:defRPr>
            </a:lvl2pPr>
            <a:lvl3pPr algn="l">
              <a:defRPr sz="930" b="1">
                <a:solidFill>
                  <a:srgbClr val="35125F"/>
                </a:solidFill>
                <a:latin typeface="Arial"/>
                <a:ea typeface="Arial"/>
                <a:cs typeface="Arial"/>
              </a:defRPr>
            </a:lvl3pPr>
            <a:lvl4pPr algn="l">
              <a:defRPr sz="930" b="1">
                <a:solidFill>
                  <a:srgbClr val="35125F"/>
                </a:solidFill>
                <a:latin typeface="Arial"/>
                <a:ea typeface="Arial"/>
                <a:cs typeface="Arial"/>
              </a:defRPr>
            </a:lvl4pPr>
            <a:lvl5pPr algn="l">
              <a:defRPr sz="930" b="1">
                <a:solidFill>
                  <a:srgbClr val="35125F"/>
                </a:solidFill>
                <a:latin typeface="Arial"/>
                <a:ea typeface="Arial"/>
                <a:cs typeface="Arial"/>
              </a:defRPr>
            </a:lvl5pPr>
            <a:lvl6pPr algn="l">
              <a:defRPr sz="930" b="1">
                <a:solidFill>
                  <a:srgbClr val="35125F"/>
                </a:solidFill>
                <a:latin typeface="Arial"/>
                <a:ea typeface="Arial"/>
                <a:cs typeface="Arial"/>
              </a:defRPr>
            </a:lvl6pPr>
            <a:lvl7pPr algn="l">
              <a:defRPr sz="930" b="1">
                <a:solidFill>
                  <a:srgbClr val="35125F"/>
                </a:solidFill>
                <a:latin typeface="Arial"/>
                <a:ea typeface="Arial"/>
                <a:cs typeface="Arial"/>
              </a:defRPr>
            </a:lvl7pPr>
            <a:lvl8pPr algn="l">
              <a:defRPr sz="930" b="1">
                <a:solidFill>
                  <a:srgbClr val="35125F"/>
                </a:solidFill>
                <a:latin typeface="Arial"/>
                <a:ea typeface="Arial"/>
                <a:cs typeface="Arial"/>
              </a:defRPr>
            </a:lvl8pPr>
            <a:lvl9pPr algn="l">
              <a:defRPr sz="930" b="1">
                <a:solidFill>
                  <a:srgbClr val="35125F"/>
                </a:solidFill>
                <a:latin typeface="Arial"/>
                <a:ea typeface="Arial"/>
                <a:cs typeface="Arial"/>
              </a:defRPr>
            </a:lvl9pPr>
          </a:lstStyle>
          <a:p xmlns:a="http://schemas.openxmlformats.org/drawingml/2006/main">
            <a:pPr algn="l">
              <a:lnSpc>
                <a:spcPct val="100000"/>
              </a:lnSpc>
              <a:buNone/>
              <a:defRPr sz="930" b="1">
                <a:solidFill>
                  <a:srgbClr val="35125F"/>
                </a:solidFill>
                <a:latin typeface="Arial"/>
                <a:ea typeface="Arial"/>
                <a:cs typeface="Arial"/>
              </a:defRPr>
            </a:pPr>
            <a:r>
              <a:rPr sz="930" b="1">
                <a:solidFill>
                  <a:srgbClr val="35125F"/>
                </a:solidFill>
                <a:latin typeface="Arial"/>
                <a:ea typeface="Arial"/>
                <a:cs typeface="Arial"/>
              </a:rPr>
              <a:t>League of American Bicyclists</a:t>
            </a:r>
          </a:p>
        </p:txBody>
      </p:sp>
      <p:sp>
        <p:nvSpPr>
          <p:cNvPr id="25" name="HELMET heading">
            <a:extLst xmlns:a="http://schemas.openxmlformats.org/drawingml/2006/main">
              <a:ext uri="{FF2B5EF4-FFF2-40B4-BE49-F238E27FC236}">
                <a16:creationId xmlns:a16="http://schemas.microsoft.com/office/drawing/2014/main" id="{7A836551-E19C-4345-899A-D29C9DA2C67D}"/>
              </a:ext>
            </a:extLst>
          </p:cNvPr>
          <p:cNvSpPr>
            <a:spLocks xmlns:a="http://schemas.openxmlformats.org/drawingml/2006/main" noGrp="1"/>
          </p:cNvSpPr>
          <p:nvPr/>
        </p:nvSpPr>
        <p:spPr>
          <a:xfrm xmlns:a="http://schemas.openxmlformats.org/drawingml/2006/main">
            <a:off x="5276850" y="2876550"/>
            <a:ext cx="453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HELMET</a:t>
            </a:r>
          </a:p>
        </p:txBody>
      </p:sp>
      <p:sp>
        <p:nvSpPr>
          <p:cNvPr id="26" name="HELMET copy">
            <a:extLst xmlns:a="http://schemas.openxmlformats.org/drawingml/2006/main">
              <a:ext uri="{FF2B5EF4-FFF2-40B4-BE49-F238E27FC236}">
                <a16:creationId xmlns:a16="http://schemas.microsoft.com/office/drawing/2014/main" id="{FE4C4687-77A0-422B-88C2-D5D7D55F4236}"/>
              </a:ext>
            </a:extLst>
          </p:cNvPr>
          <p:cNvSpPr>
            <a:spLocks xmlns:a="http://schemas.openxmlformats.org/drawingml/2006/main" noGrp="1"/>
          </p:cNvSpPr>
          <p:nvPr/>
        </p:nvSpPr>
        <p:spPr>
          <a:xfrm xmlns:a="http://schemas.openxmlformats.org/drawingml/2006/main">
            <a:off x="5276850" y="3028950"/>
            <a:ext cx="4533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0">
                <a:solidFill>
                  <a:srgbClr val="23143A"/>
                </a:solidFill>
                <a:latin typeface="Arial"/>
                <a:ea typeface="Arial"/>
                <a:cs typeface="Arial"/>
              </a:defRPr>
            </a:defPPr>
            <a:lvl1pPr algn="l">
              <a:defRPr sz="1000" b="0">
                <a:solidFill>
                  <a:srgbClr val="23143A"/>
                </a:solidFill>
                <a:latin typeface="Arial"/>
                <a:ea typeface="Arial"/>
                <a:cs typeface="Arial"/>
              </a:defRPr>
            </a:lvl1pPr>
            <a:lvl2pPr algn="l">
              <a:defRPr sz="1000" b="0">
                <a:solidFill>
                  <a:srgbClr val="23143A"/>
                </a:solidFill>
                <a:latin typeface="Arial"/>
                <a:ea typeface="Arial"/>
                <a:cs typeface="Arial"/>
              </a:defRPr>
            </a:lvl2pPr>
            <a:lvl3pPr algn="l">
              <a:defRPr sz="1000" b="0">
                <a:solidFill>
                  <a:srgbClr val="23143A"/>
                </a:solidFill>
                <a:latin typeface="Arial"/>
                <a:ea typeface="Arial"/>
                <a:cs typeface="Arial"/>
              </a:defRPr>
            </a:lvl3pPr>
            <a:lvl4pPr algn="l">
              <a:defRPr sz="1000" b="0">
                <a:solidFill>
                  <a:srgbClr val="23143A"/>
                </a:solidFill>
                <a:latin typeface="Arial"/>
                <a:ea typeface="Arial"/>
                <a:cs typeface="Arial"/>
              </a:defRPr>
            </a:lvl4pPr>
            <a:lvl5pPr algn="l">
              <a:defRPr sz="1000" b="0">
                <a:solidFill>
                  <a:srgbClr val="23143A"/>
                </a:solidFill>
                <a:latin typeface="Arial"/>
                <a:ea typeface="Arial"/>
                <a:cs typeface="Arial"/>
              </a:defRPr>
            </a:lvl5pPr>
            <a:lvl6pPr algn="l">
              <a:defRPr sz="1000" b="0">
                <a:solidFill>
                  <a:srgbClr val="23143A"/>
                </a:solidFill>
                <a:latin typeface="Arial"/>
                <a:ea typeface="Arial"/>
                <a:cs typeface="Arial"/>
              </a:defRPr>
            </a:lvl6pPr>
            <a:lvl7pPr algn="l">
              <a:defRPr sz="1000" b="0">
                <a:solidFill>
                  <a:srgbClr val="23143A"/>
                </a:solidFill>
                <a:latin typeface="Arial"/>
                <a:ea typeface="Arial"/>
                <a:cs typeface="Arial"/>
              </a:defRPr>
            </a:lvl7pPr>
            <a:lvl8pPr algn="l">
              <a:defRPr sz="1000" b="0">
                <a:solidFill>
                  <a:srgbClr val="23143A"/>
                </a:solidFill>
                <a:latin typeface="Arial"/>
                <a:ea typeface="Arial"/>
                <a:cs typeface="Arial"/>
              </a:defRPr>
            </a:lvl8pPr>
            <a:lvl9pPr algn="l">
              <a:defRPr sz="1000" b="0">
                <a:solidFill>
                  <a:srgbClr val="23143A"/>
                </a:solidFill>
                <a:latin typeface="Arial"/>
                <a:ea typeface="Arial"/>
                <a:cs typeface="Arial"/>
              </a:defRPr>
            </a:lvl9pPr>
          </a:lstStyle>
          <a:p xmlns:a="http://schemas.openxmlformats.org/drawingml/2006/main">
            <a:pPr algn="l">
              <a:lnSpc>
                <a:spcPct val="102000"/>
              </a:lnSpc>
              <a:buNone/>
              <a:defRPr sz="1000" b="0">
                <a:solidFill>
                  <a:srgbClr val="23143A"/>
                </a:solidFill>
                <a:latin typeface="Arial"/>
                <a:ea typeface="Arial"/>
                <a:cs typeface="Arial"/>
              </a:defRPr>
            </a:pPr>
            <a:r>
              <a:rPr sz="1000" b="0">
                <a:solidFill>
                  <a:srgbClr val="23143A"/>
                </a:solidFill>
                <a:latin typeface="Arial"/>
                <a:ea typeface="Arial"/>
                <a:cs typeface="Arial"/>
              </a:rPr>
              <a:t>Choose the right size. Wear it level and snug, with the strap fastened.</a:t>
            </a:r>
          </a:p>
        </p:txBody>
      </p:sp>
      <p:sp>
        <p:nvSpPr>
          <p:cNvPr id="27" name="AIR heading">
            <a:extLst xmlns:a="http://schemas.openxmlformats.org/drawingml/2006/main">
              <a:ext uri="{FF2B5EF4-FFF2-40B4-BE49-F238E27FC236}">
                <a16:creationId xmlns:a16="http://schemas.microsoft.com/office/drawing/2014/main" id="{AD99DB89-1F7B-4F2D-BBDD-D674975FA973}"/>
              </a:ext>
            </a:extLst>
          </p:cNvPr>
          <p:cNvSpPr>
            <a:spLocks xmlns:a="http://schemas.openxmlformats.org/drawingml/2006/main" noGrp="1"/>
          </p:cNvSpPr>
          <p:nvPr/>
        </p:nvSpPr>
        <p:spPr>
          <a:xfrm xmlns:a="http://schemas.openxmlformats.org/drawingml/2006/main">
            <a:off x="5276850" y="3324225"/>
            <a:ext cx="453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AIR</a:t>
            </a:r>
          </a:p>
        </p:txBody>
      </p:sp>
      <p:sp>
        <p:nvSpPr>
          <p:cNvPr id="28" name="AIR copy">
            <a:extLst xmlns:a="http://schemas.openxmlformats.org/drawingml/2006/main">
              <a:ext uri="{FF2B5EF4-FFF2-40B4-BE49-F238E27FC236}">
                <a16:creationId xmlns:a16="http://schemas.microsoft.com/office/drawing/2014/main" id="{CDAC5D70-A0FB-4262-BC98-617CB049AFB9}"/>
              </a:ext>
            </a:extLst>
          </p:cNvPr>
          <p:cNvSpPr>
            <a:spLocks xmlns:a="http://schemas.openxmlformats.org/drawingml/2006/main" noGrp="1"/>
          </p:cNvSpPr>
          <p:nvPr/>
        </p:nvSpPr>
        <p:spPr>
          <a:xfrm xmlns:a="http://schemas.openxmlformats.org/drawingml/2006/main">
            <a:off x="5276850" y="3476625"/>
            <a:ext cx="453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0">
                <a:solidFill>
                  <a:srgbClr val="23143A"/>
                </a:solidFill>
                <a:latin typeface="Arial"/>
                <a:ea typeface="Arial"/>
                <a:cs typeface="Arial"/>
              </a:defRPr>
            </a:defPPr>
            <a:lvl1pPr algn="l">
              <a:defRPr sz="1000" b="0">
                <a:solidFill>
                  <a:srgbClr val="23143A"/>
                </a:solidFill>
                <a:latin typeface="Arial"/>
                <a:ea typeface="Arial"/>
                <a:cs typeface="Arial"/>
              </a:defRPr>
            </a:lvl1pPr>
            <a:lvl2pPr algn="l">
              <a:defRPr sz="1000" b="0">
                <a:solidFill>
                  <a:srgbClr val="23143A"/>
                </a:solidFill>
                <a:latin typeface="Arial"/>
                <a:ea typeface="Arial"/>
                <a:cs typeface="Arial"/>
              </a:defRPr>
            </a:lvl2pPr>
            <a:lvl3pPr algn="l">
              <a:defRPr sz="1000" b="0">
                <a:solidFill>
                  <a:srgbClr val="23143A"/>
                </a:solidFill>
                <a:latin typeface="Arial"/>
                <a:ea typeface="Arial"/>
                <a:cs typeface="Arial"/>
              </a:defRPr>
            </a:lvl3pPr>
            <a:lvl4pPr algn="l">
              <a:defRPr sz="1000" b="0">
                <a:solidFill>
                  <a:srgbClr val="23143A"/>
                </a:solidFill>
                <a:latin typeface="Arial"/>
                <a:ea typeface="Arial"/>
                <a:cs typeface="Arial"/>
              </a:defRPr>
            </a:lvl4pPr>
            <a:lvl5pPr algn="l">
              <a:defRPr sz="1000" b="0">
                <a:solidFill>
                  <a:srgbClr val="23143A"/>
                </a:solidFill>
                <a:latin typeface="Arial"/>
                <a:ea typeface="Arial"/>
                <a:cs typeface="Arial"/>
              </a:defRPr>
            </a:lvl5pPr>
            <a:lvl6pPr algn="l">
              <a:defRPr sz="1000" b="0">
                <a:solidFill>
                  <a:srgbClr val="23143A"/>
                </a:solidFill>
                <a:latin typeface="Arial"/>
                <a:ea typeface="Arial"/>
                <a:cs typeface="Arial"/>
              </a:defRPr>
            </a:lvl6pPr>
            <a:lvl7pPr algn="l">
              <a:defRPr sz="1000" b="0">
                <a:solidFill>
                  <a:srgbClr val="23143A"/>
                </a:solidFill>
                <a:latin typeface="Arial"/>
                <a:ea typeface="Arial"/>
                <a:cs typeface="Arial"/>
              </a:defRPr>
            </a:lvl7pPr>
            <a:lvl8pPr algn="l">
              <a:defRPr sz="1000" b="0">
                <a:solidFill>
                  <a:srgbClr val="23143A"/>
                </a:solidFill>
                <a:latin typeface="Arial"/>
                <a:ea typeface="Arial"/>
                <a:cs typeface="Arial"/>
              </a:defRPr>
            </a:lvl8pPr>
            <a:lvl9pPr algn="l">
              <a:defRPr sz="1000" b="0">
                <a:solidFill>
                  <a:srgbClr val="23143A"/>
                </a:solidFill>
                <a:latin typeface="Arial"/>
                <a:ea typeface="Arial"/>
                <a:cs typeface="Arial"/>
              </a:defRPr>
            </a:lvl9pPr>
          </a:lstStyle>
          <a:p xmlns:a="http://schemas.openxmlformats.org/drawingml/2006/main">
            <a:pPr algn="l">
              <a:lnSpc>
                <a:spcPct val="102000"/>
              </a:lnSpc>
              <a:buNone/>
              <a:defRPr sz="1000" b="0">
                <a:solidFill>
                  <a:srgbClr val="23143A"/>
                </a:solidFill>
                <a:latin typeface="Arial"/>
                <a:ea typeface="Arial"/>
                <a:cs typeface="Arial"/>
              </a:defRPr>
            </a:pPr>
            <a:r>
              <a:rPr sz="1000" b="0">
                <a:solidFill>
                  <a:srgbClr val="23143A"/>
                </a:solidFill>
                <a:latin typeface="Arial"/>
                <a:ea typeface="Arial"/>
                <a:cs typeface="Arial"/>
              </a:rPr>
              <a:t>Check tire pressure and look for damage.</a:t>
            </a:r>
          </a:p>
        </p:txBody>
      </p:sp>
      <p:sp>
        <p:nvSpPr>
          <p:cNvPr id="29" name="BRAKES heading">
            <a:extLst xmlns:a="http://schemas.openxmlformats.org/drawingml/2006/main">
              <a:ext uri="{FF2B5EF4-FFF2-40B4-BE49-F238E27FC236}">
                <a16:creationId xmlns:a16="http://schemas.microsoft.com/office/drawing/2014/main" id="{A9865F07-87C2-480B-8CFF-D329133B4EDF}"/>
              </a:ext>
            </a:extLst>
          </p:cNvPr>
          <p:cNvSpPr>
            <a:spLocks xmlns:a="http://schemas.openxmlformats.org/drawingml/2006/main" noGrp="1"/>
          </p:cNvSpPr>
          <p:nvPr/>
        </p:nvSpPr>
        <p:spPr>
          <a:xfrm xmlns:a="http://schemas.openxmlformats.org/drawingml/2006/main">
            <a:off x="5276850" y="3714750"/>
            <a:ext cx="453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BRAKES</a:t>
            </a:r>
          </a:p>
        </p:txBody>
      </p:sp>
      <p:sp>
        <p:nvSpPr>
          <p:cNvPr id="30" name="BRAKES copy">
            <a:extLst xmlns:a="http://schemas.openxmlformats.org/drawingml/2006/main">
              <a:ext uri="{FF2B5EF4-FFF2-40B4-BE49-F238E27FC236}">
                <a16:creationId xmlns:a16="http://schemas.microsoft.com/office/drawing/2014/main" id="{E9027BF4-EF1D-4710-B18A-8FEE7EDE2687}"/>
              </a:ext>
            </a:extLst>
          </p:cNvPr>
          <p:cNvSpPr>
            <a:spLocks xmlns:a="http://schemas.openxmlformats.org/drawingml/2006/main" noGrp="1"/>
          </p:cNvSpPr>
          <p:nvPr/>
        </p:nvSpPr>
        <p:spPr>
          <a:xfrm xmlns:a="http://schemas.openxmlformats.org/drawingml/2006/main">
            <a:off x="5276850" y="3867150"/>
            <a:ext cx="453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0">
                <a:solidFill>
                  <a:srgbClr val="23143A"/>
                </a:solidFill>
                <a:latin typeface="Arial"/>
                <a:ea typeface="Arial"/>
                <a:cs typeface="Arial"/>
              </a:defRPr>
            </a:defPPr>
            <a:lvl1pPr algn="l">
              <a:defRPr sz="1000" b="0">
                <a:solidFill>
                  <a:srgbClr val="23143A"/>
                </a:solidFill>
                <a:latin typeface="Arial"/>
                <a:ea typeface="Arial"/>
                <a:cs typeface="Arial"/>
              </a:defRPr>
            </a:lvl1pPr>
            <a:lvl2pPr algn="l">
              <a:defRPr sz="1000" b="0">
                <a:solidFill>
                  <a:srgbClr val="23143A"/>
                </a:solidFill>
                <a:latin typeface="Arial"/>
                <a:ea typeface="Arial"/>
                <a:cs typeface="Arial"/>
              </a:defRPr>
            </a:lvl2pPr>
            <a:lvl3pPr algn="l">
              <a:defRPr sz="1000" b="0">
                <a:solidFill>
                  <a:srgbClr val="23143A"/>
                </a:solidFill>
                <a:latin typeface="Arial"/>
                <a:ea typeface="Arial"/>
                <a:cs typeface="Arial"/>
              </a:defRPr>
            </a:lvl3pPr>
            <a:lvl4pPr algn="l">
              <a:defRPr sz="1000" b="0">
                <a:solidFill>
                  <a:srgbClr val="23143A"/>
                </a:solidFill>
                <a:latin typeface="Arial"/>
                <a:ea typeface="Arial"/>
                <a:cs typeface="Arial"/>
              </a:defRPr>
            </a:lvl4pPr>
            <a:lvl5pPr algn="l">
              <a:defRPr sz="1000" b="0">
                <a:solidFill>
                  <a:srgbClr val="23143A"/>
                </a:solidFill>
                <a:latin typeface="Arial"/>
                <a:ea typeface="Arial"/>
                <a:cs typeface="Arial"/>
              </a:defRPr>
            </a:lvl5pPr>
            <a:lvl6pPr algn="l">
              <a:defRPr sz="1000" b="0">
                <a:solidFill>
                  <a:srgbClr val="23143A"/>
                </a:solidFill>
                <a:latin typeface="Arial"/>
                <a:ea typeface="Arial"/>
                <a:cs typeface="Arial"/>
              </a:defRPr>
            </a:lvl6pPr>
            <a:lvl7pPr algn="l">
              <a:defRPr sz="1000" b="0">
                <a:solidFill>
                  <a:srgbClr val="23143A"/>
                </a:solidFill>
                <a:latin typeface="Arial"/>
                <a:ea typeface="Arial"/>
                <a:cs typeface="Arial"/>
              </a:defRPr>
            </a:lvl7pPr>
            <a:lvl8pPr algn="l">
              <a:defRPr sz="1000" b="0">
                <a:solidFill>
                  <a:srgbClr val="23143A"/>
                </a:solidFill>
                <a:latin typeface="Arial"/>
                <a:ea typeface="Arial"/>
                <a:cs typeface="Arial"/>
              </a:defRPr>
            </a:lvl8pPr>
            <a:lvl9pPr algn="l">
              <a:defRPr sz="1000" b="0">
                <a:solidFill>
                  <a:srgbClr val="23143A"/>
                </a:solidFill>
                <a:latin typeface="Arial"/>
                <a:ea typeface="Arial"/>
                <a:cs typeface="Arial"/>
              </a:defRPr>
            </a:lvl9pPr>
          </a:lstStyle>
          <a:p xmlns:a="http://schemas.openxmlformats.org/drawingml/2006/main">
            <a:pPr algn="l">
              <a:lnSpc>
                <a:spcPct val="102000"/>
              </a:lnSpc>
              <a:buNone/>
              <a:defRPr sz="1000" b="0">
                <a:solidFill>
                  <a:srgbClr val="23143A"/>
                </a:solidFill>
                <a:latin typeface="Arial"/>
                <a:ea typeface="Arial"/>
                <a:cs typeface="Arial"/>
              </a:defRPr>
            </a:pPr>
            <a:r>
              <a:rPr sz="1000" b="0">
                <a:solidFill>
                  <a:srgbClr val="23143A"/>
                </a:solidFill>
                <a:latin typeface="Arial"/>
                <a:ea typeface="Arial"/>
                <a:cs typeface="Arial"/>
              </a:rPr>
              <a:t>Use each brake’s control; check that it stops the bike.</a:t>
            </a:r>
          </a:p>
        </p:txBody>
      </p:sp>
      <p:sp>
        <p:nvSpPr>
          <p:cNvPr id="31" name="CHAIN &amp; CRANKS heading">
            <a:extLst xmlns:a="http://schemas.openxmlformats.org/drawingml/2006/main">
              <a:ext uri="{FF2B5EF4-FFF2-40B4-BE49-F238E27FC236}">
                <a16:creationId xmlns:a16="http://schemas.microsoft.com/office/drawing/2014/main" id="{CD07F8AA-C6A6-4280-B402-755FD4899E97}"/>
              </a:ext>
            </a:extLst>
          </p:cNvPr>
          <p:cNvSpPr>
            <a:spLocks xmlns:a="http://schemas.openxmlformats.org/drawingml/2006/main" noGrp="1"/>
          </p:cNvSpPr>
          <p:nvPr/>
        </p:nvSpPr>
        <p:spPr>
          <a:xfrm xmlns:a="http://schemas.openxmlformats.org/drawingml/2006/main">
            <a:off x="5276850" y="4105275"/>
            <a:ext cx="453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CHAIN &amp; CRANKS</a:t>
            </a:r>
          </a:p>
        </p:txBody>
      </p:sp>
      <p:sp>
        <p:nvSpPr>
          <p:cNvPr id="32" name="CHAIN &amp; CRANKS copy">
            <a:extLst xmlns:a="http://schemas.openxmlformats.org/drawingml/2006/main">
              <a:ext uri="{FF2B5EF4-FFF2-40B4-BE49-F238E27FC236}">
                <a16:creationId xmlns:a16="http://schemas.microsoft.com/office/drawing/2014/main" id="{DA1B9243-97AB-43C8-9109-BA9AB152760E}"/>
              </a:ext>
            </a:extLst>
          </p:cNvPr>
          <p:cNvSpPr>
            <a:spLocks xmlns:a="http://schemas.openxmlformats.org/drawingml/2006/main" noGrp="1"/>
          </p:cNvSpPr>
          <p:nvPr/>
        </p:nvSpPr>
        <p:spPr>
          <a:xfrm xmlns:a="http://schemas.openxmlformats.org/drawingml/2006/main">
            <a:off x="5276850" y="4257675"/>
            <a:ext cx="4533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0">
                <a:solidFill>
                  <a:srgbClr val="23143A"/>
                </a:solidFill>
                <a:latin typeface="Arial"/>
                <a:ea typeface="Arial"/>
                <a:cs typeface="Arial"/>
              </a:defRPr>
            </a:defPPr>
            <a:lvl1pPr algn="l">
              <a:defRPr sz="1000" b="0">
                <a:solidFill>
                  <a:srgbClr val="23143A"/>
                </a:solidFill>
                <a:latin typeface="Arial"/>
                <a:ea typeface="Arial"/>
                <a:cs typeface="Arial"/>
              </a:defRPr>
            </a:lvl1pPr>
            <a:lvl2pPr algn="l">
              <a:defRPr sz="1000" b="0">
                <a:solidFill>
                  <a:srgbClr val="23143A"/>
                </a:solidFill>
                <a:latin typeface="Arial"/>
                <a:ea typeface="Arial"/>
                <a:cs typeface="Arial"/>
              </a:defRPr>
            </a:lvl2pPr>
            <a:lvl3pPr algn="l">
              <a:defRPr sz="1000" b="0">
                <a:solidFill>
                  <a:srgbClr val="23143A"/>
                </a:solidFill>
                <a:latin typeface="Arial"/>
                <a:ea typeface="Arial"/>
                <a:cs typeface="Arial"/>
              </a:defRPr>
            </a:lvl3pPr>
            <a:lvl4pPr algn="l">
              <a:defRPr sz="1000" b="0">
                <a:solidFill>
                  <a:srgbClr val="23143A"/>
                </a:solidFill>
                <a:latin typeface="Arial"/>
                <a:ea typeface="Arial"/>
                <a:cs typeface="Arial"/>
              </a:defRPr>
            </a:lvl4pPr>
            <a:lvl5pPr algn="l">
              <a:defRPr sz="1000" b="0">
                <a:solidFill>
                  <a:srgbClr val="23143A"/>
                </a:solidFill>
                <a:latin typeface="Arial"/>
                <a:ea typeface="Arial"/>
                <a:cs typeface="Arial"/>
              </a:defRPr>
            </a:lvl5pPr>
            <a:lvl6pPr algn="l">
              <a:defRPr sz="1000" b="0">
                <a:solidFill>
                  <a:srgbClr val="23143A"/>
                </a:solidFill>
                <a:latin typeface="Arial"/>
                <a:ea typeface="Arial"/>
                <a:cs typeface="Arial"/>
              </a:defRPr>
            </a:lvl6pPr>
            <a:lvl7pPr algn="l">
              <a:defRPr sz="1000" b="0">
                <a:solidFill>
                  <a:srgbClr val="23143A"/>
                </a:solidFill>
                <a:latin typeface="Arial"/>
                <a:ea typeface="Arial"/>
                <a:cs typeface="Arial"/>
              </a:defRPr>
            </a:lvl7pPr>
            <a:lvl8pPr algn="l">
              <a:defRPr sz="1000" b="0">
                <a:solidFill>
                  <a:srgbClr val="23143A"/>
                </a:solidFill>
                <a:latin typeface="Arial"/>
                <a:ea typeface="Arial"/>
                <a:cs typeface="Arial"/>
              </a:defRPr>
            </a:lvl8pPr>
            <a:lvl9pPr algn="l">
              <a:defRPr sz="1000" b="0">
                <a:solidFill>
                  <a:srgbClr val="23143A"/>
                </a:solidFill>
                <a:latin typeface="Arial"/>
                <a:ea typeface="Arial"/>
                <a:cs typeface="Arial"/>
              </a:defRPr>
            </a:lvl9pPr>
          </a:lstStyle>
          <a:p xmlns:a="http://schemas.openxmlformats.org/drawingml/2006/main">
            <a:pPr algn="l">
              <a:lnSpc>
                <a:spcPct val="102000"/>
              </a:lnSpc>
              <a:buNone/>
              <a:defRPr sz="1000" b="0">
                <a:solidFill>
                  <a:srgbClr val="23143A"/>
                </a:solidFill>
                <a:latin typeface="Arial"/>
                <a:ea typeface="Arial"/>
                <a:cs typeface="Arial"/>
              </a:defRPr>
            </a:pPr>
            <a:r>
              <a:rPr sz="1000" b="0">
                <a:solidFill>
                  <a:srgbClr val="23143A"/>
                </a:solidFill>
                <a:latin typeface="Arial"/>
                <a:ea typeface="Arial"/>
                <a:cs typeface="Arial"/>
              </a:rPr>
              <a:t>Make sure cranks are secure and the chain moves freely.</a:t>
            </a:r>
          </a:p>
        </p:txBody>
      </p:sp>
      <p:sp>
        <p:nvSpPr>
          <p:cNvPr id="33" name="QUICK RELEASE heading">
            <a:extLst xmlns:a="http://schemas.openxmlformats.org/drawingml/2006/main">
              <a:ext uri="{FF2B5EF4-FFF2-40B4-BE49-F238E27FC236}">
                <a16:creationId xmlns:a16="http://schemas.microsoft.com/office/drawing/2014/main" id="{A272D2E9-B93E-4F33-A661-ACF6AD281425}"/>
              </a:ext>
            </a:extLst>
          </p:cNvPr>
          <p:cNvSpPr>
            <a:spLocks xmlns:a="http://schemas.openxmlformats.org/drawingml/2006/main" noGrp="1"/>
          </p:cNvSpPr>
          <p:nvPr/>
        </p:nvSpPr>
        <p:spPr>
          <a:xfrm xmlns:a="http://schemas.openxmlformats.org/drawingml/2006/main">
            <a:off x="5276850" y="4495800"/>
            <a:ext cx="453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QUICK RELEASE</a:t>
            </a:r>
          </a:p>
        </p:txBody>
      </p:sp>
      <p:sp>
        <p:nvSpPr>
          <p:cNvPr id="34" name="QUICK RELEASE copy">
            <a:extLst xmlns:a="http://schemas.openxmlformats.org/drawingml/2006/main">
              <a:ext uri="{FF2B5EF4-FFF2-40B4-BE49-F238E27FC236}">
                <a16:creationId xmlns:a16="http://schemas.microsoft.com/office/drawing/2014/main" id="{6F06B5AE-1D90-4BCC-B2BF-662008CCBD5C}"/>
              </a:ext>
            </a:extLst>
          </p:cNvPr>
          <p:cNvSpPr>
            <a:spLocks xmlns:a="http://schemas.openxmlformats.org/drawingml/2006/main" noGrp="1"/>
          </p:cNvSpPr>
          <p:nvPr/>
        </p:nvSpPr>
        <p:spPr>
          <a:xfrm xmlns:a="http://schemas.openxmlformats.org/drawingml/2006/main">
            <a:off x="5276850" y="4648200"/>
            <a:ext cx="4533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0">
                <a:solidFill>
                  <a:srgbClr val="23143A"/>
                </a:solidFill>
                <a:latin typeface="Arial"/>
                <a:ea typeface="Arial"/>
                <a:cs typeface="Arial"/>
              </a:defRPr>
            </a:defPPr>
            <a:lvl1pPr algn="l">
              <a:defRPr sz="1000" b="0">
                <a:solidFill>
                  <a:srgbClr val="23143A"/>
                </a:solidFill>
                <a:latin typeface="Arial"/>
                <a:ea typeface="Arial"/>
                <a:cs typeface="Arial"/>
              </a:defRPr>
            </a:lvl1pPr>
            <a:lvl2pPr algn="l">
              <a:defRPr sz="1000" b="0">
                <a:solidFill>
                  <a:srgbClr val="23143A"/>
                </a:solidFill>
                <a:latin typeface="Arial"/>
                <a:ea typeface="Arial"/>
                <a:cs typeface="Arial"/>
              </a:defRPr>
            </a:lvl2pPr>
            <a:lvl3pPr algn="l">
              <a:defRPr sz="1000" b="0">
                <a:solidFill>
                  <a:srgbClr val="23143A"/>
                </a:solidFill>
                <a:latin typeface="Arial"/>
                <a:ea typeface="Arial"/>
                <a:cs typeface="Arial"/>
              </a:defRPr>
            </a:lvl3pPr>
            <a:lvl4pPr algn="l">
              <a:defRPr sz="1000" b="0">
                <a:solidFill>
                  <a:srgbClr val="23143A"/>
                </a:solidFill>
                <a:latin typeface="Arial"/>
                <a:ea typeface="Arial"/>
                <a:cs typeface="Arial"/>
              </a:defRPr>
            </a:lvl4pPr>
            <a:lvl5pPr algn="l">
              <a:defRPr sz="1000" b="0">
                <a:solidFill>
                  <a:srgbClr val="23143A"/>
                </a:solidFill>
                <a:latin typeface="Arial"/>
                <a:ea typeface="Arial"/>
                <a:cs typeface="Arial"/>
              </a:defRPr>
            </a:lvl5pPr>
            <a:lvl6pPr algn="l">
              <a:defRPr sz="1000" b="0">
                <a:solidFill>
                  <a:srgbClr val="23143A"/>
                </a:solidFill>
                <a:latin typeface="Arial"/>
                <a:ea typeface="Arial"/>
                <a:cs typeface="Arial"/>
              </a:defRPr>
            </a:lvl6pPr>
            <a:lvl7pPr algn="l">
              <a:defRPr sz="1000" b="0">
                <a:solidFill>
                  <a:srgbClr val="23143A"/>
                </a:solidFill>
                <a:latin typeface="Arial"/>
                <a:ea typeface="Arial"/>
                <a:cs typeface="Arial"/>
              </a:defRPr>
            </a:lvl7pPr>
            <a:lvl8pPr algn="l">
              <a:defRPr sz="1000" b="0">
                <a:solidFill>
                  <a:srgbClr val="23143A"/>
                </a:solidFill>
                <a:latin typeface="Arial"/>
                <a:ea typeface="Arial"/>
                <a:cs typeface="Arial"/>
              </a:defRPr>
            </a:lvl8pPr>
            <a:lvl9pPr algn="l">
              <a:defRPr sz="1000" b="0">
                <a:solidFill>
                  <a:srgbClr val="23143A"/>
                </a:solidFill>
                <a:latin typeface="Arial"/>
                <a:ea typeface="Arial"/>
                <a:cs typeface="Arial"/>
              </a:defRPr>
            </a:lvl9pPr>
          </a:lstStyle>
          <a:p xmlns:a="http://schemas.openxmlformats.org/drawingml/2006/main">
            <a:pPr algn="l">
              <a:lnSpc>
                <a:spcPct val="102000"/>
              </a:lnSpc>
              <a:buNone/>
              <a:defRPr sz="1000" b="0">
                <a:solidFill>
                  <a:srgbClr val="23143A"/>
                </a:solidFill>
                <a:latin typeface="Arial"/>
                <a:ea typeface="Arial"/>
                <a:cs typeface="Arial"/>
              </a:defRPr>
            </a:pPr>
            <a:r>
              <a:rPr sz="1000" b="0">
                <a:solidFill>
                  <a:srgbClr val="23143A"/>
                </a:solidFill>
                <a:latin typeface="Arial"/>
                <a:ea typeface="Arial"/>
                <a:cs typeface="Arial"/>
              </a:rPr>
              <a:t>Fitted levers fully closed; wheels secure. Unsure? Ask a bike shop.</a:t>
            </a:r>
          </a:p>
        </p:txBody>
      </p:sp>
      <p:sp>
        <p:nvSpPr>
          <p:cNvPr id="35" name="CHECK heading">
            <a:extLst xmlns:a="http://schemas.openxmlformats.org/drawingml/2006/main">
              <a:ext uri="{FF2B5EF4-FFF2-40B4-BE49-F238E27FC236}">
                <a16:creationId xmlns:a16="http://schemas.microsoft.com/office/drawing/2014/main" id="{074CF612-1803-4154-B8B5-D7AE6620EDE9}"/>
              </a:ext>
            </a:extLst>
          </p:cNvPr>
          <p:cNvSpPr>
            <a:spLocks xmlns:a="http://schemas.openxmlformats.org/drawingml/2006/main" noGrp="1"/>
          </p:cNvSpPr>
          <p:nvPr/>
        </p:nvSpPr>
        <p:spPr>
          <a:xfrm xmlns:a="http://schemas.openxmlformats.org/drawingml/2006/main">
            <a:off x="5276850" y="4886325"/>
            <a:ext cx="453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CHECK</a:t>
            </a:r>
          </a:p>
        </p:txBody>
      </p:sp>
      <p:sp>
        <p:nvSpPr>
          <p:cNvPr id="36" name="CHECK copy">
            <a:extLst xmlns:a="http://schemas.openxmlformats.org/drawingml/2006/main">
              <a:ext uri="{FF2B5EF4-FFF2-40B4-BE49-F238E27FC236}">
                <a16:creationId xmlns:a16="http://schemas.microsoft.com/office/drawing/2014/main" id="{35D16604-5627-41D9-9669-B974CCDF48E1}"/>
              </a:ext>
            </a:extLst>
          </p:cNvPr>
          <p:cNvSpPr>
            <a:spLocks xmlns:a="http://schemas.openxmlformats.org/drawingml/2006/main" noGrp="1"/>
          </p:cNvSpPr>
          <p:nvPr/>
        </p:nvSpPr>
        <p:spPr>
          <a:xfrm xmlns:a="http://schemas.openxmlformats.org/drawingml/2006/main">
            <a:off x="5276850" y="5038725"/>
            <a:ext cx="4533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0">
                <a:solidFill>
                  <a:srgbClr val="23143A"/>
                </a:solidFill>
                <a:latin typeface="Arial"/>
                <a:ea typeface="Arial"/>
                <a:cs typeface="Arial"/>
              </a:defRPr>
            </a:defPPr>
            <a:lvl1pPr algn="l">
              <a:defRPr sz="1000" b="0">
                <a:solidFill>
                  <a:srgbClr val="23143A"/>
                </a:solidFill>
                <a:latin typeface="Arial"/>
                <a:ea typeface="Arial"/>
                <a:cs typeface="Arial"/>
              </a:defRPr>
            </a:lvl1pPr>
            <a:lvl2pPr algn="l">
              <a:defRPr sz="1000" b="0">
                <a:solidFill>
                  <a:srgbClr val="23143A"/>
                </a:solidFill>
                <a:latin typeface="Arial"/>
                <a:ea typeface="Arial"/>
                <a:cs typeface="Arial"/>
              </a:defRPr>
            </a:lvl2pPr>
            <a:lvl3pPr algn="l">
              <a:defRPr sz="1000" b="0">
                <a:solidFill>
                  <a:srgbClr val="23143A"/>
                </a:solidFill>
                <a:latin typeface="Arial"/>
                <a:ea typeface="Arial"/>
                <a:cs typeface="Arial"/>
              </a:defRPr>
            </a:lvl3pPr>
            <a:lvl4pPr algn="l">
              <a:defRPr sz="1000" b="0">
                <a:solidFill>
                  <a:srgbClr val="23143A"/>
                </a:solidFill>
                <a:latin typeface="Arial"/>
                <a:ea typeface="Arial"/>
                <a:cs typeface="Arial"/>
              </a:defRPr>
            </a:lvl4pPr>
            <a:lvl5pPr algn="l">
              <a:defRPr sz="1000" b="0">
                <a:solidFill>
                  <a:srgbClr val="23143A"/>
                </a:solidFill>
                <a:latin typeface="Arial"/>
                <a:ea typeface="Arial"/>
                <a:cs typeface="Arial"/>
              </a:defRPr>
            </a:lvl5pPr>
            <a:lvl6pPr algn="l">
              <a:defRPr sz="1000" b="0">
                <a:solidFill>
                  <a:srgbClr val="23143A"/>
                </a:solidFill>
                <a:latin typeface="Arial"/>
                <a:ea typeface="Arial"/>
                <a:cs typeface="Arial"/>
              </a:defRPr>
            </a:lvl6pPr>
            <a:lvl7pPr algn="l">
              <a:defRPr sz="1000" b="0">
                <a:solidFill>
                  <a:srgbClr val="23143A"/>
                </a:solidFill>
                <a:latin typeface="Arial"/>
                <a:ea typeface="Arial"/>
                <a:cs typeface="Arial"/>
              </a:defRPr>
            </a:lvl7pPr>
            <a:lvl8pPr algn="l">
              <a:defRPr sz="1000" b="0">
                <a:solidFill>
                  <a:srgbClr val="23143A"/>
                </a:solidFill>
                <a:latin typeface="Arial"/>
                <a:ea typeface="Arial"/>
                <a:cs typeface="Arial"/>
              </a:defRPr>
            </a:lvl8pPr>
            <a:lvl9pPr algn="l">
              <a:defRPr sz="1000" b="0">
                <a:solidFill>
                  <a:srgbClr val="23143A"/>
                </a:solidFill>
                <a:latin typeface="Arial"/>
                <a:ea typeface="Arial"/>
                <a:cs typeface="Arial"/>
              </a:defRPr>
            </a:lvl9pPr>
          </a:lstStyle>
          <a:p xmlns:a="http://schemas.openxmlformats.org/drawingml/2006/main">
            <a:pPr algn="l">
              <a:lnSpc>
                <a:spcPct val="102000"/>
              </a:lnSpc>
              <a:buNone/>
              <a:defRPr sz="1000" b="0">
                <a:solidFill>
                  <a:srgbClr val="23143A"/>
                </a:solidFill>
                <a:latin typeface="Arial"/>
                <a:ea typeface="Arial"/>
                <a:cs typeface="Arial"/>
              </a:defRPr>
            </a:pPr>
            <a:r>
              <a:rPr sz="1000" b="0">
                <a:solidFill>
                  <a:srgbClr val="23143A"/>
                </a:solidFill>
                <a:latin typeface="Arial"/>
                <a:ea typeface="Arial"/>
                <a:cs typeface="Arial"/>
              </a:rPr>
              <a:t>Take a slow, brief test ride. If the bike does not work properly, fix it before riding.</a:t>
            </a:r>
          </a:p>
        </p:txBody>
      </p:sp>
      <p:sp>
        <p:nvSpPr>
          <p:cNvPr id="37" name="PLAN heading">
            <a:extLst xmlns:a="http://schemas.openxmlformats.org/drawingml/2006/main">
              <a:ext uri="{FF2B5EF4-FFF2-40B4-BE49-F238E27FC236}">
                <a16:creationId xmlns:a16="http://schemas.microsoft.com/office/drawing/2014/main" id="{E211ADB5-C522-4224-99EC-67845B549F06}"/>
              </a:ext>
            </a:extLst>
          </p:cNvPr>
          <p:cNvSpPr>
            <a:spLocks xmlns:a="http://schemas.openxmlformats.org/drawingml/2006/main" noGrp="1"/>
          </p:cNvSpPr>
          <p:nvPr/>
        </p:nvSpPr>
        <p:spPr>
          <a:xfrm xmlns:a="http://schemas.openxmlformats.org/drawingml/2006/main">
            <a:off x="5276850" y="5381625"/>
            <a:ext cx="453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PLAN</a:t>
            </a:r>
          </a:p>
        </p:txBody>
      </p:sp>
      <p:sp>
        <p:nvSpPr>
          <p:cNvPr id="38" name="PLAN copy">
            <a:extLst xmlns:a="http://schemas.openxmlformats.org/drawingml/2006/main">
              <a:ext uri="{FF2B5EF4-FFF2-40B4-BE49-F238E27FC236}">
                <a16:creationId xmlns:a16="http://schemas.microsoft.com/office/drawing/2014/main" id="{0AE29AB7-18EE-43D5-BF0D-F8FC59F0FC2D}"/>
              </a:ext>
            </a:extLst>
          </p:cNvPr>
          <p:cNvSpPr>
            <a:spLocks xmlns:a="http://schemas.openxmlformats.org/drawingml/2006/main" noGrp="1"/>
          </p:cNvSpPr>
          <p:nvPr/>
        </p:nvSpPr>
        <p:spPr>
          <a:xfrm xmlns:a="http://schemas.openxmlformats.org/drawingml/2006/main">
            <a:off x="5276850" y="5534025"/>
            <a:ext cx="4533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0">
                <a:solidFill>
                  <a:srgbClr val="23143A"/>
                </a:solidFill>
                <a:latin typeface="Arial"/>
                <a:ea typeface="Arial"/>
                <a:cs typeface="Arial"/>
              </a:defRPr>
            </a:defPPr>
            <a:lvl1pPr algn="l">
              <a:defRPr sz="1000" b="0">
                <a:solidFill>
                  <a:srgbClr val="23143A"/>
                </a:solidFill>
                <a:latin typeface="Arial"/>
                <a:ea typeface="Arial"/>
                <a:cs typeface="Arial"/>
              </a:defRPr>
            </a:lvl1pPr>
            <a:lvl2pPr algn="l">
              <a:defRPr sz="1000" b="0">
                <a:solidFill>
                  <a:srgbClr val="23143A"/>
                </a:solidFill>
                <a:latin typeface="Arial"/>
                <a:ea typeface="Arial"/>
                <a:cs typeface="Arial"/>
              </a:defRPr>
            </a:lvl2pPr>
            <a:lvl3pPr algn="l">
              <a:defRPr sz="1000" b="0">
                <a:solidFill>
                  <a:srgbClr val="23143A"/>
                </a:solidFill>
                <a:latin typeface="Arial"/>
                <a:ea typeface="Arial"/>
                <a:cs typeface="Arial"/>
              </a:defRPr>
            </a:lvl3pPr>
            <a:lvl4pPr algn="l">
              <a:defRPr sz="1000" b="0">
                <a:solidFill>
                  <a:srgbClr val="23143A"/>
                </a:solidFill>
                <a:latin typeface="Arial"/>
                <a:ea typeface="Arial"/>
                <a:cs typeface="Arial"/>
              </a:defRPr>
            </a:lvl4pPr>
            <a:lvl5pPr algn="l">
              <a:defRPr sz="1000" b="0">
                <a:solidFill>
                  <a:srgbClr val="23143A"/>
                </a:solidFill>
                <a:latin typeface="Arial"/>
                <a:ea typeface="Arial"/>
                <a:cs typeface="Arial"/>
              </a:defRPr>
            </a:lvl5pPr>
            <a:lvl6pPr algn="l">
              <a:defRPr sz="1000" b="0">
                <a:solidFill>
                  <a:srgbClr val="23143A"/>
                </a:solidFill>
                <a:latin typeface="Arial"/>
                <a:ea typeface="Arial"/>
                <a:cs typeface="Arial"/>
              </a:defRPr>
            </a:lvl6pPr>
            <a:lvl7pPr algn="l">
              <a:defRPr sz="1000" b="0">
                <a:solidFill>
                  <a:srgbClr val="23143A"/>
                </a:solidFill>
                <a:latin typeface="Arial"/>
                <a:ea typeface="Arial"/>
                <a:cs typeface="Arial"/>
              </a:defRPr>
            </a:lvl7pPr>
            <a:lvl8pPr algn="l">
              <a:defRPr sz="1000" b="0">
                <a:solidFill>
                  <a:srgbClr val="23143A"/>
                </a:solidFill>
                <a:latin typeface="Arial"/>
                <a:ea typeface="Arial"/>
                <a:cs typeface="Arial"/>
              </a:defRPr>
            </a:lvl8pPr>
            <a:lvl9pPr algn="l">
              <a:defRPr sz="1000" b="0">
                <a:solidFill>
                  <a:srgbClr val="23143A"/>
                </a:solidFill>
                <a:latin typeface="Arial"/>
                <a:ea typeface="Arial"/>
                <a:cs typeface="Arial"/>
              </a:defRPr>
            </a:lvl9pPr>
          </a:lstStyle>
          <a:p xmlns:a="http://schemas.openxmlformats.org/drawingml/2006/main">
            <a:pPr algn="l">
              <a:lnSpc>
                <a:spcPct val="102000"/>
              </a:lnSpc>
              <a:buNone/>
              <a:defRPr sz="1000" b="0">
                <a:solidFill>
                  <a:srgbClr val="23143A"/>
                </a:solidFill>
                <a:latin typeface="Arial"/>
                <a:ea typeface="Arial"/>
                <a:cs typeface="Arial"/>
              </a:defRPr>
            </a:pPr>
            <a:r>
              <a:rPr sz="1000" b="0">
                <a:solidFill>
                  <a:srgbClr val="23143A"/>
                </a:solidFill>
                <a:latin typeface="Arial"/>
                <a:ea typeface="Arial"/>
                <a:cs typeface="Arial"/>
              </a:rPr>
              <a:t>Choose a route that fits every rider. Check weather, daylight, and places to pause.</a:t>
            </a:r>
          </a:p>
        </p:txBody>
      </p:sp>
      <p:sp>
        <p:nvSpPr>
          <p:cNvPr id="39" name="Family first-page prompt ground">
            <a:extLst xmlns:a="http://schemas.openxmlformats.org/drawingml/2006/main">
              <a:ext uri="{FF2B5EF4-FFF2-40B4-BE49-F238E27FC236}">
                <a16:creationId xmlns:a16="http://schemas.microsoft.com/office/drawing/2014/main" id="{FA1422B9-02D3-4E44-8A71-16E7526E2145}"/>
              </a:ext>
            </a:extLst>
          </p:cNvPr>
          <p:cNvSpPr>
            <a:spLocks xmlns:a="http://schemas.openxmlformats.org/drawingml/2006/main" noGrp="1"/>
          </p:cNvSpPr>
          <p:nvPr/>
        </p:nvSpPr>
        <p:spPr>
          <a:xfrm xmlns:a="http://schemas.openxmlformats.org/drawingml/2006/main">
            <a:off x="5029200" y="5905500"/>
            <a:ext cx="5029200" cy="8763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40" name="Family first-page prompt">
            <a:extLst xmlns:a="http://schemas.openxmlformats.org/drawingml/2006/main">
              <a:ext uri="{FF2B5EF4-FFF2-40B4-BE49-F238E27FC236}">
                <a16:creationId xmlns:a16="http://schemas.microsoft.com/office/drawing/2014/main" id="{3B242B11-FA2B-409F-A6CF-462FAC9ECF93}"/>
              </a:ext>
            </a:extLst>
          </p:cNvPr>
          <p:cNvSpPr>
            <a:spLocks xmlns:a="http://schemas.openxmlformats.org/drawingml/2006/main" noGrp="1"/>
          </p:cNvSpPr>
          <p:nvPr/>
        </p:nvSpPr>
        <p:spPr>
          <a:xfrm xmlns:a="http://schemas.openxmlformats.org/drawingml/2006/main">
            <a:off x="5276850" y="6115050"/>
            <a:ext cx="438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20" b="1">
                <a:solidFill>
                  <a:srgbClr val="23143A"/>
                </a:solidFill>
                <a:latin typeface="Space Grotesk"/>
                <a:ea typeface="Space Grotesk"/>
                <a:cs typeface="Space Grotesk"/>
              </a:defRPr>
            </a:defPPr>
            <a:lvl1pPr algn="l">
              <a:defRPr sz="1320" b="1">
                <a:solidFill>
                  <a:srgbClr val="23143A"/>
                </a:solidFill>
                <a:latin typeface="Space Grotesk"/>
                <a:ea typeface="Space Grotesk"/>
                <a:cs typeface="Space Grotesk"/>
              </a:defRPr>
            </a:lvl1pPr>
            <a:lvl2pPr algn="l">
              <a:defRPr sz="1320" b="1">
                <a:solidFill>
                  <a:srgbClr val="23143A"/>
                </a:solidFill>
                <a:latin typeface="Space Grotesk"/>
                <a:ea typeface="Space Grotesk"/>
                <a:cs typeface="Space Grotesk"/>
              </a:defRPr>
            </a:lvl2pPr>
            <a:lvl3pPr algn="l">
              <a:defRPr sz="1320" b="1">
                <a:solidFill>
                  <a:srgbClr val="23143A"/>
                </a:solidFill>
                <a:latin typeface="Space Grotesk"/>
                <a:ea typeface="Space Grotesk"/>
                <a:cs typeface="Space Grotesk"/>
              </a:defRPr>
            </a:lvl3pPr>
            <a:lvl4pPr algn="l">
              <a:defRPr sz="1320" b="1">
                <a:solidFill>
                  <a:srgbClr val="23143A"/>
                </a:solidFill>
                <a:latin typeface="Space Grotesk"/>
                <a:ea typeface="Space Grotesk"/>
                <a:cs typeface="Space Grotesk"/>
              </a:defRPr>
            </a:lvl4pPr>
            <a:lvl5pPr algn="l">
              <a:defRPr sz="1320" b="1">
                <a:solidFill>
                  <a:srgbClr val="23143A"/>
                </a:solidFill>
                <a:latin typeface="Space Grotesk"/>
                <a:ea typeface="Space Grotesk"/>
                <a:cs typeface="Space Grotesk"/>
              </a:defRPr>
            </a:lvl5pPr>
            <a:lvl6pPr algn="l">
              <a:defRPr sz="1320" b="1">
                <a:solidFill>
                  <a:srgbClr val="23143A"/>
                </a:solidFill>
                <a:latin typeface="Space Grotesk"/>
                <a:ea typeface="Space Grotesk"/>
                <a:cs typeface="Space Grotesk"/>
              </a:defRPr>
            </a:lvl6pPr>
            <a:lvl7pPr algn="l">
              <a:defRPr sz="1320" b="1">
                <a:solidFill>
                  <a:srgbClr val="23143A"/>
                </a:solidFill>
                <a:latin typeface="Space Grotesk"/>
                <a:ea typeface="Space Grotesk"/>
                <a:cs typeface="Space Grotesk"/>
              </a:defRPr>
            </a:lvl7pPr>
            <a:lvl8pPr algn="l">
              <a:defRPr sz="1320" b="1">
                <a:solidFill>
                  <a:srgbClr val="23143A"/>
                </a:solidFill>
                <a:latin typeface="Space Grotesk"/>
                <a:ea typeface="Space Grotesk"/>
                <a:cs typeface="Space Grotesk"/>
              </a:defRPr>
            </a:lvl8pPr>
            <a:lvl9pPr algn="l">
              <a:defRPr sz="1320" b="1">
                <a:solidFill>
                  <a:srgbClr val="23143A"/>
                </a:solidFill>
                <a:latin typeface="Space Grotesk"/>
                <a:ea typeface="Space Grotesk"/>
                <a:cs typeface="Space Grotesk"/>
              </a:defRPr>
            </a:lvl9pPr>
          </a:lstStyle>
          <a:p xmlns:a="http://schemas.openxmlformats.org/drawingml/2006/main">
            <a:pPr algn="l">
              <a:lnSpc>
                <a:spcPct val="100000"/>
              </a:lnSpc>
              <a:buNone/>
              <a:defRPr sz="1320" b="1">
                <a:solidFill>
                  <a:srgbClr val="23143A"/>
                </a:solidFill>
                <a:latin typeface="Space Grotesk"/>
                <a:ea typeface="Space Grotesk"/>
                <a:cs typeface="Space Grotesk"/>
              </a:defRPr>
            </a:pPr>
            <a:r>
              <a:rPr sz="1320" b="1">
                <a:solidFill>
                  <a:srgbClr val="23143A"/>
                </a:solidFill>
                <a:latin typeface="Space Grotesk"/>
                <a:ea typeface="Space Grotesk"/>
                <a:cs typeface="Space Grotesk"/>
              </a:rPr>
              <a:t>“Can the brakes stop the bike?”</a:t>
            </a:r>
          </a:p>
        </p:txBody>
      </p:sp>
      <p:sp>
        <p:nvSpPr>
          <p:cNvPr id="41" name="Family page one footer">
            <a:extLst xmlns:a="http://schemas.openxmlformats.org/drawingml/2006/main">
              <a:ext uri="{FF2B5EF4-FFF2-40B4-BE49-F238E27FC236}">
                <a16:creationId xmlns:a16="http://schemas.microsoft.com/office/drawing/2014/main" id="{1DFC25FA-AEA4-44A9-9607-420F33E8D155}"/>
              </a:ext>
            </a:extLst>
          </p:cNvPr>
          <p:cNvSpPr>
            <a:spLocks xmlns:a="http://schemas.openxmlformats.org/drawingml/2006/main" noGrp="1"/>
          </p:cNvSpPr>
          <p:nvPr/>
        </p:nvSpPr>
        <p:spPr>
          <a:xfrm xmlns:a="http://schemas.openxmlformats.org/drawingml/2006/main">
            <a:off x="5276850" y="7210425"/>
            <a:ext cx="3714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1">
                <a:solidFill>
                  <a:srgbClr val="7926CB"/>
                </a:solidFill>
                <a:latin typeface="Space Grotesk"/>
                <a:ea typeface="Space Grotesk"/>
                <a:cs typeface="Space Grotesk"/>
              </a:defRPr>
            </a:defPPr>
            <a:lvl1pPr algn="l">
              <a:defRPr sz="950" b="1">
                <a:solidFill>
                  <a:srgbClr val="7926CB"/>
                </a:solidFill>
                <a:latin typeface="Space Grotesk"/>
                <a:ea typeface="Space Grotesk"/>
                <a:cs typeface="Space Grotesk"/>
              </a:defRPr>
            </a:lvl1pPr>
            <a:lvl2pPr algn="l">
              <a:defRPr sz="950" b="1">
                <a:solidFill>
                  <a:srgbClr val="7926CB"/>
                </a:solidFill>
                <a:latin typeface="Space Grotesk"/>
                <a:ea typeface="Space Grotesk"/>
                <a:cs typeface="Space Grotesk"/>
              </a:defRPr>
            </a:lvl2pPr>
            <a:lvl3pPr algn="l">
              <a:defRPr sz="950" b="1">
                <a:solidFill>
                  <a:srgbClr val="7926CB"/>
                </a:solidFill>
                <a:latin typeface="Space Grotesk"/>
                <a:ea typeface="Space Grotesk"/>
                <a:cs typeface="Space Grotesk"/>
              </a:defRPr>
            </a:lvl3pPr>
            <a:lvl4pPr algn="l">
              <a:defRPr sz="950" b="1">
                <a:solidFill>
                  <a:srgbClr val="7926CB"/>
                </a:solidFill>
                <a:latin typeface="Space Grotesk"/>
                <a:ea typeface="Space Grotesk"/>
                <a:cs typeface="Space Grotesk"/>
              </a:defRPr>
            </a:lvl4pPr>
            <a:lvl5pPr algn="l">
              <a:defRPr sz="950" b="1">
                <a:solidFill>
                  <a:srgbClr val="7926CB"/>
                </a:solidFill>
                <a:latin typeface="Space Grotesk"/>
                <a:ea typeface="Space Grotesk"/>
                <a:cs typeface="Space Grotesk"/>
              </a:defRPr>
            </a:lvl5pPr>
            <a:lvl6pPr algn="l">
              <a:defRPr sz="950" b="1">
                <a:solidFill>
                  <a:srgbClr val="7926CB"/>
                </a:solidFill>
                <a:latin typeface="Space Grotesk"/>
                <a:ea typeface="Space Grotesk"/>
                <a:cs typeface="Space Grotesk"/>
              </a:defRPr>
            </a:lvl6pPr>
            <a:lvl7pPr algn="l">
              <a:defRPr sz="950" b="1">
                <a:solidFill>
                  <a:srgbClr val="7926CB"/>
                </a:solidFill>
                <a:latin typeface="Space Grotesk"/>
                <a:ea typeface="Space Grotesk"/>
                <a:cs typeface="Space Grotesk"/>
              </a:defRPr>
            </a:lvl7pPr>
            <a:lvl8pPr algn="l">
              <a:defRPr sz="950" b="1">
                <a:solidFill>
                  <a:srgbClr val="7926CB"/>
                </a:solidFill>
                <a:latin typeface="Space Grotesk"/>
                <a:ea typeface="Space Grotesk"/>
                <a:cs typeface="Space Grotesk"/>
              </a:defRPr>
            </a:lvl8pPr>
            <a:lvl9pPr algn="l">
              <a:defRPr sz="950" b="1">
                <a:solidFill>
                  <a:srgbClr val="7926CB"/>
                </a:solidFill>
                <a:latin typeface="Space Grotesk"/>
                <a:ea typeface="Space Grotesk"/>
                <a:cs typeface="Space Grotesk"/>
              </a:defRPr>
            </a:lvl9pPr>
          </a:lstStyle>
          <a:p xmlns:a="http://schemas.openxmlformats.org/drawingml/2006/main">
            <a:pPr algn="l">
              <a:lnSpc>
                <a:spcPct val="100000"/>
              </a:lnSpc>
              <a:buNone/>
              <a:defRPr sz="950" b="1">
                <a:solidFill>
                  <a:srgbClr val="7926CB"/>
                </a:solidFill>
                <a:latin typeface="Space Grotesk"/>
                <a:ea typeface="Space Grotesk"/>
                <a:cs typeface="Space Grotesk"/>
              </a:defRPr>
            </a:pPr>
            <a:r>
              <a:rPr sz="950" b="1">
                <a:solidFill>
                  <a:srgbClr val="7926CB"/>
                </a:solidFill>
                <a:latin typeface="Space Grotesk"/>
                <a:ea typeface="Space Grotesk"/>
                <a:cs typeface="Space Grotesk"/>
              </a:rPr>
              <a:t>3fp.org · Find local groups and public rides.</a:t>
            </a:r>
          </a:p>
        </p:txBody>
      </p:sp>
      <p:sp>
        <p:nvSpPr>
          <p:cNvPr id="42" name="QR code white quiet zone">
            <a:extLst xmlns:a="http://schemas.openxmlformats.org/drawingml/2006/main">
              <a:ext uri="{FF2B5EF4-FFF2-40B4-BE49-F238E27FC236}">
                <a16:creationId xmlns:a16="http://schemas.microsoft.com/office/drawing/2014/main" id="{3271F185-FBAE-4DFF-95B6-C0F99A3CA8BA}"/>
              </a:ext>
            </a:extLst>
          </p:cNvPr>
          <p:cNvSpPr>
            <a:spLocks xmlns:a="http://schemas.openxmlformats.org/drawingml/2006/main" noGrp="1"/>
          </p:cNvSpPr>
          <p:nvPr/>
        </p:nvSpPr>
        <p:spPr>
          <a:xfrm xmlns:a="http://schemas.openxmlformats.org/drawingml/2006/main">
            <a:off x="9248775" y="6991350"/>
            <a:ext cx="59055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43" name="">
            <a:extLst xmlns:a="http://schemas.openxmlformats.org/drawingml/2006/main">
              <a:ext uri="{FF2B5EF4-FFF2-40B4-BE49-F238E27FC236}">
                <a16:creationId xmlns:a16="http://schemas.microsoft.com/office/drawing/2014/main" id="{2557F71B-F65E-4F87-ADED-51E8DE88ABBB}"/>
              </a:ext>
            </a:extLst>
          </p:cNvPr>
          <p:cNvPicPr>
            <a:picLocks xmlns:a="http://schemas.openxmlformats.org/drawingml/2006/main" noChangeAspect="1"/>
          </p:cNvPicPr>
          <p:nvPr/>
        </p:nvPicPr>
        <p:blipFill>
          <a:blip xmlns:r="http://schemas.openxmlformats.org/officeDocument/2006/relationships" xmlns:a="http://schemas.openxmlformats.org/drawingml/2006/main" r:embed="R0a514541b3584bbe"/>
          <a:stretch xmlns:a="http://schemas.openxmlformats.org/drawingml/2006/main"/>
        </p:blipFill>
        <p:spPr>
          <a:xfrm xmlns:a="http://schemas.openxmlformats.org/drawingml/2006/main">
            <a:off x="9286875" y="7029450"/>
            <a:ext cx="514350" cy="514350"/>
          </a:xfrm>
          <a:prstGeom xmlns:a="http://schemas.openxmlformats.org/drawingml/2006/main" prst="rect">
            <a:avLst/>
          </a:prstGeom>
        </p:spPr>
      </p:pic>
    </p:spTree>
    <p:extLst>
      <p:ext uri="{BB962C8B-B14F-4D97-AF65-F5344CB8AC3E}">
        <p14:creationId xmlns:p14="http://schemas.microsoft.com/office/powerpoint/2010/main" val="263424302"/>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7D816CEB-568F-48FE-ACA1-6CF8C5DE5284}"/>
              </a:ext>
            </a:extLst>
          </p:cNvPr>
          <p:cNvPicPr>
            <a:picLocks xmlns:a="http://schemas.openxmlformats.org/drawingml/2006/main" noChangeAspect="1"/>
          </p:cNvPicPr>
          <p:nvPr/>
        </p:nvPicPr>
        <p:blipFill>
          <a:blip xmlns:r="http://schemas.openxmlformats.org/officeDocument/2006/relationships" xmlns:a="http://schemas.openxmlformats.org/drawingml/2006/main" r:embed="R681ff91b37494b9d"/>
          <a:srcRect xmlns:a="http://schemas.openxmlformats.org/drawingml/2006/main" l="0" t="0" r="0" b="0"/>
          <a:stretch xmlns:a="http://schemas.openxmlformats.org/drawingml/2006/main">
            <a:fillRect l="0" t="0" r="0" b="0"/>
          </a:stretch>
        </p:blipFill>
        <p:spPr>
          <a:xfrm xmlns:a="http://schemas.openxmlformats.org/drawingml/2006/main">
            <a:off x="0" y="0"/>
            <a:ext cx="1695450" cy="2543175"/>
          </a:xfrm>
          <a:prstGeom xmlns:a="http://schemas.openxmlformats.org/drawingml/2006/main" prst="rect">
            <a:avLst/>
          </a:prstGeom>
        </p:spPr>
      </p:pic>
      <p:sp>
        <p:nvSpPr>
          <p:cNvPr id="2" name="Family A.L.E.R.T. title ground">
            <a:extLst xmlns:a="http://schemas.openxmlformats.org/drawingml/2006/main">
              <a:ext uri="{FF2B5EF4-FFF2-40B4-BE49-F238E27FC236}">
                <a16:creationId xmlns:a16="http://schemas.microsoft.com/office/drawing/2014/main" id="{1CDC7C49-8728-44E8-A17C-AF5D6A4C1FD3}"/>
              </a:ext>
            </a:extLst>
          </p:cNvPr>
          <p:cNvSpPr>
            <a:spLocks xmlns:a="http://schemas.openxmlformats.org/drawingml/2006/main" noGrp="1"/>
          </p:cNvSpPr>
          <p:nvPr/>
        </p:nvSpPr>
        <p:spPr>
          <a:xfrm xmlns:a="http://schemas.openxmlformats.org/drawingml/2006/main">
            <a:off x="1695450" y="0"/>
            <a:ext cx="3333750" cy="2543175"/>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sp>
        <p:nvSpPr>
          <p:cNvPr id="3" name="Family page two kicker">
            <a:extLst xmlns:a="http://schemas.openxmlformats.org/drawingml/2006/main">
              <a:ext uri="{FF2B5EF4-FFF2-40B4-BE49-F238E27FC236}">
                <a16:creationId xmlns:a16="http://schemas.microsoft.com/office/drawing/2014/main" id="{58553A71-FD91-4B5E-9241-A9C2F3DA2C60}"/>
              </a:ext>
            </a:extLst>
          </p:cNvPr>
          <p:cNvSpPr>
            <a:spLocks xmlns:a="http://schemas.openxmlformats.org/drawingml/2006/main" noGrp="1"/>
          </p:cNvSpPr>
          <p:nvPr/>
        </p:nvSpPr>
        <p:spPr>
          <a:xfrm xmlns:a="http://schemas.openxmlformats.org/drawingml/2006/main">
            <a:off x="1971675" y="381000"/>
            <a:ext cx="2781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FFFF0A"/>
                </a:solidFill>
                <a:latin typeface="Space Grotesk"/>
                <a:ea typeface="Space Grotesk"/>
                <a:cs typeface="Space Grotesk"/>
              </a:defRPr>
            </a:defPPr>
            <a:lvl1pPr algn="l">
              <a:defRPr sz="1020" b="1">
                <a:solidFill>
                  <a:srgbClr val="FFFF0A"/>
                </a:solidFill>
                <a:latin typeface="Space Grotesk"/>
                <a:ea typeface="Space Grotesk"/>
                <a:cs typeface="Space Grotesk"/>
              </a:defRPr>
            </a:lvl1pPr>
            <a:lvl2pPr algn="l">
              <a:defRPr sz="1020" b="1">
                <a:solidFill>
                  <a:srgbClr val="FFFF0A"/>
                </a:solidFill>
                <a:latin typeface="Space Grotesk"/>
                <a:ea typeface="Space Grotesk"/>
                <a:cs typeface="Space Grotesk"/>
              </a:defRPr>
            </a:lvl2pPr>
            <a:lvl3pPr algn="l">
              <a:defRPr sz="1020" b="1">
                <a:solidFill>
                  <a:srgbClr val="FFFF0A"/>
                </a:solidFill>
                <a:latin typeface="Space Grotesk"/>
                <a:ea typeface="Space Grotesk"/>
                <a:cs typeface="Space Grotesk"/>
              </a:defRPr>
            </a:lvl3pPr>
            <a:lvl4pPr algn="l">
              <a:defRPr sz="1020" b="1">
                <a:solidFill>
                  <a:srgbClr val="FFFF0A"/>
                </a:solidFill>
                <a:latin typeface="Space Grotesk"/>
                <a:ea typeface="Space Grotesk"/>
                <a:cs typeface="Space Grotesk"/>
              </a:defRPr>
            </a:lvl4pPr>
            <a:lvl5pPr algn="l">
              <a:defRPr sz="1020" b="1">
                <a:solidFill>
                  <a:srgbClr val="FFFF0A"/>
                </a:solidFill>
                <a:latin typeface="Space Grotesk"/>
                <a:ea typeface="Space Grotesk"/>
                <a:cs typeface="Space Grotesk"/>
              </a:defRPr>
            </a:lvl5pPr>
            <a:lvl6pPr algn="l">
              <a:defRPr sz="1020" b="1">
                <a:solidFill>
                  <a:srgbClr val="FFFF0A"/>
                </a:solidFill>
                <a:latin typeface="Space Grotesk"/>
                <a:ea typeface="Space Grotesk"/>
                <a:cs typeface="Space Grotesk"/>
              </a:defRPr>
            </a:lvl6pPr>
            <a:lvl7pPr algn="l">
              <a:defRPr sz="1020" b="1">
                <a:solidFill>
                  <a:srgbClr val="FFFF0A"/>
                </a:solidFill>
                <a:latin typeface="Space Grotesk"/>
                <a:ea typeface="Space Grotesk"/>
                <a:cs typeface="Space Grotesk"/>
              </a:defRPr>
            </a:lvl7pPr>
            <a:lvl8pPr algn="l">
              <a:defRPr sz="1020" b="1">
                <a:solidFill>
                  <a:srgbClr val="FFFF0A"/>
                </a:solidFill>
                <a:latin typeface="Space Grotesk"/>
                <a:ea typeface="Space Grotesk"/>
                <a:cs typeface="Space Grotesk"/>
              </a:defRPr>
            </a:lvl8pPr>
            <a:lvl9pPr algn="l">
              <a:defRPr sz="1020" b="1">
                <a:solidFill>
                  <a:srgbClr val="FFFF0A"/>
                </a:solidFill>
                <a:latin typeface="Space Grotesk"/>
                <a:ea typeface="Space Grotesk"/>
                <a:cs typeface="Space Grotesk"/>
              </a:defRPr>
            </a:lvl9pPr>
          </a:lstStyle>
          <a:p xmlns:a="http://schemas.openxmlformats.org/drawingml/2006/main">
            <a:pPr algn="l">
              <a:lnSpc>
                <a:spcPct val="100000"/>
              </a:lnSpc>
              <a:buNone/>
              <a:defRPr sz="1020" b="1">
                <a:solidFill>
                  <a:srgbClr val="FFFF0A"/>
                </a:solidFill>
                <a:latin typeface="Space Grotesk"/>
                <a:ea typeface="Space Grotesk"/>
                <a:cs typeface="Space Grotesk"/>
              </a:defRPr>
            </a:pPr>
            <a:r>
              <a:rPr sz="1020" b="1">
                <a:solidFill>
                  <a:srgbClr val="FFFF0A"/>
                </a:solidFill>
                <a:latin typeface="Space Grotesk"/>
                <a:ea typeface="Space Grotesk"/>
                <a:cs typeface="Space Grotesk"/>
              </a:rPr>
              <a:t>ROAD-SAFETY REMINDERS</a:t>
            </a:r>
          </a:p>
        </p:txBody>
      </p:sp>
      <p:sp>
        <p:nvSpPr>
          <p:cNvPr id="4" name="Family page two title">
            <a:extLst xmlns:a="http://schemas.openxmlformats.org/drawingml/2006/main">
              <a:ext uri="{FF2B5EF4-FFF2-40B4-BE49-F238E27FC236}">
                <a16:creationId xmlns:a16="http://schemas.microsoft.com/office/drawing/2014/main" id="{4139DBAB-87E6-4BBD-985F-C25EB1A93F50}"/>
              </a:ext>
            </a:extLst>
          </p:cNvPr>
          <p:cNvSpPr>
            <a:spLocks xmlns:a="http://schemas.openxmlformats.org/drawingml/2006/main" noGrp="1"/>
          </p:cNvSpPr>
          <p:nvPr/>
        </p:nvSpPr>
        <p:spPr>
          <a:xfrm xmlns:a="http://schemas.openxmlformats.org/drawingml/2006/main">
            <a:off x="1971675" y="762000"/>
            <a:ext cx="2781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FFFFFF"/>
                </a:solidFill>
                <a:latin typeface="Space Grotesk"/>
                <a:ea typeface="Space Grotesk"/>
                <a:cs typeface="Space Grotesk"/>
              </a:defRPr>
            </a:defPPr>
            <a:lvl1pPr algn="l">
              <a:defRPr sz="2700" b="1">
                <a:solidFill>
                  <a:srgbClr val="FFFFFF"/>
                </a:solidFill>
                <a:latin typeface="Space Grotesk"/>
                <a:ea typeface="Space Grotesk"/>
                <a:cs typeface="Space Grotesk"/>
              </a:defRPr>
            </a:lvl1pPr>
            <a:lvl2pPr algn="l">
              <a:defRPr sz="2700" b="1">
                <a:solidFill>
                  <a:srgbClr val="FFFFFF"/>
                </a:solidFill>
                <a:latin typeface="Space Grotesk"/>
                <a:ea typeface="Space Grotesk"/>
                <a:cs typeface="Space Grotesk"/>
              </a:defRPr>
            </a:lvl2pPr>
            <a:lvl3pPr algn="l">
              <a:defRPr sz="2700" b="1">
                <a:solidFill>
                  <a:srgbClr val="FFFFFF"/>
                </a:solidFill>
                <a:latin typeface="Space Grotesk"/>
                <a:ea typeface="Space Grotesk"/>
                <a:cs typeface="Space Grotesk"/>
              </a:defRPr>
            </a:lvl3pPr>
            <a:lvl4pPr algn="l">
              <a:defRPr sz="2700" b="1">
                <a:solidFill>
                  <a:srgbClr val="FFFFFF"/>
                </a:solidFill>
                <a:latin typeface="Space Grotesk"/>
                <a:ea typeface="Space Grotesk"/>
                <a:cs typeface="Space Grotesk"/>
              </a:defRPr>
            </a:lvl4pPr>
            <a:lvl5pPr algn="l">
              <a:defRPr sz="2700" b="1">
                <a:solidFill>
                  <a:srgbClr val="FFFFFF"/>
                </a:solidFill>
                <a:latin typeface="Space Grotesk"/>
                <a:ea typeface="Space Grotesk"/>
                <a:cs typeface="Space Grotesk"/>
              </a:defRPr>
            </a:lvl5pPr>
            <a:lvl6pPr algn="l">
              <a:defRPr sz="2700" b="1">
                <a:solidFill>
                  <a:srgbClr val="FFFFFF"/>
                </a:solidFill>
                <a:latin typeface="Space Grotesk"/>
                <a:ea typeface="Space Grotesk"/>
                <a:cs typeface="Space Grotesk"/>
              </a:defRPr>
            </a:lvl6pPr>
            <a:lvl7pPr algn="l">
              <a:defRPr sz="2700" b="1">
                <a:solidFill>
                  <a:srgbClr val="FFFFFF"/>
                </a:solidFill>
                <a:latin typeface="Space Grotesk"/>
                <a:ea typeface="Space Grotesk"/>
                <a:cs typeface="Space Grotesk"/>
              </a:defRPr>
            </a:lvl7pPr>
            <a:lvl8pPr algn="l">
              <a:defRPr sz="2700" b="1">
                <a:solidFill>
                  <a:srgbClr val="FFFFFF"/>
                </a:solidFill>
                <a:latin typeface="Space Grotesk"/>
                <a:ea typeface="Space Grotesk"/>
                <a:cs typeface="Space Grotesk"/>
              </a:defRPr>
            </a:lvl8pPr>
            <a:lvl9pPr algn="l">
              <a:defRPr sz="2700" b="1">
                <a:solidFill>
                  <a:srgbClr val="FFFFFF"/>
                </a:solidFill>
                <a:latin typeface="Space Grotesk"/>
                <a:ea typeface="Space Grotesk"/>
                <a:cs typeface="Space Grotesk"/>
              </a:defRPr>
            </a:lvl9pPr>
          </a:lstStyle>
          <a:p xmlns:a="http://schemas.openxmlformats.org/drawingml/2006/main">
            <a:pPr algn="l">
              <a:lnSpc>
                <a:spcPct val="100000"/>
              </a:lnSpc>
              <a:buNone/>
              <a:defRPr sz="2700" b="1">
                <a:solidFill>
                  <a:srgbClr val="FFFFFF"/>
                </a:solidFill>
                <a:latin typeface="Space Grotesk"/>
                <a:ea typeface="Space Grotesk"/>
                <a:cs typeface="Space Grotesk"/>
              </a:defRPr>
            </a:pPr>
            <a:r>
              <a:rPr sz="2700" b="1">
                <a:solidFill>
                  <a:srgbClr val="FFFFFF"/>
                </a:solidFill>
                <a:latin typeface="Space Grotesk"/>
                <a:ea typeface="Space Grotesk"/>
                <a:cs typeface="Space Grotesk"/>
              </a:rPr>
              <a:t>RIDE A.L.E.R.T.</a:t>
            </a:r>
          </a:p>
        </p:txBody>
      </p:sp>
      <p:sp>
        <p:nvSpPr>
          <p:cNvPr id="5" name="Family page two introduction">
            <a:extLst xmlns:a="http://schemas.openxmlformats.org/drawingml/2006/main">
              <a:ext uri="{FF2B5EF4-FFF2-40B4-BE49-F238E27FC236}">
                <a16:creationId xmlns:a16="http://schemas.microsoft.com/office/drawing/2014/main" id="{3EDAA772-F262-44A8-B1D8-7313E77E4A9E}"/>
              </a:ext>
            </a:extLst>
          </p:cNvPr>
          <p:cNvSpPr>
            <a:spLocks xmlns:a="http://schemas.openxmlformats.org/drawingml/2006/main" noGrp="1"/>
          </p:cNvSpPr>
          <p:nvPr/>
        </p:nvSpPr>
        <p:spPr>
          <a:xfrm xmlns:a="http://schemas.openxmlformats.org/drawingml/2006/main">
            <a:off x="1971675" y="1257300"/>
            <a:ext cx="2781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FFFF0A"/>
                </a:solidFill>
                <a:latin typeface="Space Grotesk"/>
                <a:ea typeface="Space Grotesk"/>
                <a:cs typeface="Space Grotesk"/>
              </a:defRPr>
            </a:defPPr>
            <a:lvl1pPr algn="l">
              <a:defRPr sz="1500" b="1">
                <a:solidFill>
                  <a:srgbClr val="FFFF0A"/>
                </a:solidFill>
                <a:latin typeface="Space Grotesk"/>
                <a:ea typeface="Space Grotesk"/>
                <a:cs typeface="Space Grotesk"/>
              </a:defRPr>
            </a:lvl1pPr>
            <a:lvl2pPr algn="l">
              <a:defRPr sz="1500" b="1">
                <a:solidFill>
                  <a:srgbClr val="FFFF0A"/>
                </a:solidFill>
                <a:latin typeface="Space Grotesk"/>
                <a:ea typeface="Space Grotesk"/>
                <a:cs typeface="Space Grotesk"/>
              </a:defRPr>
            </a:lvl2pPr>
            <a:lvl3pPr algn="l">
              <a:defRPr sz="1500" b="1">
                <a:solidFill>
                  <a:srgbClr val="FFFF0A"/>
                </a:solidFill>
                <a:latin typeface="Space Grotesk"/>
                <a:ea typeface="Space Grotesk"/>
                <a:cs typeface="Space Grotesk"/>
              </a:defRPr>
            </a:lvl3pPr>
            <a:lvl4pPr algn="l">
              <a:defRPr sz="1500" b="1">
                <a:solidFill>
                  <a:srgbClr val="FFFF0A"/>
                </a:solidFill>
                <a:latin typeface="Space Grotesk"/>
                <a:ea typeface="Space Grotesk"/>
                <a:cs typeface="Space Grotesk"/>
              </a:defRPr>
            </a:lvl4pPr>
            <a:lvl5pPr algn="l">
              <a:defRPr sz="1500" b="1">
                <a:solidFill>
                  <a:srgbClr val="FFFF0A"/>
                </a:solidFill>
                <a:latin typeface="Space Grotesk"/>
                <a:ea typeface="Space Grotesk"/>
                <a:cs typeface="Space Grotesk"/>
              </a:defRPr>
            </a:lvl5pPr>
            <a:lvl6pPr algn="l">
              <a:defRPr sz="1500" b="1">
                <a:solidFill>
                  <a:srgbClr val="FFFF0A"/>
                </a:solidFill>
                <a:latin typeface="Space Grotesk"/>
                <a:ea typeface="Space Grotesk"/>
                <a:cs typeface="Space Grotesk"/>
              </a:defRPr>
            </a:lvl6pPr>
            <a:lvl7pPr algn="l">
              <a:defRPr sz="1500" b="1">
                <a:solidFill>
                  <a:srgbClr val="FFFF0A"/>
                </a:solidFill>
                <a:latin typeface="Space Grotesk"/>
                <a:ea typeface="Space Grotesk"/>
                <a:cs typeface="Space Grotesk"/>
              </a:defRPr>
            </a:lvl7pPr>
            <a:lvl8pPr algn="l">
              <a:defRPr sz="1500" b="1">
                <a:solidFill>
                  <a:srgbClr val="FFFF0A"/>
                </a:solidFill>
                <a:latin typeface="Space Grotesk"/>
                <a:ea typeface="Space Grotesk"/>
                <a:cs typeface="Space Grotesk"/>
              </a:defRPr>
            </a:lvl8pPr>
            <a:lvl9pPr algn="l">
              <a:defRPr sz="1500" b="1">
                <a:solidFill>
                  <a:srgbClr val="FFFF0A"/>
                </a:solidFill>
                <a:latin typeface="Space Grotesk"/>
                <a:ea typeface="Space Grotesk"/>
                <a:cs typeface="Space Grotesk"/>
              </a:defRPr>
            </a:lvl9pPr>
          </a:lstStyle>
          <a:p xmlns:a="http://schemas.openxmlformats.org/drawingml/2006/main">
            <a:pPr algn="l">
              <a:lnSpc>
                <a:spcPct val="94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More good rides.</a:t>
            </a:r>
          </a:p>
          <a:p xmlns:a="http://schemas.openxmlformats.org/drawingml/2006/main">
            <a:pPr algn="l">
              <a:lnSpc>
                <a:spcPct val="94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More stories to tell.</a:t>
            </a:r>
          </a:p>
          <a:p xmlns:a="http://schemas.openxmlformats.org/drawingml/2006/main">
            <a:pPr algn="l">
              <a:lnSpc>
                <a:spcPct val="94000"/>
              </a:lnSpc>
              <a:buNone/>
              <a:defRPr sz="1500" b="1">
                <a:solidFill>
                  <a:srgbClr val="FFFF0A"/>
                </a:solidFill>
                <a:latin typeface="Space Grotesk"/>
                <a:ea typeface="Space Grotesk"/>
                <a:cs typeface="Space Grotesk"/>
              </a:defRPr>
            </a:pPr>
            <a:r>
              <a:rPr sz="1500" b="1">
                <a:solidFill>
                  <a:srgbClr val="FFFF0A"/>
                </a:solidFill>
                <a:latin typeface="Space Grotesk"/>
                <a:ea typeface="Space Grotesk"/>
                <a:cs typeface="Space Grotesk"/>
              </a:rPr>
              <a:t>Stay A.L.E.R.T.</a:t>
            </a:r>
          </a:p>
        </p:txBody>
      </p:sp>
      <p:sp>
        <p:nvSpPr>
          <p:cNvPr id="6" name="Family page two safety qualifier">
            <a:extLst xmlns:a="http://schemas.openxmlformats.org/drawingml/2006/main">
              <a:ext uri="{FF2B5EF4-FFF2-40B4-BE49-F238E27FC236}">
                <a16:creationId xmlns:a16="http://schemas.microsoft.com/office/drawing/2014/main" id="{44FE4525-60DA-49A5-83D6-F1F28FB1349B}"/>
              </a:ext>
            </a:extLst>
          </p:cNvPr>
          <p:cNvSpPr>
            <a:spLocks xmlns:a="http://schemas.openxmlformats.org/drawingml/2006/main" noGrp="1"/>
          </p:cNvSpPr>
          <p:nvPr/>
        </p:nvSpPr>
        <p:spPr>
          <a:xfrm xmlns:a="http://schemas.openxmlformats.org/drawingml/2006/main">
            <a:off x="1971675" y="1971675"/>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FFFFFF"/>
                </a:solidFill>
                <a:latin typeface="Arial"/>
                <a:ea typeface="Arial"/>
                <a:cs typeface="Arial"/>
              </a:defRPr>
            </a:defPPr>
            <a:lvl1pPr algn="l">
              <a:defRPr sz="1020" b="1">
                <a:solidFill>
                  <a:srgbClr val="FFFFFF"/>
                </a:solidFill>
                <a:latin typeface="Arial"/>
                <a:ea typeface="Arial"/>
                <a:cs typeface="Arial"/>
              </a:defRPr>
            </a:lvl1pPr>
            <a:lvl2pPr algn="l">
              <a:defRPr sz="1020" b="1">
                <a:solidFill>
                  <a:srgbClr val="FFFFFF"/>
                </a:solidFill>
                <a:latin typeface="Arial"/>
                <a:ea typeface="Arial"/>
                <a:cs typeface="Arial"/>
              </a:defRPr>
            </a:lvl2pPr>
            <a:lvl3pPr algn="l">
              <a:defRPr sz="1020" b="1">
                <a:solidFill>
                  <a:srgbClr val="FFFFFF"/>
                </a:solidFill>
                <a:latin typeface="Arial"/>
                <a:ea typeface="Arial"/>
                <a:cs typeface="Arial"/>
              </a:defRPr>
            </a:lvl3pPr>
            <a:lvl4pPr algn="l">
              <a:defRPr sz="1020" b="1">
                <a:solidFill>
                  <a:srgbClr val="FFFFFF"/>
                </a:solidFill>
                <a:latin typeface="Arial"/>
                <a:ea typeface="Arial"/>
                <a:cs typeface="Arial"/>
              </a:defRPr>
            </a:lvl4pPr>
            <a:lvl5pPr algn="l">
              <a:defRPr sz="1020" b="1">
                <a:solidFill>
                  <a:srgbClr val="FFFFFF"/>
                </a:solidFill>
                <a:latin typeface="Arial"/>
                <a:ea typeface="Arial"/>
                <a:cs typeface="Arial"/>
              </a:defRPr>
            </a:lvl5pPr>
            <a:lvl6pPr algn="l">
              <a:defRPr sz="1020" b="1">
                <a:solidFill>
                  <a:srgbClr val="FFFFFF"/>
                </a:solidFill>
                <a:latin typeface="Arial"/>
                <a:ea typeface="Arial"/>
                <a:cs typeface="Arial"/>
              </a:defRPr>
            </a:lvl6pPr>
            <a:lvl7pPr algn="l">
              <a:defRPr sz="1020" b="1">
                <a:solidFill>
                  <a:srgbClr val="FFFFFF"/>
                </a:solidFill>
                <a:latin typeface="Arial"/>
                <a:ea typeface="Arial"/>
                <a:cs typeface="Arial"/>
              </a:defRPr>
            </a:lvl7pPr>
            <a:lvl8pPr algn="l">
              <a:defRPr sz="1020" b="1">
                <a:solidFill>
                  <a:srgbClr val="FFFFFF"/>
                </a:solidFill>
                <a:latin typeface="Arial"/>
                <a:ea typeface="Arial"/>
                <a:cs typeface="Arial"/>
              </a:defRPr>
            </a:lvl8pPr>
            <a:lvl9pPr algn="l">
              <a:defRPr sz="1020" b="1">
                <a:solidFill>
                  <a:srgbClr val="FFFFFF"/>
                </a:solidFill>
                <a:latin typeface="Arial"/>
                <a:ea typeface="Arial"/>
                <a:cs typeface="Arial"/>
              </a:defRPr>
            </a:lvl9pPr>
          </a:lstStyle>
          <a:p xmlns:a="http://schemas.openxmlformats.org/drawingml/2006/main">
            <a:pPr algn="l">
              <a:lnSpc>
                <a:spcPct val="100000"/>
              </a:lnSpc>
              <a:buNone/>
              <a:defRPr sz="1020" b="1">
                <a:solidFill>
                  <a:srgbClr val="FFFFFF"/>
                </a:solidFill>
                <a:latin typeface="Arial"/>
                <a:ea typeface="Arial"/>
                <a:cs typeface="Arial"/>
              </a:defRPr>
            </a:pPr>
            <a:r>
              <a:rPr sz="1020" b="1">
                <a:solidFill>
                  <a:srgbClr val="FFFFFF"/>
                </a:solidFill>
                <a:latin typeface="Arial"/>
                <a:ea typeface="Arial"/>
                <a:cs typeface="Arial"/>
              </a:rPr>
              <a:t>Look first. Signal only when safe; move only when clear. Drivers still need to give riders space.</a:t>
            </a:r>
          </a:p>
        </p:txBody>
      </p:sp>
      <p:sp>
        <p:nvSpPr>
          <p:cNvPr id="7" name="A.L.E.R.T. initial A">
            <a:extLst xmlns:a="http://schemas.openxmlformats.org/drawingml/2006/main">
              <a:ext uri="{FF2B5EF4-FFF2-40B4-BE49-F238E27FC236}">
                <a16:creationId xmlns:a16="http://schemas.microsoft.com/office/drawing/2014/main" id="{91CC30C3-B631-4329-8406-48142288CAA7}"/>
              </a:ext>
            </a:extLst>
          </p:cNvPr>
          <p:cNvSpPr>
            <a:spLocks xmlns:a="http://schemas.openxmlformats.org/drawingml/2006/main" noGrp="1"/>
          </p:cNvSpPr>
          <p:nvPr/>
        </p:nvSpPr>
        <p:spPr>
          <a:xfrm xmlns:a="http://schemas.openxmlformats.org/drawingml/2006/main">
            <a:off x="247650" y="28575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0180"/>
                </a:solidFill>
                <a:latin typeface="Space Grotesk"/>
                <a:ea typeface="Space Grotesk"/>
                <a:cs typeface="Space Grotesk"/>
              </a:defRPr>
            </a:defPPr>
            <a:lvl1pPr algn="l">
              <a:defRPr sz="1400" b="1">
                <a:solidFill>
                  <a:srgbClr val="FF0180"/>
                </a:solidFill>
                <a:latin typeface="Space Grotesk"/>
                <a:ea typeface="Space Grotesk"/>
                <a:cs typeface="Space Grotesk"/>
              </a:defRPr>
            </a:lvl1pPr>
            <a:lvl2pPr algn="l">
              <a:defRPr sz="1400" b="1">
                <a:solidFill>
                  <a:srgbClr val="FF0180"/>
                </a:solidFill>
                <a:latin typeface="Space Grotesk"/>
                <a:ea typeface="Space Grotesk"/>
                <a:cs typeface="Space Grotesk"/>
              </a:defRPr>
            </a:lvl2pPr>
            <a:lvl3pPr algn="l">
              <a:defRPr sz="1400" b="1">
                <a:solidFill>
                  <a:srgbClr val="FF0180"/>
                </a:solidFill>
                <a:latin typeface="Space Grotesk"/>
                <a:ea typeface="Space Grotesk"/>
                <a:cs typeface="Space Grotesk"/>
              </a:defRPr>
            </a:lvl3pPr>
            <a:lvl4pPr algn="l">
              <a:defRPr sz="1400" b="1">
                <a:solidFill>
                  <a:srgbClr val="FF0180"/>
                </a:solidFill>
                <a:latin typeface="Space Grotesk"/>
                <a:ea typeface="Space Grotesk"/>
                <a:cs typeface="Space Grotesk"/>
              </a:defRPr>
            </a:lvl4pPr>
            <a:lvl5pPr algn="l">
              <a:defRPr sz="1400" b="1">
                <a:solidFill>
                  <a:srgbClr val="FF0180"/>
                </a:solidFill>
                <a:latin typeface="Space Grotesk"/>
                <a:ea typeface="Space Grotesk"/>
                <a:cs typeface="Space Grotesk"/>
              </a:defRPr>
            </a:lvl5pPr>
            <a:lvl6pPr algn="l">
              <a:defRPr sz="1400" b="1">
                <a:solidFill>
                  <a:srgbClr val="FF0180"/>
                </a:solidFill>
                <a:latin typeface="Space Grotesk"/>
                <a:ea typeface="Space Grotesk"/>
                <a:cs typeface="Space Grotesk"/>
              </a:defRPr>
            </a:lvl6pPr>
            <a:lvl7pPr algn="l">
              <a:defRPr sz="1400" b="1">
                <a:solidFill>
                  <a:srgbClr val="FF0180"/>
                </a:solidFill>
                <a:latin typeface="Space Grotesk"/>
                <a:ea typeface="Space Grotesk"/>
                <a:cs typeface="Space Grotesk"/>
              </a:defRPr>
            </a:lvl7pPr>
            <a:lvl8pPr algn="l">
              <a:defRPr sz="1400" b="1">
                <a:solidFill>
                  <a:srgbClr val="FF0180"/>
                </a:solidFill>
                <a:latin typeface="Space Grotesk"/>
                <a:ea typeface="Space Grotesk"/>
                <a:cs typeface="Space Grotesk"/>
              </a:defRPr>
            </a:lvl8pPr>
            <a:lvl9pPr algn="l">
              <a:defRPr sz="1400" b="1">
                <a:solidFill>
                  <a:srgbClr val="FF0180"/>
                </a:solidFill>
                <a:latin typeface="Space Grotesk"/>
                <a:ea typeface="Space Grotesk"/>
                <a:cs typeface="Space Grotesk"/>
              </a:defRPr>
            </a:lvl9pPr>
          </a:lstStyle>
          <a:p xmlns:a="http://schemas.openxmlformats.org/drawingml/2006/main">
            <a:pPr algn="l">
              <a:lnSpc>
                <a:spcPct val="100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A</a:t>
            </a:r>
          </a:p>
        </p:txBody>
      </p:sp>
      <p:sp>
        <p:nvSpPr>
          <p:cNvPr id="8" name="A.L.E.R.T. heading Aware">
            <a:extLst xmlns:a="http://schemas.openxmlformats.org/drawingml/2006/main">
              <a:ext uri="{FF2B5EF4-FFF2-40B4-BE49-F238E27FC236}">
                <a16:creationId xmlns:a16="http://schemas.microsoft.com/office/drawing/2014/main" id="{E5A9317E-1153-43E0-90C6-0384A0EF78C8}"/>
              </a:ext>
            </a:extLst>
          </p:cNvPr>
          <p:cNvSpPr>
            <a:spLocks xmlns:a="http://schemas.openxmlformats.org/drawingml/2006/main" noGrp="1"/>
          </p:cNvSpPr>
          <p:nvPr/>
        </p:nvSpPr>
        <p:spPr>
          <a:xfrm xmlns:a="http://schemas.openxmlformats.org/drawingml/2006/main">
            <a:off x="514350" y="2857500"/>
            <a:ext cx="426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1">
                <a:solidFill>
                  <a:srgbClr val="7926CB"/>
                </a:solidFill>
                <a:latin typeface="Space Grotesk"/>
                <a:ea typeface="Space Grotesk"/>
                <a:cs typeface="Space Grotesk"/>
              </a:defRPr>
            </a:defPPr>
            <a:lvl1pPr algn="l">
              <a:defRPr sz="1140" b="1">
                <a:solidFill>
                  <a:srgbClr val="7926CB"/>
                </a:solidFill>
                <a:latin typeface="Space Grotesk"/>
                <a:ea typeface="Space Grotesk"/>
                <a:cs typeface="Space Grotesk"/>
              </a:defRPr>
            </a:lvl1pPr>
            <a:lvl2pPr algn="l">
              <a:defRPr sz="1140" b="1">
                <a:solidFill>
                  <a:srgbClr val="7926CB"/>
                </a:solidFill>
                <a:latin typeface="Space Grotesk"/>
                <a:ea typeface="Space Grotesk"/>
                <a:cs typeface="Space Grotesk"/>
              </a:defRPr>
            </a:lvl2pPr>
            <a:lvl3pPr algn="l">
              <a:defRPr sz="1140" b="1">
                <a:solidFill>
                  <a:srgbClr val="7926CB"/>
                </a:solidFill>
                <a:latin typeface="Space Grotesk"/>
                <a:ea typeface="Space Grotesk"/>
                <a:cs typeface="Space Grotesk"/>
              </a:defRPr>
            </a:lvl3pPr>
            <a:lvl4pPr algn="l">
              <a:defRPr sz="1140" b="1">
                <a:solidFill>
                  <a:srgbClr val="7926CB"/>
                </a:solidFill>
                <a:latin typeface="Space Grotesk"/>
                <a:ea typeface="Space Grotesk"/>
                <a:cs typeface="Space Grotesk"/>
              </a:defRPr>
            </a:lvl4pPr>
            <a:lvl5pPr algn="l">
              <a:defRPr sz="1140" b="1">
                <a:solidFill>
                  <a:srgbClr val="7926CB"/>
                </a:solidFill>
                <a:latin typeface="Space Grotesk"/>
                <a:ea typeface="Space Grotesk"/>
                <a:cs typeface="Space Grotesk"/>
              </a:defRPr>
            </a:lvl5pPr>
            <a:lvl6pPr algn="l">
              <a:defRPr sz="1140" b="1">
                <a:solidFill>
                  <a:srgbClr val="7926CB"/>
                </a:solidFill>
                <a:latin typeface="Space Grotesk"/>
                <a:ea typeface="Space Grotesk"/>
                <a:cs typeface="Space Grotesk"/>
              </a:defRPr>
            </a:lvl6pPr>
            <a:lvl7pPr algn="l">
              <a:defRPr sz="1140" b="1">
                <a:solidFill>
                  <a:srgbClr val="7926CB"/>
                </a:solidFill>
                <a:latin typeface="Space Grotesk"/>
                <a:ea typeface="Space Grotesk"/>
                <a:cs typeface="Space Grotesk"/>
              </a:defRPr>
            </a:lvl7pPr>
            <a:lvl8pPr algn="l">
              <a:defRPr sz="1140" b="1">
                <a:solidFill>
                  <a:srgbClr val="7926CB"/>
                </a:solidFill>
                <a:latin typeface="Space Grotesk"/>
                <a:ea typeface="Space Grotesk"/>
                <a:cs typeface="Space Grotesk"/>
              </a:defRPr>
            </a:lvl8pPr>
            <a:lvl9pPr algn="l">
              <a:defRPr sz="1140" b="1">
                <a:solidFill>
                  <a:srgbClr val="7926CB"/>
                </a:solidFill>
                <a:latin typeface="Space Grotesk"/>
                <a:ea typeface="Space Grotesk"/>
                <a:cs typeface="Space Grotesk"/>
              </a:defRPr>
            </a:lvl9pPr>
          </a:lstStyle>
          <a:p xmlns:a="http://schemas.openxmlformats.org/drawingml/2006/main">
            <a:pPr algn="l">
              <a:lnSpc>
                <a:spcPct val="100000"/>
              </a:lnSpc>
              <a:buNone/>
              <a:defRPr sz="1140" b="1">
                <a:solidFill>
                  <a:srgbClr val="7926CB"/>
                </a:solidFill>
                <a:latin typeface="Space Grotesk"/>
                <a:ea typeface="Space Grotesk"/>
                <a:cs typeface="Space Grotesk"/>
              </a:defRPr>
            </a:pPr>
            <a:r>
              <a:rPr sz="1140" b="1">
                <a:solidFill>
                  <a:srgbClr val="7926CB"/>
                </a:solidFill>
                <a:latin typeface="Space Grotesk"/>
                <a:ea typeface="Space Grotesk"/>
                <a:cs typeface="Space Grotesk"/>
              </a:rPr>
              <a:t>Aware</a:t>
            </a:r>
          </a:p>
        </p:txBody>
      </p:sp>
      <p:sp>
        <p:nvSpPr>
          <p:cNvPr id="9" name="A.L.E.R.T. copy Aware">
            <a:extLst xmlns:a="http://schemas.openxmlformats.org/drawingml/2006/main">
              <a:ext uri="{FF2B5EF4-FFF2-40B4-BE49-F238E27FC236}">
                <a16:creationId xmlns:a16="http://schemas.microsoft.com/office/drawing/2014/main" id="{BB153E9F-62D7-439C-8B23-1EA1591F4FFE}"/>
              </a:ext>
            </a:extLst>
          </p:cNvPr>
          <p:cNvSpPr>
            <a:spLocks xmlns:a="http://schemas.openxmlformats.org/drawingml/2006/main" noGrp="1"/>
          </p:cNvSpPr>
          <p:nvPr/>
        </p:nvSpPr>
        <p:spPr>
          <a:xfrm xmlns:a="http://schemas.openxmlformats.org/drawingml/2006/main">
            <a:off x="514350" y="3057525"/>
            <a:ext cx="4267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23143A"/>
                </a:solidFill>
                <a:latin typeface="Arial"/>
                <a:ea typeface="Arial"/>
                <a:cs typeface="Arial"/>
              </a:defRPr>
            </a:defPPr>
            <a:lvl1pPr algn="l">
              <a:defRPr sz="1010" b="0">
                <a:solidFill>
                  <a:srgbClr val="23143A"/>
                </a:solidFill>
                <a:latin typeface="Arial"/>
                <a:ea typeface="Arial"/>
                <a:cs typeface="Arial"/>
              </a:defRPr>
            </a:lvl1pPr>
            <a:lvl2pPr algn="l">
              <a:defRPr sz="1010" b="0">
                <a:solidFill>
                  <a:srgbClr val="23143A"/>
                </a:solidFill>
                <a:latin typeface="Arial"/>
                <a:ea typeface="Arial"/>
                <a:cs typeface="Arial"/>
              </a:defRPr>
            </a:lvl2pPr>
            <a:lvl3pPr algn="l">
              <a:defRPr sz="1010" b="0">
                <a:solidFill>
                  <a:srgbClr val="23143A"/>
                </a:solidFill>
                <a:latin typeface="Arial"/>
                <a:ea typeface="Arial"/>
                <a:cs typeface="Arial"/>
              </a:defRPr>
            </a:lvl3pPr>
            <a:lvl4pPr algn="l">
              <a:defRPr sz="1010" b="0">
                <a:solidFill>
                  <a:srgbClr val="23143A"/>
                </a:solidFill>
                <a:latin typeface="Arial"/>
                <a:ea typeface="Arial"/>
                <a:cs typeface="Arial"/>
              </a:defRPr>
            </a:lvl4pPr>
            <a:lvl5pPr algn="l">
              <a:defRPr sz="1010" b="0">
                <a:solidFill>
                  <a:srgbClr val="23143A"/>
                </a:solidFill>
                <a:latin typeface="Arial"/>
                <a:ea typeface="Arial"/>
                <a:cs typeface="Arial"/>
              </a:defRPr>
            </a:lvl5pPr>
            <a:lvl6pPr algn="l">
              <a:defRPr sz="1010" b="0">
                <a:solidFill>
                  <a:srgbClr val="23143A"/>
                </a:solidFill>
                <a:latin typeface="Arial"/>
                <a:ea typeface="Arial"/>
                <a:cs typeface="Arial"/>
              </a:defRPr>
            </a:lvl6pPr>
            <a:lvl7pPr algn="l">
              <a:defRPr sz="1010" b="0">
                <a:solidFill>
                  <a:srgbClr val="23143A"/>
                </a:solidFill>
                <a:latin typeface="Arial"/>
                <a:ea typeface="Arial"/>
                <a:cs typeface="Arial"/>
              </a:defRPr>
            </a:lvl7pPr>
            <a:lvl8pPr algn="l">
              <a:defRPr sz="1010" b="0">
                <a:solidFill>
                  <a:srgbClr val="23143A"/>
                </a:solidFill>
                <a:latin typeface="Arial"/>
                <a:ea typeface="Arial"/>
                <a:cs typeface="Arial"/>
              </a:defRPr>
            </a:lvl8pPr>
            <a:lvl9pPr algn="l">
              <a:defRPr sz="1010" b="0">
                <a:solidFill>
                  <a:srgbClr val="23143A"/>
                </a:solidFill>
                <a:latin typeface="Arial"/>
                <a:ea typeface="Arial"/>
                <a:cs typeface="Arial"/>
              </a:defRPr>
            </a:lvl9pPr>
          </a:lstStyle>
          <a:p xmlns:a="http://schemas.openxmlformats.org/drawingml/2006/main">
            <a:pPr algn="l">
              <a:lnSpc>
                <a:spcPct val="100000"/>
              </a:lnSpc>
              <a:buNone/>
              <a:defRPr sz="1010" b="0">
                <a:solidFill>
                  <a:srgbClr val="23143A"/>
                </a:solidFill>
                <a:latin typeface="Arial"/>
                <a:ea typeface="Arial"/>
                <a:cs typeface="Arial"/>
              </a:defRPr>
            </a:pPr>
            <a:r>
              <a:rPr sz="1010" b="0">
                <a:solidFill>
                  <a:srgbClr val="23143A"/>
                </a:solidFill>
                <a:latin typeface="Arial"/>
                <a:ea typeface="Arial"/>
                <a:cs typeface="Arial"/>
              </a:rPr>
              <a:t>Scan ahead for turning cars, opening doors, debris, and changing road conditions.</a:t>
            </a:r>
          </a:p>
        </p:txBody>
      </p:sp>
      <p:sp>
        <p:nvSpPr>
          <p:cNvPr id="10" name="A.L.E.R.T. initial L">
            <a:extLst xmlns:a="http://schemas.openxmlformats.org/drawingml/2006/main">
              <a:ext uri="{FF2B5EF4-FFF2-40B4-BE49-F238E27FC236}">
                <a16:creationId xmlns:a16="http://schemas.microsoft.com/office/drawing/2014/main" id="{C50E2E19-7E29-49DB-BA50-01B883D8B4A1}"/>
              </a:ext>
            </a:extLst>
          </p:cNvPr>
          <p:cNvSpPr>
            <a:spLocks xmlns:a="http://schemas.openxmlformats.org/drawingml/2006/main" noGrp="1"/>
          </p:cNvSpPr>
          <p:nvPr/>
        </p:nvSpPr>
        <p:spPr>
          <a:xfrm xmlns:a="http://schemas.openxmlformats.org/drawingml/2006/main">
            <a:off x="247650" y="36957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0180"/>
                </a:solidFill>
                <a:latin typeface="Space Grotesk"/>
                <a:ea typeface="Space Grotesk"/>
                <a:cs typeface="Space Grotesk"/>
              </a:defRPr>
            </a:defPPr>
            <a:lvl1pPr algn="l">
              <a:defRPr sz="1400" b="1">
                <a:solidFill>
                  <a:srgbClr val="FF0180"/>
                </a:solidFill>
                <a:latin typeface="Space Grotesk"/>
                <a:ea typeface="Space Grotesk"/>
                <a:cs typeface="Space Grotesk"/>
              </a:defRPr>
            </a:lvl1pPr>
            <a:lvl2pPr algn="l">
              <a:defRPr sz="1400" b="1">
                <a:solidFill>
                  <a:srgbClr val="FF0180"/>
                </a:solidFill>
                <a:latin typeface="Space Grotesk"/>
                <a:ea typeface="Space Grotesk"/>
                <a:cs typeface="Space Grotesk"/>
              </a:defRPr>
            </a:lvl2pPr>
            <a:lvl3pPr algn="l">
              <a:defRPr sz="1400" b="1">
                <a:solidFill>
                  <a:srgbClr val="FF0180"/>
                </a:solidFill>
                <a:latin typeface="Space Grotesk"/>
                <a:ea typeface="Space Grotesk"/>
                <a:cs typeface="Space Grotesk"/>
              </a:defRPr>
            </a:lvl3pPr>
            <a:lvl4pPr algn="l">
              <a:defRPr sz="1400" b="1">
                <a:solidFill>
                  <a:srgbClr val="FF0180"/>
                </a:solidFill>
                <a:latin typeface="Space Grotesk"/>
                <a:ea typeface="Space Grotesk"/>
                <a:cs typeface="Space Grotesk"/>
              </a:defRPr>
            </a:lvl4pPr>
            <a:lvl5pPr algn="l">
              <a:defRPr sz="1400" b="1">
                <a:solidFill>
                  <a:srgbClr val="FF0180"/>
                </a:solidFill>
                <a:latin typeface="Space Grotesk"/>
                <a:ea typeface="Space Grotesk"/>
                <a:cs typeface="Space Grotesk"/>
              </a:defRPr>
            </a:lvl5pPr>
            <a:lvl6pPr algn="l">
              <a:defRPr sz="1400" b="1">
                <a:solidFill>
                  <a:srgbClr val="FF0180"/>
                </a:solidFill>
                <a:latin typeface="Space Grotesk"/>
                <a:ea typeface="Space Grotesk"/>
                <a:cs typeface="Space Grotesk"/>
              </a:defRPr>
            </a:lvl6pPr>
            <a:lvl7pPr algn="l">
              <a:defRPr sz="1400" b="1">
                <a:solidFill>
                  <a:srgbClr val="FF0180"/>
                </a:solidFill>
                <a:latin typeface="Space Grotesk"/>
                <a:ea typeface="Space Grotesk"/>
                <a:cs typeface="Space Grotesk"/>
              </a:defRPr>
            </a:lvl7pPr>
            <a:lvl8pPr algn="l">
              <a:defRPr sz="1400" b="1">
                <a:solidFill>
                  <a:srgbClr val="FF0180"/>
                </a:solidFill>
                <a:latin typeface="Space Grotesk"/>
                <a:ea typeface="Space Grotesk"/>
                <a:cs typeface="Space Grotesk"/>
              </a:defRPr>
            </a:lvl8pPr>
            <a:lvl9pPr algn="l">
              <a:defRPr sz="1400" b="1">
                <a:solidFill>
                  <a:srgbClr val="FF0180"/>
                </a:solidFill>
                <a:latin typeface="Space Grotesk"/>
                <a:ea typeface="Space Grotesk"/>
                <a:cs typeface="Space Grotesk"/>
              </a:defRPr>
            </a:lvl9pPr>
          </a:lstStyle>
          <a:p xmlns:a="http://schemas.openxmlformats.org/drawingml/2006/main">
            <a:pPr algn="l">
              <a:lnSpc>
                <a:spcPct val="100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L</a:t>
            </a:r>
          </a:p>
        </p:txBody>
      </p:sp>
      <p:sp>
        <p:nvSpPr>
          <p:cNvPr id="11" name="A.L.E.R.T. heading Lawful">
            <a:extLst xmlns:a="http://schemas.openxmlformats.org/drawingml/2006/main">
              <a:ext uri="{FF2B5EF4-FFF2-40B4-BE49-F238E27FC236}">
                <a16:creationId xmlns:a16="http://schemas.microsoft.com/office/drawing/2014/main" id="{2CE3A22E-BCE0-4626-B53B-6C1530E6B78F}"/>
              </a:ext>
            </a:extLst>
          </p:cNvPr>
          <p:cNvSpPr>
            <a:spLocks xmlns:a="http://schemas.openxmlformats.org/drawingml/2006/main" noGrp="1"/>
          </p:cNvSpPr>
          <p:nvPr/>
        </p:nvSpPr>
        <p:spPr>
          <a:xfrm xmlns:a="http://schemas.openxmlformats.org/drawingml/2006/main">
            <a:off x="514350" y="3695700"/>
            <a:ext cx="426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1">
                <a:solidFill>
                  <a:srgbClr val="7926CB"/>
                </a:solidFill>
                <a:latin typeface="Space Grotesk"/>
                <a:ea typeface="Space Grotesk"/>
                <a:cs typeface="Space Grotesk"/>
              </a:defRPr>
            </a:defPPr>
            <a:lvl1pPr algn="l">
              <a:defRPr sz="1140" b="1">
                <a:solidFill>
                  <a:srgbClr val="7926CB"/>
                </a:solidFill>
                <a:latin typeface="Space Grotesk"/>
                <a:ea typeface="Space Grotesk"/>
                <a:cs typeface="Space Grotesk"/>
              </a:defRPr>
            </a:lvl1pPr>
            <a:lvl2pPr algn="l">
              <a:defRPr sz="1140" b="1">
                <a:solidFill>
                  <a:srgbClr val="7926CB"/>
                </a:solidFill>
                <a:latin typeface="Space Grotesk"/>
                <a:ea typeface="Space Grotesk"/>
                <a:cs typeface="Space Grotesk"/>
              </a:defRPr>
            </a:lvl2pPr>
            <a:lvl3pPr algn="l">
              <a:defRPr sz="1140" b="1">
                <a:solidFill>
                  <a:srgbClr val="7926CB"/>
                </a:solidFill>
                <a:latin typeface="Space Grotesk"/>
                <a:ea typeface="Space Grotesk"/>
                <a:cs typeface="Space Grotesk"/>
              </a:defRPr>
            </a:lvl3pPr>
            <a:lvl4pPr algn="l">
              <a:defRPr sz="1140" b="1">
                <a:solidFill>
                  <a:srgbClr val="7926CB"/>
                </a:solidFill>
                <a:latin typeface="Space Grotesk"/>
                <a:ea typeface="Space Grotesk"/>
                <a:cs typeface="Space Grotesk"/>
              </a:defRPr>
            </a:lvl4pPr>
            <a:lvl5pPr algn="l">
              <a:defRPr sz="1140" b="1">
                <a:solidFill>
                  <a:srgbClr val="7926CB"/>
                </a:solidFill>
                <a:latin typeface="Space Grotesk"/>
                <a:ea typeface="Space Grotesk"/>
                <a:cs typeface="Space Grotesk"/>
              </a:defRPr>
            </a:lvl5pPr>
            <a:lvl6pPr algn="l">
              <a:defRPr sz="1140" b="1">
                <a:solidFill>
                  <a:srgbClr val="7926CB"/>
                </a:solidFill>
                <a:latin typeface="Space Grotesk"/>
                <a:ea typeface="Space Grotesk"/>
                <a:cs typeface="Space Grotesk"/>
              </a:defRPr>
            </a:lvl6pPr>
            <a:lvl7pPr algn="l">
              <a:defRPr sz="1140" b="1">
                <a:solidFill>
                  <a:srgbClr val="7926CB"/>
                </a:solidFill>
                <a:latin typeface="Space Grotesk"/>
                <a:ea typeface="Space Grotesk"/>
                <a:cs typeface="Space Grotesk"/>
              </a:defRPr>
            </a:lvl7pPr>
            <a:lvl8pPr algn="l">
              <a:defRPr sz="1140" b="1">
                <a:solidFill>
                  <a:srgbClr val="7926CB"/>
                </a:solidFill>
                <a:latin typeface="Space Grotesk"/>
                <a:ea typeface="Space Grotesk"/>
                <a:cs typeface="Space Grotesk"/>
              </a:defRPr>
            </a:lvl8pPr>
            <a:lvl9pPr algn="l">
              <a:defRPr sz="1140" b="1">
                <a:solidFill>
                  <a:srgbClr val="7926CB"/>
                </a:solidFill>
                <a:latin typeface="Space Grotesk"/>
                <a:ea typeface="Space Grotesk"/>
                <a:cs typeface="Space Grotesk"/>
              </a:defRPr>
            </a:lvl9pPr>
          </a:lstStyle>
          <a:p xmlns:a="http://schemas.openxmlformats.org/drawingml/2006/main">
            <a:pPr algn="l">
              <a:lnSpc>
                <a:spcPct val="100000"/>
              </a:lnSpc>
              <a:buNone/>
              <a:defRPr sz="1140" b="1">
                <a:solidFill>
                  <a:srgbClr val="7926CB"/>
                </a:solidFill>
                <a:latin typeface="Space Grotesk"/>
                <a:ea typeface="Space Grotesk"/>
                <a:cs typeface="Space Grotesk"/>
              </a:defRPr>
            </a:pPr>
            <a:r>
              <a:rPr sz="1140" b="1">
                <a:solidFill>
                  <a:srgbClr val="7926CB"/>
                </a:solidFill>
                <a:latin typeface="Space Grotesk"/>
                <a:ea typeface="Space Grotesk"/>
                <a:cs typeface="Space Grotesk"/>
              </a:rPr>
              <a:t>Lawful</a:t>
            </a:r>
          </a:p>
        </p:txBody>
      </p:sp>
      <p:sp>
        <p:nvSpPr>
          <p:cNvPr id="12" name="A.L.E.R.T. copy Lawful">
            <a:extLst xmlns:a="http://schemas.openxmlformats.org/drawingml/2006/main">
              <a:ext uri="{FF2B5EF4-FFF2-40B4-BE49-F238E27FC236}">
                <a16:creationId xmlns:a16="http://schemas.microsoft.com/office/drawing/2014/main" id="{63E61612-707C-44D0-B11E-56C66A5990E2}"/>
              </a:ext>
            </a:extLst>
          </p:cNvPr>
          <p:cNvSpPr>
            <a:spLocks xmlns:a="http://schemas.openxmlformats.org/drawingml/2006/main" noGrp="1"/>
          </p:cNvSpPr>
          <p:nvPr/>
        </p:nvSpPr>
        <p:spPr>
          <a:xfrm xmlns:a="http://schemas.openxmlformats.org/drawingml/2006/main">
            <a:off x="514350" y="3895725"/>
            <a:ext cx="4267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23143A"/>
                </a:solidFill>
                <a:latin typeface="Arial"/>
                <a:ea typeface="Arial"/>
                <a:cs typeface="Arial"/>
              </a:defRPr>
            </a:defPPr>
            <a:lvl1pPr algn="l">
              <a:defRPr sz="1010" b="0">
                <a:solidFill>
                  <a:srgbClr val="23143A"/>
                </a:solidFill>
                <a:latin typeface="Arial"/>
                <a:ea typeface="Arial"/>
                <a:cs typeface="Arial"/>
              </a:defRPr>
            </a:lvl1pPr>
            <a:lvl2pPr algn="l">
              <a:defRPr sz="1010" b="0">
                <a:solidFill>
                  <a:srgbClr val="23143A"/>
                </a:solidFill>
                <a:latin typeface="Arial"/>
                <a:ea typeface="Arial"/>
                <a:cs typeface="Arial"/>
              </a:defRPr>
            </a:lvl2pPr>
            <a:lvl3pPr algn="l">
              <a:defRPr sz="1010" b="0">
                <a:solidFill>
                  <a:srgbClr val="23143A"/>
                </a:solidFill>
                <a:latin typeface="Arial"/>
                <a:ea typeface="Arial"/>
                <a:cs typeface="Arial"/>
              </a:defRPr>
            </a:lvl3pPr>
            <a:lvl4pPr algn="l">
              <a:defRPr sz="1010" b="0">
                <a:solidFill>
                  <a:srgbClr val="23143A"/>
                </a:solidFill>
                <a:latin typeface="Arial"/>
                <a:ea typeface="Arial"/>
                <a:cs typeface="Arial"/>
              </a:defRPr>
            </a:lvl4pPr>
            <a:lvl5pPr algn="l">
              <a:defRPr sz="1010" b="0">
                <a:solidFill>
                  <a:srgbClr val="23143A"/>
                </a:solidFill>
                <a:latin typeface="Arial"/>
                <a:ea typeface="Arial"/>
                <a:cs typeface="Arial"/>
              </a:defRPr>
            </a:lvl5pPr>
            <a:lvl6pPr algn="l">
              <a:defRPr sz="1010" b="0">
                <a:solidFill>
                  <a:srgbClr val="23143A"/>
                </a:solidFill>
                <a:latin typeface="Arial"/>
                <a:ea typeface="Arial"/>
                <a:cs typeface="Arial"/>
              </a:defRPr>
            </a:lvl6pPr>
            <a:lvl7pPr algn="l">
              <a:defRPr sz="1010" b="0">
                <a:solidFill>
                  <a:srgbClr val="23143A"/>
                </a:solidFill>
                <a:latin typeface="Arial"/>
                <a:ea typeface="Arial"/>
                <a:cs typeface="Arial"/>
              </a:defRPr>
            </a:lvl7pPr>
            <a:lvl8pPr algn="l">
              <a:defRPr sz="1010" b="0">
                <a:solidFill>
                  <a:srgbClr val="23143A"/>
                </a:solidFill>
                <a:latin typeface="Arial"/>
                <a:ea typeface="Arial"/>
                <a:cs typeface="Arial"/>
              </a:defRPr>
            </a:lvl8pPr>
            <a:lvl9pPr algn="l">
              <a:defRPr sz="1010" b="0">
                <a:solidFill>
                  <a:srgbClr val="23143A"/>
                </a:solidFill>
                <a:latin typeface="Arial"/>
                <a:ea typeface="Arial"/>
                <a:cs typeface="Arial"/>
              </a:defRPr>
            </a:lvl9pPr>
          </a:lstStyle>
          <a:p xmlns:a="http://schemas.openxmlformats.org/drawingml/2006/main">
            <a:pPr algn="l">
              <a:lnSpc>
                <a:spcPct val="100000"/>
              </a:lnSpc>
              <a:buNone/>
              <a:defRPr sz="1010" b="0">
                <a:solidFill>
                  <a:srgbClr val="23143A"/>
                </a:solidFill>
                <a:latin typeface="Arial"/>
                <a:ea typeface="Arial"/>
                <a:cs typeface="Arial"/>
              </a:defRPr>
            </a:pPr>
            <a:r>
              <a:rPr sz="1010" b="0">
                <a:solidFill>
                  <a:srgbClr val="23143A"/>
                </a:solidFill>
                <a:latin typeface="Arial"/>
                <a:ea typeface="Arial"/>
                <a:cs typeface="Arial"/>
              </a:rPr>
              <a:t>Ride predictably with traffic, obey signals, and use the correct lane position.</a:t>
            </a:r>
          </a:p>
        </p:txBody>
      </p:sp>
      <p:sp>
        <p:nvSpPr>
          <p:cNvPr id="13" name="A.L.E.R.T. initial E">
            <a:extLst xmlns:a="http://schemas.openxmlformats.org/drawingml/2006/main">
              <a:ext uri="{FF2B5EF4-FFF2-40B4-BE49-F238E27FC236}">
                <a16:creationId xmlns:a16="http://schemas.microsoft.com/office/drawing/2014/main" id="{069E1277-9AF8-4EE8-872D-E2F3A35ED073}"/>
              </a:ext>
            </a:extLst>
          </p:cNvPr>
          <p:cNvSpPr>
            <a:spLocks xmlns:a="http://schemas.openxmlformats.org/drawingml/2006/main" noGrp="1"/>
          </p:cNvSpPr>
          <p:nvPr/>
        </p:nvSpPr>
        <p:spPr>
          <a:xfrm xmlns:a="http://schemas.openxmlformats.org/drawingml/2006/main">
            <a:off x="247650" y="45339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0180"/>
                </a:solidFill>
                <a:latin typeface="Space Grotesk"/>
                <a:ea typeface="Space Grotesk"/>
                <a:cs typeface="Space Grotesk"/>
              </a:defRPr>
            </a:defPPr>
            <a:lvl1pPr algn="l">
              <a:defRPr sz="1400" b="1">
                <a:solidFill>
                  <a:srgbClr val="FF0180"/>
                </a:solidFill>
                <a:latin typeface="Space Grotesk"/>
                <a:ea typeface="Space Grotesk"/>
                <a:cs typeface="Space Grotesk"/>
              </a:defRPr>
            </a:lvl1pPr>
            <a:lvl2pPr algn="l">
              <a:defRPr sz="1400" b="1">
                <a:solidFill>
                  <a:srgbClr val="FF0180"/>
                </a:solidFill>
                <a:latin typeface="Space Grotesk"/>
                <a:ea typeface="Space Grotesk"/>
                <a:cs typeface="Space Grotesk"/>
              </a:defRPr>
            </a:lvl2pPr>
            <a:lvl3pPr algn="l">
              <a:defRPr sz="1400" b="1">
                <a:solidFill>
                  <a:srgbClr val="FF0180"/>
                </a:solidFill>
                <a:latin typeface="Space Grotesk"/>
                <a:ea typeface="Space Grotesk"/>
                <a:cs typeface="Space Grotesk"/>
              </a:defRPr>
            </a:lvl3pPr>
            <a:lvl4pPr algn="l">
              <a:defRPr sz="1400" b="1">
                <a:solidFill>
                  <a:srgbClr val="FF0180"/>
                </a:solidFill>
                <a:latin typeface="Space Grotesk"/>
                <a:ea typeface="Space Grotesk"/>
                <a:cs typeface="Space Grotesk"/>
              </a:defRPr>
            </a:lvl4pPr>
            <a:lvl5pPr algn="l">
              <a:defRPr sz="1400" b="1">
                <a:solidFill>
                  <a:srgbClr val="FF0180"/>
                </a:solidFill>
                <a:latin typeface="Space Grotesk"/>
                <a:ea typeface="Space Grotesk"/>
                <a:cs typeface="Space Grotesk"/>
              </a:defRPr>
            </a:lvl5pPr>
            <a:lvl6pPr algn="l">
              <a:defRPr sz="1400" b="1">
                <a:solidFill>
                  <a:srgbClr val="FF0180"/>
                </a:solidFill>
                <a:latin typeface="Space Grotesk"/>
                <a:ea typeface="Space Grotesk"/>
                <a:cs typeface="Space Grotesk"/>
              </a:defRPr>
            </a:lvl6pPr>
            <a:lvl7pPr algn="l">
              <a:defRPr sz="1400" b="1">
                <a:solidFill>
                  <a:srgbClr val="FF0180"/>
                </a:solidFill>
                <a:latin typeface="Space Grotesk"/>
                <a:ea typeface="Space Grotesk"/>
                <a:cs typeface="Space Grotesk"/>
              </a:defRPr>
            </a:lvl7pPr>
            <a:lvl8pPr algn="l">
              <a:defRPr sz="1400" b="1">
                <a:solidFill>
                  <a:srgbClr val="FF0180"/>
                </a:solidFill>
                <a:latin typeface="Space Grotesk"/>
                <a:ea typeface="Space Grotesk"/>
                <a:cs typeface="Space Grotesk"/>
              </a:defRPr>
            </a:lvl8pPr>
            <a:lvl9pPr algn="l">
              <a:defRPr sz="1400" b="1">
                <a:solidFill>
                  <a:srgbClr val="FF0180"/>
                </a:solidFill>
                <a:latin typeface="Space Grotesk"/>
                <a:ea typeface="Space Grotesk"/>
                <a:cs typeface="Space Grotesk"/>
              </a:defRPr>
            </a:lvl9pPr>
          </a:lstStyle>
          <a:p xmlns:a="http://schemas.openxmlformats.org/drawingml/2006/main">
            <a:pPr algn="l">
              <a:lnSpc>
                <a:spcPct val="100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E</a:t>
            </a:r>
          </a:p>
        </p:txBody>
      </p:sp>
      <p:sp>
        <p:nvSpPr>
          <p:cNvPr id="14" name="A.L.E.R.T. heading Eye-catching">
            <a:extLst xmlns:a="http://schemas.openxmlformats.org/drawingml/2006/main">
              <a:ext uri="{FF2B5EF4-FFF2-40B4-BE49-F238E27FC236}">
                <a16:creationId xmlns:a16="http://schemas.microsoft.com/office/drawing/2014/main" id="{D36D7DC5-AF71-43AF-9924-4454808FC561}"/>
              </a:ext>
            </a:extLst>
          </p:cNvPr>
          <p:cNvSpPr>
            <a:spLocks xmlns:a="http://schemas.openxmlformats.org/drawingml/2006/main" noGrp="1"/>
          </p:cNvSpPr>
          <p:nvPr/>
        </p:nvSpPr>
        <p:spPr>
          <a:xfrm xmlns:a="http://schemas.openxmlformats.org/drawingml/2006/main">
            <a:off x="514350" y="4533900"/>
            <a:ext cx="426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1">
                <a:solidFill>
                  <a:srgbClr val="7926CB"/>
                </a:solidFill>
                <a:latin typeface="Space Grotesk"/>
                <a:ea typeface="Space Grotesk"/>
                <a:cs typeface="Space Grotesk"/>
              </a:defRPr>
            </a:defPPr>
            <a:lvl1pPr algn="l">
              <a:defRPr sz="1140" b="1">
                <a:solidFill>
                  <a:srgbClr val="7926CB"/>
                </a:solidFill>
                <a:latin typeface="Space Grotesk"/>
                <a:ea typeface="Space Grotesk"/>
                <a:cs typeface="Space Grotesk"/>
              </a:defRPr>
            </a:lvl1pPr>
            <a:lvl2pPr algn="l">
              <a:defRPr sz="1140" b="1">
                <a:solidFill>
                  <a:srgbClr val="7926CB"/>
                </a:solidFill>
                <a:latin typeface="Space Grotesk"/>
                <a:ea typeface="Space Grotesk"/>
                <a:cs typeface="Space Grotesk"/>
              </a:defRPr>
            </a:lvl2pPr>
            <a:lvl3pPr algn="l">
              <a:defRPr sz="1140" b="1">
                <a:solidFill>
                  <a:srgbClr val="7926CB"/>
                </a:solidFill>
                <a:latin typeface="Space Grotesk"/>
                <a:ea typeface="Space Grotesk"/>
                <a:cs typeface="Space Grotesk"/>
              </a:defRPr>
            </a:lvl3pPr>
            <a:lvl4pPr algn="l">
              <a:defRPr sz="1140" b="1">
                <a:solidFill>
                  <a:srgbClr val="7926CB"/>
                </a:solidFill>
                <a:latin typeface="Space Grotesk"/>
                <a:ea typeface="Space Grotesk"/>
                <a:cs typeface="Space Grotesk"/>
              </a:defRPr>
            </a:lvl4pPr>
            <a:lvl5pPr algn="l">
              <a:defRPr sz="1140" b="1">
                <a:solidFill>
                  <a:srgbClr val="7926CB"/>
                </a:solidFill>
                <a:latin typeface="Space Grotesk"/>
                <a:ea typeface="Space Grotesk"/>
                <a:cs typeface="Space Grotesk"/>
              </a:defRPr>
            </a:lvl5pPr>
            <a:lvl6pPr algn="l">
              <a:defRPr sz="1140" b="1">
                <a:solidFill>
                  <a:srgbClr val="7926CB"/>
                </a:solidFill>
                <a:latin typeface="Space Grotesk"/>
                <a:ea typeface="Space Grotesk"/>
                <a:cs typeface="Space Grotesk"/>
              </a:defRPr>
            </a:lvl6pPr>
            <a:lvl7pPr algn="l">
              <a:defRPr sz="1140" b="1">
                <a:solidFill>
                  <a:srgbClr val="7926CB"/>
                </a:solidFill>
                <a:latin typeface="Space Grotesk"/>
                <a:ea typeface="Space Grotesk"/>
                <a:cs typeface="Space Grotesk"/>
              </a:defRPr>
            </a:lvl7pPr>
            <a:lvl8pPr algn="l">
              <a:defRPr sz="1140" b="1">
                <a:solidFill>
                  <a:srgbClr val="7926CB"/>
                </a:solidFill>
                <a:latin typeface="Space Grotesk"/>
                <a:ea typeface="Space Grotesk"/>
                <a:cs typeface="Space Grotesk"/>
              </a:defRPr>
            </a:lvl8pPr>
            <a:lvl9pPr algn="l">
              <a:defRPr sz="1140" b="1">
                <a:solidFill>
                  <a:srgbClr val="7926CB"/>
                </a:solidFill>
                <a:latin typeface="Space Grotesk"/>
                <a:ea typeface="Space Grotesk"/>
                <a:cs typeface="Space Grotesk"/>
              </a:defRPr>
            </a:lvl9pPr>
          </a:lstStyle>
          <a:p xmlns:a="http://schemas.openxmlformats.org/drawingml/2006/main">
            <a:pPr algn="l">
              <a:lnSpc>
                <a:spcPct val="100000"/>
              </a:lnSpc>
              <a:buNone/>
              <a:defRPr sz="1140" b="1">
                <a:solidFill>
                  <a:srgbClr val="7926CB"/>
                </a:solidFill>
                <a:latin typeface="Space Grotesk"/>
                <a:ea typeface="Space Grotesk"/>
                <a:cs typeface="Space Grotesk"/>
              </a:defRPr>
            </a:pPr>
            <a:r>
              <a:rPr sz="1140" b="1">
                <a:solidFill>
                  <a:srgbClr val="7926CB"/>
                </a:solidFill>
                <a:latin typeface="Space Grotesk"/>
                <a:ea typeface="Space Grotesk"/>
                <a:cs typeface="Space Grotesk"/>
              </a:rPr>
              <a:t>Eye-catching</a:t>
            </a:r>
          </a:p>
        </p:txBody>
      </p:sp>
      <p:sp>
        <p:nvSpPr>
          <p:cNvPr id="15" name="A.L.E.R.T. copy Eye-catching">
            <a:extLst xmlns:a="http://schemas.openxmlformats.org/drawingml/2006/main">
              <a:ext uri="{FF2B5EF4-FFF2-40B4-BE49-F238E27FC236}">
                <a16:creationId xmlns:a16="http://schemas.microsoft.com/office/drawing/2014/main" id="{10D77858-28FD-43F3-9DB4-0D4EB8C2A992}"/>
              </a:ext>
            </a:extLst>
          </p:cNvPr>
          <p:cNvSpPr>
            <a:spLocks xmlns:a="http://schemas.openxmlformats.org/drawingml/2006/main" noGrp="1"/>
          </p:cNvSpPr>
          <p:nvPr/>
        </p:nvSpPr>
        <p:spPr>
          <a:xfrm xmlns:a="http://schemas.openxmlformats.org/drawingml/2006/main">
            <a:off x="514350" y="4733925"/>
            <a:ext cx="4267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23143A"/>
                </a:solidFill>
                <a:latin typeface="Arial"/>
                <a:ea typeface="Arial"/>
                <a:cs typeface="Arial"/>
              </a:defRPr>
            </a:defPPr>
            <a:lvl1pPr algn="l">
              <a:defRPr sz="1010" b="0">
                <a:solidFill>
                  <a:srgbClr val="23143A"/>
                </a:solidFill>
                <a:latin typeface="Arial"/>
                <a:ea typeface="Arial"/>
                <a:cs typeface="Arial"/>
              </a:defRPr>
            </a:lvl1pPr>
            <a:lvl2pPr algn="l">
              <a:defRPr sz="1010" b="0">
                <a:solidFill>
                  <a:srgbClr val="23143A"/>
                </a:solidFill>
                <a:latin typeface="Arial"/>
                <a:ea typeface="Arial"/>
                <a:cs typeface="Arial"/>
              </a:defRPr>
            </a:lvl2pPr>
            <a:lvl3pPr algn="l">
              <a:defRPr sz="1010" b="0">
                <a:solidFill>
                  <a:srgbClr val="23143A"/>
                </a:solidFill>
                <a:latin typeface="Arial"/>
                <a:ea typeface="Arial"/>
                <a:cs typeface="Arial"/>
              </a:defRPr>
            </a:lvl3pPr>
            <a:lvl4pPr algn="l">
              <a:defRPr sz="1010" b="0">
                <a:solidFill>
                  <a:srgbClr val="23143A"/>
                </a:solidFill>
                <a:latin typeface="Arial"/>
                <a:ea typeface="Arial"/>
                <a:cs typeface="Arial"/>
              </a:defRPr>
            </a:lvl4pPr>
            <a:lvl5pPr algn="l">
              <a:defRPr sz="1010" b="0">
                <a:solidFill>
                  <a:srgbClr val="23143A"/>
                </a:solidFill>
                <a:latin typeface="Arial"/>
                <a:ea typeface="Arial"/>
                <a:cs typeface="Arial"/>
              </a:defRPr>
            </a:lvl5pPr>
            <a:lvl6pPr algn="l">
              <a:defRPr sz="1010" b="0">
                <a:solidFill>
                  <a:srgbClr val="23143A"/>
                </a:solidFill>
                <a:latin typeface="Arial"/>
                <a:ea typeface="Arial"/>
                <a:cs typeface="Arial"/>
              </a:defRPr>
            </a:lvl6pPr>
            <a:lvl7pPr algn="l">
              <a:defRPr sz="1010" b="0">
                <a:solidFill>
                  <a:srgbClr val="23143A"/>
                </a:solidFill>
                <a:latin typeface="Arial"/>
                <a:ea typeface="Arial"/>
                <a:cs typeface="Arial"/>
              </a:defRPr>
            </a:lvl7pPr>
            <a:lvl8pPr algn="l">
              <a:defRPr sz="1010" b="0">
                <a:solidFill>
                  <a:srgbClr val="23143A"/>
                </a:solidFill>
                <a:latin typeface="Arial"/>
                <a:ea typeface="Arial"/>
                <a:cs typeface="Arial"/>
              </a:defRPr>
            </a:lvl8pPr>
            <a:lvl9pPr algn="l">
              <a:defRPr sz="1010" b="0">
                <a:solidFill>
                  <a:srgbClr val="23143A"/>
                </a:solidFill>
                <a:latin typeface="Arial"/>
                <a:ea typeface="Arial"/>
                <a:cs typeface="Arial"/>
              </a:defRPr>
            </a:lvl9pPr>
          </a:lstStyle>
          <a:p xmlns:a="http://schemas.openxmlformats.org/drawingml/2006/main">
            <a:pPr algn="l">
              <a:lnSpc>
                <a:spcPct val="100000"/>
              </a:lnSpc>
              <a:buNone/>
              <a:defRPr sz="1010" b="0">
                <a:solidFill>
                  <a:srgbClr val="23143A"/>
                </a:solidFill>
                <a:latin typeface="Arial"/>
                <a:ea typeface="Arial"/>
                <a:cs typeface="Arial"/>
              </a:defRPr>
            </a:pPr>
            <a:r>
              <a:rPr sz="1010" b="0">
                <a:solidFill>
                  <a:srgbClr val="23143A"/>
                </a:solidFill>
                <a:latin typeface="Arial"/>
                <a:ea typeface="Arial"/>
                <a:cs typeface="Arial"/>
              </a:rPr>
              <a:t>Use bright lights, visible clothing, and a road position where drivers can see you.</a:t>
            </a:r>
          </a:p>
        </p:txBody>
      </p:sp>
      <p:sp>
        <p:nvSpPr>
          <p:cNvPr id="16" name="A.L.E.R.T. initial R">
            <a:extLst xmlns:a="http://schemas.openxmlformats.org/drawingml/2006/main">
              <a:ext uri="{FF2B5EF4-FFF2-40B4-BE49-F238E27FC236}">
                <a16:creationId xmlns:a16="http://schemas.microsoft.com/office/drawing/2014/main" id="{1307F217-BC41-4874-A794-0B5AAC01D653}"/>
              </a:ext>
            </a:extLst>
          </p:cNvPr>
          <p:cNvSpPr>
            <a:spLocks xmlns:a="http://schemas.openxmlformats.org/drawingml/2006/main" noGrp="1"/>
          </p:cNvSpPr>
          <p:nvPr/>
        </p:nvSpPr>
        <p:spPr>
          <a:xfrm xmlns:a="http://schemas.openxmlformats.org/drawingml/2006/main">
            <a:off x="247650" y="53721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0180"/>
                </a:solidFill>
                <a:latin typeface="Space Grotesk"/>
                <a:ea typeface="Space Grotesk"/>
                <a:cs typeface="Space Grotesk"/>
              </a:defRPr>
            </a:defPPr>
            <a:lvl1pPr algn="l">
              <a:defRPr sz="1400" b="1">
                <a:solidFill>
                  <a:srgbClr val="FF0180"/>
                </a:solidFill>
                <a:latin typeface="Space Grotesk"/>
                <a:ea typeface="Space Grotesk"/>
                <a:cs typeface="Space Grotesk"/>
              </a:defRPr>
            </a:lvl1pPr>
            <a:lvl2pPr algn="l">
              <a:defRPr sz="1400" b="1">
                <a:solidFill>
                  <a:srgbClr val="FF0180"/>
                </a:solidFill>
                <a:latin typeface="Space Grotesk"/>
                <a:ea typeface="Space Grotesk"/>
                <a:cs typeface="Space Grotesk"/>
              </a:defRPr>
            </a:lvl2pPr>
            <a:lvl3pPr algn="l">
              <a:defRPr sz="1400" b="1">
                <a:solidFill>
                  <a:srgbClr val="FF0180"/>
                </a:solidFill>
                <a:latin typeface="Space Grotesk"/>
                <a:ea typeface="Space Grotesk"/>
                <a:cs typeface="Space Grotesk"/>
              </a:defRPr>
            </a:lvl3pPr>
            <a:lvl4pPr algn="l">
              <a:defRPr sz="1400" b="1">
                <a:solidFill>
                  <a:srgbClr val="FF0180"/>
                </a:solidFill>
                <a:latin typeface="Space Grotesk"/>
                <a:ea typeface="Space Grotesk"/>
                <a:cs typeface="Space Grotesk"/>
              </a:defRPr>
            </a:lvl4pPr>
            <a:lvl5pPr algn="l">
              <a:defRPr sz="1400" b="1">
                <a:solidFill>
                  <a:srgbClr val="FF0180"/>
                </a:solidFill>
                <a:latin typeface="Space Grotesk"/>
                <a:ea typeface="Space Grotesk"/>
                <a:cs typeface="Space Grotesk"/>
              </a:defRPr>
            </a:lvl5pPr>
            <a:lvl6pPr algn="l">
              <a:defRPr sz="1400" b="1">
                <a:solidFill>
                  <a:srgbClr val="FF0180"/>
                </a:solidFill>
                <a:latin typeface="Space Grotesk"/>
                <a:ea typeface="Space Grotesk"/>
                <a:cs typeface="Space Grotesk"/>
              </a:defRPr>
            </a:lvl6pPr>
            <a:lvl7pPr algn="l">
              <a:defRPr sz="1400" b="1">
                <a:solidFill>
                  <a:srgbClr val="FF0180"/>
                </a:solidFill>
                <a:latin typeface="Space Grotesk"/>
                <a:ea typeface="Space Grotesk"/>
                <a:cs typeface="Space Grotesk"/>
              </a:defRPr>
            </a:lvl7pPr>
            <a:lvl8pPr algn="l">
              <a:defRPr sz="1400" b="1">
                <a:solidFill>
                  <a:srgbClr val="FF0180"/>
                </a:solidFill>
                <a:latin typeface="Space Grotesk"/>
                <a:ea typeface="Space Grotesk"/>
                <a:cs typeface="Space Grotesk"/>
              </a:defRPr>
            </a:lvl8pPr>
            <a:lvl9pPr algn="l">
              <a:defRPr sz="1400" b="1">
                <a:solidFill>
                  <a:srgbClr val="FF0180"/>
                </a:solidFill>
                <a:latin typeface="Space Grotesk"/>
                <a:ea typeface="Space Grotesk"/>
                <a:cs typeface="Space Grotesk"/>
              </a:defRPr>
            </a:lvl9pPr>
          </a:lstStyle>
          <a:p xmlns:a="http://schemas.openxmlformats.org/drawingml/2006/main">
            <a:pPr algn="l">
              <a:lnSpc>
                <a:spcPct val="100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R</a:t>
            </a:r>
          </a:p>
        </p:txBody>
      </p:sp>
      <p:sp>
        <p:nvSpPr>
          <p:cNvPr id="17" name="A.L.E.R.T. heading Ride ready">
            <a:extLst xmlns:a="http://schemas.openxmlformats.org/drawingml/2006/main">
              <a:ext uri="{FF2B5EF4-FFF2-40B4-BE49-F238E27FC236}">
                <a16:creationId xmlns:a16="http://schemas.microsoft.com/office/drawing/2014/main" id="{3A8796C2-4B0B-4E68-8CCB-444D0D470797}"/>
              </a:ext>
            </a:extLst>
          </p:cNvPr>
          <p:cNvSpPr>
            <a:spLocks xmlns:a="http://schemas.openxmlformats.org/drawingml/2006/main" noGrp="1"/>
          </p:cNvSpPr>
          <p:nvPr/>
        </p:nvSpPr>
        <p:spPr>
          <a:xfrm xmlns:a="http://schemas.openxmlformats.org/drawingml/2006/main">
            <a:off x="514350" y="5372100"/>
            <a:ext cx="426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1">
                <a:solidFill>
                  <a:srgbClr val="7926CB"/>
                </a:solidFill>
                <a:latin typeface="Space Grotesk"/>
                <a:ea typeface="Space Grotesk"/>
                <a:cs typeface="Space Grotesk"/>
              </a:defRPr>
            </a:defPPr>
            <a:lvl1pPr algn="l">
              <a:defRPr sz="1140" b="1">
                <a:solidFill>
                  <a:srgbClr val="7926CB"/>
                </a:solidFill>
                <a:latin typeface="Space Grotesk"/>
                <a:ea typeface="Space Grotesk"/>
                <a:cs typeface="Space Grotesk"/>
              </a:defRPr>
            </a:lvl1pPr>
            <a:lvl2pPr algn="l">
              <a:defRPr sz="1140" b="1">
                <a:solidFill>
                  <a:srgbClr val="7926CB"/>
                </a:solidFill>
                <a:latin typeface="Space Grotesk"/>
                <a:ea typeface="Space Grotesk"/>
                <a:cs typeface="Space Grotesk"/>
              </a:defRPr>
            </a:lvl2pPr>
            <a:lvl3pPr algn="l">
              <a:defRPr sz="1140" b="1">
                <a:solidFill>
                  <a:srgbClr val="7926CB"/>
                </a:solidFill>
                <a:latin typeface="Space Grotesk"/>
                <a:ea typeface="Space Grotesk"/>
                <a:cs typeface="Space Grotesk"/>
              </a:defRPr>
            </a:lvl3pPr>
            <a:lvl4pPr algn="l">
              <a:defRPr sz="1140" b="1">
                <a:solidFill>
                  <a:srgbClr val="7926CB"/>
                </a:solidFill>
                <a:latin typeface="Space Grotesk"/>
                <a:ea typeface="Space Grotesk"/>
                <a:cs typeface="Space Grotesk"/>
              </a:defRPr>
            </a:lvl4pPr>
            <a:lvl5pPr algn="l">
              <a:defRPr sz="1140" b="1">
                <a:solidFill>
                  <a:srgbClr val="7926CB"/>
                </a:solidFill>
                <a:latin typeface="Space Grotesk"/>
                <a:ea typeface="Space Grotesk"/>
                <a:cs typeface="Space Grotesk"/>
              </a:defRPr>
            </a:lvl5pPr>
            <a:lvl6pPr algn="l">
              <a:defRPr sz="1140" b="1">
                <a:solidFill>
                  <a:srgbClr val="7926CB"/>
                </a:solidFill>
                <a:latin typeface="Space Grotesk"/>
                <a:ea typeface="Space Grotesk"/>
                <a:cs typeface="Space Grotesk"/>
              </a:defRPr>
            </a:lvl6pPr>
            <a:lvl7pPr algn="l">
              <a:defRPr sz="1140" b="1">
                <a:solidFill>
                  <a:srgbClr val="7926CB"/>
                </a:solidFill>
                <a:latin typeface="Space Grotesk"/>
                <a:ea typeface="Space Grotesk"/>
                <a:cs typeface="Space Grotesk"/>
              </a:defRPr>
            </a:lvl7pPr>
            <a:lvl8pPr algn="l">
              <a:defRPr sz="1140" b="1">
                <a:solidFill>
                  <a:srgbClr val="7926CB"/>
                </a:solidFill>
                <a:latin typeface="Space Grotesk"/>
                <a:ea typeface="Space Grotesk"/>
                <a:cs typeface="Space Grotesk"/>
              </a:defRPr>
            </a:lvl8pPr>
            <a:lvl9pPr algn="l">
              <a:defRPr sz="1140" b="1">
                <a:solidFill>
                  <a:srgbClr val="7926CB"/>
                </a:solidFill>
                <a:latin typeface="Space Grotesk"/>
                <a:ea typeface="Space Grotesk"/>
                <a:cs typeface="Space Grotesk"/>
              </a:defRPr>
            </a:lvl9pPr>
          </a:lstStyle>
          <a:p xmlns:a="http://schemas.openxmlformats.org/drawingml/2006/main">
            <a:pPr algn="l">
              <a:lnSpc>
                <a:spcPct val="100000"/>
              </a:lnSpc>
              <a:buNone/>
              <a:defRPr sz="1140" b="1">
                <a:solidFill>
                  <a:srgbClr val="7926CB"/>
                </a:solidFill>
                <a:latin typeface="Space Grotesk"/>
                <a:ea typeface="Space Grotesk"/>
                <a:cs typeface="Space Grotesk"/>
              </a:defRPr>
            </a:pPr>
            <a:r>
              <a:rPr sz="1140" b="1">
                <a:solidFill>
                  <a:srgbClr val="7926CB"/>
                </a:solidFill>
                <a:latin typeface="Space Grotesk"/>
                <a:ea typeface="Space Grotesk"/>
                <a:cs typeface="Space Grotesk"/>
              </a:rPr>
              <a:t>Ride ready</a:t>
            </a:r>
          </a:p>
        </p:txBody>
      </p:sp>
      <p:sp>
        <p:nvSpPr>
          <p:cNvPr id="18" name="A.L.E.R.T. copy Ride ready">
            <a:extLst xmlns:a="http://schemas.openxmlformats.org/drawingml/2006/main">
              <a:ext uri="{FF2B5EF4-FFF2-40B4-BE49-F238E27FC236}">
                <a16:creationId xmlns:a16="http://schemas.microsoft.com/office/drawing/2014/main" id="{07F0E3B2-33F1-4AFB-B1C3-B05B1CD9B2B1}"/>
              </a:ext>
            </a:extLst>
          </p:cNvPr>
          <p:cNvSpPr>
            <a:spLocks xmlns:a="http://schemas.openxmlformats.org/drawingml/2006/main" noGrp="1"/>
          </p:cNvSpPr>
          <p:nvPr/>
        </p:nvSpPr>
        <p:spPr>
          <a:xfrm xmlns:a="http://schemas.openxmlformats.org/drawingml/2006/main">
            <a:off x="514350" y="5572125"/>
            <a:ext cx="4267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23143A"/>
                </a:solidFill>
                <a:latin typeface="Arial"/>
                <a:ea typeface="Arial"/>
                <a:cs typeface="Arial"/>
              </a:defRPr>
            </a:defPPr>
            <a:lvl1pPr algn="l">
              <a:defRPr sz="1010" b="0">
                <a:solidFill>
                  <a:srgbClr val="23143A"/>
                </a:solidFill>
                <a:latin typeface="Arial"/>
                <a:ea typeface="Arial"/>
                <a:cs typeface="Arial"/>
              </a:defRPr>
            </a:lvl1pPr>
            <a:lvl2pPr algn="l">
              <a:defRPr sz="1010" b="0">
                <a:solidFill>
                  <a:srgbClr val="23143A"/>
                </a:solidFill>
                <a:latin typeface="Arial"/>
                <a:ea typeface="Arial"/>
                <a:cs typeface="Arial"/>
              </a:defRPr>
            </a:lvl2pPr>
            <a:lvl3pPr algn="l">
              <a:defRPr sz="1010" b="0">
                <a:solidFill>
                  <a:srgbClr val="23143A"/>
                </a:solidFill>
                <a:latin typeface="Arial"/>
                <a:ea typeface="Arial"/>
                <a:cs typeface="Arial"/>
              </a:defRPr>
            </a:lvl3pPr>
            <a:lvl4pPr algn="l">
              <a:defRPr sz="1010" b="0">
                <a:solidFill>
                  <a:srgbClr val="23143A"/>
                </a:solidFill>
                <a:latin typeface="Arial"/>
                <a:ea typeface="Arial"/>
                <a:cs typeface="Arial"/>
              </a:defRPr>
            </a:lvl4pPr>
            <a:lvl5pPr algn="l">
              <a:defRPr sz="1010" b="0">
                <a:solidFill>
                  <a:srgbClr val="23143A"/>
                </a:solidFill>
                <a:latin typeface="Arial"/>
                <a:ea typeface="Arial"/>
                <a:cs typeface="Arial"/>
              </a:defRPr>
            </a:lvl5pPr>
            <a:lvl6pPr algn="l">
              <a:defRPr sz="1010" b="0">
                <a:solidFill>
                  <a:srgbClr val="23143A"/>
                </a:solidFill>
                <a:latin typeface="Arial"/>
                <a:ea typeface="Arial"/>
                <a:cs typeface="Arial"/>
              </a:defRPr>
            </a:lvl6pPr>
            <a:lvl7pPr algn="l">
              <a:defRPr sz="1010" b="0">
                <a:solidFill>
                  <a:srgbClr val="23143A"/>
                </a:solidFill>
                <a:latin typeface="Arial"/>
                <a:ea typeface="Arial"/>
                <a:cs typeface="Arial"/>
              </a:defRPr>
            </a:lvl7pPr>
            <a:lvl8pPr algn="l">
              <a:defRPr sz="1010" b="0">
                <a:solidFill>
                  <a:srgbClr val="23143A"/>
                </a:solidFill>
                <a:latin typeface="Arial"/>
                <a:ea typeface="Arial"/>
                <a:cs typeface="Arial"/>
              </a:defRPr>
            </a:lvl8pPr>
            <a:lvl9pPr algn="l">
              <a:defRPr sz="1010" b="0">
                <a:solidFill>
                  <a:srgbClr val="23143A"/>
                </a:solidFill>
                <a:latin typeface="Arial"/>
                <a:ea typeface="Arial"/>
                <a:cs typeface="Arial"/>
              </a:defRPr>
            </a:lvl9pPr>
          </a:lstStyle>
          <a:p xmlns:a="http://schemas.openxmlformats.org/drawingml/2006/main">
            <a:pPr algn="l">
              <a:lnSpc>
                <a:spcPct val="100000"/>
              </a:lnSpc>
              <a:buNone/>
              <a:defRPr sz="1010" b="0">
                <a:solidFill>
                  <a:srgbClr val="23143A"/>
                </a:solidFill>
                <a:latin typeface="Arial"/>
                <a:ea typeface="Arial"/>
                <a:cs typeface="Arial"/>
              </a:defRPr>
            </a:pPr>
            <a:r>
              <a:rPr sz="1010" b="0">
                <a:solidFill>
                  <a:srgbClr val="23143A"/>
                </a:solidFill>
                <a:latin typeface="Arial"/>
                <a:ea typeface="Arial"/>
                <a:cs typeface="Arial"/>
              </a:rPr>
              <a:t>Check your bike, helmet, route, weather, and supplies before rolling out.</a:t>
            </a:r>
          </a:p>
        </p:txBody>
      </p:sp>
      <p:sp>
        <p:nvSpPr>
          <p:cNvPr id="19" name="A.L.E.R.T. initial T">
            <a:extLst xmlns:a="http://schemas.openxmlformats.org/drawingml/2006/main">
              <a:ext uri="{FF2B5EF4-FFF2-40B4-BE49-F238E27FC236}">
                <a16:creationId xmlns:a16="http://schemas.microsoft.com/office/drawing/2014/main" id="{29B796DE-7CD8-44E7-9B3B-8992C8E4140B}"/>
              </a:ext>
            </a:extLst>
          </p:cNvPr>
          <p:cNvSpPr>
            <a:spLocks xmlns:a="http://schemas.openxmlformats.org/drawingml/2006/main" noGrp="1"/>
          </p:cNvSpPr>
          <p:nvPr/>
        </p:nvSpPr>
        <p:spPr>
          <a:xfrm xmlns:a="http://schemas.openxmlformats.org/drawingml/2006/main">
            <a:off x="247650" y="62103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0180"/>
                </a:solidFill>
                <a:latin typeface="Space Grotesk"/>
                <a:ea typeface="Space Grotesk"/>
                <a:cs typeface="Space Grotesk"/>
              </a:defRPr>
            </a:defPPr>
            <a:lvl1pPr algn="l">
              <a:defRPr sz="1400" b="1">
                <a:solidFill>
                  <a:srgbClr val="FF0180"/>
                </a:solidFill>
                <a:latin typeface="Space Grotesk"/>
                <a:ea typeface="Space Grotesk"/>
                <a:cs typeface="Space Grotesk"/>
              </a:defRPr>
            </a:lvl1pPr>
            <a:lvl2pPr algn="l">
              <a:defRPr sz="1400" b="1">
                <a:solidFill>
                  <a:srgbClr val="FF0180"/>
                </a:solidFill>
                <a:latin typeface="Space Grotesk"/>
                <a:ea typeface="Space Grotesk"/>
                <a:cs typeface="Space Grotesk"/>
              </a:defRPr>
            </a:lvl2pPr>
            <a:lvl3pPr algn="l">
              <a:defRPr sz="1400" b="1">
                <a:solidFill>
                  <a:srgbClr val="FF0180"/>
                </a:solidFill>
                <a:latin typeface="Space Grotesk"/>
                <a:ea typeface="Space Grotesk"/>
                <a:cs typeface="Space Grotesk"/>
              </a:defRPr>
            </a:lvl3pPr>
            <a:lvl4pPr algn="l">
              <a:defRPr sz="1400" b="1">
                <a:solidFill>
                  <a:srgbClr val="FF0180"/>
                </a:solidFill>
                <a:latin typeface="Space Grotesk"/>
                <a:ea typeface="Space Grotesk"/>
                <a:cs typeface="Space Grotesk"/>
              </a:defRPr>
            </a:lvl4pPr>
            <a:lvl5pPr algn="l">
              <a:defRPr sz="1400" b="1">
                <a:solidFill>
                  <a:srgbClr val="FF0180"/>
                </a:solidFill>
                <a:latin typeface="Space Grotesk"/>
                <a:ea typeface="Space Grotesk"/>
                <a:cs typeface="Space Grotesk"/>
              </a:defRPr>
            </a:lvl5pPr>
            <a:lvl6pPr algn="l">
              <a:defRPr sz="1400" b="1">
                <a:solidFill>
                  <a:srgbClr val="FF0180"/>
                </a:solidFill>
                <a:latin typeface="Space Grotesk"/>
                <a:ea typeface="Space Grotesk"/>
                <a:cs typeface="Space Grotesk"/>
              </a:defRPr>
            </a:lvl6pPr>
            <a:lvl7pPr algn="l">
              <a:defRPr sz="1400" b="1">
                <a:solidFill>
                  <a:srgbClr val="FF0180"/>
                </a:solidFill>
                <a:latin typeface="Space Grotesk"/>
                <a:ea typeface="Space Grotesk"/>
                <a:cs typeface="Space Grotesk"/>
              </a:defRPr>
            </a:lvl7pPr>
            <a:lvl8pPr algn="l">
              <a:defRPr sz="1400" b="1">
                <a:solidFill>
                  <a:srgbClr val="FF0180"/>
                </a:solidFill>
                <a:latin typeface="Space Grotesk"/>
                <a:ea typeface="Space Grotesk"/>
                <a:cs typeface="Space Grotesk"/>
              </a:defRPr>
            </a:lvl8pPr>
            <a:lvl9pPr algn="l">
              <a:defRPr sz="1400" b="1">
                <a:solidFill>
                  <a:srgbClr val="FF0180"/>
                </a:solidFill>
                <a:latin typeface="Space Grotesk"/>
                <a:ea typeface="Space Grotesk"/>
                <a:cs typeface="Space Grotesk"/>
              </a:defRPr>
            </a:lvl9pPr>
          </a:lstStyle>
          <a:p xmlns:a="http://schemas.openxmlformats.org/drawingml/2006/main">
            <a:pPr algn="l">
              <a:lnSpc>
                <a:spcPct val="100000"/>
              </a:lnSpc>
              <a:buNone/>
              <a:defRPr sz="1400" b="1">
                <a:solidFill>
                  <a:srgbClr val="FF0180"/>
                </a:solidFill>
                <a:latin typeface="Space Grotesk"/>
                <a:ea typeface="Space Grotesk"/>
                <a:cs typeface="Space Grotesk"/>
              </a:defRPr>
            </a:pPr>
            <a:r>
              <a:rPr sz="1400" b="1">
                <a:solidFill>
                  <a:srgbClr val="FF0180"/>
                </a:solidFill>
                <a:latin typeface="Space Grotesk"/>
                <a:ea typeface="Space Grotesk"/>
                <a:cs typeface="Space Grotesk"/>
              </a:rPr>
              <a:t>T</a:t>
            </a:r>
          </a:p>
        </p:txBody>
      </p:sp>
      <p:sp>
        <p:nvSpPr>
          <p:cNvPr id="20" name="A.L.E.R.T. heading Telegraph">
            <a:extLst xmlns:a="http://schemas.openxmlformats.org/drawingml/2006/main">
              <a:ext uri="{FF2B5EF4-FFF2-40B4-BE49-F238E27FC236}">
                <a16:creationId xmlns:a16="http://schemas.microsoft.com/office/drawing/2014/main" id="{4C8830A3-0A76-4DFB-9291-D795F833F072}"/>
              </a:ext>
            </a:extLst>
          </p:cNvPr>
          <p:cNvSpPr>
            <a:spLocks xmlns:a="http://schemas.openxmlformats.org/drawingml/2006/main" noGrp="1"/>
          </p:cNvSpPr>
          <p:nvPr/>
        </p:nvSpPr>
        <p:spPr>
          <a:xfrm xmlns:a="http://schemas.openxmlformats.org/drawingml/2006/main">
            <a:off x="514350" y="6210300"/>
            <a:ext cx="426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40" b="1">
                <a:solidFill>
                  <a:srgbClr val="7926CB"/>
                </a:solidFill>
                <a:latin typeface="Space Grotesk"/>
                <a:ea typeface="Space Grotesk"/>
                <a:cs typeface="Space Grotesk"/>
              </a:defRPr>
            </a:defPPr>
            <a:lvl1pPr algn="l">
              <a:defRPr sz="1140" b="1">
                <a:solidFill>
                  <a:srgbClr val="7926CB"/>
                </a:solidFill>
                <a:latin typeface="Space Grotesk"/>
                <a:ea typeface="Space Grotesk"/>
                <a:cs typeface="Space Grotesk"/>
              </a:defRPr>
            </a:lvl1pPr>
            <a:lvl2pPr algn="l">
              <a:defRPr sz="1140" b="1">
                <a:solidFill>
                  <a:srgbClr val="7926CB"/>
                </a:solidFill>
                <a:latin typeface="Space Grotesk"/>
                <a:ea typeface="Space Grotesk"/>
                <a:cs typeface="Space Grotesk"/>
              </a:defRPr>
            </a:lvl2pPr>
            <a:lvl3pPr algn="l">
              <a:defRPr sz="1140" b="1">
                <a:solidFill>
                  <a:srgbClr val="7926CB"/>
                </a:solidFill>
                <a:latin typeface="Space Grotesk"/>
                <a:ea typeface="Space Grotesk"/>
                <a:cs typeface="Space Grotesk"/>
              </a:defRPr>
            </a:lvl3pPr>
            <a:lvl4pPr algn="l">
              <a:defRPr sz="1140" b="1">
                <a:solidFill>
                  <a:srgbClr val="7926CB"/>
                </a:solidFill>
                <a:latin typeface="Space Grotesk"/>
                <a:ea typeface="Space Grotesk"/>
                <a:cs typeface="Space Grotesk"/>
              </a:defRPr>
            </a:lvl4pPr>
            <a:lvl5pPr algn="l">
              <a:defRPr sz="1140" b="1">
                <a:solidFill>
                  <a:srgbClr val="7926CB"/>
                </a:solidFill>
                <a:latin typeface="Space Grotesk"/>
                <a:ea typeface="Space Grotesk"/>
                <a:cs typeface="Space Grotesk"/>
              </a:defRPr>
            </a:lvl5pPr>
            <a:lvl6pPr algn="l">
              <a:defRPr sz="1140" b="1">
                <a:solidFill>
                  <a:srgbClr val="7926CB"/>
                </a:solidFill>
                <a:latin typeface="Space Grotesk"/>
                <a:ea typeface="Space Grotesk"/>
                <a:cs typeface="Space Grotesk"/>
              </a:defRPr>
            </a:lvl6pPr>
            <a:lvl7pPr algn="l">
              <a:defRPr sz="1140" b="1">
                <a:solidFill>
                  <a:srgbClr val="7926CB"/>
                </a:solidFill>
                <a:latin typeface="Space Grotesk"/>
                <a:ea typeface="Space Grotesk"/>
                <a:cs typeface="Space Grotesk"/>
              </a:defRPr>
            </a:lvl7pPr>
            <a:lvl8pPr algn="l">
              <a:defRPr sz="1140" b="1">
                <a:solidFill>
                  <a:srgbClr val="7926CB"/>
                </a:solidFill>
                <a:latin typeface="Space Grotesk"/>
                <a:ea typeface="Space Grotesk"/>
                <a:cs typeface="Space Grotesk"/>
              </a:defRPr>
            </a:lvl8pPr>
            <a:lvl9pPr algn="l">
              <a:defRPr sz="1140" b="1">
                <a:solidFill>
                  <a:srgbClr val="7926CB"/>
                </a:solidFill>
                <a:latin typeface="Space Grotesk"/>
                <a:ea typeface="Space Grotesk"/>
                <a:cs typeface="Space Grotesk"/>
              </a:defRPr>
            </a:lvl9pPr>
          </a:lstStyle>
          <a:p xmlns:a="http://schemas.openxmlformats.org/drawingml/2006/main">
            <a:pPr algn="l">
              <a:lnSpc>
                <a:spcPct val="100000"/>
              </a:lnSpc>
              <a:buNone/>
              <a:defRPr sz="1140" b="1">
                <a:solidFill>
                  <a:srgbClr val="7926CB"/>
                </a:solidFill>
                <a:latin typeface="Space Grotesk"/>
                <a:ea typeface="Space Grotesk"/>
                <a:cs typeface="Space Grotesk"/>
              </a:defRPr>
            </a:pPr>
            <a:r>
              <a:rPr sz="1140" b="1">
                <a:solidFill>
                  <a:srgbClr val="7926CB"/>
                </a:solidFill>
                <a:latin typeface="Space Grotesk"/>
                <a:ea typeface="Space Grotesk"/>
                <a:cs typeface="Space Grotesk"/>
              </a:rPr>
              <a:t>Telegraph</a:t>
            </a:r>
          </a:p>
        </p:txBody>
      </p:sp>
      <p:sp>
        <p:nvSpPr>
          <p:cNvPr id="21" name="A.L.E.R.T. copy Telegraph">
            <a:extLst xmlns:a="http://schemas.openxmlformats.org/drawingml/2006/main">
              <a:ext uri="{FF2B5EF4-FFF2-40B4-BE49-F238E27FC236}">
                <a16:creationId xmlns:a16="http://schemas.microsoft.com/office/drawing/2014/main" id="{8889164E-A97D-4C0C-B98C-E9D1015B7EA7}"/>
              </a:ext>
            </a:extLst>
          </p:cNvPr>
          <p:cNvSpPr>
            <a:spLocks xmlns:a="http://schemas.openxmlformats.org/drawingml/2006/main" noGrp="1"/>
          </p:cNvSpPr>
          <p:nvPr/>
        </p:nvSpPr>
        <p:spPr>
          <a:xfrm xmlns:a="http://schemas.openxmlformats.org/drawingml/2006/main">
            <a:off x="514350" y="6410325"/>
            <a:ext cx="4267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23143A"/>
                </a:solidFill>
                <a:latin typeface="Arial"/>
                <a:ea typeface="Arial"/>
                <a:cs typeface="Arial"/>
              </a:defRPr>
            </a:defPPr>
            <a:lvl1pPr algn="l">
              <a:defRPr sz="1010" b="0">
                <a:solidFill>
                  <a:srgbClr val="23143A"/>
                </a:solidFill>
                <a:latin typeface="Arial"/>
                <a:ea typeface="Arial"/>
                <a:cs typeface="Arial"/>
              </a:defRPr>
            </a:lvl1pPr>
            <a:lvl2pPr algn="l">
              <a:defRPr sz="1010" b="0">
                <a:solidFill>
                  <a:srgbClr val="23143A"/>
                </a:solidFill>
                <a:latin typeface="Arial"/>
                <a:ea typeface="Arial"/>
                <a:cs typeface="Arial"/>
              </a:defRPr>
            </a:lvl2pPr>
            <a:lvl3pPr algn="l">
              <a:defRPr sz="1010" b="0">
                <a:solidFill>
                  <a:srgbClr val="23143A"/>
                </a:solidFill>
                <a:latin typeface="Arial"/>
                <a:ea typeface="Arial"/>
                <a:cs typeface="Arial"/>
              </a:defRPr>
            </a:lvl3pPr>
            <a:lvl4pPr algn="l">
              <a:defRPr sz="1010" b="0">
                <a:solidFill>
                  <a:srgbClr val="23143A"/>
                </a:solidFill>
                <a:latin typeface="Arial"/>
                <a:ea typeface="Arial"/>
                <a:cs typeface="Arial"/>
              </a:defRPr>
            </a:lvl4pPr>
            <a:lvl5pPr algn="l">
              <a:defRPr sz="1010" b="0">
                <a:solidFill>
                  <a:srgbClr val="23143A"/>
                </a:solidFill>
                <a:latin typeface="Arial"/>
                <a:ea typeface="Arial"/>
                <a:cs typeface="Arial"/>
              </a:defRPr>
            </a:lvl5pPr>
            <a:lvl6pPr algn="l">
              <a:defRPr sz="1010" b="0">
                <a:solidFill>
                  <a:srgbClr val="23143A"/>
                </a:solidFill>
                <a:latin typeface="Arial"/>
                <a:ea typeface="Arial"/>
                <a:cs typeface="Arial"/>
              </a:defRPr>
            </a:lvl6pPr>
            <a:lvl7pPr algn="l">
              <a:defRPr sz="1010" b="0">
                <a:solidFill>
                  <a:srgbClr val="23143A"/>
                </a:solidFill>
                <a:latin typeface="Arial"/>
                <a:ea typeface="Arial"/>
                <a:cs typeface="Arial"/>
              </a:defRPr>
            </a:lvl7pPr>
            <a:lvl8pPr algn="l">
              <a:defRPr sz="1010" b="0">
                <a:solidFill>
                  <a:srgbClr val="23143A"/>
                </a:solidFill>
                <a:latin typeface="Arial"/>
                <a:ea typeface="Arial"/>
                <a:cs typeface="Arial"/>
              </a:defRPr>
            </a:lvl8pPr>
            <a:lvl9pPr algn="l">
              <a:defRPr sz="1010" b="0">
                <a:solidFill>
                  <a:srgbClr val="23143A"/>
                </a:solidFill>
                <a:latin typeface="Arial"/>
                <a:ea typeface="Arial"/>
                <a:cs typeface="Arial"/>
              </a:defRPr>
            </a:lvl9pPr>
          </a:lstStyle>
          <a:p xmlns:a="http://schemas.openxmlformats.org/drawingml/2006/main">
            <a:pPr algn="l">
              <a:lnSpc>
                <a:spcPct val="100000"/>
              </a:lnSpc>
              <a:buNone/>
              <a:defRPr sz="1010" b="0">
                <a:solidFill>
                  <a:srgbClr val="23143A"/>
                </a:solidFill>
                <a:latin typeface="Arial"/>
                <a:ea typeface="Arial"/>
                <a:cs typeface="Arial"/>
              </a:defRPr>
            </a:pPr>
            <a:r>
              <a:rPr sz="1010" b="0">
                <a:solidFill>
                  <a:srgbClr val="23143A"/>
                </a:solidFill>
                <a:latin typeface="Arial"/>
                <a:ea typeface="Arial"/>
                <a:cs typeface="Arial"/>
              </a:rPr>
              <a:t>Signal, look, and position yourself early so every move is easy to understand.</a:t>
            </a:r>
          </a:p>
        </p:txBody>
      </p:sp>
      <p:sp>
        <p:nvSpPr>
          <p:cNvPr id="22" name="Family page two footer">
            <a:extLst xmlns:a="http://schemas.openxmlformats.org/drawingml/2006/main">
              <a:ext uri="{FF2B5EF4-FFF2-40B4-BE49-F238E27FC236}">
                <a16:creationId xmlns:a16="http://schemas.microsoft.com/office/drawing/2014/main" id="{1168A2E5-C499-4C1D-B5D0-04EABD460054}"/>
              </a:ext>
            </a:extLst>
          </p:cNvPr>
          <p:cNvSpPr>
            <a:spLocks xmlns:a="http://schemas.openxmlformats.org/drawingml/2006/main" noGrp="1"/>
          </p:cNvSpPr>
          <p:nvPr/>
        </p:nvSpPr>
        <p:spPr>
          <a:xfrm xmlns:a="http://schemas.openxmlformats.org/drawingml/2006/main">
            <a:off x="247650" y="7219950"/>
            <a:ext cx="45339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1">
                <a:solidFill>
                  <a:srgbClr val="7926CB"/>
                </a:solidFill>
                <a:latin typeface="Space Grotesk"/>
                <a:ea typeface="Space Grotesk"/>
                <a:cs typeface="Space Grotesk"/>
              </a:defRPr>
            </a:defPPr>
            <a:lvl1pPr algn="l">
              <a:defRPr sz="950" b="1">
                <a:solidFill>
                  <a:srgbClr val="7926CB"/>
                </a:solidFill>
                <a:latin typeface="Space Grotesk"/>
                <a:ea typeface="Space Grotesk"/>
                <a:cs typeface="Space Grotesk"/>
              </a:defRPr>
            </a:lvl1pPr>
            <a:lvl2pPr algn="l">
              <a:defRPr sz="950" b="1">
                <a:solidFill>
                  <a:srgbClr val="7926CB"/>
                </a:solidFill>
                <a:latin typeface="Space Grotesk"/>
                <a:ea typeface="Space Grotesk"/>
                <a:cs typeface="Space Grotesk"/>
              </a:defRPr>
            </a:lvl2pPr>
            <a:lvl3pPr algn="l">
              <a:defRPr sz="950" b="1">
                <a:solidFill>
                  <a:srgbClr val="7926CB"/>
                </a:solidFill>
                <a:latin typeface="Space Grotesk"/>
                <a:ea typeface="Space Grotesk"/>
                <a:cs typeface="Space Grotesk"/>
              </a:defRPr>
            </a:lvl3pPr>
            <a:lvl4pPr algn="l">
              <a:defRPr sz="950" b="1">
                <a:solidFill>
                  <a:srgbClr val="7926CB"/>
                </a:solidFill>
                <a:latin typeface="Space Grotesk"/>
                <a:ea typeface="Space Grotesk"/>
                <a:cs typeface="Space Grotesk"/>
              </a:defRPr>
            </a:lvl4pPr>
            <a:lvl5pPr algn="l">
              <a:defRPr sz="950" b="1">
                <a:solidFill>
                  <a:srgbClr val="7926CB"/>
                </a:solidFill>
                <a:latin typeface="Space Grotesk"/>
                <a:ea typeface="Space Grotesk"/>
                <a:cs typeface="Space Grotesk"/>
              </a:defRPr>
            </a:lvl5pPr>
            <a:lvl6pPr algn="l">
              <a:defRPr sz="950" b="1">
                <a:solidFill>
                  <a:srgbClr val="7926CB"/>
                </a:solidFill>
                <a:latin typeface="Space Grotesk"/>
                <a:ea typeface="Space Grotesk"/>
                <a:cs typeface="Space Grotesk"/>
              </a:defRPr>
            </a:lvl6pPr>
            <a:lvl7pPr algn="l">
              <a:defRPr sz="950" b="1">
                <a:solidFill>
                  <a:srgbClr val="7926CB"/>
                </a:solidFill>
                <a:latin typeface="Space Grotesk"/>
                <a:ea typeface="Space Grotesk"/>
                <a:cs typeface="Space Grotesk"/>
              </a:defRPr>
            </a:lvl7pPr>
            <a:lvl8pPr algn="l">
              <a:defRPr sz="950" b="1">
                <a:solidFill>
                  <a:srgbClr val="7926CB"/>
                </a:solidFill>
                <a:latin typeface="Space Grotesk"/>
                <a:ea typeface="Space Grotesk"/>
                <a:cs typeface="Space Grotesk"/>
              </a:defRPr>
            </a:lvl8pPr>
            <a:lvl9pPr algn="l">
              <a:defRPr sz="950" b="1">
                <a:solidFill>
                  <a:srgbClr val="7926CB"/>
                </a:solidFill>
                <a:latin typeface="Space Grotesk"/>
                <a:ea typeface="Space Grotesk"/>
                <a:cs typeface="Space Grotesk"/>
              </a:defRPr>
            </a:lvl9pPr>
          </a:lstStyle>
          <a:p xmlns:a="http://schemas.openxmlformats.org/drawingml/2006/main">
            <a:pPr algn="l">
              <a:lnSpc>
                <a:spcPct val="100000"/>
              </a:lnSpc>
              <a:buNone/>
              <a:defRPr sz="950" b="1">
                <a:solidFill>
                  <a:srgbClr val="7926CB"/>
                </a:solidFill>
                <a:latin typeface="Space Grotesk"/>
                <a:ea typeface="Space Grotesk"/>
                <a:cs typeface="Space Grotesk"/>
              </a:defRPr>
            </a:pPr>
            <a:r>
              <a:rPr sz="950" b="1">
                <a:solidFill>
                  <a:srgbClr val="7926CB"/>
                </a:solidFill>
                <a:latin typeface="Space Grotesk"/>
                <a:ea typeface="Space Grotesk"/>
                <a:cs typeface="Space Grotesk"/>
              </a:rPr>
              <a:t>3fp.org · Find local groups and public rides.</a:t>
            </a:r>
          </a:p>
        </p:txBody>
      </p:sp>
      <p:pic>
        <p:nvPicPr>
          <p:cNvPr id="23" name="">
            <a:extLst xmlns:a="http://schemas.openxmlformats.org/drawingml/2006/main">
              <a:ext uri="{FF2B5EF4-FFF2-40B4-BE49-F238E27FC236}">
                <a16:creationId xmlns:a16="http://schemas.microsoft.com/office/drawing/2014/main" id="{BD3FE3DD-2508-4700-9375-0011AF30C6D9}"/>
              </a:ext>
            </a:extLst>
          </p:cNvPr>
          <p:cNvPicPr>
            <a:picLocks xmlns:a="http://schemas.openxmlformats.org/drawingml/2006/main" noChangeAspect="1"/>
          </p:cNvPicPr>
          <p:nvPr/>
        </p:nvPicPr>
        <p:blipFill>
          <a:blip xmlns:r="http://schemas.openxmlformats.org/officeDocument/2006/relationships" xmlns:a="http://schemas.openxmlformats.org/drawingml/2006/main" r:embed="R20331cf0722a4952"/>
          <a:srcRect xmlns:a="http://schemas.openxmlformats.org/drawingml/2006/main" l="0" t="37879" r="0" b="37879"/>
          <a:stretch xmlns:a="http://schemas.openxmlformats.org/drawingml/2006/main">
            <a:fillRect l="0" t="0" r="0" b="0"/>
          </a:stretch>
        </p:blipFill>
        <p:spPr>
          <a:xfrm xmlns:a="http://schemas.openxmlformats.org/drawingml/2006/main">
            <a:off x="5029200" y="0"/>
            <a:ext cx="5029200" cy="1828800"/>
          </a:xfrm>
          <a:prstGeom xmlns:a="http://schemas.openxmlformats.org/drawingml/2006/main" prst="rect">
            <a:avLst/>
          </a:prstGeom>
        </p:spPr>
      </p:pic>
      <p:sp>
        <p:nvSpPr>
          <p:cNvPr id="24" name="Route title ground">
            <a:extLst xmlns:a="http://schemas.openxmlformats.org/drawingml/2006/main">
              <a:ext uri="{FF2B5EF4-FFF2-40B4-BE49-F238E27FC236}">
                <a16:creationId xmlns:a16="http://schemas.microsoft.com/office/drawing/2014/main" id="{09208885-02FB-4671-AF58-157113CF9EDD}"/>
              </a:ext>
            </a:extLst>
          </p:cNvPr>
          <p:cNvSpPr>
            <a:spLocks xmlns:a="http://schemas.openxmlformats.org/drawingml/2006/main" noGrp="1"/>
          </p:cNvSpPr>
          <p:nvPr/>
        </p:nvSpPr>
        <p:spPr>
          <a:xfrm xmlns:a="http://schemas.openxmlformats.org/drawingml/2006/main">
            <a:off x="5029200" y="1828800"/>
            <a:ext cx="5029200" cy="10668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25" name="Family page three kicker">
            <a:extLst xmlns:a="http://schemas.openxmlformats.org/drawingml/2006/main">
              <a:ext uri="{FF2B5EF4-FFF2-40B4-BE49-F238E27FC236}">
                <a16:creationId xmlns:a16="http://schemas.microsoft.com/office/drawing/2014/main" id="{6B7A8254-84DE-4A3F-9361-36860F9C959A}"/>
              </a:ext>
            </a:extLst>
          </p:cNvPr>
          <p:cNvSpPr>
            <a:spLocks xmlns:a="http://schemas.openxmlformats.org/drawingml/2006/main" noGrp="1"/>
          </p:cNvSpPr>
          <p:nvPr/>
        </p:nvSpPr>
        <p:spPr>
          <a:xfrm xmlns:a="http://schemas.openxmlformats.org/drawingml/2006/main">
            <a:off x="5276850" y="197167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0A"/>
                </a:solidFill>
                <a:latin typeface="Space Grotesk"/>
                <a:ea typeface="Space Grotesk"/>
                <a:cs typeface="Space Grotesk"/>
              </a:defRPr>
            </a:defPPr>
            <a:lvl1pPr algn="l">
              <a:defRPr sz="1050" b="1">
                <a:solidFill>
                  <a:srgbClr val="FFFF0A"/>
                </a:solidFill>
                <a:latin typeface="Space Grotesk"/>
                <a:ea typeface="Space Grotesk"/>
                <a:cs typeface="Space Grotesk"/>
              </a:defRPr>
            </a:lvl1pPr>
            <a:lvl2pPr algn="l">
              <a:defRPr sz="1050" b="1">
                <a:solidFill>
                  <a:srgbClr val="FFFF0A"/>
                </a:solidFill>
                <a:latin typeface="Space Grotesk"/>
                <a:ea typeface="Space Grotesk"/>
                <a:cs typeface="Space Grotesk"/>
              </a:defRPr>
            </a:lvl2pPr>
            <a:lvl3pPr algn="l">
              <a:defRPr sz="1050" b="1">
                <a:solidFill>
                  <a:srgbClr val="FFFF0A"/>
                </a:solidFill>
                <a:latin typeface="Space Grotesk"/>
                <a:ea typeface="Space Grotesk"/>
                <a:cs typeface="Space Grotesk"/>
              </a:defRPr>
            </a:lvl3pPr>
            <a:lvl4pPr algn="l">
              <a:defRPr sz="1050" b="1">
                <a:solidFill>
                  <a:srgbClr val="FFFF0A"/>
                </a:solidFill>
                <a:latin typeface="Space Grotesk"/>
                <a:ea typeface="Space Grotesk"/>
                <a:cs typeface="Space Grotesk"/>
              </a:defRPr>
            </a:lvl4pPr>
            <a:lvl5pPr algn="l">
              <a:defRPr sz="1050" b="1">
                <a:solidFill>
                  <a:srgbClr val="FFFF0A"/>
                </a:solidFill>
                <a:latin typeface="Space Grotesk"/>
                <a:ea typeface="Space Grotesk"/>
                <a:cs typeface="Space Grotesk"/>
              </a:defRPr>
            </a:lvl5pPr>
            <a:lvl6pPr algn="l">
              <a:defRPr sz="1050" b="1">
                <a:solidFill>
                  <a:srgbClr val="FFFF0A"/>
                </a:solidFill>
                <a:latin typeface="Space Grotesk"/>
                <a:ea typeface="Space Grotesk"/>
                <a:cs typeface="Space Grotesk"/>
              </a:defRPr>
            </a:lvl6pPr>
            <a:lvl7pPr algn="l">
              <a:defRPr sz="1050" b="1">
                <a:solidFill>
                  <a:srgbClr val="FFFF0A"/>
                </a:solidFill>
                <a:latin typeface="Space Grotesk"/>
                <a:ea typeface="Space Grotesk"/>
                <a:cs typeface="Space Grotesk"/>
              </a:defRPr>
            </a:lvl7pPr>
            <a:lvl8pPr algn="l">
              <a:defRPr sz="1050" b="1">
                <a:solidFill>
                  <a:srgbClr val="FFFF0A"/>
                </a:solidFill>
                <a:latin typeface="Space Grotesk"/>
                <a:ea typeface="Space Grotesk"/>
                <a:cs typeface="Space Grotesk"/>
              </a:defRPr>
            </a:lvl8pPr>
            <a:lvl9pPr algn="l">
              <a:defRPr sz="1050" b="1">
                <a:solidFill>
                  <a:srgbClr val="FFFF0A"/>
                </a:solidFill>
                <a:latin typeface="Space Grotesk"/>
                <a:ea typeface="Space Grotesk"/>
                <a:cs typeface="Space Grotesk"/>
              </a:defRPr>
            </a:lvl9pPr>
          </a:lstStyle>
          <a:p xmlns:a="http://schemas.openxmlformats.org/drawingml/2006/main">
            <a:pPr algn="l">
              <a:lnSpc>
                <a:spcPct val="100000"/>
              </a:lnSpc>
              <a:buNone/>
              <a:defRPr sz="1050" b="1">
                <a:solidFill>
                  <a:srgbClr val="FFFF0A"/>
                </a:solidFill>
                <a:latin typeface="Space Grotesk"/>
                <a:ea typeface="Space Grotesk"/>
                <a:cs typeface="Space Grotesk"/>
              </a:defRPr>
            </a:pPr>
            <a:r>
              <a:rPr sz="1050" b="1">
                <a:solidFill>
                  <a:srgbClr val="FFFF0A"/>
                </a:solidFill>
                <a:latin typeface="Space Grotesk"/>
                <a:ea typeface="Space Grotesk"/>
                <a:cs typeface="Space Grotesk"/>
              </a:rPr>
              <a:t>CHOOSE A ROUTE TOGETHER</a:t>
            </a:r>
          </a:p>
        </p:txBody>
      </p:sp>
      <p:sp>
        <p:nvSpPr>
          <p:cNvPr id="26" name="Family page three title">
            <a:extLst xmlns:a="http://schemas.openxmlformats.org/drawingml/2006/main">
              <a:ext uri="{FF2B5EF4-FFF2-40B4-BE49-F238E27FC236}">
                <a16:creationId xmlns:a16="http://schemas.microsoft.com/office/drawing/2014/main" id="{295FF606-68BA-47A0-B615-6A03ADD799A2}"/>
              </a:ext>
            </a:extLst>
          </p:cNvPr>
          <p:cNvSpPr>
            <a:spLocks xmlns:a="http://schemas.openxmlformats.org/drawingml/2006/main" noGrp="1"/>
          </p:cNvSpPr>
          <p:nvPr/>
        </p:nvSpPr>
        <p:spPr>
          <a:xfrm xmlns:a="http://schemas.openxmlformats.org/drawingml/2006/main">
            <a:off x="5276850" y="2200275"/>
            <a:ext cx="4552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Space Grotesk"/>
                <a:ea typeface="Space Grotesk"/>
                <a:cs typeface="Space Grotesk"/>
              </a:defRPr>
            </a:defPPr>
            <a:lvl1pPr algn="l">
              <a:defRPr sz="1950" b="1">
                <a:solidFill>
                  <a:srgbClr val="FFFFFF"/>
                </a:solidFill>
                <a:latin typeface="Space Grotesk"/>
                <a:ea typeface="Space Grotesk"/>
                <a:cs typeface="Space Grotesk"/>
              </a:defRPr>
            </a:lvl1pPr>
            <a:lvl2pPr algn="l">
              <a:defRPr sz="1950" b="1">
                <a:solidFill>
                  <a:srgbClr val="FFFFFF"/>
                </a:solidFill>
                <a:latin typeface="Space Grotesk"/>
                <a:ea typeface="Space Grotesk"/>
                <a:cs typeface="Space Grotesk"/>
              </a:defRPr>
            </a:lvl2pPr>
            <a:lvl3pPr algn="l">
              <a:defRPr sz="1950" b="1">
                <a:solidFill>
                  <a:srgbClr val="FFFFFF"/>
                </a:solidFill>
                <a:latin typeface="Space Grotesk"/>
                <a:ea typeface="Space Grotesk"/>
                <a:cs typeface="Space Grotesk"/>
              </a:defRPr>
            </a:lvl3pPr>
            <a:lvl4pPr algn="l">
              <a:defRPr sz="1950" b="1">
                <a:solidFill>
                  <a:srgbClr val="FFFFFF"/>
                </a:solidFill>
                <a:latin typeface="Space Grotesk"/>
                <a:ea typeface="Space Grotesk"/>
                <a:cs typeface="Space Grotesk"/>
              </a:defRPr>
            </a:lvl4pPr>
            <a:lvl5pPr algn="l">
              <a:defRPr sz="1950" b="1">
                <a:solidFill>
                  <a:srgbClr val="FFFFFF"/>
                </a:solidFill>
                <a:latin typeface="Space Grotesk"/>
                <a:ea typeface="Space Grotesk"/>
                <a:cs typeface="Space Grotesk"/>
              </a:defRPr>
            </a:lvl5pPr>
            <a:lvl6pPr algn="l">
              <a:defRPr sz="1950" b="1">
                <a:solidFill>
                  <a:srgbClr val="FFFFFF"/>
                </a:solidFill>
                <a:latin typeface="Space Grotesk"/>
                <a:ea typeface="Space Grotesk"/>
                <a:cs typeface="Space Grotesk"/>
              </a:defRPr>
            </a:lvl6pPr>
            <a:lvl7pPr algn="l">
              <a:defRPr sz="1950" b="1">
                <a:solidFill>
                  <a:srgbClr val="FFFFFF"/>
                </a:solidFill>
                <a:latin typeface="Space Grotesk"/>
                <a:ea typeface="Space Grotesk"/>
                <a:cs typeface="Space Grotesk"/>
              </a:defRPr>
            </a:lvl7pPr>
            <a:lvl8pPr algn="l">
              <a:defRPr sz="1950" b="1">
                <a:solidFill>
                  <a:srgbClr val="FFFFFF"/>
                </a:solidFill>
                <a:latin typeface="Space Grotesk"/>
                <a:ea typeface="Space Grotesk"/>
                <a:cs typeface="Space Grotesk"/>
              </a:defRPr>
            </a:lvl8pPr>
            <a:lvl9pPr algn="l">
              <a:defRPr sz="1950" b="1">
                <a:solidFill>
                  <a:srgbClr val="FFFFFF"/>
                </a:solidFill>
                <a:latin typeface="Space Grotesk"/>
                <a:ea typeface="Space Grotesk"/>
                <a:cs typeface="Space Grotesk"/>
              </a:defRPr>
            </a:lvl9pPr>
          </a:lstStyle>
          <a:p xmlns:a="http://schemas.openxmlformats.org/drawingml/2006/main">
            <a:pPr algn="l">
              <a:lnSpc>
                <a:spcPct val="95000"/>
              </a:lnSpc>
              <a:buNone/>
              <a:defRPr sz="1950" b="1">
                <a:solidFill>
                  <a:srgbClr val="FFFFFF"/>
                </a:solidFill>
                <a:latin typeface="Space Grotesk"/>
                <a:ea typeface="Space Grotesk"/>
                <a:cs typeface="Space Grotesk"/>
              </a:defRPr>
            </a:pPr>
            <a:r>
              <a:rPr sz="1950" b="1">
                <a:solidFill>
                  <a:srgbClr val="FFFFFF"/>
                </a:solidFill>
                <a:latin typeface="Space Grotesk"/>
                <a:ea typeface="Space Grotesk"/>
                <a:cs typeface="Space Grotesk"/>
              </a:rPr>
              <a:t>MAKE THE ROUTE FIT THE RIDER.</a:t>
            </a:r>
          </a:p>
        </p:txBody>
      </p:sp>
      <p:sp>
        <p:nvSpPr>
          <p:cNvPr id="27" name="Family route paragraph">
            <a:extLst xmlns:a="http://schemas.openxmlformats.org/drawingml/2006/main">
              <a:ext uri="{FF2B5EF4-FFF2-40B4-BE49-F238E27FC236}">
                <a16:creationId xmlns:a16="http://schemas.microsoft.com/office/drawing/2014/main" id="{CB185FC7-8BF8-4663-83EB-6BF4A87729DE}"/>
              </a:ext>
            </a:extLst>
          </p:cNvPr>
          <p:cNvSpPr>
            <a:spLocks xmlns:a="http://schemas.openxmlformats.org/drawingml/2006/main" noGrp="1"/>
          </p:cNvSpPr>
          <p:nvPr/>
        </p:nvSpPr>
        <p:spPr>
          <a:xfrm xmlns:a="http://schemas.openxmlformats.org/drawingml/2006/main">
            <a:off x="5276850" y="3171825"/>
            <a:ext cx="44958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 b="0">
                <a:solidFill>
                  <a:srgbClr val="23143A"/>
                </a:solidFill>
                <a:latin typeface="Arial"/>
                <a:ea typeface="Arial"/>
                <a:cs typeface="Arial"/>
              </a:defRPr>
            </a:defPPr>
            <a:lvl1pPr algn="l">
              <a:defRPr sz="1110" b="0">
                <a:solidFill>
                  <a:srgbClr val="23143A"/>
                </a:solidFill>
                <a:latin typeface="Arial"/>
                <a:ea typeface="Arial"/>
                <a:cs typeface="Arial"/>
              </a:defRPr>
            </a:lvl1pPr>
            <a:lvl2pPr algn="l">
              <a:defRPr sz="1110" b="0">
                <a:solidFill>
                  <a:srgbClr val="23143A"/>
                </a:solidFill>
                <a:latin typeface="Arial"/>
                <a:ea typeface="Arial"/>
                <a:cs typeface="Arial"/>
              </a:defRPr>
            </a:lvl2pPr>
            <a:lvl3pPr algn="l">
              <a:defRPr sz="1110" b="0">
                <a:solidFill>
                  <a:srgbClr val="23143A"/>
                </a:solidFill>
                <a:latin typeface="Arial"/>
                <a:ea typeface="Arial"/>
                <a:cs typeface="Arial"/>
              </a:defRPr>
            </a:lvl3pPr>
            <a:lvl4pPr algn="l">
              <a:defRPr sz="1110" b="0">
                <a:solidFill>
                  <a:srgbClr val="23143A"/>
                </a:solidFill>
                <a:latin typeface="Arial"/>
                <a:ea typeface="Arial"/>
                <a:cs typeface="Arial"/>
              </a:defRPr>
            </a:lvl4pPr>
            <a:lvl5pPr algn="l">
              <a:defRPr sz="1110" b="0">
                <a:solidFill>
                  <a:srgbClr val="23143A"/>
                </a:solidFill>
                <a:latin typeface="Arial"/>
                <a:ea typeface="Arial"/>
                <a:cs typeface="Arial"/>
              </a:defRPr>
            </a:lvl5pPr>
            <a:lvl6pPr algn="l">
              <a:defRPr sz="1110" b="0">
                <a:solidFill>
                  <a:srgbClr val="23143A"/>
                </a:solidFill>
                <a:latin typeface="Arial"/>
                <a:ea typeface="Arial"/>
                <a:cs typeface="Arial"/>
              </a:defRPr>
            </a:lvl6pPr>
            <a:lvl7pPr algn="l">
              <a:defRPr sz="1110" b="0">
                <a:solidFill>
                  <a:srgbClr val="23143A"/>
                </a:solidFill>
                <a:latin typeface="Arial"/>
                <a:ea typeface="Arial"/>
                <a:cs typeface="Arial"/>
              </a:defRPr>
            </a:lvl7pPr>
            <a:lvl8pPr algn="l">
              <a:defRPr sz="1110" b="0">
                <a:solidFill>
                  <a:srgbClr val="23143A"/>
                </a:solidFill>
                <a:latin typeface="Arial"/>
                <a:ea typeface="Arial"/>
                <a:cs typeface="Arial"/>
              </a:defRPr>
            </a:lvl8pPr>
            <a:lvl9pPr algn="l">
              <a:defRPr sz="1110" b="0">
                <a:solidFill>
                  <a:srgbClr val="23143A"/>
                </a:solidFill>
                <a:latin typeface="Arial"/>
                <a:ea typeface="Arial"/>
                <a:cs typeface="Arial"/>
              </a:defRPr>
            </a:lvl9pPr>
          </a:lstStyle>
          <a:p xmlns:a="http://schemas.openxmlformats.org/drawingml/2006/main">
            <a:pPr algn="l">
              <a:lnSpc>
                <a:spcPct val="104000"/>
              </a:lnSpc>
              <a:buNone/>
              <a:defRPr sz="1110" b="0">
                <a:solidFill>
                  <a:srgbClr val="23143A"/>
                </a:solidFill>
                <a:latin typeface="Arial"/>
                <a:ea typeface="Arial"/>
                <a:cs typeface="Arial"/>
              </a:defRPr>
            </a:pPr>
            <a:r>
              <a:rPr sz="1110" b="0">
                <a:solidFill>
                  <a:srgbClr val="23143A"/>
                </a:solidFill>
                <a:latin typeface="Arial"/>
                <a:ea typeface="Arial"/>
                <a:cs typeface="Arial"/>
              </a:rPr>
              <a:t>Choose a route that fits every rider’s comfort and experience. Consider paths or calmer streets that suit the trip. Check surfaces, crossings, driveways, traffic, and closures.</a:t>
            </a:r>
          </a:p>
        </p:txBody>
      </p:sp>
      <p:sp>
        <p:nvSpPr>
          <p:cNvPr id="28" name="Family route separator">
            <a:extLst xmlns:a="http://schemas.openxmlformats.org/drawingml/2006/main">
              <a:ext uri="{FF2B5EF4-FFF2-40B4-BE49-F238E27FC236}">
                <a16:creationId xmlns:a16="http://schemas.microsoft.com/office/drawing/2014/main" id="{207FEB2D-00A0-45D1-A7FB-43741D8F58F2}"/>
              </a:ext>
            </a:extLst>
          </p:cNvPr>
          <p:cNvSpPr>
            <a:spLocks xmlns:a="http://schemas.openxmlformats.org/drawingml/2006/main" noGrp="1"/>
          </p:cNvSpPr>
          <p:nvPr/>
        </p:nvSpPr>
        <p:spPr>
          <a:xfrm xmlns:a="http://schemas.openxmlformats.org/drawingml/2006/main">
            <a:off x="5276850" y="4495800"/>
            <a:ext cx="4495800" cy="1905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29" name="Family route practice">
            <a:extLst xmlns:a="http://schemas.openxmlformats.org/drawingml/2006/main">
              <a:ext uri="{FF2B5EF4-FFF2-40B4-BE49-F238E27FC236}">
                <a16:creationId xmlns:a16="http://schemas.microsoft.com/office/drawing/2014/main" id="{D5B3EA47-A394-49BE-8E60-FA01435691EC}"/>
              </a:ext>
            </a:extLst>
          </p:cNvPr>
          <p:cNvSpPr>
            <a:spLocks xmlns:a="http://schemas.openxmlformats.org/drawingml/2006/main" noGrp="1"/>
          </p:cNvSpPr>
          <p:nvPr/>
        </p:nvSpPr>
        <p:spPr>
          <a:xfrm xmlns:a="http://schemas.openxmlformats.org/drawingml/2006/main">
            <a:off x="5276850" y="4714875"/>
            <a:ext cx="4495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 b="0">
                <a:solidFill>
                  <a:srgbClr val="23143A"/>
                </a:solidFill>
                <a:latin typeface="Arial"/>
                <a:ea typeface="Arial"/>
                <a:cs typeface="Arial"/>
              </a:defRPr>
            </a:defPPr>
            <a:lvl1pPr algn="l">
              <a:defRPr sz="1110" b="0">
                <a:solidFill>
                  <a:srgbClr val="23143A"/>
                </a:solidFill>
                <a:latin typeface="Arial"/>
                <a:ea typeface="Arial"/>
                <a:cs typeface="Arial"/>
              </a:defRPr>
            </a:lvl1pPr>
            <a:lvl2pPr algn="l">
              <a:defRPr sz="1110" b="0">
                <a:solidFill>
                  <a:srgbClr val="23143A"/>
                </a:solidFill>
                <a:latin typeface="Arial"/>
                <a:ea typeface="Arial"/>
                <a:cs typeface="Arial"/>
              </a:defRPr>
            </a:lvl2pPr>
            <a:lvl3pPr algn="l">
              <a:defRPr sz="1110" b="0">
                <a:solidFill>
                  <a:srgbClr val="23143A"/>
                </a:solidFill>
                <a:latin typeface="Arial"/>
                <a:ea typeface="Arial"/>
                <a:cs typeface="Arial"/>
              </a:defRPr>
            </a:lvl3pPr>
            <a:lvl4pPr algn="l">
              <a:defRPr sz="1110" b="0">
                <a:solidFill>
                  <a:srgbClr val="23143A"/>
                </a:solidFill>
                <a:latin typeface="Arial"/>
                <a:ea typeface="Arial"/>
                <a:cs typeface="Arial"/>
              </a:defRPr>
            </a:lvl4pPr>
            <a:lvl5pPr algn="l">
              <a:defRPr sz="1110" b="0">
                <a:solidFill>
                  <a:srgbClr val="23143A"/>
                </a:solidFill>
                <a:latin typeface="Arial"/>
                <a:ea typeface="Arial"/>
                <a:cs typeface="Arial"/>
              </a:defRPr>
            </a:lvl5pPr>
            <a:lvl6pPr algn="l">
              <a:defRPr sz="1110" b="0">
                <a:solidFill>
                  <a:srgbClr val="23143A"/>
                </a:solidFill>
                <a:latin typeface="Arial"/>
                <a:ea typeface="Arial"/>
                <a:cs typeface="Arial"/>
              </a:defRPr>
            </a:lvl6pPr>
            <a:lvl7pPr algn="l">
              <a:defRPr sz="1110" b="0">
                <a:solidFill>
                  <a:srgbClr val="23143A"/>
                </a:solidFill>
                <a:latin typeface="Arial"/>
                <a:ea typeface="Arial"/>
                <a:cs typeface="Arial"/>
              </a:defRPr>
            </a:lvl7pPr>
            <a:lvl8pPr algn="l">
              <a:defRPr sz="1110" b="0">
                <a:solidFill>
                  <a:srgbClr val="23143A"/>
                </a:solidFill>
                <a:latin typeface="Arial"/>
                <a:ea typeface="Arial"/>
                <a:cs typeface="Arial"/>
              </a:defRPr>
            </a:lvl8pPr>
            <a:lvl9pPr algn="l">
              <a:defRPr sz="1110" b="0">
                <a:solidFill>
                  <a:srgbClr val="23143A"/>
                </a:solidFill>
                <a:latin typeface="Arial"/>
                <a:ea typeface="Arial"/>
                <a:cs typeface="Arial"/>
              </a:defRPr>
            </a:lvl9pPr>
          </a:lstStyle>
          <a:p xmlns:a="http://schemas.openxmlformats.org/drawingml/2006/main">
            <a:pPr algn="l">
              <a:lnSpc>
                <a:spcPct val="104000"/>
              </a:lnSpc>
              <a:buNone/>
              <a:defRPr sz="1110" b="0">
                <a:solidFill>
                  <a:srgbClr val="23143A"/>
                </a:solidFill>
                <a:latin typeface="Arial"/>
                <a:ea typeface="Arial"/>
                <a:cs typeface="Arial"/>
              </a:defRPr>
            </a:pPr>
            <a:r>
              <a:rPr sz="1110" b="0">
                <a:solidFill>
                  <a:srgbClr val="23143A"/>
                </a:solidFill>
                <a:latin typeface="Arial"/>
                <a:ea typeface="Arial"/>
                <a:cs typeface="Arial"/>
              </a:rPr>
              <a:t>Practice stopping, looking behind, and turning in a closed area with a qualified instructor. Get feedback. Keep supervising children.</a:t>
            </a:r>
          </a:p>
        </p:txBody>
      </p:sp>
      <p:sp>
        <p:nvSpPr>
          <p:cNvPr id="30" name="Family prompt ground page three">
            <a:extLst xmlns:a="http://schemas.openxmlformats.org/drawingml/2006/main">
              <a:ext uri="{FF2B5EF4-FFF2-40B4-BE49-F238E27FC236}">
                <a16:creationId xmlns:a16="http://schemas.microsoft.com/office/drawing/2014/main" id="{5E475FA1-B0BF-4925-9F38-1CB4421000E5}"/>
              </a:ext>
            </a:extLst>
          </p:cNvPr>
          <p:cNvSpPr>
            <a:spLocks xmlns:a="http://schemas.openxmlformats.org/drawingml/2006/main" noGrp="1"/>
          </p:cNvSpPr>
          <p:nvPr/>
        </p:nvSpPr>
        <p:spPr>
          <a:xfrm xmlns:a="http://schemas.openxmlformats.org/drawingml/2006/main">
            <a:off x="5029200" y="5857875"/>
            <a:ext cx="5029200" cy="12192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31" name="Family prompt label page three">
            <a:extLst xmlns:a="http://schemas.openxmlformats.org/drawingml/2006/main">
              <a:ext uri="{FF2B5EF4-FFF2-40B4-BE49-F238E27FC236}">
                <a16:creationId xmlns:a16="http://schemas.microsoft.com/office/drawing/2014/main" id="{80B839FB-348A-4DAE-901E-292F88B64CD9}"/>
              </a:ext>
            </a:extLst>
          </p:cNvPr>
          <p:cNvSpPr>
            <a:spLocks xmlns:a="http://schemas.openxmlformats.org/drawingml/2006/main" noGrp="1"/>
          </p:cNvSpPr>
          <p:nvPr/>
        </p:nvSpPr>
        <p:spPr>
          <a:xfrm xmlns:a="http://schemas.openxmlformats.org/drawingml/2006/main">
            <a:off x="5276850" y="6019800"/>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100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ASK EACH RIDER</a:t>
            </a:r>
          </a:p>
        </p:txBody>
      </p:sp>
      <p:sp>
        <p:nvSpPr>
          <p:cNvPr id="32" name="Family route prompt">
            <a:extLst xmlns:a="http://schemas.openxmlformats.org/drawingml/2006/main">
              <a:ext uri="{FF2B5EF4-FFF2-40B4-BE49-F238E27FC236}">
                <a16:creationId xmlns:a16="http://schemas.microsoft.com/office/drawing/2014/main" id="{E02639C1-BEA0-4A82-9996-7B7C483785F5}"/>
              </a:ext>
            </a:extLst>
          </p:cNvPr>
          <p:cNvSpPr>
            <a:spLocks xmlns:a="http://schemas.openxmlformats.org/drawingml/2006/main" noGrp="1"/>
          </p:cNvSpPr>
          <p:nvPr/>
        </p:nvSpPr>
        <p:spPr>
          <a:xfrm xmlns:a="http://schemas.openxmlformats.org/drawingml/2006/main">
            <a:off x="5276850" y="626745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23143A"/>
                </a:solidFill>
                <a:latin typeface="Space Grotesk"/>
                <a:ea typeface="Space Grotesk"/>
                <a:cs typeface="Space Grotesk"/>
              </a:defRPr>
            </a:defPPr>
            <a:lvl1pPr algn="l">
              <a:defRPr sz="1350" b="1">
                <a:solidFill>
                  <a:srgbClr val="23143A"/>
                </a:solidFill>
                <a:latin typeface="Space Grotesk"/>
                <a:ea typeface="Space Grotesk"/>
                <a:cs typeface="Space Grotesk"/>
              </a:defRPr>
            </a:lvl1pPr>
            <a:lvl2pPr algn="l">
              <a:defRPr sz="1350" b="1">
                <a:solidFill>
                  <a:srgbClr val="23143A"/>
                </a:solidFill>
                <a:latin typeface="Space Grotesk"/>
                <a:ea typeface="Space Grotesk"/>
                <a:cs typeface="Space Grotesk"/>
              </a:defRPr>
            </a:lvl2pPr>
            <a:lvl3pPr algn="l">
              <a:defRPr sz="1350" b="1">
                <a:solidFill>
                  <a:srgbClr val="23143A"/>
                </a:solidFill>
                <a:latin typeface="Space Grotesk"/>
                <a:ea typeface="Space Grotesk"/>
                <a:cs typeface="Space Grotesk"/>
              </a:defRPr>
            </a:lvl3pPr>
            <a:lvl4pPr algn="l">
              <a:defRPr sz="1350" b="1">
                <a:solidFill>
                  <a:srgbClr val="23143A"/>
                </a:solidFill>
                <a:latin typeface="Space Grotesk"/>
                <a:ea typeface="Space Grotesk"/>
                <a:cs typeface="Space Grotesk"/>
              </a:defRPr>
            </a:lvl4pPr>
            <a:lvl5pPr algn="l">
              <a:defRPr sz="1350" b="1">
                <a:solidFill>
                  <a:srgbClr val="23143A"/>
                </a:solidFill>
                <a:latin typeface="Space Grotesk"/>
                <a:ea typeface="Space Grotesk"/>
                <a:cs typeface="Space Grotesk"/>
              </a:defRPr>
            </a:lvl5pPr>
            <a:lvl6pPr algn="l">
              <a:defRPr sz="1350" b="1">
                <a:solidFill>
                  <a:srgbClr val="23143A"/>
                </a:solidFill>
                <a:latin typeface="Space Grotesk"/>
                <a:ea typeface="Space Grotesk"/>
                <a:cs typeface="Space Grotesk"/>
              </a:defRPr>
            </a:lvl6pPr>
            <a:lvl7pPr algn="l">
              <a:defRPr sz="1350" b="1">
                <a:solidFill>
                  <a:srgbClr val="23143A"/>
                </a:solidFill>
                <a:latin typeface="Space Grotesk"/>
                <a:ea typeface="Space Grotesk"/>
                <a:cs typeface="Space Grotesk"/>
              </a:defRPr>
            </a:lvl7pPr>
            <a:lvl8pPr algn="l">
              <a:defRPr sz="1350" b="1">
                <a:solidFill>
                  <a:srgbClr val="23143A"/>
                </a:solidFill>
                <a:latin typeface="Space Grotesk"/>
                <a:ea typeface="Space Grotesk"/>
                <a:cs typeface="Space Grotesk"/>
              </a:defRPr>
            </a:lvl8pPr>
            <a:lvl9pPr algn="l">
              <a:defRPr sz="1350" b="1">
                <a:solidFill>
                  <a:srgbClr val="23143A"/>
                </a:solidFill>
                <a:latin typeface="Space Grotesk"/>
                <a:ea typeface="Space Grotesk"/>
                <a:cs typeface="Space Grotesk"/>
              </a:defRPr>
            </a:lvl9pPr>
          </a:lstStyle>
          <a:p xmlns:a="http://schemas.openxmlformats.org/drawingml/2006/main">
            <a:pPr algn="l">
              <a:lnSpc>
                <a:spcPct val="100000"/>
              </a:lnSpc>
              <a:buNone/>
              <a:defRPr sz="1350" b="1">
                <a:solidFill>
                  <a:srgbClr val="23143A"/>
                </a:solidFill>
                <a:latin typeface="Space Grotesk"/>
                <a:ea typeface="Space Grotesk"/>
                <a:cs typeface="Space Grotesk"/>
              </a:defRPr>
            </a:pPr>
            <a:r>
              <a:rPr sz="1350" b="1">
                <a:solidFill>
                  <a:srgbClr val="23143A"/>
                </a:solidFill>
                <a:latin typeface="Space Grotesk"/>
                <a:ea typeface="Space Grotesk"/>
                <a:cs typeface="Space Grotesk"/>
              </a:rPr>
              <a:t>“Which part feels easy? Where should we slow down or take a break?”</a:t>
            </a:r>
          </a:p>
        </p:txBody>
      </p:sp>
      <p:sp>
        <p:nvSpPr>
          <p:cNvPr id="33" name="Family page three footer">
            <a:extLst xmlns:a="http://schemas.openxmlformats.org/drawingml/2006/main">
              <a:ext uri="{FF2B5EF4-FFF2-40B4-BE49-F238E27FC236}">
                <a16:creationId xmlns:a16="http://schemas.microsoft.com/office/drawing/2014/main" id="{E4E9DB2B-A8A1-4F25-8559-8027AC4075B9}"/>
              </a:ext>
            </a:extLst>
          </p:cNvPr>
          <p:cNvSpPr>
            <a:spLocks xmlns:a="http://schemas.openxmlformats.org/drawingml/2006/main" noGrp="1"/>
          </p:cNvSpPr>
          <p:nvPr/>
        </p:nvSpPr>
        <p:spPr>
          <a:xfrm xmlns:a="http://schemas.openxmlformats.org/drawingml/2006/main">
            <a:off x="5276850" y="7324725"/>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1">
                <a:solidFill>
                  <a:srgbClr val="7926CB"/>
                </a:solidFill>
                <a:latin typeface="Space Grotesk"/>
                <a:ea typeface="Space Grotesk"/>
                <a:cs typeface="Space Grotesk"/>
              </a:defRPr>
            </a:defPPr>
            <a:lvl1pPr algn="l">
              <a:defRPr sz="950" b="1">
                <a:solidFill>
                  <a:srgbClr val="7926CB"/>
                </a:solidFill>
                <a:latin typeface="Space Grotesk"/>
                <a:ea typeface="Space Grotesk"/>
                <a:cs typeface="Space Grotesk"/>
              </a:defRPr>
            </a:lvl1pPr>
            <a:lvl2pPr algn="l">
              <a:defRPr sz="950" b="1">
                <a:solidFill>
                  <a:srgbClr val="7926CB"/>
                </a:solidFill>
                <a:latin typeface="Space Grotesk"/>
                <a:ea typeface="Space Grotesk"/>
                <a:cs typeface="Space Grotesk"/>
              </a:defRPr>
            </a:lvl2pPr>
            <a:lvl3pPr algn="l">
              <a:defRPr sz="950" b="1">
                <a:solidFill>
                  <a:srgbClr val="7926CB"/>
                </a:solidFill>
                <a:latin typeface="Space Grotesk"/>
                <a:ea typeface="Space Grotesk"/>
                <a:cs typeface="Space Grotesk"/>
              </a:defRPr>
            </a:lvl3pPr>
            <a:lvl4pPr algn="l">
              <a:defRPr sz="950" b="1">
                <a:solidFill>
                  <a:srgbClr val="7926CB"/>
                </a:solidFill>
                <a:latin typeface="Space Grotesk"/>
                <a:ea typeface="Space Grotesk"/>
                <a:cs typeface="Space Grotesk"/>
              </a:defRPr>
            </a:lvl4pPr>
            <a:lvl5pPr algn="l">
              <a:defRPr sz="950" b="1">
                <a:solidFill>
                  <a:srgbClr val="7926CB"/>
                </a:solidFill>
                <a:latin typeface="Space Grotesk"/>
                <a:ea typeface="Space Grotesk"/>
                <a:cs typeface="Space Grotesk"/>
              </a:defRPr>
            </a:lvl5pPr>
            <a:lvl6pPr algn="l">
              <a:defRPr sz="950" b="1">
                <a:solidFill>
                  <a:srgbClr val="7926CB"/>
                </a:solidFill>
                <a:latin typeface="Space Grotesk"/>
                <a:ea typeface="Space Grotesk"/>
                <a:cs typeface="Space Grotesk"/>
              </a:defRPr>
            </a:lvl6pPr>
            <a:lvl7pPr algn="l">
              <a:defRPr sz="950" b="1">
                <a:solidFill>
                  <a:srgbClr val="7926CB"/>
                </a:solidFill>
                <a:latin typeface="Space Grotesk"/>
                <a:ea typeface="Space Grotesk"/>
                <a:cs typeface="Space Grotesk"/>
              </a:defRPr>
            </a:lvl7pPr>
            <a:lvl8pPr algn="l">
              <a:defRPr sz="950" b="1">
                <a:solidFill>
                  <a:srgbClr val="7926CB"/>
                </a:solidFill>
                <a:latin typeface="Space Grotesk"/>
                <a:ea typeface="Space Grotesk"/>
                <a:cs typeface="Space Grotesk"/>
              </a:defRPr>
            </a:lvl8pPr>
            <a:lvl9pPr algn="l">
              <a:defRPr sz="950" b="1">
                <a:solidFill>
                  <a:srgbClr val="7926CB"/>
                </a:solidFill>
                <a:latin typeface="Space Grotesk"/>
                <a:ea typeface="Space Grotesk"/>
                <a:cs typeface="Space Grotesk"/>
              </a:defRPr>
            </a:lvl9pPr>
          </a:lstStyle>
          <a:p xmlns:a="http://schemas.openxmlformats.org/drawingml/2006/main">
            <a:pPr algn="l">
              <a:lnSpc>
                <a:spcPct val="100000"/>
              </a:lnSpc>
              <a:buNone/>
              <a:defRPr sz="950" b="1">
                <a:solidFill>
                  <a:srgbClr val="7926CB"/>
                </a:solidFill>
                <a:latin typeface="Space Grotesk"/>
                <a:ea typeface="Space Grotesk"/>
                <a:cs typeface="Space Grotesk"/>
              </a:defRPr>
            </a:pPr>
            <a:r>
              <a:rPr sz="950" b="1">
                <a:solidFill>
                  <a:srgbClr val="7926CB"/>
                </a:solidFill>
                <a:latin typeface="Space Grotesk"/>
                <a:ea typeface="Space Grotesk"/>
                <a:cs typeface="Space Grotesk"/>
              </a:rPr>
              <a:t>3fp.org · Explore groups and public rides.</a:t>
            </a:r>
          </a:p>
        </p:txBody>
      </p:sp>
      <p:sp>
        <p:nvSpPr>
          <p:cNvPr id="34" name="QR code white quiet zone">
            <a:extLst xmlns:a="http://schemas.openxmlformats.org/drawingml/2006/main">
              <a:ext uri="{FF2B5EF4-FFF2-40B4-BE49-F238E27FC236}">
                <a16:creationId xmlns:a16="http://schemas.microsoft.com/office/drawing/2014/main" id="{46CF6749-0639-48E6-A906-CA10C2D16B3E}"/>
              </a:ext>
            </a:extLst>
          </p:cNvPr>
          <p:cNvSpPr>
            <a:spLocks xmlns:a="http://schemas.openxmlformats.org/drawingml/2006/main" noGrp="1"/>
          </p:cNvSpPr>
          <p:nvPr/>
        </p:nvSpPr>
        <p:spPr>
          <a:xfrm xmlns:a="http://schemas.openxmlformats.org/drawingml/2006/main">
            <a:off x="9248775" y="7077075"/>
            <a:ext cx="590550" cy="5905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35" name="">
            <a:extLst xmlns:a="http://schemas.openxmlformats.org/drawingml/2006/main">
              <a:ext uri="{FF2B5EF4-FFF2-40B4-BE49-F238E27FC236}">
                <a16:creationId xmlns:a16="http://schemas.microsoft.com/office/drawing/2014/main" id="{5AB96DE6-AD0A-4020-9370-BAE02D069ED9}"/>
              </a:ext>
            </a:extLst>
          </p:cNvPr>
          <p:cNvPicPr>
            <a:picLocks xmlns:a="http://schemas.openxmlformats.org/drawingml/2006/main" noChangeAspect="1"/>
          </p:cNvPicPr>
          <p:nvPr/>
        </p:nvPicPr>
        <p:blipFill>
          <a:blip xmlns:r="http://schemas.openxmlformats.org/officeDocument/2006/relationships" xmlns:a="http://schemas.openxmlformats.org/drawingml/2006/main" r:embed="R8cc5ced1979a4aa4"/>
          <a:stretch xmlns:a="http://schemas.openxmlformats.org/drawingml/2006/main"/>
        </p:blipFill>
        <p:spPr>
          <a:xfrm xmlns:a="http://schemas.openxmlformats.org/drawingml/2006/main">
            <a:off x="9286875" y="7115175"/>
            <a:ext cx="514350" cy="514350"/>
          </a:xfrm>
          <a:prstGeom xmlns:a="http://schemas.openxmlformats.org/drawingml/2006/main" prst="rect">
            <a:avLst/>
          </a:prstGeom>
        </p:spPr>
      </p:pic>
    </p:spTree>
    <p:extLst>
      <p:ext uri="{BB962C8B-B14F-4D97-AF65-F5344CB8AC3E}">
        <p14:creationId xmlns:p14="http://schemas.microsoft.com/office/powerpoint/2010/main" val="1097956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2026-10-29T13:45:25.0080000Z</dcterms:created>
  <dcterms:modified xsi:type="dcterms:W3CDTF">2026-10-29T13:45:25.0080000Z</dcterms:modified>
</coreProperties>
</file>