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e32225501d47d0" /><Relationship Type="http://schemas.openxmlformats.org/officeDocument/2006/relationships/extended-properties" Target="/docProps/app.xml" Id="Re12f7747fdfe4b5f" /><Relationship Type="http://schemas.openxmlformats.org/officeDocument/2006/relationships/officeDocument" Target="/ppt/presentation.xml" Id="Rfed1bd2ce5d143fa" /></Relationships>
</file>

<file path=ppt/presentation.xml><?xml version="1.0" encoding="utf-8"?>
<p:presentation xmlns:p="http://schemas.openxmlformats.org/presentationml/2006/main">
  <p:sldMasterIdLst>
    <p:sldMasterId xmlns:r="http://schemas.openxmlformats.org/officeDocument/2006/relationships" id="2147483648" r:id="R78289d92d36b42eb"/>
  </p:sldMasterIdLst>
  <p:notesMasterIdLst>
    <p:notesMasterId xmlns:r="http://schemas.openxmlformats.org/officeDocument/2006/relationships" r:id="Ra28a52fbacf54831"/>
  </p:notesMasterIdLst>
  <p:sldIdLst>
    <p:sldId xmlns:r="http://schemas.openxmlformats.org/officeDocument/2006/relationships" id="256" r:id="R4e78a01df2874228"/>
    <p:sldId xmlns:r="http://schemas.openxmlformats.org/officeDocument/2006/relationships" id="257" r:id="Rcae16da4d43e4a83"/>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377354d2284ba7" /><Relationship Type="http://schemas.openxmlformats.org/officeDocument/2006/relationships/slideMaster" Target="/ppt/slideMasters/slideMaster1.xml" Id="R78289d92d36b42eb" /><Relationship Type="http://schemas.openxmlformats.org/officeDocument/2006/relationships/notesMaster" Target="/ppt/notesMasters/notesMaster1.xml" Id="Ra28a52fbacf54831" /><Relationship Type="http://schemas.openxmlformats.org/officeDocument/2006/relationships/presProps" Target="/ppt/presProps.xml" Id="R4f29e99fb3eb4978" /><Relationship Type="http://schemas.openxmlformats.org/officeDocument/2006/relationships/tableStyles" Target="/ppt/tableStyles.xml" Id="R9bfe745af8c4460e" /><Relationship Type="http://schemas.openxmlformats.org/officeDocument/2006/relationships/slide" Target="/ppt/slides/slide1.xml" Id="R4e78a01df2874228" /><Relationship Type="http://schemas.openxmlformats.org/officeDocument/2006/relationships/slide" Target="/ppt/slides/slide2.xml" Id="Rcae16da4d43e4a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e82441787943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8f364f8584464a" /><Relationship Type="http://schemas.openxmlformats.org/officeDocument/2006/relationships/notesMaster" Target="/ppt/notesMasters/notesMaster1.xml" Id="Rac30aad01b6749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c2a729bd99483c" /><Relationship Type="http://schemas.openxmlformats.org/officeDocument/2006/relationships/notesMaster" Target="/ppt/notesMasters/notesMaster1.xml" Id="R7499014f9c034a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Partner-facing script. Demonstrate from a parked vehicle with doors closed. Do not enter traffic and do not imply the demonstration has been shown to prevent crashes. S.P.A.C.E. is original 3FP campaign language, not an established safety standard. The exact card, script, or art has not been directly evaluated. The visual is AI-generated illustrative art, not a real participant or testimonial.</a:t>
            </a:r>
          </a:p>
          <a:p xmlns:a="http://schemas.openxmlformats.org/drawingml/2006/main">
            <a:r>
              <a:t/>
            </a:r>
          </a:p>
          <a:p xmlns:a="http://schemas.openxmlformats.org/drawingml/2006/main">
            <a:r>
              <a:t>VERSION REVIEW: v8 local edition; reviewed 2026-10-22. This exact material is not evaluated.</a:t>
            </a:r>
          </a:p>
          <a:p xmlns:a="http://schemas.openxmlformats.org/drawingml/2006/main">
            <a:r>
              <a:t>Relationship roles in campaign copy and generated artwork are illustrative, not biographies or testimonials.</a:t>
            </a:r>
          </a:p>
          <a:p xmlns:a="http://schemas.openxmlformats.org/drawingml/2006/main">
            <a:r>
              <a:t>Emotional copy: “One conversation. A better next ride.” is a creative proposal informed by audience and behavior guidance. The exact print copy is untested and has not demonstrated crash reduction or crash prevention.</a:t>
            </a:r>
          </a:p>
          <a:p xmlns:a="http://schemas.openxmlformats.org/drawingml/2006/main">
            <a:r>
              <a:t>Evidence and endpoint: this door-check prompt is untested. Measure whether people understand the check-beside/behind and open-only-when-clear action; knowledge or teach-back does not establish real-world checking or prevented dooring.</a:t>
            </a:r>
          </a:p>
          <a:p xmlns:a="http://schemas.openxmlformats.org/drawingml/2006/main">
            <a:r>
              <a:t>Practitioner delivery: teach with a parked vehicle only, keep learners away from moving traffic, and use teach-back. Record reach and comprehension separately from observed on-road behavior and crashes.</a:t>
            </a:r>
          </a:p>
          <a:p xmlns:a="http://schemas.openxmlformats.org/drawingml/2006/main">
            <a:r>
              <a:t>CAST (Delhomme et al., 2009) and NASEM (2025) provide campaign planning and evaluation practice: pretest with the intended audience; plan evaluation before rollout; distinguish process/reach, comprehension, behavior, safety, and economic outcomes; select a design appropriate to the campaign and concurrent activities.</a:t>
            </a:r>
          </a:p>
          <a:p xmlns:a="http://schemas.openxmlformats.org/drawingml/2006/main">
            <a:r>
              <a:t>ACT humanization experiment is a separate, small immediate-rating study and does not evaluate this material. Phillips et al. (2011) pooled heterogeneous road-safety campaigns; that average is not a forecast for this print piece.</a:t>
            </a:r>
          </a:p>
          <a:p xmlns:a="http://schemas.openxmlformats.org/drawingml/2006/main">
            <a:r>
              <a:t>Public research review: output/public-safety-review/REPORT.md.</a:t>
            </a:r>
          </a:p>
          <a:p xmlns:a="http://schemas.openxmlformats.org/drawingml/2006/main">
            <a:r>
              <a:t>Source references:</a:t>
            </a:r>
          </a:p>
          <a:p xmlns:a="http://schemas.openxmlformats.org/drawingml/2006/main">
            <a:r>
              <a:t>3FP approved S.P.A.C.E. copy: output/print-v4/COPY.md, Driver handout.</a:t>
            </a:r>
          </a:p>
          <a:p xmlns:a="http://schemas.openxmlformats.org/drawingml/2006/main">
            <a:r>
              <a:t>NHTSA, Bicycle Safety: https://www.nhtsa.gov/road-safety/bicycle-safety</a:t>
            </a:r>
          </a:p>
          <a:p xmlns:a="http://schemas.openxmlformats.org/drawingml/2006/main">
            <a:r>
              <a:t>Carey, McDermott &amp; Sarma (2013), Fear appeals and driver behavior: https://doi.org/10.1371/journal.pone.0062821</a:t>
            </a:r>
          </a:p>
          <a:p xmlns:a="http://schemas.openxmlformats.org/drawingml/2006/main">
            <a:r>
              <a:t>QR destination: https://3fp.org</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A.L.E.R.T. headings and sequence retain the approved structure. The E/EYE-CATCHING sentence says bright clothing and lights may help, but neither guarantees a driver will see a rider; R and all remaining rider actions retain approved wording. Keep the light help invitation conditional because a shop or local group may not have equipment assistance. The evaluation items are process outputs only and must not be reported as safety outcomes. There is no proven training dose or claimed effect for this guide or these exact cards. Artwork and copy should not imply that visible clothing or lights transfer responsibility from drivers to riders.</a:t>
            </a:r>
          </a:p>
          <a:p xmlns:a="http://schemas.openxmlformats.org/drawingml/2006/main">
            <a:r>
              <a:t/>
            </a:r>
          </a:p>
          <a:p xmlns:a="http://schemas.openxmlformats.org/drawingml/2006/main">
            <a:r>
              <a:t>VERSION REVIEW: v8 local edition; reviewed 2026-10-22. This exact material is not evaluated.</a:t>
            </a:r>
          </a:p>
          <a:p xmlns:a="http://schemas.openxmlformats.org/drawingml/2006/main">
            <a:r>
              <a:t>Relationship roles in campaign copy and generated artwork are illustrative, not biographies or testimonials.</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visibility-aid research concerns detection/recognition under specific conditions and is distinct from evidence about print messages. This exact light card is untested; do not promise detection or crash/injury prevention.</a:t>
            </a:r>
          </a:p>
          <a:p xmlns:a="http://schemas.openxmlformats.org/drawingml/2006/main">
            <a:r>
              <a:t>Practitioner delivery: demonstrate fitting and operation in a stationary setting; offer access only where the partner can provide it. Explain that equipment may help in some conditions but cannot guarantee a driver will see or yield.</a:t>
            </a:r>
          </a:p>
          <a:p xmlns:a="http://schemas.openxmlformats.org/drawingml/2006/main">
            <a:r>
              <a:t>CAST (Delhomme et al., 2009) and NASEM (2025) provide campaign planning and evaluation practice: pretest with the intended audience; plan evaluation before rollout; distinguish process/reach, comprehension, behavior, safety, and economic outcomes; select a design appropriate to the campaign and concurrent activities.</a:t>
            </a:r>
          </a:p>
          <a:p xmlns:a="http://schemas.openxmlformats.org/drawingml/2006/main">
            <a:r>
              <a:t>ACT humanization experiment is a separate, small immediate-rating study and does not evaluate this material. Phillips et al. (2011) pooled heterogeneous road-safety campaigns; that average is not a forecast for this print piece.</a:t>
            </a:r>
          </a:p>
          <a:p xmlns:a="http://schemas.openxmlformats.org/drawingml/2006/main">
            <a:r>
              <a:t>Public research review: output/public-safety-review/REPORT.md.</a:t>
            </a:r>
          </a:p>
          <a:p xmlns:a="http://schemas.openxmlformats.org/drawingml/2006/main">
            <a:r>
              <a:t>Source references:</a:t>
            </a:r>
          </a:p>
          <a:p xmlns:a="http://schemas.openxmlformats.org/drawingml/2006/main">
            <a:r>
              <a:t>3FP approved A.L.E.R.T. copy: output/print-v4/COPY.md, Public display pair and Rider field card.</a:t>
            </a:r>
          </a:p>
          <a:p xmlns:a="http://schemas.openxmlformats.org/drawingml/2006/main">
            <a:r>
              <a:t>Kwan &amp; Mapstone, Cochrane review on pedestrian/cyclist visibility and detection: https://www.cochrane.org/evidence/CD003438_increasing-pedestrian-and-cyclist-visibility-prevent-deaths-and-injuries</a:t>
            </a:r>
          </a:p>
          <a:p xmlns:a="http://schemas.openxmlformats.org/drawingml/2006/main">
            <a:r>
              <a:t>Hels et al. (2025), daytime running lights randomized trial: https://doi.org/10.55329/qwqe8132</a:t>
            </a:r>
          </a:p>
          <a:p xmlns:a="http://schemas.openxmlformats.org/drawingml/2006/main">
            <a:r>
              <a:t>QR destination: https://3fp.org</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8acee3331747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717523dcfb48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433ba2bcb440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3422347f724c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fe3aaca14e4f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b10d13bacc4d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141E41-6622-4F77-B6A3-F7ADE18A1ED1}"/>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E1869B-8CD0-44D2-BB04-EEC35A4B425D}"/>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F600BE-689D-431B-8614-1D739BAA11C1}"/>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46783E-6746-4BE1-8E69-735786271B52}"/>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ABD45D-CCE6-4623-88C2-7FF10D7231C6}"/>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EFCEDE-1911-4681-967B-7ED8AF10FAA8}"/>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5C852D-24D4-4811-8CBE-46525F86C028}"/>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253899-B4DC-4B5C-AB1B-BA5E2DC3AB9C}"/>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022870-5A73-4994-8C7F-9500029C41DD}"/>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D09DC2-5622-4861-BD5D-FE810C6D85CA}"/>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af27f8f2f247b0" /><Relationship Type="http://schemas.openxmlformats.org/officeDocument/2006/relationships/slideLayout" Target="/ppt/slideLayouts/slideLayout1.xml" Id="R4b1e2d2760bf40a8" /><Relationship Type="http://schemas.openxmlformats.org/officeDocument/2006/relationships/slideLayout" Target="/ppt/slideLayouts/slideLayout2.xml" Id="Rdf766c47ff3e4ffb" /><Relationship Type="http://schemas.openxmlformats.org/officeDocument/2006/relationships/slideLayout" Target="/ppt/slideLayouts/slideLayout3.xml" Id="R52107ce0434545f2" /><Relationship Type="http://schemas.openxmlformats.org/officeDocument/2006/relationships/slideLayout" Target="/ppt/slideLayouts/slideLayout4.xml" Id="R3bebed80620a433a" /><Relationship Type="http://schemas.openxmlformats.org/officeDocument/2006/relationships/slideLayout" Target="/ppt/slideLayouts/slideLayout5.xml" Id="R0525675911974a01" /><Relationship Type="http://schemas.openxmlformats.org/officeDocument/2006/relationships/slideLayout" Target="/ppt/slideLayouts/slideLayout6.xml" Id="R1cf5528d365c43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1e2d2760bf40a8"/>
    <p:sldLayoutId xmlns:r="http://schemas.openxmlformats.org/officeDocument/2006/relationships" id="2147483650" r:id="Rdf766c47ff3e4ffb"/>
    <p:sldLayoutId xmlns:r="http://schemas.openxmlformats.org/officeDocument/2006/relationships" id="2147483651" r:id="R52107ce0434545f2"/>
    <p:sldLayoutId xmlns:r="http://schemas.openxmlformats.org/officeDocument/2006/relationships" id="2147483652" r:id="R3bebed80620a433a"/>
    <p:sldLayoutId xmlns:r="http://schemas.openxmlformats.org/officeDocument/2006/relationships" id="2147483653" r:id="R0525675911974a01"/>
    <p:sldLayoutId xmlns:r="http://schemas.openxmlformats.org/officeDocument/2006/relationships" id="2147483654" r:id="R1cf5528d365c43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0c4ed571db48d0" /><Relationship Type="http://schemas.openxmlformats.org/officeDocument/2006/relationships/image" Target="/ppt/media/image.png" Id="R99dcb8696ddb4f0b" /><Relationship Type="http://schemas.openxmlformats.org/officeDocument/2006/relationships/image" Target="/ppt/media/image2.png" Id="R9f9f769633ee43cc" /><Relationship Type="http://schemas.openxmlformats.org/officeDocument/2006/relationships/image" Target="/ppt/media/image3.png" Id="R4c3e43e735f54463" /><Relationship Type="http://schemas.openxmlformats.org/officeDocument/2006/relationships/notesSlide" Target="/ppt/notesSlides/notesSlide1.xml" Id="R928c8eb5102846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d41f12e4a9409c" /><Relationship Type="http://schemas.openxmlformats.org/officeDocument/2006/relationships/image" Target="/ppt/media/image4.png" Id="R290e8b63d4a740b5" /><Relationship Type="http://schemas.openxmlformats.org/officeDocument/2006/relationships/image" Target="/ppt/media/image5.png" Id="R09c75882f2884ae9" /><Relationship Type="http://schemas.openxmlformats.org/officeDocument/2006/relationships/notesSlide" Target="/ppt/notesSlides/notesSlide2.xml" Id="Rc86024a6d0bb41e2"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022A5ED3-3DFE-440A-9C4C-4AF44809260D}"/>
              </a:ext>
            </a:extLst>
          </p:cNvPr>
          <p:cNvPicPr>
            <a:picLocks xmlns:a="http://schemas.openxmlformats.org/drawingml/2006/main" noChangeAspect="1"/>
          </p:cNvPicPr>
          <p:nvPr/>
        </p:nvPicPr>
        <p:blipFill>
          <a:blip xmlns:r="http://schemas.openxmlformats.org/officeDocument/2006/relationships" xmlns:a="http://schemas.openxmlformats.org/drawingml/2006/main" r:embed="R99dcb8696ddb4f0b"/>
          <a:srcRect xmlns:a="http://schemas.openxmlformats.org/drawingml/2006/main" l="7464" t="0" r="7464" b="0"/>
          <a:stretch xmlns:a="http://schemas.openxmlformats.org/drawingml/2006/main">
            <a:fillRect l="0" t="0" r="0" b="0"/>
          </a:stretch>
        </p:blipFill>
        <p:spPr>
          <a:xfrm xmlns:a="http://schemas.openxmlformats.org/drawingml/2006/main">
            <a:off x="3810000" y="0"/>
            <a:ext cx="3962400" cy="3105150"/>
          </a:xfrm>
          <a:prstGeom xmlns:a="http://schemas.openxmlformats.org/drawingml/2006/main" prst="rect">
            <a:avLst/>
          </a:prstGeom>
        </p:spPr>
      </p:pic>
      <p:sp>
        <p:nvSpPr>
          <p:cNvPr id="2" name="Partner title ground">
            <a:extLst xmlns:a="http://schemas.openxmlformats.org/drawingml/2006/main">
              <a:ext uri="{FF2B5EF4-FFF2-40B4-BE49-F238E27FC236}">
                <a16:creationId xmlns:a16="http://schemas.microsoft.com/office/drawing/2014/main" id="{121954AE-BBC5-4DAD-ADD2-0C5DBD13010D}"/>
              </a:ext>
            </a:extLst>
          </p:cNvPr>
          <p:cNvSpPr>
            <a:spLocks xmlns:a="http://schemas.openxmlformats.org/drawingml/2006/main" noGrp="1"/>
          </p:cNvSpPr>
          <p:nvPr/>
        </p:nvSpPr>
        <p:spPr>
          <a:xfrm xmlns:a="http://schemas.openxmlformats.org/drawingml/2006/main">
            <a:off x="0" y="0"/>
            <a:ext cx="3810000" cy="310515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sp>
        <p:nvSpPr>
          <p:cNvPr id="3" name="Partner title accent">
            <a:extLst xmlns:a="http://schemas.openxmlformats.org/drawingml/2006/main">
              <a:ext uri="{FF2B5EF4-FFF2-40B4-BE49-F238E27FC236}">
                <a16:creationId xmlns:a16="http://schemas.microsoft.com/office/drawing/2014/main" id="{7EC55282-721F-45A3-854B-56B9E5D816C9}"/>
              </a:ext>
            </a:extLst>
          </p:cNvPr>
          <p:cNvSpPr>
            <a:spLocks xmlns:a="http://schemas.openxmlformats.org/drawingml/2006/main" noGrp="1"/>
          </p:cNvSpPr>
          <p:nvPr/>
        </p:nvSpPr>
        <p:spPr>
          <a:xfrm xmlns:a="http://schemas.openxmlformats.org/drawingml/2006/main">
            <a:off x="457200" y="457200"/>
            <a:ext cx="495300" cy="666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 name="Audience label">
            <a:extLst xmlns:a="http://schemas.openxmlformats.org/drawingml/2006/main">
              <a:ext uri="{FF2B5EF4-FFF2-40B4-BE49-F238E27FC236}">
                <a16:creationId xmlns:a16="http://schemas.microsoft.com/office/drawing/2014/main" id="{40DB3C7F-0383-4A4B-A017-E803B9633986}"/>
              </a:ext>
            </a:extLst>
          </p:cNvPr>
          <p:cNvSpPr>
            <a:spLocks xmlns:a="http://schemas.openxmlformats.org/drawingml/2006/main" noGrp="1"/>
          </p:cNvSpPr>
          <p:nvPr/>
        </p:nvSpPr>
        <p:spPr>
          <a:xfrm xmlns:a="http://schemas.openxmlformats.org/drawingml/2006/main">
            <a:off x="457200" y="657225"/>
            <a:ext cx="3143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00" b="1">
                <a:solidFill>
                  <a:srgbClr val="FFFF0A"/>
                </a:solidFill>
                <a:latin typeface="Space Grotesk"/>
                <a:ea typeface="Space Grotesk"/>
                <a:cs typeface="Space Grotesk"/>
              </a:defRPr>
            </a:defPPr>
            <a:lvl1pPr algn="l">
              <a:defRPr sz="1300" b="1">
                <a:solidFill>
                  <a:srgbClr val="FFFF0A"/>
                </a:solidFill>
                <a:latin typeface="Space Grotesk"/>
                <a:ea typeface="Space Grotesk"/>
                <a:cs typeface="Space Grotesk"/>
              </a:defRPr>
            </a:lvl1pPr>
            <a:lvl2pPr algn="l">
              <a:defRPr sz="1300" b="1">
                <a:solidFill>
                  <a:srgbClr val="FFFF0A"/>
                </a:solidFill>
                <a:latin typeface="Space Grotesk"/>
                <a:ea typeface="Space Grotesk"/>
                <a:cs typeface="Space Grotesk"/>
              </a:defRPr>
            </a:lvl2pPr>
            <a:lvl3pPr algn="l">
              <a:defRPr sz="1300" b="1">
                <a:solidFill>
                  <a:srgbClr val="FFFF0A"/>
                </a:solidFill>
                <a:latin typeface="Space Grotesk"/>
                <a:ea typeface="Space Grotesk"/>
                <a:cs typeface="Space Grotesk"/>
              </a:defRPr>
            </a:lvl3pPr>
            <a:lvl4pPr algn="l">
              <a:defRPr sz="1300" b="1">
                <a:solidFill>
                  <a:srgbClr val="FFFF0A"/>
                </a:solidFill>
                <a:latin typeface="Space Grotesk"/>
                <a:ea typeface="Space Grotesk"/>
                <a:cs typeface="Space Grotesk"/>
              </a:defRPr>
            </a:lvl4pPr>
            <a:lvl5pPr algn="l">
              <a:defRPr sz="1300" b="1">
                <a:solidFill>
                  <a:srgbClr val="FFFF0A"/>
                </a:solidFill>
                <a:latin typeface="Space Grotesk"/>
                <a:ea typeface="Space Grotesk"/>
                <a:cs typeface="Space Grotesk"/>
              </a:defRPr>
            </a:lvl5pPr>
            <a:lvl6pPr algn="l">
              <a:defRPr sz="1300" b="1">
                <a:solidFill>
                  <a:srgbClr val="FFFF0A"/>
                </a:solidFill>
                <a:latin typeface="Space Grotesk"/>
                <a:ea typeface="Space Grotesk"/>
                <a:cs typeface="Space Grotesk"/>
              </a:defRPr>
            </a:lvl6pPr>
            <a:lvl7pPr algn="l">
              <a:defRPr sz="1300" b="1">
                <a:solidFill>
                  <a:srgbClr val="FFFF0A"/>
                </a:solidFill>
                <a:latin typeface="Space Grotesk"/>
                <a:ea typeface="Space Grotesk"/>
                <a:cs typeface="Space Grotesk"/>
              </a:defRPr>
            </a:lvl7pPr>
            <a:lvl8pPr algn="l">
              <a:defRPr sz="1300" b="1">
                <a:solidFill>
                  <a:srgbClr val="FFFF0A"/>
                </a:solidFill>
                <a:latin typeface="Space Grotesk"/>
                <a:ea typeface="Space Grotesk"/>
                <a:cs typeface="Space Grotesk"/>
              </a:defRPr>
            </a:lvl8pPr>
            <a:lvl9pPr algn="l">
              <a:defRPr sz="1300" b="1">
                <a:solidFill>
                  <a:srgbClr val="FFFF0A"/>
                </a:solidFill>
                <a:latin typeface="Space Grotesk"/>
                <a:ea typeface="Space Grotesk"/>
                <a:cs typeface="Space Grotesk"/>
              </a:defRPr>
            </a:lvl9pPr>
          </a:lstStyle>
          <a:p xmlns:a="http://schemas.openxmlformats.org/drawingml/2006/main">
            <a:pPr algn="l">
              <a:lnSpc>
                <a:spcPct val="100000"/>
              </a:lnSpc>
              <a:buNone/>
              <a:defRPr sz="1300" b="1">
                <a:solidFill>
                  <a:srgbClr val="FFFF0A"/>
                </a:solidFill>
                <a:latin typeface="Space Grotesk"/>
                <a:ea typeface="Space Grotesk"/>
                <a:cs typeface="Space Grotesk"/>
              </a:defRPr>
            </a:pPr>
            <a:r>
              <a:rPr sz="1300" b="1">
                <a:solidFill>
                  <a:srgbClr val="FFFF0A"/>
                </a:solidFill>
                <a:latin typeface="Space Grotesk"/>
                <a:ea typeface="Space Grotesk"/>
                <a:cs typeface="Space Grotesk"/>
              </a:rPr>
              <a:t>FOR STAFF AND DEMONSTRATORS</a:t>
            </a:r>
          </a:p>
        </p:txBody>
      </p:sp>
      <p:sp>
        <p:nvSpPr>
          <p:cNvPr id="5" name="Partner guide title">
            <a:extLst xmlns:a="http://schemas.openxmlformats.org/drawingml/2006/main">
              <a:ext uri="{FF2B5EF4-FFF2-40B4-BE49-F238E27FC236}">
                <a16:creationId xmlns:a16="http://schemas.microsoft.com/office/drawing/2014/main" id="{51E96798-BB8C-47C3-BAFC-17EE21A4A223}"/>
              </a:ext>
            </a:extLst>
          </p:cNvPr>
          <p:cNvSpPr>
            <a:spLocks xmlns:a="http://schemas.openxmlformats.org/drawingml/2006/main" noGrp="1"/>
          </p:cNvSpPr>
          <p:nvPr/>
        </p:nvSpPr>
        <p:spPr>
          <a:xfrm xmlns:a="http://schemas.openxmlformats.org/drawingml/2006/main">
            <a:off x="457200" y="1057275"/>
            <a:ext cx="3143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00" b="1">
                <a:solidFill>
                  <a:srgbClr val="FFFFFF"/>
                </a:solidFill>
                <a:latin typeface="Space Grotesk"/>
                <a:ea typeface="Space Grotesk"/>
                <a:cs typeface="Space Grotesk"/>
              </a:defRPr>
            </a:defPPr>
            <a:lvl1pPr algn="l">
              <a:defRPr sz="2900" b="1">
                <a:solidFill>
                  <a:srgbClr val="FFFFFF"/>
                </a:solidFill>
                <a:latin typeface="Space Grotesk"/>
                <a:ea typeface="Space Grotesk"/>
                <a:cs typeface="Space Grotesk"/>
              </a:defRPr>
            </a:lvl1pPr>
            <a:lvl2pPr algn="l">
              <a:defRPr sz="2900" b="1">
                <a:solidFill>
                  <a:srgbClr val="FFFFFF"/>
                </a:solidFill>
                <a:latin typeface="Space Grotesk"/>
                <a:ea typeface="Space Grotesk"/>
                <a:cs typeface="Space Grotesk"/>
              </a:defRPr>
            </a:lvl2pPr>
            <a:lvl3pPr algn="l">
              <a:defRPr sz="2900" b="1">
                <a:solidFill>
                  <a:srgbClr val="FFFFFF"/>
                </a:solidFill>
                <a:latin typeface="Space Grotesk"/>
                <a:ea typeface="Space Grotesk"/>
                <a:cs typeface="Space Grotesk"/>
              </a:defRPr>
            </a:lvl3pPr>
            <a:lvl4pPr algn="l">
              <a:defRPr sz="2900" b="1">
                <a:solidFill>
                  <a:srgbClr val="FFFFFF"/>
                </a:solidFill>
                <a:latin typeface="Space Grotesk"/>
                <a:ea typeface="Space Grotesk"/>
                <a:cs typeface="Space Grotesk"/>
              </a:defRPr>
            </a:lvl4pPr>
            <a:lvl5pPr algn="l">
              <a:defRPr sz="2900" b="1">
                <a:solidFill>
                  <a:srgbClr val="FFFFFF"/>
                </a:solidFill>
                <a:latin typeface="Space Grotesk"/>
                <a:ea typeface="Space Grotesk"/>
                <a:cs typeface="Space Grotesk"/>
              </a:defRPr>
            </a:lvl5pPr>
            <a:lvl6pPr algn="l">
              <a:defRPr sz="2900" b="1">
                <a:solidFill>
                  <a:srgbClr val="FFFFFF"/>
                </a:solidFill>
                <a:latin typeface="Space Grotesk"/>
                <a:ea typeface="Space Grotesk"/>
                <a:cs typeface="Space Grotesk"/>
              </a:defRPr>
            </a:lvl6pPr>
            <a:lvl7pPr algn="l">
              <a:defRPr sz="2900" b="1">
                <a:solidFill>
                  <a:srgbClr val="FFFFFF"/>
                </a:solidFill>
                <a:latin typeface="Space Grotesk"/>
                <a:ea typeface="Space Grotesk"/>
                <a:cs typeface="Space Grotesk"/>
              </a:defRPr>
            </a:lvl7pPr>
            <a:lvl8pPr algn="l">
              <a:defRPr sz="2900" b="1">
                <a:solidFill>
                  <a:srgbClr val="FFFFFF"/>
                </a:solidFill>
                <a:latin typeface="Space Grotesk"/>
                <a:ea typeface="Space Grotesk"/>
                <a:cs typeface="Space Grotesk"/>
              </a:defRPr>
            </a:lvl8pPr>
            <a:lvl9pPr algn="l">
              <a:defRPr sz="2900" b="1">
                <a:solidFill>
                  <a:srgbClr val="FFFFFF"/>
                </a:solidFill>
                <a:latin typeface="Space Grotesk"/>
                <a:ea typeface="Space Grotesk"/>
                <a:cs typeface="Space Grotesk"/>
              </a:defRPr>
            </a:lvl9pPr>
          </a:lstStyle>
          <a:p xmlns:a="http://schemas.openxmlformats.org/drawingml/2006/main">
            <a:pPr algn="l">
              <a:lnSpc>
                <a:spcPct val="94000"/>
              </a:lnSpc>
              <a:buNone/>
              <a:defRPr sz="2900" b="1">
                <a:solidFill>
                  <a:srgbClr val="FFFFFF"/>
                </a:solidFill>
                <a:latin typeface="Space Grotesk"/>
                <a:ea typeface="Space Grotesk"/>
                <a:cs typeface="Space Grotesk"/>
              </a:defRPr>
            </a:pPr>
            <a:r>
              <a:rPr sz="2900" b="1">
                <a:solidFill>
                  <a:srgbClr val="FFFFFF"/>
                </a:solidFill>
                <a:latin typeface="Space Grotesk"/>
                <a:ea typeface="Space Grotesk"/>
                <a:cs typeface="Space Grotesk"/>
              </a:rPr>
              <a:t>Partner demonstration guide</a:t>
            </a:r>
          </a:p>
        </p:txBody>
      </p:sp>
      <p:sp>
        <p:nvSpPr>
          <p:cNvPr id="6" name="Partner guide strapline">
            <a:extLst xmlns:a="http://schemas.openxmlformats.org/drawingml/2006/main">
              <a:ext uri="{FF2B5EF4-FFF2-40B4-BE49-F238E27FC236}">
                <a16:creationId xmlns:a16="http://schemas.microsoft.com/office/drawing/2014/main" id="{81FB6458-D570-4F5F-9AA8-E736AC431EE4}"/>
              </a:ext>
            </a:extLst>
          </p:cNvPr>
          <p:cNvSpPr>
            <a:spLocks xmlns:a="http://schemas.openxmlformats.org/drawingml/2006/main" noGrp="1"/>
          </p:cNvSpPr>
          <p:nvPr/>
        </p:nvSpPr>
        <p:spPr>
          <a:xfrm xmlns:a="http://schemas.openxmlformats.org/drawingml/2006/main">
            <a:off x="457200" y="238125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FFFFFF"/>
                </a:solidFill>
                <a:latin typeface="Arial"/>
                <a:ea typeface="Arial"/>
                <a:cs typeface="Arial"/>
              </a:defRPr>
            </a:defPPr>
            <a:lvl1pPr algn="l">
              <a:defRPr sz="1350" b="1">
                <a:solidFill>
                  <a:srgbClr val="FFFFFF"/>
                </a:solidFill>
                <a:latin typeface="Arial"/>
                <a:ea typeface="Arial"/>
                <a:cs typeface="Arial"/>
              </a:defRPr>
            </a:lvl1pPr>
            <a:lvl2pPr algn="l">
              <a:defRPr sz="1350" b="1">
                <a:solidFill>
                  <a:srgbClr val="FFFFFF"/>
                </a:solidFill>
                <a:latin typeface="Arial"/>
                <a:ea typeface="Arial"/>
                <a:cs typeface="Arial"/>
              </a:defRPr>
            </a:lvl2pPr>
            <a:lvl3pPr algn="l">
              <a:defRPr sz="1350" b="1">
                <a:solidFill>
                  <a:srgbClr val="FFFFFF"/>
                </a:solidFill>
                <a:latin typeface="Arial"/>
                <a:ea typeface="Arial"/>
                <a:cs typeface="Arial"/>
              </a:defRPr>
            </a:lvl3pPr>
            <a:lvl4pPr algn="l">
              <a:defRPr sz="1350" b="1">
                <a:solidFill>
                  <a:srgbClr val="FFFFFF"/>
                </a:solidFill>
                <a:latin typeface="Arial"/>
                <a:ea typeface="Arial"/>
                <a:cs typeface="Arial"/>
              </a:defRPr>
            </a:lvl4pPr>
            <a:lvl5pPr algn="l">
              <a:defRPr sz="1350" b="1">
                <a:solidFill>
                  <a:srgbClr val="FFFFFF"/>
                </a:solidFill>
                <a:latin typeface="Arial"/>
                <a:ea typeface="Arial"/>
                <a:cs typeface="Arial"/>
              </a:defRPr>
            </a:lvl5pPr>
            <a:lvl6pPr algn="l">
              <a:defRPr sz="1350" b="1">
                <a:solidFill>
                  <a:srgbClr val="FFFFFF"/>
                </a:solidFill>
                <a:latin typeface="Arial"/>
                <a:ea typeface="Arial"/>
                <a:cs typeface="Arial"/>
              </a:defRPr>
            </a:lvl6pPr>
            <a:lvl7pPr algn="l">
              <a:defRPr sz="1350" b="1">
                <a:solidFill>
                  <a:srgbClr val="FFFFFF"/>
                </a:solidFill>
                <a:latin typeface="Arial"/>
                <a:ea typeface="Arial"/>
                <a:cs typeface="Arial"/>
              </a:defRPr>
            </a:lvl7pPr>
            <a:lvl8pPr algn="l">
              <a:defRPr sz="1350" b="1">
                <a:solidFill>
                  <a:srgbClr val="FFFFFF"/>
                </a:solidFill>
                <a:latin typeface="Arial"/>
                <a:ea typeface="Arial"/>
                <a:cs typeface="Arial"/>
              </a:defRPr>
            </a:lvl8pPr>
            <a:lvl9pPr algn="l">
              <a:defRPr sz="1350" b="1">
                <a:solidFill>
                  <a:srgbClr val="FFFFFF"/>
                </a:solidFill>
                <a:latin typeface="Arial"/>
                <a:ea typeface="Arial"/>
                <a:cs typeface="Arial"/>
              </a:defRPr>
            </a:lvl9pPr>
          </a:lstStyle>
          <a:p xmlns:a="http://schemas.openxmlformats.org/drawingml/2006/main">
            <a:pPr algn="l">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One conversation. A better next ride.</a:t>
            </a:r>
          </a:p>
        </p:txBody>
      </p:sp>
      <p:sp>
        <p:nvSpPr>
          <p:cNvPr id="7" name="Stationary practice rule">
            <a:extLst xmlns:a="http://schemas.openxmlformats.org/drawingml/2006/main">
              <a:ext uri="{FF2B5EF4-FFF2-40B4-BE49-F238E27FC236}">
                <a16:creationId xmlns:a16="http://schemas.microsoft.com/office/drawing/2014/main" id="{3C1E7674-5161-49D9-9B02-FF54361C4EE1}"/>
              </a:ext>
            </a:extLst>
          </p:cNvPr>
          <p:cNvSpPr>
            <a:spLocks xmlns:a="http://schemas.openxmlformats.org/drawingml/2006/main" noGrp="1"/>
          </p:cNvSpPr>
          <p:nvPr/>
        </p:nvSpPr>
        <p:spPr>
          <a:xfrm xmlns:a="http://schemas.openxmlformats.org/drawingml/2006/main">
            <a:off x="457200" y="3390900"/>
            <a:ext cx="68389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1">
                <a:solidFill>
                  <a:srgbClr val="7926CB"/>
                </a:solidFill>
                <a:latin typeface="Space Grotesk"/>
                <a:ea typeface="Space Grotesk"/>
                <a:cs typeface="Space Grotesk"/>
              </a:defRPr>
            </a:defPPr>
            <a:lvl1pPr algn="l">
              <a:defRPr sz="1600" b="1">
                <a:solidFill>
                  <a:srgbClr val="7926CB"/>
                </a:solidFill>
                <a:latin typeface="Space Grotesk"/>
                <a:ea typeface="Space Grotesk"/>
                <a:cs typeface="Space Grotesk"/>
              </a:defRPr>
            </a:lvl1pPr>
            <a:lvl2pPr algn="l">
              <a:defRPr sz="1600" b="1">
                <a:solidFill>
                  <a:srgbClr val="7926CB"/>
                </a:solidFill>
                <a:latin typeface="Space Grotesk"/>
                <a:ea typeface="Space Grotesk"/>
                <a:cs typeface="Space Grotesk"/>
              </a:defRPr>
            </a:lvl2pPr>
            <a:lvl3pPr algn="l">
              <a:defRPr sz="1600" b="1">
                <a:solidFill>
                  <a:srgbClr val="7926CB"/>
                </a:solidFill>
                <a:latin typeface="Space Grotesk"/>
                <a:ea typeface="Space Grotesk"/>
                <a:cs typeface="Space Grotesk"/>
              </a:defRPr>
            </a:lvl3pPr>
            <a:lvl4pPr algn="l">
              <a:defRPr sz="1600" b="1">
                <a:solidFill>
                  <a:srgbClr val="7926CB"/>
                </a:solidFill>
                <a:latin typeface="Space Grotesk"/>
                <a:ea typeface="Space Grotesk"/>
                <a:cs typeface="Space Grotesk"/>
              </a:defRPr>
            </a:lvl4pPr>
            <a:lvl5pPr algn="l">
              <a:defRPr sz="1600" b="1">
                <a:solidFill>
                  <a:srgbClr val="7926CB"/>
                </a:solidFill>
                <a:latin typeface="Space Grotesk"/>
                <a:ea typeface="Space Grotesk"/>
                <a:cs typeface="Space Grotesk"/>
              </a:defRPr>
            </a:lvl5pPr>
            <a:lvl6pPr algn="l">
              <a:defRPr sz="1600" b="1">
                <a:solidFill>
                  <a:srgbClr val="7926CB"/>
                </a:solidFill>
                <a:latin typeface="Space Grotesk"/>
                <a:ea typeface="Space Grotesk"/>
                <a:cs typeface="Space Grotesk"/>
              </a:defRPr>
            </a:lvl6pPr>
            <a:lvl7pPr algn="l">
              <a:defRPr sz="1600" b="1">
                <a:solidFill>
                  <a:srgbClr val="7926CB"/>
                </a:solidFill>
                <a:latin typeface="Space Grotesk"/>
                <a:ea typeface="Space Grotesk"/>
                <a:cs typeface="Space Grotesk"/>
              </a:defRPr>
            </a:lvl7pPr>
            <a:lvl8pPr algn="l">
              <a:defRPr sz="1600" b="1">
                <a:solidFill>
                  <a:srgbClr val="7926CB"/>
                </a:solidFill>
                <a:latin typeface="Space Grotesk"/>
                <a:ea typeface="Space Grotesk"/>
                <a:cs typeface="Space Grotesk"/>
              </a:defRPr>
            </a:lvl8pPr>
            <a:lvl9pPr algn="l">
              <a:defRPr sz="1600" b="1">
                <a:solidFill>
                  <a:srgbClr val="7926CB"/>
                </a:solidFill>
                <a:latin typeface="Space Grotesk"/>
                <a:ea typeface="Space Grotesk"/>
                <a:cs typeface="Space Grotesk"/>
              </a:defRPr>
            </a:lvl9pPr>
          </a:lstStyle>
          <a:p xmlns:a="http://schemas.openxmlformats.org/drawingml/2006/main">
            <a:pPr algn="l">
              <a:lnSpc>
                <a:spcPct val="100000"/>
              </a:lnSpc>
              <a:buNone/>
              <a:defRPr sz="1600" b="1">
                <a:solidFill>
                  <a:srgbClr val="7926CB"/>
                </a:solidFill>
                <a:latin typeface="Space Grotesk"/>
                <a:ea typeface="Space Grotesk"/>
                <a:cs typeface="Space Grotesk"/>
              </a:defRPr>
            </a:pPr>
            <a:r>
              <a:rPr sz="1600" b="1">
                <a:solidFill>
                  <a:srgbClr val="7926CB"/>
                </a:solidFill>
                <a:latin typeface="Space Grotesk"/>
                <a:ea typeface="Space Grotesk"/>
                <a:cs typeface="Space Grotesk"/>
              </a:rPr>
              <a:t>Keep every practice stationary. Do not open the door or enter the roadway.</a:t>
            </a:r>
          </a:p>
        </p:txBody>
      </p:sp>
      <p:sp>
        <p:nvSpPr>
          <p:cNvPr id="8" name="SPACE C label">
            <a:extLst xmlns:a="http://schemas.openxmlformats.org/drawingml/2006/main">
              <a:ext uri="{FF2B5EF4-FFF2-40B4-BE49-F238E27FC236}">
                <a16:creationId xmlns:a16="http://schemas.microsoft.com/office/drawing/2014/main" id="{66397F35-07B1-40F6-AD80-282BA1731B4A}"/>
              </a:ext>
            </a:extLst>
          </p:cNvPr>
          <p:cNvSpPr>
            <a:spLocks xmlns:a="http://schemas.openxmlformats.org/drawingml/2006/main" noGrp="1"/>
          </p:cNvSpPr>
          <p:nvPr/>
        </p:nvSpPr>
        <p:spPr>
          <a:xfrm xmlns:a="http://schemas.openxmlformats.org/drawingml/2006/main">
            <a:off x="457200" y="4105275"/>
            <a:ext cx="2171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50" b="1">
                <a:solidFill>
                  <a:srgbClr val="FF0180"/>
                </a:solidFill>
                <a:latin typeface="Space Grotesk"/>
                <a:ea typeface="Space Grotesk"/>
                <a:cs typeface="Space Grotesk"/>
              </a:defRPr>
            </a:defPPr>
            <a:lvl1pPr algn="l">
              <a:defRPr sz="1450" b="1">
                <a:solidFill>
                  <a:srgbClr val="FF0180"/>
                </a:solidFill>
                <a:latin typeface="Space Grotesk"/>
                <a:ea typeface="Space Grotesk"/>
                <a:cs typeface="Space Grotesk"/>
              </a:defRPr>
            </a:lvl1pPr>
            <a:lvl2pPr algn="l">
              <a:defRPr sz="1450" b="1">
                <a:solidFill>
                  <a:srgbClr val="FF0180"/>
                </a:solidFill>
                <a:latin typeface="Space Grotesk"/>
                <a:ea typeface="Space Grotesk"/>
                <a:cs typeface="Space Grotesk"/>
              </a:defRPr>
            </a:lvl2pPr>
            <a:lvl3pPr algn="l">
              <a:defRPr sz="1450" b="1">
                <a:solidFill>
                  <a:srgbClr val="FF0180"/>
                </a:solidFill>
                <a:latin typeface="Space Grotesk"/>
                <a:ea typeface="Space Grotesk"/>
                <a:cs typeface="Space Grotesk"/>
              </a:defRPr>
            </a:lvl3pPr>
            <a:lvl4pPr algn="l">
              <a:defRPr sz="1450" b="1">
                <a:solidFill>
                  <a:srgbClr val="FF0180"/>
                </a:solidFill>
                <a:latin typeface="Space Grotesk"/>
                <a:ea typeface="Space Grotesk"/>
                <a:cs typeface="Space Grotesk"/>
              </a:defRPr>
            </a:lvl4pPr>
            <a:lvl5pPr algn="l">
              <a:defRPr sz="1450" b="1">
                <a:solidFill>
                  <a:srgbClr val="FF0180"/>
                </a:solidFill>
                <a:latin typeface="Space Grotesk"/>
                <a:ea typeface="Space Grotesk"/>
                <a:cs typeface="Space Grotesk"/>
              </a:defRPr>
            </a:lvl5pPr>
            <a:lvl6pPr algn="l">
              <a:defRPr sz="1450" b="1">
                <a:solidFill>
                  <a:srgbClr val="FF0180"/>
                </a:solidFill>
                <a:latin typeface="Space Grotesk"/>
                <a:ea typeface="Space Grotesk"/>
                <a:cs typeface="Space Grotesk"/>
              </a:defRPr>
            </a:lvl6pPr>
            <a:lvl7pPr algn="l">
              <a:defRPr sz="1450" b="1">
                <a:solidFill>
                  <a:srgbClr val="FF0180"/>
                </a:solidFill>
                <a:latin typeface="Space Grotesk"/>
                <a:ea typeface="Space Grotesk"/>
                <a:cs typeface="Space Grotesk"/>
              </a:defRPr>
            </a:lvl7pPr>
            <a:lvl8pPr algn="l">
              <a:defRPr sz="1450" b="1">
                <a:solidFill>
                  <a:srgbClr val="FF0180"/>
                </a:solidFill>
                <a:latin typeface="Space Grotesk"/>
                <a:ea typeface="Space Grotesk"/>
                <a:cs typeface="Space Grotesk"/>
              </a:defRPr>
            </a:lvl8pPr>
            <a:lvl9pPr algn="l">
              <a:defRPr sz="1450" b="1">
                <a:solidFill>
                  <a:srgbClr val="FF0180"/>
                </a:solidFill>
                <a:latin typeface="Space Grotesk"/>
                <a:ea typeface="Space Grotesk"/>
                <a:cs typeface="Space Grotesk"/>
              </a:defRPr>
            </a:lvl9pPr>
          </a:lstStyle>
          <a:p xmlns:a="http://schemas.openxmlformats.org/drawingml/2006/main">
            <a:pPr algn="l">
              <a:lnSpc>
                <a:spcPct val="100000"/>
              </a:lnSpc>
              <a:buNone/>
              <a:defRPr sz="1450" b="1">
                <a:solidFill>
                  <a:srgbClr val="FF0180"/>
                </a:solidFill>
                <a:latin typeface="Space Grotesk"/>
                <a:ea typeface="Space Grotesk"/>
                <a:cs typeface="Space Grotesk"/>
              </a:defRPr>
            </a:pPr>
            <a:r>
              <a:rPr sz="1450" b="1">
                <a:solidFill>
                  <a:srgbClr val="FF0180"/>
                </a:solidFill>
                <a:latin typeface="Space Grotesk"/>
                <a:ea typeface="Space Grotesk"/>
                <a:cs typeface="Space Grotesk"/>
              </a:rPr>
              <a:t>S.P.A.C.E. · C</a:t>
            </a:r>
          </a:p>
        </p:txBody>
      </p:sp>
      <p:sp>
        <p:nvSpPr>
          <p:cNvPr id="9" name="SPACE C exact wording">
            <a:extLst xmlns:a="http://schemas.openxmlformats.org/drawingml/2006/main">
              <a:ext uri="{FF2B5EF4-FFF2-40B4-BE49-F238E27FC236}">
                <a16:creationId xmlns:a16="http://schemas.microsoft.com/office/drawing/2014/main" id="{E4F21259-5AD6-467A-B5C8-FAA6E90F48AC}"/>
              </a:ext>
            </a:extLst>
          </p:cNvPr>
          <p:cNvSpPr>
            <a:spLocks xmlns:a="http://schemas.openxmlformats.org/drawingml/2006/main" noGrp="1"/>
          </p:cNvSpPr>
          <p:nvPr/>
        </p:nvSpPr>
        <p:spPr>
          <a:xfrm xmlns:a="http://schemas.openxmlformats.org/drawingml/2006/main">
            <a:off x="457200" y="4400550"/>
            <a:ext cx="6810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23143A"/>
                </a:solidFill>
                <a:latin typeface="Space Grotesk"/>
                <a:ea typeface="Space Grotesk"/>
                <a:cs typeface="Space Grotesk"/>
              </a:defRPr>
            </a:defPPr>
            <a:lvl1pPr algn="l">
              <a:defRPr sz="2000" b="1">
                <a:solidFill>
                  <a:srgbClr val="23143A"/>
                </a:solidFill>
                <a:latin typeface="Space Grotesk"/>
                <a:ea typeface="Space Grotesk"/>
                <a:cs typeface="Space Grotesk"/>
              </a:defRPr>
            </a:lvl1pPr>
            <a:lvl2pPr algn="l">
              <a:defRPr sz="2000" b="1">
                <a:solidFill>
                  <a:srgbClr val="23143A"/>
                </a:solidFill>
                <a:latin typeface="Space Grotesk"/>
                <a:ea typeface="Space Grotesk"/>
                <a:cs typeface="Space Grotesk"/>
              </a:defRPr>
            </a:lvl2pPr>
            <a:lvl3pPr algn="l">
              <a:defRPr sz="2000" b="1">
                <a:solidFill>
                  <a:srgbClr val="23143A"/>
                </a:solidFill>
                <a:latin typeface="Space Grotesk"/>
                <a:ea typeface="Space Grotesk"/>
                <a:cs typeface="Space Grotesk"/>
              </a:defRPr>
            </a:lvl3pPr>
            <a:lvl4pPr algn="l">
              <a:defRPr sz="2000" b="1">
                <a:solidFill>
                  <a:srgbClr val="23143A"/>
                </a:solidFill>
                <a:latin typeface="Space Grotesk"/>
                <a:ea typeface="Space Grotesk"/>
                <a:cs typeface="Space Grotesk"/>
              </a:defRPr>
            </a:lvl4pPr>
            <a:lvl5pPr algn="l">
              <a:defRPr sz="2000" b="1">
                <a:solidFill>
                  <a:srgbClr val="23143A"/>
                </a:solidFill>
                <a:latin typeface="Space Grotesk"/>
                <a:ea typeface="Space Grotesk"/>
                <a:cs typeface="Space Grotesk"/>
              </a:defRPr>
            </a:lvl5pPr>
            <a:lvl6pPr algn="l">
              <a:defRPr sz="2000" b="1">
                <a:solidFill>
                  <a:srgbClr val="23143A"/>
                </a:solidFill>
                <a:latin typeface="Space Grotesk"/>
                <a:ea typeface="Space Grotesk"/>
                <a:cs typeface="Space Grotesk"/>
              </a:defRPr>
            </a:lvl6pPr>
            <a:lvl7pPr algn="l">
              <a:defRPr sz="2000" b="1">
                <a:solidFill>
                  <a:srgbClr val="23143A"/>
                </a:solidFill>
                <a:latin typeface="Space Grotesk"/>
                <a:ea typeface="Space Grotesk"/>
                <a:cs typeface="Space Grotesk"/>
              </a:defRPr>
            </a:lvl7pPr>
            <a:lvl8pPr algn="l">
              <a:defRPr sz="2000" b="1">
                <a:solidFill>
                  <a:srgbClr val="23143A"/>
                </a:solidFill>
                <a:latin typeface="Space Grotesk"/>
                <a:ea typeface="Space Grotesk"/>
                <a:cs typeface="Space Grotesk"/>
              </a:defRPr>
            </a:lvl8pPr>
            <a:lvl9pPr algn="l">
              <a:defRPr sz="2000" b="1">
                <a:solidFill>
                  <a:srgbClr val="23143A"/>
                </a:solidFill>
                <a:latin typeface="Space Grotesk"/>
                <a:ea typeface="Space Grotesk"/>
                <a:cs typeface="Space Grotesk"/>
              </a:defRPr>
            </a:lvl9pPr>
          </a:lstStyle>
          <a:p xmlns:a="http://schemas.openxmlformats.org/drawingml/2006/main">
            <a:pPr algn="l">
              <a:lnSpc>
                <a:spcPct val="100000"/>
              </a:lnSpc>
              <a:buNone/>
              <a:defRPr sz="2000" b="1">
                <a:solidFill>
                  <a:srgbClr val="23143A"/>
                </a:solidFill>
                <a:latin typeface="Space Grotesk"/>
                <a:ea typeface="Space Grotesk"/>
                <a:cs typeface="Space Grotesk"/>
              </a:defRPr>
            </a:pPr>
            <a:r>
              <a:rPr sz="2000" b="1">
                <a:solidFill>
                  <a:srgbClr val="23143A"/>
                </a:solidFill>
                <a:latin typeface="Space Grotesk"/>
                <a:ea typeface="Space Grotesk"/>
                <a:cs typeface="Space Grotesk"/>
              </a:rPr>
              <a:t>C — Check before opening a door or turning across a rider’s path.</a:t>
            </a:r>
          </a:p>
        </p:txBody>
      </p:sp>
      <p:sp>
        <p:nvSpPr>
          <p:cNvPr id="10" name="Driver demonstration">
            <a:extLst xmlns:a="http://schemas.openxmlformats.org/drawingml/2006/main">
              <a:ext uri="{FF2B5EF4-FFF2-40B4-BE49-F238E27FC236}">
                <a16:creationId xmlns:a16="http://schemas.microsoft.com/office/drawing/2014/main" id="{F892F219-D8D5-4065-9105-952061D72561}"/>
              </a:ext>
            </a:extLst>
          </p:cNvPr>
          <p:cNvSpPr>
            <a:spLocks xmlns:a="http://schemas.openxmlformats.org/drawingml/2006/main" noGrp="1"/>
          </p:cNvSpPr>
          <p:nvPr/>
        </p:nvSpPr>
        <p:spPr>
          <a:xfrm xmlns:a="http://schemas.openxmlformats.org/drawingml/2006/main">
            <a:off x="457200" y="5010150"/>
            <a:ext cx="3286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0">
                <a:solidFill>
                  <a:srgbClr val="23143A"/>
                </a:solidFill>
                <a:latin typeface="Arial"/>
                <a:ea typeface="Arial"/>
                <a:cs typeface="Arial"/>
              </a:defRPr>
            </a:defPPr>
            <a:lvl1pPr algn="l">
              <a:defRPr sz="1250" b="0">
                <a:solidFill>
                  <a:srgbClr val="23143A"/>
                </a:solidFill>
                <a:latin typeface="Arial"/>
                <a:ea typeface="Arial"/>
                <a:cs typeface="Arial"/>
              </a:defRPr>
            </a:lvl1pPr>
            <a:lvl2pPr algn="l">
              <a:defRPr sz="1250" b="0">
                <a:solidFill>
                  <a:srgbClr val="23143A"/>
                </a:solidFill>
                <a:latin typeface="Arial"/>
                <a:ea typeface="Arial"/>
                <a:cs typeface="Arial"/>
              </a:defRPr>
            </a:lvl2pPr>
            <a:lvl3pPr algn="l">
              <a:defRPr sz="1250" b="0">
                <a:solidFill>
                  <a:srgbClr val="23143A"/>
                </a:solidFill>
                <a:latin typeface="Arial"/>
                <a:ea typeface="Arial"/>
                <a:cs typeface="Arial"/>
              </a:defRPr>
            </a:lvl3pPr>
            <a:lvl4pPr algn="l">
              <a:defRPr sz="1250" b="0">
                <a:solidFill>
                  <a:srgbClr val="23143A"/>
                </a:solidFill>
                <a:latin typeface="Arial"/>
                <a:ea typeface="Arial"/>
                <a:cs typeface="Arial"/>
              </a:defRPr>
            </a:lvl4pPr>
            <a:lvl5pPr algn="l">
              <a:defRPr sz="1250" b="0">
                <a:solidFill>
                  <a:srgbClr val="23143A"/>
                </a:solidFill>
                <a:latin typeface="Arial"/>
                <a:ea typeface="Arial"/>
                <a:cs typeface="Arial"/>
              </a:defRPr>
            </a:lvl5pPr>
            <a:lvl6pPr algn="l">
              <a:defRPr sz="1250" b="0">
                <a:solidFill>
                  <a:srgbClr val="23143A"/>
                </a:solidFill>
                <a:latin typeface="Arial"/>
                <a:ea typeface="Arial"/>
                <a:cs typeface="Arial"/>
              </a:defRPr>
            </a:lvl6pPr>
            <a:lvl7pPr algn="l">
              <a:defRPr sz="1250" b="0">
                <a:solidFill>
                  <a:srgbClr val="23143A"/>
                </a:solidFill>
                <a:latin typeface="Arial"/>
                <a:ea typeface="Arial"/>
                <a:cs typeface="Arial"/>
              </a:defRPr>
            </a:lvl7pPr>
            <a:lvl8pPr algn="l">
              <a:defRPr sz="1250" b="0">
                <a:solidFill>
                  <a:srgbClr val="23143A"/>
                </a:solidFill>
                <a:latin typeface="Arial"/>
                <a:ea typeface="Arial"/>
                <a:cs typeface="Arial"/>
              </a:defRPr>
            </a:lvl8pPr>
            <a:lvl9pPr algn="l">
              <a:defRPr sz="1250" b="0">
                <a:solidFill>
                  <a:srgbClr val="23143A"/>
                </a:solidFill>
                <a:latin typeface="Arial"/>
                <a:ea typeface="Arial"/>
                <a:cs typeface="Arial"/>
              </a:defRPr>
            </a:lvl9pPr>
          </a:lstStyle>
          <a:p xmlns:a="http://schemas.openxmlformats.org/drawingml/2006/main">
            <a:pPr algn="l">
              <a:lnSpc>
                <a:spcPct val="103000"/>
              </a:lnSpc>
              <a:buNone/>
              <a:defRPr sz="1250" b="0">
                <a:solidFill>
                  <a:srgbClr val="23143A"/>
                </a:solidFill>
                <a:latin typeface="Arial"/>
                <a:ea typeface="Arial"/>
                <a:cs typeface="Arial"/>
              </a:defRPr>
            </a:pPr>
            <a:r>
              <a:rPr sz="1250" b="0">
                <a:solidFill>
                  <a:srgbClr val="23143A"/>
                </a:solidFill>
                <a:latin typeface="Arial"/>
                <a:ea typeface="Arial"/>
                <a:cs typeface="Arial"/>
              </a:rPr>
              <a:t>Door: In a secured parked vehicle, check the mirror and look beside and behind toward the traffic side. Keep the door closed during practice. Open only when clear.</a:t>
            </a:r>
          </a:p>
        </p:txBody>
      </p:sp>
      <p:sp>
        <p:nvSpPr>
          <p:cNvPr id="11" name="Passenger demonstration">
            <a:extLst xmlns:a="http://schemas.openxmlformats.org/drawingml/2006/main">
              <a:ext uri="{FF2B5EF4-FFF2-40B4-BE49-F238E27FC236}">
                <a16:creationId xmlns:a16="http://schemas.microsoft.com/office/drawing/2014/main" id="{C55281D0-D889-451B-974B-B165CDE5F7A2}"/>
              </a:ext>
            </a:extLst>
          </p:cNvPr>
          <p:cNvSpPr>
            <a:spLocks xmlns:a="http://schemas.openxmlformats.org/drawingml/2006/main" noGrp="1"/>
          </p:cNvSpPr>
          <p:nvPr/>
        </p:nvSpPr>
        <p:spPr>
          <a:xfrm xmlns:a="http://schemas.openxmlformats.org/drawingml/2006/main">
            <a:off x="4029075" y="5010150"/>
            <a:ext cx="3286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0">
                <a:solidFill>
                  <a:srgbClr val="23143A"/>
                </a:solidFill>
                <a:latin typeface="Arial"/>
                <a:ea typeface="Arial"/>
                <a:cs typeface="Arial"/>
              </a:defRPr>
            </a:defPPr>
            <a:lvl1pPr algn="l">
              <a:defRPr sz="1250" b="0">
                <a:solidFill>
                  <a:srgbClr val="23143A"/>
                </a:solidFill>
                <a:latin typeface="Arial"/>
                <a:ea typeface="Arial"/>
                <a:cs typeface="Arial"/>
              </a:defRPr>
            </a:lvl1pPr>
            <a:lvl2pPr algn="l">
              <a:defRPr sz="1250" b="0">
                <a:solidFill>
                  <a:srgbClr val="23143A"/>
                </a:solidFill>
                <a:latin typeface="Arial"/>
                <a:ea typeface="Arial"/>
                <a:cs typeface="Arial"/>
              </a:defRPr>
            </a:lvl2pPr>
            <a:lvl3pPr algn="l">
              <a:defRPr sz="1250" b="0">
                <a:solidFill>
                  <a:srgbClr val="23143A"/>
                </a:solidFill>
                <a:latin typeface="Arial"/>
                <a:ea typeface="Arial"/>
                <a:cs typeface="Arial"/>
              </a:defRPr>
            </a:lvl3pPr>
            <a:lvl4pPr algn="l">
              <a:defRPr sz="1250" b="0">
                <a:solidFill>
                  <a:srgbClr val="23143A"/>
                </a:solidFill>
                <a:latin typeface="Arial"/>
                <a:ea typeface="Arial"/>
                <a:cs typeface="Arial"/>
              </a:defRPr>
            </a:lvl4pPr>
            <a:lvl5pPr algn="l">
              <a:defRPr sz="1250" b="0">
                <a:solidFill>
                  <a:srgbClr val="23143A"/>
                </a:solidFill>
                <a:latin typeface="Arial"/>
                <a:ea typeface="Arial"/>
                <a:cs typeface="Arial"/>
              </a:defRPr>
            </a:lvl5pPr>
            <a:lvl6pPr algn="l">
              <a:defRPr sz="1250" b="0">
                <a:solidFill>
                  <a:srgbClr val="23143A"/>
                </a:solidFill>
                <a:latin typeface="Arial"/>
                <a:ea typeface="Arial"/>
                <a:cs typeface="Arial"/>
              </a:defRPr>
            </a:lvl6pPr>
            <a:lvl7pPr algn="l">
              <a:defRPr sz="1250" b="0">
                <a:solidFill>
                  <a:srgbClr val="23143A"/>
                </a:solidFill>
                <a:latin typeface="Arial"/>
                <a:ea typeface="Arial"/>
                <a:cs typeface="Arial"/>
              </a:defRPr>
            </a:lvl7pPr>
            <a:lvl8pPr algn="l">
              <a:defRPr sz="1250" b="0">
                <a:solidFill>
                  <a:srgbClr val="23143A"/>
                </a:solidFill>
                <a:latin typeface="Arial"/>
                <a:ea typeface="Arial"/>
                <a:cs typeface="Arial"/>
              </a:defRPr>
            </a:lvl8pPr>
            <a:lvl9pPr algn="l">
              <a:defRPr sz="1250" b="0">
                <a:solidFill>
                  <a:srgbClr val="23143A"/>
                </a:solidFill>
                <a:latin typeface="Arial"/>
                <a:ea typeface="Arial"/>
                <a:cs typeface="Arial"/>
              </a:defRPr>
            </a:lvl9pPr>
          </a:lstStyle>
          <a:p xmlns:a="http://schemas.openxmlformats.org/drawingml/2006/main">
            <a:pPr algn="l">
              <a:lnSpc>
                <a:spcPct val="103000"/>
              </a:lnSpc>
              <a:buNone/>
              <a:defRPr sz="1250" b="0">
                <a:solidFill>
                  <a:srgbClr val="23143A"/>
                </a:solidFill>
                <a:latin typeface="Arial"/>
                <a:ea typeface="Arial"/>
                <a:cs typeface="Arial"/>
              </a:defRPr>
            </a:pPr>
            <a:r>
              <a:rPr sz="1250" b="0">
                <a:solidFill>
                  <a:srgbClr val="23143A"/>
                </a:solidFill>
                <a:latin typeface="Arial"/>
                <a:ea typeface="Arial"/>
                <a:cs typeface="Arial"/>
              </a:rPr>
              <a:t>Turn: In a stationary diagram or vehicle, identify the rider’s path and describe the checks. Wait until the rider has cleared before turning.</a:t>
            </a:r>
          </a:p>
        </p:txBody>
      </p:sp>
      <p:sp>
        <p:nvSpPr>
          <p:cNvPr id="12" name="Teach-back highlight">
            <a:extLst xmlns:a="http://schemas.openxmlformats.org/drawingml/2006/main">
              <a:ext uri="{FF2B5EF4-FFF2-40B4-BE49-F238E27FC236}">
                <a16:creationId xmlns:a16="http://schemas.microsoft.com/office/drawing/2014/main" id="{0672907B-4729-43A5-98E7-FC87341CD51C}"/>
              </a:ext>
            </a:extLst>
          </p:cNvPr>
          <p:cNvSpPr>
            <a:spLocks xmlns:a="http://schemas.openxmlformats.org/drawingml/2006/main" noGrp="1"/>
          </p:cNvSpPr>
          <p:nvPr/>
        </p:nvSpPr>
        <p:spPr>
          <a:xfrm xmlns:a="http://schemas.openxmlformats.org/drawingml/2006/main">
            <a:off x="457200" y="6543675"/>
            <a:ext cx="6858000" cy="1552575"/>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13" name="Teach-back label">
            <a:extLst xmlns:a="http://schemas.openxmlformats.org/drawingml/2006/main">
              <a:ext uri="{FF2B5EF4-FFF2-40B4-BE49-F238E27FC236}">
                <a16:creationId xmlns:a16="http://schemas.microsoft.com/office/drawing/2014/main" id="{47100A44-9958-44F3-96BB-11B8456F6B5A}"/>
              </a:ext>
            </a:extLst>
          </p:cNvPr>
          <p:cNvSpPr>
            <a:spLocks xmlns:a="http://schemas.openxmlformats.org/drawingml/2006/main" noGrp="1"/>
          </p:cNvSpPr>
          <p:nvPr/>
        </p:nvSpPr>
        <p:spPr>
          <a:xfrm xmlns:a="http://schemas.openxmlformats.org/drawingml/2006/main">
            <a:off x="666750" y="6734175"/>
            <a:ext cx="6400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7926CB"/>
                </a:solidFill>
                <a:latin typeface="Space Grotesk"/>
                <a:ea typeface="Space Grotesk"/>
                <a:cs typeface="Space Grotesk"/>
              </a:defRPr>
            </a:defPPr>
            <a:lvl1pPr algn="l">
              <a:defRPr sz="1350" b="1">
                <a:solidFill>
                  <a:srgbClr val="7926CB"/>
                </a:solidFill>
                <a:latin typeface="Space Grotesk"/>
                <a:ea typeface="Space Grotesk"/>
                <a:cs typeface="Space Grotesk"/>
              </a:defRPr>
            </a:lvl1pPr>
            <a:lvl2pPr algn="l">
              <a:defRPr sz="1350" b="1">
                <a:solidFill>
                  <a:srgbClr val="7926CB"/>
                </a:solidFill>
                <a:latin typeface="Space Grotesk"/>
                <a:ea typeface="Space Grotesk"/>
                <a:cs typeface="Space Grotesk"/>
              </a:defRPr>
            </a:lvl2pPr>
            <a:lvl3pPr algn="l">
              <a:defRPr sz="1350" b="1">
                <a:solidFill>
                  <a:srgbClr val="7926CB"/>
                </a:solidFill>
                <a:latin typeface="Space Grotesk"/>
                <a:ea typeface="Space Grotesk"/>
                <a:cs typeface="Space Grotesk"/>
              </a:defRPr>
            </a:lvl3pPr>
            <a:lvl4pPr algn="l">
              <a:defRPr sz="1350" b="1">
                <a:solidFill>
                  <a:srgbClr val="7926CB"/>
                </a:solidFill>
                <a:latin typeface="Space Grotesk"/>
                <a:ea typeface="Space Grotesk"/>
                <a:cs typeface="Space Grotesk"/>
              </a:defRPr>
            </a:lvl4pPr>
            <a:lvl5pPr algn="l">
              <a:defRPr sz="1350" b="1">
                <a:solidFill>
                  <a:srgbClr val="7926CB"/>
                </a:solidFill>
                <a:latin typeface="Space Grotesk"/>
                <a:ea typeface="Space Grotesk"/>
                <a:cs typeface="Space Grotesk"/>
              </a:defRPr>
            </a:lvl5pPr>
            <a:lvl6pPr algn="l">
              <a:defRPr sz="1350" b="1">
                <a:solidFill>
                  <a:srgbClr val="7926CB"/>
                </a:solidFill>
                <a:latin typeface="Space Grotesk"/>
                <a:ea typeface="Space Grotesk"/>
                <a:cs typeface="Space Grotesk"/>
              </a:defRPr>
            </a:lvl6pPr>
            <a:lvl7pPr algn="l">
              <a:defRPr sz="1350" b="1">
                <a:solidFill>
                  <a:srgbClr val="7926CB"/>
                </a:solidFill>
                <a:latin typeface="Space Grotesk"/>
                <a:ea typeface="Space Grotesk"/>
                <a:cs typeface="Space Grotesk"/>
              </a:defRPr>
            </a:lvl7pPr>
            <a:lvl8pPr algn="l">
              <a:defRPr sz="1350" b="1">
                <a:solidFill>
                  <a:srgbClr val="7926CB"/>
                </a:solidFill>
                <a:latin typeface="Space Grotesk"/>
                <a:ea typeface="Space Grotesk"/>
                <a:cs typeface="Space Grotesk"/>
              </a:defRPr>
            </a:lvl8pPr>
            <a:lvl9pPr algn="l">
              <a:defRPr sz="1350" b="1">
                <a:solidFill>
                  <a:srgbClr val="7926CB"/>
                </a:solidFill>
                <a:latin typeface="Space Grotesk"/>
                <a:ea typeface="Space Grotesk"/>
                <a:cs typeface="Space Grotesk"/>
              </a:defRPr>
            </a:lvl9pPr>
          </a:lstStyle>
          <a:p xmlns:a="http://schemas.openxmlformats.org/drawingml/2006/main">
            <a:pPr algn="l">
              <a:lnSpc>
                <a:spcPct val="100000"/>
              </a:lnSpc>
              <a:buNone/>
              <a:defRPr sz="1350" b="1">
                <a:solidFill>
                  <a:srgbClr val="7926CB"/>
                </a:solidFill>
                <a:latin typeface="Space Grotesk"/>
                <a:ea typeface="Space Grotesk"/>
                <a:cs typeface="Space Grotesk"/>
              </a:defRPr>
            </a:pPr>
            <a:r>
              <a:rPr sz="1350" b="1">
                <a:solidFill>
                  <a:srgbClr val="7926CB"/>
                </a:solidFill>
                <a:latin typeface="Space Grotesk"/>
                <a:ea typeface="Space Grotesk"/>
                <a:cs typeface="Space Grotesk"/>
              </a:rPr>
              <a:t>ASK FOR A TEACH-BACK</a:t>
            </a:r>
          </a:p>
        </p:txBody>
      </p:sp>
      <p:sp>
        <p:nvSpPr>
          <p:cNvPr id="14" name="Teach-back prompt">
            <a:extLst xmlns:a="http://schemas.openxmlformats.org/drawingml/2006/main">
              <a:ext uri="{FF2B5EF4-FFF2-40B4-BE49-F238E27FC236}">
                <a16:creationId xmlns:a16="http://schemas.microsoft.com/office/drawing/2014/main" id="{A1E62591-E19D-4766-9AE9-E98BC0C772F6}"/>
              </a:ext>
            </a:extLst>
          </p:cNvPr>
          <p:cNvSpPr>
            <a:spLocks xmlns:a="http://schemas.openxmlformats.org/drawingml/2006/main" noGrp="1"/>
          </p:cNvSpPr>
          <p:nvPr/>
        </p:nvSpPr>
        <p:spPr>
          <a:xfrm xmlns:a="http://schemas.openxmlformats.org/drawingml/2006/main">
            <a:off x="666750" y="7058025"/>
            <a:ext cx="6400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143A"/>
                </a:solidFill>
                <a:latin typeface="Space Grotesk"/>
                <a:ea typeface="Space Grotesk"/>
                <a:cs typeface="Space Grotesk"/>
              </a:defRPr>
            </a:defPPr>
            <a:lvl1pPr algn="l">
              <a:defRPr sz="1800" b="1">
                <a:solidFill>
                  <a:srgbClr val="23143A"/>
                </a:solidFill>
                <a:latin typeface="Space Grotesk"/>
                <a:ea typeface="Space Grotesk"/>
                <a:cs typeface="Space Grotesk"/>
              </a:defRPr>
            </a:lvl1pPr>
            <a:lvl2pPr algn="l">
              <a:defRPr sz="1800" b="1">
                <a:solidFill>
                  <a:srgbClr val="23143A"/>
                </a:solidFill>
                <a:latin typeface="Space Grotesk"/>
                <a:ea typeface="Space Grotesk"/>
                <a:cs typeface="Space Grotesk"/>
              </a:defRPr>
            </a:lvl2pPr>
            <a:lvl3pPr algn="l">
              <a:defRPr sz="1800" b="1">
                <a:solidFill>
                  <a:srgbClr val="23143A"/>
                </a:solidFill>
                <a:latin typeface="Space Grotesk"/>
                <a:ea typeface="Space Grotesk"/>
                <a:cs typeface="Space Grotesk"/>
              </a:defRPr>
            </a:lvl3pPr>
            <a:lvl4pPr algn="l">
              <a:defRPr sz="1800" b="1">
                <a:solidFill>
                  <a:srgbClr val="23143A"/>
                </a:solidFill>
                <a:latin typeface="Space Grotesk"/>
                <a:ea typeface="Space Grotesk"/>
                <a:cs typeface="Space Grotesk"/>
              </a:defRPr>
            </a:lvl4pPr>
            <a:lvl5pPr algn="l">
              <a:defRPr sz="1800" b="1">
                <a:solidFill>
                  <a:srgbClr val="23143A"/>
                </a:solidFill>
                <a:latin typeface="Space Grotesk"/>
                <a:ea typeface="Space Grotesk"/>
                <a:cs typeface="Space Grotesk"/>
              </a:defRPr>
            </a:lvl5pPr>
            <a:lvl6pPr algn="l">
              <a:defRPr sz="1800" b="1">
                <a:solidFill>
                  <a:srgbClr val="23143A"/>
                </a:solidFill>
                <a:latin typeface="Space Grotesk"/>
                <a:ea typeface="Space Grotesk"/>
                <a:cs typeface="Space Grotesk"/>
              </a:defRPr>
            </a:lvl6pPr>
            <a:lvl7pPr algn="l">
              <a:defRPr sz="1800" b="1">
                <a:solidFill>
                  <a:srgbClr val="23143A"/>
                </a:solidFill>
                <a:latin typeface="Space Grotesk"/>
                <a:ea typeface="Space Grotesk"/>
                <a:cs typeface="Space Grotesk"/>
              </a:defRPr>
            </a:lvl7pPr>
            <a:lvl8pPr algn="l">
              <a:defRPr sz="1800" b="1">
                <a:solidFill>
                  <a:srgbClr val="23143A"/>
                </a:solidFill>
                <a:latin typeface="Space Grotesk"/>
                <a:ea typeface="Space Grotesk"/>
                <a:cs typeface="Space Grotesk"/>
              </a:defRPr>
            </a:lvl8pPr>
            <a:lvl9pPr algn="l">
              <a:defRPr sz="1800" b="1">
                <a:solidFill>
                  <a:srgbClr val="23143A"/>
                </a:solidFill>
                <a:latin typeface="Space Grotesk"/>
                <a:ea typeface="Space Grotesk"/>
                <a:cs typeface="Space Grotesk"/>
              </a:defRPr>
            </a:lvl9pPr>
          </a:lstStyle>
          <a:p xmlns:a="http://schemas.openxmlformats.org/drawingml/2006/main">
            <a:pPr algn="l">
              <a:lnSpc>
                <a:spcPct val="100000"/>
              </a:lnSpc>
              <a:buNone/>
              <a:defRPr sz="1800" b="1">
                <a:solidFill>
                  <a:srgbClr val="23143A"/>
                </a:solidFill>
                <a:latin typeface="Space Grotesk"/>
                <a:ea typeface="Space Grotesk"/>
                <a:cs typeface="Space Grotesk"/>
              </a:defRPr>
            </a:pPr>
            <a:r>
              <a:rPr sz="1800" b="1">
                <a:solidFill>
                  <a:srgbClr val="23143A"/>
                </a:solidFill>
                <a:latin typeface="Space Grotesk"/>
                <a:ea typeface="Space Grotesk"/>
                <a:cs typeface="Space Grotesk"/>
              </a:rPr>
              <a:t>“What will you check?</a:t>
            </a:r>
          </a:p>
          <a:p xmlns:a="http://schemas.openxmlformats.org/drawingml/2006/main">
            <a:pPr algn="l">
              <a:lnSpc>
                <a:spcPct val="100000"/>
              </a:lnSpc>
              <a:buNone/>
              <a:defRPr sz="1800" b="1">
                <a:solidFill>
                  <a:srgbClr val="23143A"/>
                </a:solidFill>
                <a:latin typeface="Space Grotesk"/>
                <a:ea typeface="Space Grotesk"/>
                <a:cs typeface="Space Grotesk"/>
              </a:defRPr>
            </a:pPr>
            <a:r>
              <a:rPr sz="1800" b="1">
                <a:solidFill>
                  <a:srgbClr val="23143A"/>
                </a:solidFill>
                <a:latin typeface="Space Grotesk"/>
                <a:ea typeface="Space Grotesk"/>
                <a:cs typeface="Space Grotesk"/>
              </a:rPr>
              <a:t>When will you wait?”</a:t>
            </a:r>
          </a:p>
        </p:txBody>
      </p:sp>
      <p:sp>
        <p:nvSpPr>
          <p:cNvPr id="15" name="Teach-back listening cue">
            <a:extLst xmlns:a="http://schemas.openxmlformats.org/drawingml/2006/main">
              <a:ext uri="{FF2B5EF4-FFF2-40B4-BE49-F238E27FC236}">
                <a16:creationId xmlns:a16="http://schemas.microsoft.com/office/drawing/2014/main" id="{7D1AF929-A59B-45A2-B369-7FD87FA9A1F9}"/>
              </a:ext>
            </a:extLst>
          </p:cNvPr>
          <p:cNvSpPr>
            <a:spLocks xmlns:a="http://schemas.openxmlformats.org/drawingml/2006/main" noGrp="1"/>
          </p:cNvSpPr>
          <p:nvPr/>
        </p:nvSpPr>
        <p:spPr>
          <a:xfrm xmlns:a="http://schemas.openxmlformats.org/drawingml/2006/main">
            <a:off x="666750" y="7705725"/>
            <a:ext cx="640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0">
                <a:solidFill>
                  <a:srgbClr val="23143A"/>
                </a:solidFill>
                <a:latin typeface="Arial"/>
                <a:ea typeface="Arial"/>
                <a:cs typeface="Arial"/>
              </a:defRPr>
            </a:defPPr>
            <a:lvl1pPr algn="l">
              <a:defRPr sz="1100" b="0">
                <a:solidFill>
                  <a:srgbClr val="23143A"/>
                </a:solidFill>
                <a:latin typeface="Arial"/>
                <a:ea typeface="Arial"/>
                <a:cs typeface="Arial"/>
              </a:defRPr>
            </a:lvl1pPr>
            <a:lvl2pPr algn="l">
              <a:defRPr sz="1100" b="0">
                <a:solidFill>
                  <a:srgbClr val="23143A"/>
                </a:solidFill>
                <a:latin typeface="Arial"/>
                <a:ea typeface="Arial"/>
                <a:cs typeface="Arial"/>
              </a:defRPr>
            </a:lvl2pPr>
            <a:lvl3pPr algn="l">
              <a:defRPr sz="1100" b="0">
                <a:solidFill>
                  <a:srgbClr val="23143A"/>
                </a:solidFill>
                <a:latin typeface="Arial"/>
                <a:ea typeface="Arial"/>
                <a:cs typeface="Arial"/>
              </a:defRPr>
            </a:lvl3pPr>
            <a:lvl4pPr algn="l">
              <a:defRPr sz="1100" b="0">
                <a:solidFill>
                  <a:srgbClr val="23143A"/>
                </a:solidFill>
                <a:latin typeface="Arial"/>
                <a:ea typeface="Arial"/>
                <a:cs typeface="Arial"/>
              </a:defRPr>
            </a:lvl4pPr>
            <a:lvl5pPr algn="l">
              <a:defRPr sz="1100" b="0">
                <a:solidFill>
                  <a:srgbClr val="23143A"/>
                </a:solidFill>
                <a:latin typeface="Arial"/>
                <a:ea typeface="Arial"/>
                <a:cs typeface="Arial"/>
              </a:defRPr>
            </a:lvl5pPr>
            <a:lvl6pPr algn="l">
              <a:defRPr sz="1100" b="0">
                <a:solidFill>
                  <a:srgbClr val="23143A"/>
                </a:solidFill>
                <a:latin typeface="Arial"/>
                <a:ea typeface="Arial"/>
                <a:cs typeface="Arial"/>
              </a:defRPr>
            </a:lvl6pPr>
            <a:lvl7pPr algn="l">
              <a:defRPr sz="1100" b="0">
                <a:solidFill>
                  <a:srgbClr val="23143A"/>
                </a:solidFill>
                <a:latin typeface="Arial"/>
                <a:ea typeface="Arial"/>
                <a:cs typeface="Arial"/>
              </a:defRPr>
            </a:lvl7pPr>
            <a:lvl8pPr algn="l">
              <a:defRPr sz="1100" b="0">
                <a:solidFill>
                  <a:srgbClr val="23143A"/>
                </a:solidFill>
                <a:latin typeface="Arial"/>
                <a:ea typeface="Arial"/>
                <a:cs typeface="Arial"/>
              </a:defRPr>
            </a:lvl8pPr>
            <a:lvl9pPr algn="l">
              <a:defRPr sz="1100" b="0">
                <a:solidFill>
                  <a:srgbClr val="23143A"/>
                </a:solidFill>
                <a:latin typeface="Arial"/>
                <a:ea typeface="Arial"/>
                <a:cs typeface="Arial"/>
              </a:defRPr>
            </a:lvl9pPr>
          </a:lstStyle>
          <a:p xmlns:a="http://schemas.openxmlformats.org/drawingml/2006/main">
            <a:pPr algn="l">
              <a:lnSpc>
                <a:spcPct val="100000"/>
              </a:lnSpc>
              <a:buNone/>
              <a:defRPr sz="1100" b="0">
                <a:solidFill>
                  <a:srgbClr val="23143A"/>
                </a:solidFill>
                <a:latin typeface="Arial"/>
                <a:ea typeface="Arial"/>
                <a:cs typeface="Arial"/>
              </a:defRPr>
            </a:pPr>
            <a:r>
              <a:rPr sz="1100" b="0">
                <a:solidFill>
                  <a:srgbClr val="23143A"/>
                </a:solidFill>
                <a:latin typeface="Arial"/>
                <a:ea typeface="Arial"/>
                <a:cs typeface="Arial"/>
              </a:rPr>
              <a:t>Listen for a full check and a clear wait condition.</a:t>
            </a:r>
          </a:p>
        </p:txBody>
      </p:sp>
      <p:sp>
        <p:nvSpPr>
          <p:cNvPr id="16" name="Website and resources footer">
            <a:extLst xmlns:a="http://schemas.openxmlformats.org/drawingml/2006/main">
              <a:ext uri="{FF2B5EF4-FFF2-40B4-BE49-F238E27FC236}">
                <a16:creationId xmlns:a16="http://schemas.microsoft.com/office/drawing/2014/main" id="{9EA6EFDB-DE19-4520-969D-092D62916510}"/>
              </a:ext>
            </a:extLst>
          </p:cNvPr>
          <p:cNvSpPr>
            <a:spLocks xmlns:a="http://schemas.openxmlformats.org/drawingml/2006/main" noGrp="1"/>
          </p:cNvSpPr>
          <p:nvPr/>
        </p:nvSpPr>
        <p:spPr>
          <a:xfrm xmlns:a="http://schemas.openxmlformats.org/drawingml/2006/main">
            <a:off x="0" y="9201150"/>
            <a:ext cx="7772400" cy="85725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17" name="">
            <a:extLst xmlns:a="http://schemas.openxmlformats.org/drawingml/2006/main">
              <a:ext uri="{FF2B5EF4-FFF2-40B4-BE49-F238E27FC236}">
                <a16:creationId xmlns:a16="http://schemas.microsoft.com/office/drawing/2014/main" id="{D57F178D-DD53-4EF9-8390-5B6D776D0B10}"/>
              </a:ext>
            </a:extLst>
          </p:cNvPr>
          <p:cNvPicPr>
            <a:picLocks xmlns:a="http://schemas.openxmlformats.org/drawingml/2006/main" noChangeAspect="1"/>
          </p:cNvPicPr>
          <p:nvPr/>
        </p:nvPicPr>
        <p:blipFill>
          <a:blip xmlns:r="http://schemas.openxmlformats.org/officeDocument/2006/relationships" xmlns:a="http://schemas.openxmlformats.org/drawingml/2006/main" r:embed="R9f9f769633ee43cc"/>
          <a:stretch xmlns:a="http://schemas.openxmlformats.org/drawingml/2006/main"/>
        </p:blipFill>
        <p:spPr>
          <a:xfrm xmlns:a="http://schemas.openxmlformats.org/drawingml/2006/main">
            <a:off x="323850" y="9334500"/>
            <a:ext cx="590550" cy="590550"/>
          </a:xfrm>
          <a:prstGeom xmlns:a="http://schemas.openxmlformats.org/drawingml/2006/main" prst="rect">
            <a:avLst/>
          </a:prstGeom>
        </p:spPr>
      </p:pic>
      <p:sp>
        <p:nvSpPr>
          <p:cNvPr id="18" name="QR code quiet zone">
            <a:extLst xmlns:a="http://schemas.openxmlformats.org/drawingml/2006/main">
              <a:ext uri="{FF2B5EF4-FFF2-40B4-BE49-F238E27FC236}">
                <a16:creationId xmlns:a16="http://schemas.microsoft.com/office/drawing/2014/main" id="{B9563E4C-CCA2-4B64-B2E8-343CF3A56151}"/>
              </a:ext>
            </a:extLst>
          </p:cNvPr>
          <p:cNvSpPr>
            <a:spLocks xmlns:a="http://schemas.openxmlformats.org/drawingml/2006/main" noGrp="1"/>
          </p:cNvSpPr>
          <p:nvPr/>
        </p:nvSpPr>
        <p:spPr>
          <a:xfrm xmlns:a="http://schemas.openxmlformats.org/drawingml/2006/main">
            <a:off x="6810375" y="9267825"/>
            <a:ext cx="723900" cy="723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9" name="">
            <a:extLst xmlns:a="http://schemas.openxmlformats.org/drawingml/2006/main">
              <a:ext uri="{FF2B5EF4-FFF2-40B4-BE49-F238E27FC236}">
                <a16:creationId xmlns:a16="http://schemas.microsoft.com/office/drawing/2014/main" id="{3941C122-7EC8-4EC9-B7E6-7B5D4BF9B8DB}"/>
              </a:ext>
            </a:extLst>
          </p:cNvPr>
          <p:cNvPicPr>
            <a:picLocks xmlns:a="http://schemas.openxmlformats.org/drawingml/2006/main" noChangeAspect="1"/>
          </p:cNvPicPr>
          <p:nvPr/>
        </p:nvPicPr>
        <p:blipFill>
          <a:blip xmlns:r="http://schemas.openxmlformats.org/officeDocument/2006/relationships" xmlns:a="http://schemas.openxmlformats.org/drawingml/2006/main" r:embed="R4c3e43e735f54463"/>
          <a:stretch xmlns:a="http://schemas.openxmlformats.org/drawingml/2006/main"/>
        </p:blipFill>
        <p:spPr>
          <a:xfrm xmlns:a="http://schemas.openxmlformats.org/drawingml/2006/main">
            <a:off x="6838950" y="9296400"/>
            <a:ext cx="666750" cy="666750"/>
          </a:xfrm>
          <a:prstGeom xmlns:a="http://schemas.openxmlformats.org/drawingml/2006/main" prst="rect">
            <a:avLst/>
          </a:prstGeom>
        </p:spPr>
      </p:pic>
      <p:sp>
        <p:nvSpPr>
          <p:cNvPr id="20" name="Website">
            <a:extLst xmlns:a="http://schemas.openxmlformats.org/drawingml/2006/main">
              <a:ext uri="{FF2B5EF4-FFF2-40B4-BE49-F238E27FC236}">
                <a16:creationId xmlns:a16="http://schemas.microsoft.com/office/drawing/2014/main" id="{6EFC583D-69B4-4047-BAA5-C685AC4C9AF8}"/>
              </a:ext>
            </a:extLst>
          </p:cNvPr>
          <p:cNvSpPr>
            <a:spLocks xmlns:a="http://schemas.openxmlformats.org/drawingml/2006/main" noGrp="1"/>
          </p:cNvSpPr>
          <p:nvPr/>
        </p:nvSpPr>
        <p:spPr>
          <a:xfrm xmlns:a="http://schemas.openxmlformats.org/drawingml/2006/main">
            <a:off x="1066800" y="9363075"/>
            <a:ext cx="5581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FF0A"/>
                </a:solidFill>
                <a:latin typeface="Space Grotesk"/>
                <a:ea typeface="Space Grotesk"/>
                <a:cs typeface="Space Grotesk"/>
              </a:defRPr>
            </a:defPPr>
            <a:lvl1pPr algn="l">
              <a:defRPr sz="1400" b="1">
                <a:solidFill>
                  <a:srgbClr val="FFFF0A"/>
                </a:solidFill>
                <a:latin typeface="Space Grotesk"/>
                <a:ea typeface="Space Grotesk"/>
                <a:cs typeface="Space Grotesk"/>
              </a:defRPr>
            </a:lvl1pPr>
            <a:lvl2pPr algn="l">
              <a:defRPr sz="1400" b="1">
                <a:solidFill>
                  <a:srgbClr val="FFFF0A"/>
                </a:solidFill>
                <a:latin typeface="Space Grotesk"/>
                <a:ea typeface="Space Grotesk"/>
                <a:cs typeface="Space Grotesk"/>
              </a:defRPr>
            </a:lvl2pPr>
            <a:lvl3pPr algn="l">
              <a:defRPr sz="1400" b="1">
                <a:solidFill>
                  <a:srgbClr val="FFFF0A"/>
                </a:solidFill>
                <a:latin typeface="Space Grotesk"/>
                <a:ea typeface="Space Grotesk"/>
                <a:cs typeface="Space Grotesk"/>
              </a:defRPr>
            </a:lvl3pPr>
            <a:lvl4pPr algn="l">
              <a:defRPr sz="1400" b="1">
                <a:solidFill>
                  <a:srgbClr val="FFFF0A"/>
                </a:solidFill>
                <a:latin typeface="Space Grotesk"/>
                <a:ea typeface="Space Grotesk"/>
                <a:cs typeface="Space Grotesk"/>
              </a:defRPr>
            </a:lvl4pPr>
            <a:lvl5pPr algn="l">
              <a:defRPr sz="1400" b="1">
                <a:solidFill>
                  <a:srgbClr val="FFFF0A"/>
                </a:solidFill>
                <a:latin typeface="Space Grotesk"/>
                <a:ea typeface="Space Grotesk"/>
                <a:cs typeface="Space Grotesk"/>
              </a:defRPr>
            </a:lvl5pPr>
            <a:lvl6pPr algn="l">
              <a:defRPr sz="1400" b="1">
                <a:solidFill>
                  <a:srgbClr val="FFFF0A"/>
                </a:solidFill>
                <a:latin typeface="Space Grotesk"/>
                <a:ea typeface="Space Grotesk"/>
                <a:cs typeface="Space Grotesk"/>
              </a:defRPr>
            </a:lvl6pPr>
            <a:lvl7pPr algn="l">
              <a:defRPr sz="1400" b="1">
                <a:solidFill>
                  <a:srgbClr val="FFFF0A"/>
                </a:solidFill>
                <a:latin typeface="Space Grotesk"/>
                <a:ea typeface="Space Grotesk"/>
                <a:cs typeface="Space Grotesk"/>
              </a:defRPr>
            </a:lvl7pPr>
            <a:lvl8pPr algn="l">
              <a:defRPr sz="1400" b="1">
                <a:solidFill>
                  <a:srgbClr val="FFFF0A"/>
                </a:solidFill>
                <a:latin typeface="Space Grotesk"/>
                <a:ea typeface="Space Grotesk"/>
                <a:cs typeface="Space Grotesk"/>
              </a:defRPr>
            </a:lvl8pPr>
            <a:lvl9pPr algn="l">
              <a:defRPr sz="1400" b="1">
                <a:solidFill>
                  <a:srgbClr val="FFFF0A"/>
                </a:solidFill>
                <a:latin typeface="Space Grotesk"/>
                <a:ea typeface="Space Grotesk"/>
                <a:cs typeface="Space Grotesk"/>
              </a:defRPr>
            </a:lvl9pPr>
          </a:lstStyle>
          <a:p xmlns:a="http://schemas.openxmlformats.org/drawingml/2006/main">
            <a:pPr algn="l">
              <a:lnSpc>
                <a:spcPct val="100000"/>
              </a:lnSpc>
              <a:buNone/>
              <a:defRPr sz="1400" b="1">
                <a:solidFill>
                  <a:srgbClr val="FFFF0A"/>
                </a:solidFill>
                <a:latin typeface="Space Grotesk"/>
                <a:ea typeface="Space Grotesk"/>
                <a:cs typeface="Space Grotesk"/>
              </a:defRPr>
            </a:pPr>
            <a:r>
              <a:rPr sz="1400" b="1">
                <a:solidFill>
                  <a:srgbClr val="FFFF0A"/>
                </a:solidFill>
                <a:latin typeface="Space Grotesk"/>
                <a:ea typeface="Space Grotesk"/>
                <a:cs typeface="Space Grotesk"/>
              </a:rPr>
              <a:t>3fp.org</a:t>
            </a:r>
          </a:p>
        </p:txBody>
      </p:sp>
      <p:sp>
        <p:nvSpPr>
          <p:cNvPr id="21" name="Groups and public rides">
            <a:extLst xmlns:a="http://schemas.openxmlformats.org/drawingml/2006/main">
              <a:ext uri="{FF2B5EF4-FFF2-40B4-BE49-F238E27FC236}">
                <a16:creationId xmlns:a16="http://schemas.microsoft.com/office/drawing/2014/main" id="{DFE47111-6704-4E42-AA67-8D387464E84D}"/>
              </a:ext>
            </a:extLst>
          </p:cNvPr>
          <p:cNvSpPr>
            <a:spLocks xmlns:a="http://schemas.openxmlformats.org/drawingml/2006/main" noGrp="1"/>
          </p:cNvSpPr>
          <p:nvPr/>
        </p:nvSpPr>
        <p:spPr>
          <a:xfrm xmlns:a="http://schemas.openxmlformats.org/drawingml/2006/main">
            <a:off x="1066800" y="9667875"/>
            <a:ext cx="5581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FFFFFF"/>
                </a:solidFill>
                <a:latin typeface="Arial"/>
                <a:ea typeface="Arial"/>
                <a:cs typeface="Arial"/>
              </a:defRPr>
            </a:defPPr>
            <a:lvl1pPr algn="l">
              <a:defRPr sz="1020" b="1">
                <a:solidFill>
                  <a:srgbClr val="FFFFFF"/>
                </a:solidFill>
                <a:latin typeface="Arial"/>
                <a:ea typeface="Arial"/>
                <a:cs typeface="Arial"/>
              </a:defRPr>
            </a:lvl1pPr>
            <a:lvl2pPr algn="l">
              <a:defRPr sz="1020" b="1">
                <a:solidFill>
                  <a:srgbClr val="FFFFFF"/>
                </a:solidFill>
                <a:latin typeface="Arial"/>
                <a:ea typeface="Arial"/>
                <a:cs typeface="Arial"/>
              </a:defRPr>
            </a:lvl2pPr>
            <a:lvl3pPr algn="l">
              <a:defRPr sz="1020" b="1">
                <a:solidFill>
                  <a:srgbClr val="FFFFFF"/>
                </a:solidFill>
                <a:latin typeface="Arial"/>
                <a:ea typeface="Arial"/>
                <a:cs typeface="Arial"/>
              </a:defRPr>
            </a:lvl3pPr>
            <a:lvl4pPr algn="l">
              <a:defRPr sz="1020" b="1">
                <a:solidFill>
                  <a:srgbClr val="FFFFFF"/>
                </a:solidFill>
                <a:latin typeface="Arial"/>
                <a:ea typeface="Arial"/>
                <a:cs typeface="Arial"/>
              </a:defRPr>
            </a:lvl4pPr>
            <a:lvl5pPr algn="l">
              <a:defRPr sz="1020" b="1">
                <a:solidFill>
                  <a:srgbClr val="FFFFFF"/>
                </a:solidFill>
                <a:latin typeface="Arial"/>
                <a:ea typeface="Arial"/>
                <a:cs typeface="Arial"/>
              </a:defRPr>
            </a:lvl5pPr>
            <a:lvl6pPr algn="l">
              <a:defRPr sz="1020" b="1">
                <a:solidFill>
                  <a:srgbClr val="FFFFFF"/>
                </a:solidFill>
                <a:latin typeface="Arial"/>
                <a:ea typeface="Arial"/>
                <a:cs typeface="Arial"/>
              </a:defRPr>
            </a:lvl6pPr>
            <a:lvl7pPr algn="l">
              <a:defRPr sz="1020" b="1">
                <a:solidFill>
                  <a:srgbClr val="FFFFFF"/>
                </a:solidFill>
                <a:latin typeface="Arial"/>
                <a:ea typeface="Arial"/>
                <a:cs typeface="Arial"/>
              </a:defRPr>
            </a:lvl7pPr>
            <a:lvl8pPr algn="l">
              <a:defRPr sz="1020" b="1">
                <a:solidFill>
                  <a:srgbClr val="FFFFFF"/>
                </a:solidFill>
                <a:latin typeface="Arial"/>
                <a:ea typeface="Arial"/>
                <a:cs typeface="Arial"/>
              </a:defRPr>
            </a:lvl8pPr>
            <a:lvl9pPr algn="l">
              <a:defRPr sz="1020" b="1">
                <a:solidFill>
                  <a:srgbClr val="FFFFFF"/>
                </a:solidFill>
                <a:latin typeface="Arial"/>
                <a:ea typeface="Arial"/>
                <a:cs typeface="Arial"/>
              </a:defRPr>
            </a:lvl9pPr>
          </a:lstStyle>
          <a:p xmlns:a="http://schemas.openxmlformats.org/drawingml/2006/main">
            <a:pPr algn="l">
              <a:lnSpc>
                <a:spcPct val="100000"/>
              </a:lnSpc>
              <a:buNone/>
              <a:defRPr sz="1020" b="1">
                <a:solidFill>
                  <a:srgbClr val="FFFFFF"/>
                </a:solidFill>
                <a:latin typeface="Arial"/>
                <a:ea typeface="Arial"/>
                <a:cs typeface="Arial"/>
              </a:defRPr>
            </a:pPr>
            <a:r>
              <a:rPr sz="1020" b="1">
                <a:solidFill>
                  <a:srgbClr val="FFFFFF"/>
                </a:solidFill>
                <a:latin typeface="Arial"/>
                <a:ea typeface="Arial"/>
                <a:cs typeface="Arial"/>
              </a:rPr>
              <a:t>Find groups and public rides at 3fp.org.</a:t>
            </a:r>
          </a:p>
        </p:txBody>
      </p:sp>
    </p:spTree>
    <p:extLst>
      <p:ext uri="{BB962C8B-B14F-4D97-AF65-F5344CB8AC3E}">
        <p14:creationId xmlns:p14="http://schemas.microsoft.com/office/powerpoint/2010/main" val="1418093594"/>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23" name="Page two header band">
            <a:extLst xmlns:a="http://schemas.openxmlformats.org/drawingml/2006/main">
              <a:ext uri="{FF2B5EF4-FFF2-40B4-BE49-F238E27FC236}">
                <a16:creationId xmlns:a16="http://schemas.microsoft.com/office/drawing/2014/main" id="{26ABC8A9-D2DA-4E5A-857F-B82CF33174FA}"/>
              </a:ext>
            </a:extLst>
          </p:cNvPr>
          <p:cNvSpPr>
            <a:spLocks xmlns:a="http://schemas.openxmlformats.org/drawingml/2006/main" noGrp="1"/>
          </p:cNvSpPr>
          <p:nvPr/>
        </p:nvSpPr>
        <p:spPr>
          <a:xfrm xmlns:a="http://schemas.openxmlformats.org/drawingml/2006/main">
            <a:off x="0" y="0"/>
            <a:ext cx="7772400" cy="173355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2" name="Page two header accent">
            <a:extLst xmlns:a="http://schemas.openxmlformats.org/drawingml/2006/main">
              <a:ext uri="{FF2B5EF4-FFF2-40B4-BE49-F238E27FC236}">
                <a16:creationId xmlns:a16="http://schemas.microsoft.com/office/drawing/2014/main" id="{B2108645-5562-4AD7-9796-9D3905B6EF5F}"/>
              </a:ext>
            </a:extLst>
          </p:cNvPr>
          <p:cNvSpPr>
            <a:spLocks xmlns:a="http://schemas.openxmlformats.org/drawingml/2006/main" noGrp="1"/>
          </p:cNvSpPr>
          <p:nvPr/>
        </p:nvSpPr>
        <p:spPr>
          <a:xfrm xmlns:a="http://schemas.openxmlformats.org/drawingml/2006/main">
            <a:off x="457200" y="409575"/>
            <a:ext cx="495300" cy="66675"/>
          </a:xfrm>
          <a:prstGeom xmlns:a="http://schemas.openxmlformats.org/drawingml/2006/main" prst="rect">
            <a:avLst/>
          </a:prstGeom>
          <a:solidFill xmlns:a="http://schemas.openxmlformats.org/drawingml/2006/main">
            <a:srgbClr val="1FB8B2"/>
          </a:solidFill>
          <a:ln xmlns:a="http://schemas.openxmlformats.org/drawingml/2006/main" w="0">
            <a:noFill/>
            <a:prstDash val="solid"/>
          </a:ln>
        </p:spPr>
      </p:sp>
      <p:sp>
        <p:nvSpPr>
          <p:cNvPr id="3" name="Page two title">
            <a:extLst xmlns:a="http://schemas.openxmlformats.org/drawingml/2006/main">
              <a:ext uri="{FF2B5EF4-FFF2-40B4-BE49-F238E27FC236}">
                <a16:creationId xmlns:a16="http://schemas.microsoft.com/office/drawing/2014/main" id="{980569C6-1094-417F-B8DE-FB1C9703DDC2}"/>
              </a:ext>
            </a:extLst>
          </p:cNvPr>
          <p:cNvSpPr>
            <a:spLocks xmlns:a="http://schemas.openxmlformats.org/drawingml/2006/main" noGrp="1"/>
          </p:cNvSpPr>
          <p:nvPr/>
        </p:nvSpPr>
        <p:spPr>
          <a:xfrm xmlns:a="http://schemas.openxmlformats.org/drawingml/2006/main">
            <a:off x="457200" y="638175"/>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00" b="1">
                <a:solidFill>
                  <a:srgbClr val="FFFFFF"/>
                </a:solidFill>
                <a:latin typeface="Space Grotesk"/>
                <a:ea typeface="Space Grotesk"/>
                <a:cs typeface="Space Grotesk"/>
              </a:defRPr>
            </a:defPPr>
            <a:lvl1pPr algn="l">
              <a:defRPr sz="2600" b="1">
                <a:solidFill>
                  <a:srgbClr val="FFFFFF"/>
                </a:solidFill>
                <a:latin typeface="Space Grotesk"/>
                <a:ea typeface="Space Grotesk"/>
                <a:cs typeface="Space Grotesk"/>
              </a:defRPr>
            </a:lvl1pPr>
            <a:lvl2pPr algn="l">
              <a:defRPr sz="2600" b="1">
                <a:solidFill>
                  <a:srgbClr val="FFFFFF"/>
                </a:solidFill>
                <a:latin typeface="Space Grotesk"/>
                <a:ea typeface="Space Grotesk"/>
                <a:cs typeface="Space Grotesk"/>
              </a:defRPr>
            </a:lvl2pPr>
            <a:lvl3pPr algn="l">
              <a:defRPr sz="2600" b="1">
                <a:solidFill>
                  <a:srgbClr val="FFFFFF"/>
                </a:solidFill>
                <a:latin typeface="Space Grotesk"/>
                <a:ea typeface="Space Grotesk"/>
                <a:cs typeface="Space Grotesk"/>
              </a:defRPr>
            </a:lvl3pPr>
            <a:lvl4pPr algn="l">
              <a:defRPr sz="2600" b="1">
                <a:solidFill>
                  <a:srgbClr val="FFFFFF"/>
                </a:solidFill>
                <a:latin typeface="Space Grotesk"/>
                <a:ea typeface="Space Grotesk"/>
                <a:cs typeface="Space Grotesk"/>
              </a:defRPr>
            </a:lvl4pPr>
            <a:lvl5pPr algn="l">
              <a:defRPr sz="2600" b="1">
                <a:solidFill>
                  <a:srgbClr val="FFFFFF"/>
                </a:solidFill>
                <a:latin typeface="Space Grotesk"/>
                <a:ea typeface="Space Grotesk"/>
                <a:cs typeface="Space Grotesk"/>
              </a:defRPr>
            </a:lvl5pPr>
            <a:lvl6pPr algn="l">
              <a:defRPr sz="2600" b="1">
                <a:solidFill>
                  <a:srgbClr val="FFFFFF"/>
                </a:solidFill>
                <a:latin typeface="Space Grotesk"/>
                <a:ea typeface="Space Grotesk"/>
                <a:cs typeface="Space Grotesk"/>
              </a:defRPr>
            </a:lvl6pPr>
            <a:lvl7pPr algn="l">
              <a:defRPr sz="2600" b="1">
                <a:solidFill>
                  <a:srgbClr val="FFFFFF"/>
                </a:solidFill>
                <a:latin typeface="Space Grotesk"/>
                <a:ea typeface="Space Grotesk"/>
                <a:cs typeface="Space Grotesk"/>
              </a:defRPr>
            </a:lvl7pPr>
            <a:lvl8pPr algn="l">
              <a:defRPr sz="2600" b="1">
                <a:solidFill>
                  <a:srgbClr val="FFFFFF"/>
                </a:solidFill>
                <a:latin typeface="Space Grotesk"/>
                <a:ea typeface="Space Grotesk"/>
                <a:cs typeface="Space Grotesk"/>
              </a:defRPr>
            </a:lvl8pPr>
            <a:lvl9pPr algn="l">
              <a:defRPr sz="2600" b="1">
                <a:solidFill>
                  <a:srgbClr val="FFFFFF"/>
                </a:solidFill>
                <a:latin typeface="Space Grotesk"/>
                <a:ea typeface="Space Grotesk"/>
                <a:cs typeface="Space Grotesk"/>
              </a:defRPr>
            </a:lvl9pPr>
          </a:lstStyle>
          <a:p xmlns:a="http://schemas.openxmlformats.org/drawingml/2006/main">
            <a:pPr algn="l">
              <a:lnSpc>
                <a:spcPct val="100000"/>
              </a:lnSpc>
              <a:buNone/>
              <a:defRPr sz="2600" b="1">
                <a:solidFill>
                  <a:srgbClr val="FFFFFF"/>
                </a:solidFill>
                <a:latin typeface="Space Grotesk"/>
                <a:ea typeface="Space Grotesk"/>
                <a:cs typeface="Space Grotesk"/>
              </a:defRPr>
            </a:pPr>
            <a:r>
              <a:rPr sz="2600" b="1">
                <a:solidFill>
                  <a:srgbClr val="FFFFFF"/>
                </a:solidFill>
                <a:latin typeface="Space Grotesk"/>
                <a:ea typeface="Space Grotesk"/>
                <a:cs typeface="Space Grotesk"/>
              </a:rPr>
              <a:t>Bike-light setup and session notes</a:t>
            </a:r>
          </a:p>
        </p:txBody>
      </p:sp>
      <p:sp>
        <p:nvSpPr>
          <p:cNvPr id="4" name="Page two subtitle">
            <a:extLst xmlns:a="http://schemas.openxmlformats.org/drawingml/2006/main">
              <a:ext uri="{FF2B5EF4-FFF2-40B4-BE49-F238E27FC236}">
                <a16:creationId xmlns:a16="http://schemas.microsoft.com/office/drawing/2014/main" id="{12596F05-9143-41C6-9083-1E02181AD733}"/>
              </a:ext>
            </a:extLst>
          </p:cNvPr>
          <p:cNvSpPr>
            <a:spLocks xmlns:a="http://schemas.openxmlformats.org/drawingml/2006/main" noGrp="1"/>
          </p:cNvSpPr>
          <p:nvPr/>
        </p:nvSpPr>
        <p:spPr>
          <a:xfrm xmlns:a="http://schemas.openxmlformats.org/drawingml/2006/main">
            <a:off x="457200" y="12573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1">
                <a:solidFill>
                  <a:srgbClr val="FFFF0A"/>
                </a:solidFill>
                <a:latin typeface="Arial"/>
                <a:ea typeface="Arial"/>
                <a:cs typeface="Arial"/>
              </a:defRPr>
            </a:defPPr>
            <a:lvl1pPr algn="l">
              <a:defRPr sz="1250" b="1">
                <a:solidFill>
                  <a:srgbClr val="FFFF0A"/>
                </a:solidFill>
                <a:latin typeface="Arial"/>
                <a:ea typeface="Arial"/>
                <a:cs typeface="Arial"/>
              </a:defRPr>
            </a:lvl1pPr>
            <a:lvl2pPr algn="l">
              <a:defRPr sz="1250" b="1">
                <a:solidFill>
                  <a:srgbClr val="FFFF0A"/>
                </a:solidFill>
                <a:latin typeface="Arial"/>
                <a:ea typeface="Arial"/>
                <a:cs typeface="Arial"/>
              </a:defRPr>
            </a:lvl2pPr>
            <a:lvl3pPr algn="l">
              <a:defRPr sz="1250" b="1">
                <a:solidFill>
                  <a:srgbClr val="FFFF0A"/>
                </a:solidFill>
                <a:latin typeface="Arial"/>
                <a:ea typeface="Arial"/>
                <a:cs typeface="Arial"/>
              </a:defRPr>
            </a:lvl3pPr>
            <a:lvl4pPr algn="l">
              <a:defRPr sz="1250" b="1">
                <a:solidFill>
                  <a:srgbClr val="FFFF0A"/>
                </a:solidFill>
                <a:latin typeface="Arial"/>
                <a:ea typeface="Arial"/>
                <a:cs typeface="Arial"/>
              </a:defRPr>
            </a:lvl4pPr>
            <a:lvl5pPr algn="l">
              <a:defRPr sz="1250" b="1">
                <a:solidFill>
                  <a:srgbClr val="FFFF0A"/>
                </a:solidFill>
                <a:latin typeface="Arial"/>
                <a:ea typeface="Arial"/>
                <a:cs typeface="Arial"/>
              </a:defRPr>
            </a:lvl5pPr>
            <a:lvl6pPr algn="l">
              <a:defRPr sz="1250" b="1">
                <a:solidFill>
                  <a:srgbClr val="FFFF0A"/>
                </a:solidFill>
                <a:latin typeface="Arial"/>
                <a:ea typeface="Arial"/>
                <a:cs typeface="Arial"/>
              </a:defRPr>
            </a:lvl6pPr>
            <a:lvl7pPr algn="l">
              <a:defRPr sz="1250" b="1">
                <a:solidFill>
                  <a:srgbClr val="FFFF0A"/>
                </a:solidFill>
                <a:latin typeface="Arial"/>
                <a:ea typeface="Arial"/>
                <a:cs typeface="Arial"/>
              </a:defRPr>
            </a:lvl7pPr>
            <a:lvl8pPr algn="l">
              <a:defRPr sz="1250" b="1">
                <a:solidFill>
                  <a:srgbClr val="FFFF0A"/>
                </a:solidFill>
                <a:latin typeface="Arial"/>
                <a:ea typeface="Arial"/>
                <a:cs typeface="Arial"/>
              </a:defRPr>
            </a:lvl8pPr>
            <a:lvl9pPr algn="l">
              <a:defRPr sz="1250" b="1">
                <a:solidFill>
                  <a:srgbClr val="FFFF0A"/>
                </a:solidFill>
                <a:latin typeface="Arial"/>
                <a:ea typeface="Arial"/>
                <a:cs typeface="Arial"/>
              </a:defRPr>
            </a:lvl9pPr>
          </a:lstStyle>
          <a:p xmlns:a="http://schemas.openxmlformats.org/drawingml/2006/main">
            <a:pPr algn="l">
              <a:lnSpc>
                <a:spcPct val="100000"/>
              </a:lnSpc>
              <a:buNone/>
              <a:defRPr sz="1250" b="1">
                <a:solidFill>
                  <a:srgbClr val="FFFF0A"/>
                </a:solidFill>
                <a:latin typeface="Arial"/>
                <a:ea typeface="Arial"/>
                <a:cs typeface="Arial"/>
              </a:defRPr>
            </a:pPr>
            <a:r>
              <a:rPr sz="1250" b="1">
                <a:solidFill>
                  <a:srgbClr val="FFFF0A"/>
                </a:solidFill>
                <a:latin typeface="Arial"/>
                <a:ea typeface="Arial"/>
                <a:cs typeface="Arial"/>
              </a:rPr>
              <a:t>For bike shops, schools, and community partners</a:t>
            </a:r>
          </a:p>
        </p:txBody>
      </p:sp>
      <p:sp>
        <p:nvSpPr>
          <p:cNvPr id="5" name="Eye-catching heading">
            <a:extLst xmlns:a="http://schemas.openxmlformats.org/drawingml/2006/main">
              <a:ext uri="{FF2B5EF4-FFF2-40B4-BE49-F238E27FC236}">
                <a16:creationId xmlns:a16="http://schemas.microsoft.com/office/drawing/2014/main" id="{89163E2F-3F8D-4AC9-9848-D241A110DE0A}"/>
              </a:ext>
            </a:extLst>
          </p:cNvPr>
          <p:cNvSpPr>
            <a:spLocks xmlns:a="http://schemas.openxmlformats.org/drawingml/2006/main" noGrp="1"/>
          </p:cNvSpPr>
          <p:nvPr/>
        </p:nvSpPr>
        <p:spPr>
          <a:xfrm xmlns:a="http://schemas.openxmlformats.org/drawingml/2006/main">
            <a:off x="457200" y="21240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7926CB"/>
                </a:solidFill>
                <a:latin typeface="Space Grotesk"/>
                <a:ea typeface="Space Grotesk"/>
                <a:cs typeface="Space Grotesk"/>
              </a:defRPr>
            </a:defPPr>
            <a:lvl1pPr algn="l">
              <a:defRPr sz="1650" b="1">
                <a:solidFill>
                  <a:srgbClr val="7926CB"/>
                </a:solidFill>
                <a:latin typeface="Space Grotesk"/>
                <a:ea typeface="Space Grotesk"/>
                <a:cs typeface="Space Grotesk"/>
              </a:defRPr>
            </a:lvl1pPr>
            <a:lvl2pPr algn="l">
              <a:defRPr sz="1650" b="1">
                <a:solidFill>
                  <a:srgbClr val="7926CB"/>
                </a:solidFill>
                <a:latin typeface="Space Grotesk"/>
                <a:ea typeface="Space Grotesk"/>
                <a:cs typeface="Space Grotesk"/>
              </a:defRPr>
            </a:lvl2pPr>
            <a:lvl3pPr algn="l">
              <a:defRPr sz="1650" b="1">
                <a:solidFill>
                  <a:srgbClr val="7926CB"/>
                </a:solidFill>
                <a:latin typeface="Space Grotesk"/>
                <a:ea typeface="Space Grotesk"/>
                <a:cs typeface="Space Grotesk"/>
              </a:defRPr>
            </a:lvl3pPr>
            <a:lvl4pPr algn="l">
              <a:defRPr sz="1650" b="1">
                <a:solidFill>
                  <a:srgbClr val="7926CB"/>
                </a:solidFill>
                <a:latin typeface="Space Grotesk"/>
                <a:ea typeface="Space Grotesk"/>
                <a:cs typeface="Space Grotesk"/>
              </a:defRPr>
            </a:lvl4pPr>
            <a:lvl5pPr algn="l">
              <a:defRPr sz="1650" b="1">
                <a:solidFill>
                  <a:srgbClr val="7926CB"/>
                </a:solidFill>
                <a:latin typeface="Space Grotesk"/>
                <a:ea typeface="Space Grotesk"/>
                <a:cs typeface="Space Grotesk"/>
              </a:defRPr>
            </a:lvl5pPr>
            <a:lvl6pPr algn="l">
              <a:defRPr sz="1650" b="1">
                <a:solidFill>
                  <a:srgbClr val="7926CB"/>
                </a:solidFill>
                <a:latin typeface="Space Grotesk"/>
                <a:ea typeface="Space Grotesk"/>
                <a:cs typeface="Space Grotesk"/>
              </a:defRPr>
            </a:lvl6pPr>
            <a:lvl7pPr algn="l">
              <a:defRPr sz="1650" b="1">
                <a:solidFill>
                  <a:srgbClr val="7926CB"/>
                </a:solidFill>
                <a:latin typeface="Space Grotesk"/>
                <a:ea typeface="Space Grotesk"/>
                <a:cs typeface="Space Grotesk"/>
              </a:defRPr>
            </a:lvl7pPr>
            <a:lvl8pPr algn="l">
              <a:defRPr sz="1650" b="1">
                <a:solidFill>
                  <a:srgbClr val="7926CB"/>
                </a:solidFill>
                <a:latin typeface="Space Grotesk"/>
                <a:ea typeface="Space Grotesk"/>
                <a:cs typeface="Space Grotesk"/>
              </a:defRPr>
            </a:lvl8pPr>
            <a:lvl9pPr algn="l">
              <a:defRPr sz="1650" b="1">
                <a:solidFill>
                  <a:srgbClr val="7926CB"/>
                </a:solidFill>
                <a:latin typeface="Space Grotesk"/>
                <a:ea typeface="Space Grotesk"/>
                <a:cs typeface="Space Grotesk"/>
              </a:defRPr>
            </a:lvl9pPr>
          </a:lstStyle>
          <a:p xmlns:a="http://schemas.openxmlformats.org/drawingml/2006/main">
            <a:pPr algn="l">
              <a:lnSpc>
                <a:spcPct val="100000"/>
              </a:lnSpc>
              <a:buNone/>
              <a:defRPr sz="1650" b="1">
                <a:solidFill>
                  <a:srgbClr val="7926CB"/>
                </a:solidFill>
                <a:latin typeface="Space Grotesk"/>
                <a:ea typeface="Space Grotesk"/>
                <a:cs typeface="Space Grotesk"/>
              </a:defRPr>
            </a:pPr>
            <a:r>
              <a:rPr sz="1650" b="1">
                <a:solidFill>
                  <a:srgbClr val="7926CB"/>
                </a:solidFill>
                <a:latin typeface="Space Grotesk"/>
                <a:ea typeface="Space Grotesk"/>
                <a:cs typeface="Space Grotesk"/>
              </a:rPr>
              <a:t>Eye-catching</a:t>
            </a:r>
          </a:p>
        </p:txBody>
      </p:sp>
      <p:sp>
        <p:nvSpPr>
          <p:cNvPr id="6" name="Eye-catching exact copy">
            <a:extLst xmlns:a="http://schemas.openxmlformats.org/drawingml/2006/main">
              <a:ext uri="{FF2B5EF4-FFF2-40B4-BE49-F238E27FC236}">
                <a16:creationId xmlns:a16="http://schemas.microsoft.com/office/drawing/2014/main" id="{4BF4949E-8317-4E0B-B6A6-A122FD8BACC1}"/>
              </a:ext>
            </a:extLst>
          </p:cNvPr>
          <p:cNvSpPr>
            <a:spLocks xmlns:a="http://schemas.openxmlformats.org/drawingml/2006/main" noGrp="1"/>
          </p:cNvSpPr>
          <p:nvPr/>
        </p:nvSpPr>
        <p:spPr>
          <a:xfrm xmlns:a="http://schemas.openxmlformats.org/drawingml/2006/main">
            <a:off x="457200" y="2438400"/>
            <a:ext cx="685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0">
                <a:solidFill>
                  <a:srgbClr val="23143A"/>
                </a:solidFill>
                <a:latin typeface="Arial"/>
                <a:ea typeface="Arial"/>
                <a:cs typeface="Arial"/>
              </a:defRPr>
            </a:defPPr>
            <a:lvl1pPr algn="l">
              <a:defRPr sz="1250" b="0">
                <a:solidFill>
                  <a:srgbClr val="23143A"/>
                </a:solidFill>
                <a:latin typeface="Arial"/>
                <a:ea typeface="Arial"/>
                <a:cs typeface="Arial"/>
              </a:defRPr>
            </a:lvl1pPr>
            <a:lvl2pPr algn="l">
              <a:defRPr sz="1250" b="0">
                <a:solidFill>
                  <a:srgbClr val="23143A"/>
                </a:solidFill>
                <a:latin typeface="Arial"/>
                <a:ea typeface="Arial"/>
                <a:cs typeface="Arial"/>
              </a:defRPr>
            </a:lvl2pPr>
            <a:lvl3pPr algn="l">
              <a:defRPr sz="1250" b="0">
                <a:solidFill>
                  <a:srgbClr val="23143A"/>
                </a:solidFill>
                <a:latin typeface="Arial"/>
                <a:ea typeface="Arial"/>
                <a:cs typeface="Arial"/>
              </a:defRPr>
            </a:lvl3pPr>
            <a:lvl4pPr algn="l">
              <a:defRPr sz="1250" b="0">
                <a:solidFill>
                  <a:srgbClr val="23143A"/>
                </a:solidFill>
                <a:latin typeface="Arial"/>
                <a:ea typeface="Arial"/>
                <a:cs typeface="Arial"/>
              </a:defRPr>
            </a:lvl4pPr>
            <a:lvl5pPr algn="l">
              <a:defRPr sz="1250" b="0">
                <a:solidFill>
                  <a:srgbClr val="23143A"/>
                </a:solidFill>
                <a:latin typeface="Arial"/>
                <a:ea typeface="Arial"/>
                <a:cs typeface="Arial"/>
              </a:defRPr>
            </a:lvl5pPr>
            <a:lvl6pPr algn="l">
              <a:defRPr sz="1250" b="0">
                <a:solidFill>
                  <a:srgbClr val="23143A"/>
                </a:solidFill>
                <a:latin typeface="Arial"/>
                <a:ea typeface="Arial"/>
                <a:cs typeface="Arial"/>
              </a:defRPr>
            </a:lvl6pPr>
            <a:lvl7pPr algn="l">
              <a:defRPr sz="1250" b="0">
                <a:solidFill>
                  <a:srgbClr val="23143A"/>
                </a:solidFill>
                <a:latin typeface="Arial"/>
                <a:ea typeface="Arial"/>
                <a:cs typeface="Arial"/>
              </a:defRPr>
            </a:lvl7pPr>
            <a:lvl8pPr algn="l">
              <a:defRPr sz="1250" b="0">
                <a:solidFill>
                  <a:srgbClr val="23143A"/>
                </a:solidFill>
                <a:latin typeface="Arial"/>
                <a:ea typeface="Arial"/>
                <a:cs typeface="Arial"/>
              </a:defRPr>
            </a:lvl8pPr>
            <a:lvl9pPr algn="l">
              <a:defRPr sz="1250" b="0">
                <a:solidFill>
                  <a:srgbClr val="23143A"/>
                </a:solidFill>
                <a:latin typeface="Arial"/>
                <a:ea typeface="Arial"/>
                <a:cs typeface="Arial"/>
              </a:defRPr>
            </a:lvl9pPr>
          </a:lstStyle>
          <a:p xmlns:a="http://schemas.openxmlformats.org/drawingml/2006/main">
            <a:pPr algn="l">
              <a:lnSpc>
                <a:spcPct val="100000"/>
              </a:lnSpc>
              <a:buNone/>
              <a:defRPr sz="1250" b="0">
                <a:solidFill>
                  <a:srgbClr val="23143A"/>
                </a:solidFill>
                <a:latin typeface="Arial"/>
                <a:ea typeface="Arial"/>
                <a:cs typeface="Arial"/>
              </a:defRPr>
            </a:pPr>
            <a:r>
              <a:rPr sz="1250" b="0">
                <a:solidFill>
                  <a:srgbClr val="23143A"/>
                </a:solidFill>
                <a:latin typeface="Arial"/>
                <a:ea typeface="Arial"/>
                <a:cs typeface="Arial"/>
              </a:rPr>
              <a:t>Use bright lights, visible clothing, and a road position where drivers can see you.</a:t>
            </a:r>
          </a:p>
        </p:txBody>
      </p:sp>
      <p:sp>
        <p:nvSpPr>
          <p:cNvPr id="7" name="Ride ready heading">
            <a:extLst xmlns:a="http://schemas.openxmlformats.org/drawingml/2006/main">
              <a:ext uri="{FF2B5EF4-FFF2-40B4-BE49-F238E27FC236}">
                <a16:creationId xmlns:a16="http://schemas.microsoft.com/office/drawing/2014/main" id="{69A0DC3E-39C6-44D9-8CB0-CC0529C8EEBF}"/>
              </a:ext>
            </a:extLst>
          </p:cNvPr>
          <p:cNvSpPr>
            <a:spLocks xmlns:a="http://schemas.openxmlformats.org/drawingml/2006/main" noGrp="1"/>
          </p:cNvSpPr>
          <p:nvPr/>
        </p:nvSpPr>
        <p:spPr>
          <a:xfrm xmlns:a="http://schemas.openxmlformats.org/drawingml/2006/main">
            <a:off x="457200" y="3124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7926CB"/>
                </a:solidFill>
                <a:latin typeface="Space Grotesk"/>
                <a:ea typeface="Space Grotesk"/>
                <a:cs typeface="Space Grotesk"/>
              </a:defRPr>
            </a:defPPr>
            <a:lvl1pPr algn="l">
              <a:defRPr sz="1650" b="1">
                <a:solidFill>
                  <a:srgbClr val="7926CB"/>
                </a:solidFill>
                <a:latin typeface="Space Grotesk"/>
                <a:ea typeface="Space Grotesk"/>
                <a:cs typeface="Space Grotesk"/>
              </a:defRPr>
            </a:lvl1pPr>
            <a:lvl2pPr algn="l">
              <a:defRPr sz="1650" b="1">
                <a:solidFill>
                  <a:srgbClr val="7926CB"/>
                </a:solidFill>
                <a:latin typeface="Space Grotesk"/>
                <a:ea typeface="Space Grotesk"/>
                <a:cs typeface="Space Grotesk"/>
              </a:defRPr>
            </a:lvl2pPr>
            <a:lvl3pPr algn="l">
              <a:defRPr sz="1650" b="1">
                <a:solidFill>
                  <a:srgbClr val="7926CB"/>
                </a:solidFill>
                <a:latin typeface="Space Grotesk"/>
                <a:ea typeface="Space Grotesk"/>
                <a:cs typeface="Space Grotesk"/>
              </a:defRPr>
            </a:lvl3pPr>
            <a:lvl4pPr algn="l">
              <a:defRPr sz="1650" b="1">
                <a:solidFill>
                  <a:srgbClr val="7926CB"/>
                </a:solidFill>
                <a:latin typeface="Space Grotesk"/>
                <a:ea typeface="Space Grotesk"/>
                <a:cs typeface="Space Grotesk"/>
              </a:defRPr>
            </a:lvl4pPr>
            <a:lvl5pPr algn="l">
              <a:defRPr sz="1650" b="1">
                <a:solidFill>
                  <a:srgbClr val="7926CB"/>
                </a:solidFill>
                <a:latin typeface="Space Grotesk"/>
                <a:ea typeface="Space Grotesk"/>
                <a:cs typeface="Space Grotesk"/>
              </a:defRPr>
            </a:lvl5pPr>
            <a:lvl6pPr algn="l">
              <a:defRPr sz="1650" b="1">
                <a:solidFill>
                  <a:srgbClr val="7926CB"/>
                </a:solidFill>
                <a:latin typeface="Space Grotesk"/>
                <a:ea typeface="Space Grotesk"/>
                <a:cs typeface="Space Grotesk"/>
              </a:defRPr>
            </a:lvl6pPr>
            <a:lvl7pPr algn="l">
              <a:defRPr sz="1650" b="1">
                <a:solidFill>
                  <a:srgbClr val="7926CB"/>
                </a:solidFill>
                <a:latin typeface="Space Grotesk"/>
                <a:ea typeface="Space Grotesk"/>
                <a:cs typeface="Space Grotesk"/>
              </a:defRPr>
            </a:lvl7pPr>
            <a:lvl8pPr algn="l">
              <a:defRPr sz="1650" b="1">
                <a:solidFill>
                  <a:srgbClr val="7926CB"/>
                </a:solidFill>
                <a:latin typeface="Space Grotesk"/>
                <a:ea typeface="Space Grotesk"/>
                <a:cs typeface="Space Grotesk"/>
              </a:defRPr>
            </a:lvl8pPr>
            <a:lvl9pPr algn="l">
              <a:defRPr sz="1650" b="1">
                <a:solidFill>
                  <a:srgbClr val="7926CB"/>
                </a:solidFill>
                <a:latin typeface="Space Grotesk"/>
                <a:ea typeface="Space Grotesk"/>
                <a:cs typeface="Space Grotesk"/>
              </a:defRPr>
            </a:lvl9pPr>
          </a:lstStyle>
          <a:p xmlns:a="http://schemas.openxmlformats.org/drawingml/2006/main">
            <a:pPr algn="l">
              <a:lnSpc>
                <a:spcPct val="100000"/>
              </a:lnSpc>
              <a:buNone/>
              <a:defRPr sz="1650" b="1">
                <a:solidFill>
                  <a:srgbClr val="7926CB"/>
                </a:solidFill>
                <a:latin typeface="Space Grotesk"/>
                <a:ea typeface="Space Grotesk"/>
                <a:cs typeface="Space Grotesk"/>
              </a:defRPr>
            </a:pPr>
            <a:r>
              <a:rPr sz="1650" b="1">
                <a:solidFill>
                  <a:srgbClr val="7926CB"/>
                </a:solidFill>
                <a:latin typeface="Space Grotesk"/>
                <a:ea typeface="Space Grotesk"/>
                <a:cs typeface="Space Grotesk"/>
              </a:rPr>
              <a:t>Ride ready</a:t>
            </a:r>
          </a:p>
        </p:txBody>
      </p:sp>
      <p:sp>
        <p:nvSpPr>
          <p:cNvPr id="8" name="Ride ready exact copy">
            <a:extLst xmlns:a="http://schemas.openxmlformats.org/drawingml/2006/main">
              <a:ext uri="{FF2B5EF4-FFF2-40B4-BE49-F238E27FC236}">
                <a16:creationId xmlns:a16="http://schemas.microsoft.com/office/drawing/2014/main" id="{4D246AF5-DE0E-4EF3-8A02-2C7DAEEB84B4}"/>
              </a:ext>
            </a:extLst>
          </p:cNvPr>
          <p:cNvSpPr>
            <a:spLocks xmlns:a="http://schemas.openxmlformats.org/drawingml/2006/main" noGrp="1"/>
          </p:cNvSpPr>
          <p:nvPr/>
        </p:nvSpPr>
        <p:spPr>
          <a:xfrm xmlns:a="http://schemas.openxmlformats.org/drawingml/2006/main">
            <a:off x="457200" y="3438525"/>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0">
                <a:solidFill>
                  <a:srgbClr val="23143A"/>
                </a:solidFill>
                <a:latin typeface="Arial"/>
                <a:ea typeface="Arial"/>
                <a:cs typeface="Arial"/>
              </a:defRPr>
            </a:defPPr>
            <a:lvl1pPr algn="l">
              <a:defRPr sz="1250" b="0">
                <a:solidFill>
                  <a:srgbClr val="23143A"/>
                </a:solidFill>
                <a:latin typeface="Arial"/>
                <a:ea typeface="Arial"/>
                <a:cs typeface="Arial"/>
              </a:defRPr>
            </a:lvl1pPr>
            <a:lvl2pPr algn="l">
              <a:defRPr sz="1250" b="0">
                <a:solidFill>
                  <a:srgbClr val="23143A"/>
                </a:solidFill>
                <a:latin typeface="Arial"/>
                <a:ea typeface="Arial"/>
                <a:cs typeface="Arial"/>
              </a:defRPr>
            </a:lvl2pPr>
            <a:lvl3pPr algn="l">
              <a:defRPr sz="1250" b="0">
                <a:solidFill>
                  <a:srgbClr val="23143A"/>
                </a:solidFill>
                <a:latin typeface="Arial"/>
                <a:ea typeface="Arial"/>
                <a:cs typeface="Arial"/>
              </a:defRPr>
            </a:lvl3pPr>
            <a:lvl4pPr algn="l">
              <a:defRPr sz="1250" b="0">
                <a:solidFill>
                  <a:srgbClr val="23143A"/>
                </a:solidFill>
                <a:latin typeface="Arial"/>
                <a:ea typeface="Arial"/>
                <a:cs typeface="Arial"/>
              </a:defRPr>
            </a:lvl4pPr>
            <a:lvl5pPr algn="l">
              <a:defRPr sz="1250" b="0">
                <a:solidFill>
                  <a:srgbClr val="23143A"/>
                </a:solidFill>
                <a:latin typeface="Arial"/>
                <a:ea typeface="Arial"/>
                <a:cs typeface="Arial"/>
              </a:defRPr>
            </a:lvl5pPr>
            <a:lvl6pPr algn="l">
              <a:defRPr sz="1250" b="0">
                <a:solidFill>
                  <a:srgbClr val="23143A"/>
                </a:solidFill>
                <a:latin typeface="Arial"/>
                <a:ea typeface="Arial"/>
                <a:cs typeface="Arial"/>
              </a:defRPr>
            </a:lvl6pPr>
            <a:lvl7pPr algn="l">
              <a:defRPr sz="1250" b="0">
                <a:solidFill>
                  <a:srgbClr val="23143A"/>
                </a:solidFill>
                <a:latin typeface="Arial"/>
                <a:ea typeface="Arial"/>
                <a:cs typeface="Arial"/>
              </a:defRPr>
            </a:lvl7pPr>
            <a:lvl8pPr algn="l">
              <a:defRPr sz="1250" b="0">
                <a:solidFill>
                  <a:srgbClr val="23143A"/>
                </a:solidFill>
                <a:latin typeface="Arial"/>
                <a:ea typeface="Arial"/>
                <a:cs typeface="Arial"/>
              </a:defRPr>
            </a:lvl8pPr>
            <a:lvl9pPr algn="l">
              <a:defRPr sz="1250" b="0">
                <a:solidFill>
                  <a:srgbClr val="23143A"/>
                </a:solidFill>
                <a:latin typeface="Arial"/>
                <a:ea typeface="Arial"/>
                <a:cs typeface="Arial"/>
              </a:defRPr>
            </a:lvl9pPr>
          </a:lstStyle>
          <a:p xmlns:a="http://schemas.openxmlformats.org/drawingml/2006/main">
            <a:pPr algn="l">
              <a:lnSpc>
                <a:spcPct val="100000"/>
              </a:lnSpc>
              <a:buNone/>
              <a:defRPr sz="1250" b="0">
                <a:solidFill>
                  <a:srgbClr val="23143A"/>
                </a:solidFill>
                <a:latin typeface="Arial"/>
                <a:ea typeface="Arial"/>
                <a:cs typeface="Arial"/>
              </a:defRPr>
            </a:pPr>
            <a:r>
              <a:rPr sz="1250" b="0">
                <a:solidFill>
                  <a:srgbClr val="23143A"/>
                </a:solidFill>
                <a:latin typeface="Arial"/>
                <a:ea typeface="Arial"/>
                <a:cs typeface="Arial"/>
              </a:rPr>
              <a:t>Check your bike, helmet, route, weather, and supplies before rolling out.</a:t>
            </a:r>
          </a:p>
        </p:txBody>
      </p:sp>
      <p:sp>
        <p:nvSpPr>
          <p:cNvPr id="9" name="Light setup script ground">
            <a:extLst xmlns:a="http://schemas.openxmlformats.org/drawingml/2006/main">
              <a:ext uri="{FF2B5EF4-FFF2-40B4-BE49-F238E27FC236}">
                <a16:creationId xmlns:a16="http://schemas.microsoft.com/office/drawing/2014/main" id="{44B07BBE-5549-4240-8D3C-710B0762ABA0}"/>
              </a:ext>
            </a:extLst>
          </p:cNvPr>
          <p:cNvSpPr>
            <a:spLocks xmlns:a="http://schemas.openxmlformats.org/drawingml/2006/main" noGrp="1"/>
          </p:cNvSpPr>
          <p:nvPr/>
        </p:nvSpPr>
        <p:spPr>
          <a:xfrm xmlns:a="http://schemas.openxmlformats.org/drawingml/2006/main">
            <a:off x="457200" y="4171950"/>
            <a:ext cx="6858000" cy="1857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Light setup accent">
            <a:extLst xmlns:a="http://schemas.openxmlformats.org/drawingml/2006/main">
              <a:ext uri="{FF2B5EF4-FFF2-40B4-BE49-F238E27FC236}">
                <a16:creationId xmlns:a16="http://schemas.microsoft.com/office/drawing/2014/main" id="{0E99E7C7-AD51-4E2E-89B5-9E919219D3AB}"/>
              </a:ext>
            </a:extLst>
          </p:cNvPr>
          <p:cNvSpPr>
            <a:spLocks xmlns:a="http://schemas.openxmlformats.org/drawingml/2006/main" noGrp="1"/>
          </p:cNvSpPr>
          <p:nvPr/>
        </p:nvSpPr>
        <p:spPr>
          <a:xfrm xmlns:a="http://schemas.openxmlformats.org/drawingml/2006/main">
            <a:off x="457200" y="4171950"/>
            <a:ext cx="76200" cy="18573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11" name="Light setup script heading">
            <a:extLst xmlns:a="http://schemas.openxmlformats.org/drawingml/2006/main">
              <a:ext uri="{FF2B5EF4-FFF2-40B4-BE49-F238E27FC236}">
                <a16:creationId xmlns:a16="http://schemas.microsoft.com/office/drawing/2014/main" id="{0EF0A50C-2381-4F3B-8481-611F8E756C6C}"/>
              </a:ext>
            </a:extLst>
          </p:cNvPr>
          <p:cNvSpPr>
            <a:spLocks xmlns:a="http://schemas.openxmlformats.org/drawingml/2006/main" noGrp="1"/>
          </p:cNvSpPr>
          <p:nvPr/>
        </p:nvSpPr>
        <p:spPr>
          <a:xfrm xmlns:a="http://schemas.openxmlformats.org/drawingml/2006/main">
            <a:off x="685800" y="438150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7926CB"/>
                </a:solidFill>
                <a:latin typeface="Space Grotesk"/>
                <a:ea typeface="Space Grotesk"/>
                <a:cs typeface="Space Grotesk"/>
              </a:defRPr>
            </a:defPPr>
            <a:lvl1pPr algn="l">
              <a:defRPr sz="1500" b="1">
                <a:solidFill>
                  <a:srgbClr val="7926CB"/>
                </a:solidFill>
                <a:latin typeface="Space Grotesk"/>
                <a:ea typeface="Space Grotesk"/>
                <a:cs typeface="Space Grotesk"/>
              </a:defRPr>
            </a:lvl1pPr>
            <a:lvl2pPr algn="l">
              <a:defRPr sz="1500" b="1">
                <a:solidFill>
                  <a:srgbClr val="7926CB"/>
                </a:solidFill>
                <a:latin typeface="Space Grotesk"/>
                <a:ea typeface="Space Grotesk"/>
                <a:cs typeface="Space Grotesk"/>
              </a:defRPr>
            </a:lvl2pPr>
            <a:lvl3pPr algn="l">
              <a:defRPr sz="1500" b="1">
                <a:solidFill>
                  <a:srgbClr val="7926CB"/>
                </a:solidFill>
                <a:latin typeface="Space Grotesk"/>
                <a:ea typeface="Space Grotesk"/>
                <a:cs typeface="Space Grotesk"/>
              </a:defRPr>
            </a:lvl3pPr>
            <a:lvl4pPr algn="l">
              <a:defRPr sz="1500" b="1">
                <a:solidFill>
                  <a:srgbClr val="7926CB"/>
                </a:solidFill>
                <a:latin typeface="Space Grotesk"/>
                <a:ea typeface="Space Grotesk"/>
                <a:cs typeface="Space Grotesk"/>
              </a:defRPr>
            </a:lvl4pPr>
            <a:lvl5pPr algn="l">
              <a:defRPr sz="1500" b="1">
                <a:solidFill>
                  <a:srgbClr val="7926CB"/>
                </a:solidFill>
                <a:latin typeface="Space Grotesk"/>
                <a:ea typeface="Space Grotesk"/>
                <a:cs typeface="Space Grotesk"/>
              </a:defRPr>
            </a:lvl5pPr>
            <a:lvl6pPr algn="l">
              <a:defRPr sz="1500" b="1">
                <a:solidFill>
                  <a:srgbClr val="7926CB"/>
                </a:solidFill>
                <a:latin typeface="Space Grotesk"/>
                <a:ea typeface="Space Grotesk"/>
                <a:cs typeface="Space Grotesk"/>
              </a:defRPr>
            </a:lvl6pPr>
            <a:lvl7pPr algn="l">
              <a:defRPr sz="1500" b="1">
                <a:solidFill>
                  <a:srgbClr val="7926CB"/>
                </a:solidFill>
                <a:latin typeface="Space Grotesk"/>
                <a:ea typeface="Space Grotesk"/>
                <a:cs typeface="Space Grotesk"/>
              </a:defRPr>
            </a:lvl7pPr>
            <a:lvl8pPr algn="l">
              <a:defRPr sz="1500" b="1">
                <a:solidFill>
                  <a:srgbClr val="7926CB"/>
                </a:solidFill>
                <a:latin typeface="Space Grotesk"/>
                <a:ea typeface="Space Grotesk"/>
                <a:cs typeface="Space Grotesk"/>
              </a:defRPr>
            </a:lvl8pPr>
            <a:lvl9pPr algn="l">
              <a:defRPr sz="1500" b="1">
                <a:solidFill>
                  <a:srgbClr val="7926CB"/>
                </a:solidFill>
                <a:latin typeface="Space Grotesk"/>
                <a:ea typeface="Space Grotesk"/>
                <a:cs typeface="Space Grotesk"/>
              </a:defRPr>
            </a:lvl9pPr>
          </a:lstStyle>
          <a:p xmlns:a="http://schemas.openxmlformats.org/drawingml/2006/main">
            <a:pPr algn="l">
              <a:lnSpc>
                <a:spcPct val="100000"/>
              </a:lnSpc>
              <a:buNone/>
              <a:defRPr sz="1500" b="1">
                <a:solidFill>
                  <a:srgbClr val="7926CB"/>
                </a:solidFill>
                <a:latin typeface="Space Grotesk"/>
                <a:ea typeface="Space Grotesk"/>
                <a:cs typeface="Space Grotesk"/>
              </a:defRPr>
            </a:pPr>
            <a:r>
              <a:rPr sz="1500" b="1">
                <a:solidFill>
                  <a:srgbClr val="7926CB"/>
                </a:solidFill>
                <a:latin typeface="Space Grotesk"/>
                <a:ea typeface="Space Grotesk"/>
                <a:cs typeface="Space Grotesk"/>
              </a:rPr>
              <a:t>Offer a simple setup check</a:t>
            </a:r>
          </a:p>
        </p:txBody>
      </p:sp>
      <p:sp>
        <p:nvSpPr>
          <p:cNvPr id="12" name="Light setup script">
            <a:extLst xmlns:a="http://schemas.openxmlformats.org/drawingml/2006/main">
              <a:ext uri="{FF2B5EF4-FFF2-40B4-BE49-F238E27FC236}">
                <a16:creationId xmlns:a16="http://schemas.microsoft.com/office/drawing/2014/main" id="{C66CCE80-2C05-4D93-94B3-D144AC6E5896}"/>
              </a:ext>
            </a:extLst>
          </p:cNvPr>
          <p:cNvSpPr>
            <a:spLocks xmlns:a="http://schemas.openxmlformats.org/drawingml/2006/main" noGrp="1"/>
          </p:cNvSpPr>
          <p:nvPr/>
        </p:nvSpPr>
        <p:spPr>
          <a:xfrm xmlns:a="http://schemas.openxmlformats.org/drawingml/2006/main">
            <a:off x="685800" y="4743450"/>
            <a:ext cx="628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0" b="0">
                <a:solidFill>
                  <a:srgbClr val="23143A"/>
                </a:solidFill>
                <a:latin typeface="Arial"/>
                <a:ea typeface="Arial"/>
                <a:cs typeface="Arial"/>
              </a:defRPr>
            </a:defPPr>
            <a:lvl1pPr algn="l">
              <a:defRPr sz="1160" b="0">
                <a:solidFill>
                  <a:srgbClr val="23143A"/>
                </a:solidFill>
                <a:latin typeface="Arial"/>
                <a:ea typeface="Arial"/>
                <a:cs typeface="Arial"/>
              </a:defRPr>
            </a:lvl1pPr>
            <a:lvl2pPr algn="l">
              <a:defRPr sz="1160" b="0">
                <a:solidFill>
                  <a:srgbClr val="23143A"/>
                </a:solidFill>
                <a:latin typeface="Arial"/>
                <a:ea typeface="Arial"/>
                <a:cs typeface="Arial"/>
              </a:defRPr>
            </a:lvl2pPr>
            <a:lvl3pPr algn="l">
              <a:defRPr sz="1160" b="0">
                <a:solidFill>
                  <a:srgbClr val="23143A"/>
                </a:solidFill>
                <a:latin typeface="Arial"/>
                <a:ea typeface="Arial"/>
                <a:cs typeface="Arial"/>
              </a:defRPr>
            </a:lvl3pPr>
            <a:lvl4pPr algn="l">
              <a:defRPr sz="1160" b="0">
                <a:solidFill>
                  <a:srgbClr val="23143A"/>
                </a:solidFill>
                <a:latin typeface="Arial"/>
                <a:ea typeface="Arial"/>
                <a:cs typeface="Arial"/>
              </a:defRPr>
            </a:lvl4pPr>
            <a:lvl5pPr algn="l">
              <a:defRPr sz="1160" b="0">
                <a:solidFill>
                  <a:srgbClr val="23143A"/>
                </a:solidFill>
                <a:latin typeface="Arial"/>
                <a:ea typeface="Arial"/>
                <a:cs typeface="Arial"/>
              </a:defRPr>
            </a:lvl5pPr>
            <a:lvl6pPr algn="l">
              <a:defRPr sz="1160" b="0">
                <a:solidFill>
                  <a:srgbClr val="23143A"/>
                </a:solidFill>
                <a:latin typeface="Arial"/>
                <a:ea typeface="Arial"/>
                <a:cs typeface="Arial"/>
              </a:defRPr>
            </a:lvl6pPr>
            <a:lvl7pPr algn="l">
              <a:defRPr sz="1160" b="0">
                <a:solidFill>
                  <a:srgbClr val="23143A"/>
                </a:solidFill>
                <a:latin typeface="Arial"/>
                <a:ea typeface="Arial"/>
                <a:cs typeface="Arial"/>
              </a:defRPr>
            </a:lvl7pPr>
            <a:lvl8pPr algn="l">
              <a:defRPr sz="1160" b="0">
                <a:solidFill>
                  <a:srgbClr val="23143A"/>
                </a:solidFill>
                <a:latin typeface="Arial"/>
                <a:ea typeface="Arial"/>
                <a:cs typeface="Arial"/>
              </a:defRPr>
            </a:lvl8pPr>
            <a:lvl9pPr algn="l">
              <a:defRPr sz="1160" b="0">
                <a:solidFill>
                  <a:srgbClr val="23143A"/>
                </a:solidFill>
                <a:latin typeface="Arial"/>
                <a:ea typeface="Arial"/>
                <a:cs typeface="Arial"/>
              </a:defRPr>
            </a:lvl9pPr>
          </a:lstStyle>
          <a:p xmlns:a="http://schemas.openxmlformats.org/drawingml/2006/main">
            <a:pPr algn="l">
              <a:lnSpc>
                <a:spcPct val="100000"/>
              </a:lnSpc>
              <a:buNone/>
              <a:defRPr sz="1160" b="0">
                <a:solidFill>
                  <a:srgbClr val="23143A"/>
                </a:solidFill>
                <a:latin typeface="Arial"/>
                <a:ea typeface="Arial"/>
                <a:cs typeface="Arial"/>
              </a:defRPr>
            </a:pPr>
            <a:r>
              <a:rPr sz="1160" b="0">
                <a:solidFill>
                  <a:srgbClr val="23143A"/>
                </a:solidFill>
                <a:latin typeface="Arial"/>
                <a:ea typeface="Arial"/>
                <a:cs typeface="Arial"/>
              </a:rPr>
              <a:t>Ask before touching equipment. Invite the rider to show how the front and rear lights attach and switch on. Check power and secure mounting, and help aim the lights without glare using the maker’s instructions. Discuss applicable local rules.</a:t>
            </a:r>
          </a:p>
        </p:txBody>
      </p:sp>
      <p:sp>
        <p:nvSpPr>
          <p:cNvPr id="13" name="Light access prompt">
            <a:extLst xmlns:a="http://schemas.openxmlformats.org/drawingml/2006/main">
              <a:ext uri="{FF2B5EF4-FFF2-40B4-BE49-F238E27FC236}">
                <a16:creationId xmlns:a16="http://schemas.microsoft.com/office/drawing/2014/main" id="{29AFDCFF-F224-4DC1-94EE-82509C9127E2}"/>
              </a:ext>
            </a:extLst>
          </p:cNvPr>
          <p:cNvSpPr>
            <a:spLocks xmlns:a="http://schemas.openxmlformats.org/drawingml/2006/main" noGrp="1"/>
          </p:cNvSpPr>
          <p:nvPr/>
        </p:nvSpPr>
        <p:spPr>
          <a:xfrm xmlns:a="http://schemas.openxmlformats.org/drawingml/2006/main">
            <a:off x="685800" y="55626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0" b="1">
                <a:solidFill>
                  <a:srgbClr val="23143A"/>
                </a:solidFill>
                <a:latin typeface="Arial"/>
                <a:ea typeface="Arial"/>
                <a:cs typeface="Arial"/>
              </a:defRPr>
            </a:defPPr>
            <a:lvl1pPr algn="l">
              <a:defRPr sz="1030" b="1">
                <a:solidFill>
                  <a:srgbClr val="23143A"/>
                </a:solidFill>
                <a:latin typeface="Arial"/>
                <a:ea typeface="Arial"/>
                <a:cs typeface="Arial"/>
              </a:defRPr>
            </a:lvl1pPr>
            <a:lvl2pPr algn="l">
              <a:defRPr sz="1030" b="1">
                <a:solidFill>
                  <a:srgbClr val="23143A"/>
                </a:solidFill>
                <a:latin typeface="Arial"/>
                <a:ea typeface="Arial"/>
                <a:cs typeface="Arial"/>
              </a:defRPr>
            </a:lvl2pPr>
            <a:lvl3pPr algn="l">
              <a:defRPr sz="1030" b="1">
                <a:solidFill>
                  <a:srgbClr val="23143A"/>
                </a:solidFill>
                <a:latin typeface="Arial"/>
                <a:ea typeface="Arial"/>
                <a:cs typeface="Arial"/>
              </a:defRPr>
            </a:lvl3pPr>
            <a:lvl4pPr algn="l">
              <a:defRPr sz="1030" b="1">
                <a:solidFill>
                  <a:srgbClr val="23143A"/>
                </a:solidFill>
                <a:latin typeface="Arial"/>
                <a:ea typeface="Arial"/>
                <a:cs typeface="Arial"/>
              </a:defRPr>
            </a:lvl4pPr>
            <a:lvl5pPr algn="l">
              <a:defRPr sz="1030" b="1">
                <a:solidFill>
                  <a:srgbClr val="23143A"/>
                </a:solidFill>
                <a:latin typeface="Arial"/>
                <a:ea typeface="Arial"/>
                <a:cs typeface="Arial"/>
              </a:defRPr>
            </a:lvl5pPr>
            <a:lvl6pPr algn="l">
              <a:defRPr sz="1030" b="1">
                <a:solidFill>
                  <a:srgbClr val="23143A"/>
                </a:solidFill>
                <a:latin typeface="Arial"/>
                <a:ea typeface="Arial"/>
                <a:cs typeface="Arial"/>
              </a:defRPr>
            </a:lvl6pPr>
            <a:lvl7pPr algn="l">
              <a:defRPr sz="1030" b="1">
                <a:solidFill>
                  <a:srgbClr val="23143A"/>
                </a:solidFill>
                <a:latin typeface="Arial"/>
                <a:ea typeface="Arial"/>
                <a:cs typeface="Arial"/>
              </a:defRPr>
            </a:lvl7pPr>
            <a:lvl8pPr algn="l">
              <a:defRPr sz="1030" b="1">
                <a:solidFill>
                  <a:srgbClr val="23143A"/>
                </a:solidFill>
                <a:latin typeface="Arial"/>
                <a:ea typeface="Arial"/>
                <a:cs typeface="Arial"/>
              </a:defRPr>
            </a:lvl8pPr>
            <a:lvl9pPr algn="l">
              <a:defRPr sz="1030" b="1">
                <a:solidFill>
                  <a:srgbClr val="23143A"/>
                </a:solidFill>
                <a:latin typeface="Arial"/>
                <a:ea typeface="Arial"/>
                <a:cs typeface="Arial"/>
              </a:defRPr>
            </a:lvl9pPr>
          </a:lstStyle>
          <a:p xmlns:a="http://schemas.openxmlformats.org/drawingml/2006/main">
            <a:pPr algn="l">
              <a:lnSpc>
                <a:spcPct val="100000"/>
              </a:lnSpc>
              <a:buNone/>
              <a:defRPr sz="1030" b="1">
                <a:solidFill>
                  <a:srgbClr val="23143A"/>
                </a:solidFill>
                <a:latin typeface="Arial"/>
                <a:ea typeface="Arial"/>
                <a:cs typeface="Arial"/>
              </a:defRPr>
            </a:pPr>
            <a:r>
              <a:rPr sz="1030" b="1">
                <a:solidFill>
                  <a:srgbClr val="23143A"/>
                </a:solidFill>
                <a:latin typeface="Arial"/>
                <a:ea typeface="Arial"/>
                <a:cs typeface="Arial"/>
              </a:rPr>
              <a:t>If someone asks for help getting or fitting lights, ask whether this shop or a local cycling group has support available. Do not promise that it does.</a:t>
            </a:r>
          </a:p>
        </p:txBody>
      </p:sp>
      <p:sp>
        <p:nvSpPr>
          <p:cNvPr id="14" name="Output log heading">
            <a:extLst xmlns:a="http://schemas.openxmlformats.org/drawingml/2006/main">
              <a:ext uri="{FF2B5EF4-FFF2-40B4-BE49-F238E27FC236}">
                <a16:creationId xmlns:a16="http://schemas.microsoft.com/office/drawing/2014/main" id="{7F1B6F2E-1017-4BA5-9B35-084E120E1555}"/>
              </a:ext>
            </a:extLst>
          </p:cNvPr>
          <p:cNvSpPr>
            <a:spLocks xmlns:a="http://schemas.openxmlformats.org/drawingml/2006/main" noGrp="1"/>
          </p:cNvSpPr>
          <p:nvPr/>
        </p:nvSpPr>
        <p:spPr>
          <a:xfrm xmlns:a="http://schemas.openxmlformats.org/drawingml/2006/main">
            <a:off x="457200" y="6429375"/>
            <a:ext cx="685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7926CB"/>
                </a:solidFill>
                <a:latin typeface="Space Grotesk"/>
                <a:ea typeface="Space Grotesk"/>
                <a:cs typeface="Space Grotesk"/>
              </a:defRPr>
            </a:defPPr>
            <a:lvl1pPr algn="l">
              <a:defRPr sz="1650" b="1">
                <a:solidFill>
                  <a:srgbClr val="7926CB"/>
                </a:solidFill>
                <a:latin typeface="Space Grotesk"/>
                <a:ea typeface="Space Grotesk"/>
                <a:cs typeface="Space Grotesk"/>
              </a:defRPr>
            </a:lvl1pPr>
            <a:lvl2pPr algn="l">
              <a:defRPr sz="1650" b="1">
                <a:solidFill>
                  <a:srgbClr val="7926CB"/>
                </a:solidFill>
                <a:latin typeface="Space Grotesk"/>
                <a:ea typeface="Space Grotesk"/>
                <a:cs typeface="Space Grotesk"/>
              </a:defRPr>
            </a:lvl2pPr>
            <a:lvl3pPr algn="l">
              <a:defRPr sz="1650" b="1">
                <a:solidFill>
                  <a:srgbClr val="7926CB"/>
                </a:solidFill>
                <a:latin typeface="Space Grotesk"/>
                <a:ea typeface="Space Grotesk"/>
                <a:cs typeface="Space Grotesk"/>
              </a:defRPr>
            </a:lvl3pPr>
            <a:lvl4pPr algn="l">
              <a:defRPr sz="1650" b="1">
                <a:solidFill>
                  <a:srgbClr val="7926CB"/>
                </a:solidFill>
                <a:latin typeface="Space Grotesk"/>
                <a:ea typeface="Space Grotesk"/>
                <a:cs typeface="Space Grotesk"/>
              </a:defRPr>
            </a:lvl4pPr>
            <a:lvl5pPr algn="l">
              <a:defRPr sz="1650" b="1">
                <a:solidFill>
                  <a:srgbClr val="7926CB"/>
                </a:solidFill>
                <a:latin typeface="Space Grotesk"/>
                <a:ea typeface="Space Grotesk"/>
                <a:cs typeface="Space Grotesk"/>
              </a:defRPr>
            </a:lvl5pPr>
            <a:lvl6pPr algn="l">
              <a:defRPr sz="1650" b="1">
                <a:solidFill>
                  <a:srgbClr val="7926CB"/>
                </a:solidFill>
                <a:latin typeface="Space Grotesk"/>
                <a:ea typeface="Space Grotesk"/>
                <a:cs typeface="Space Grotesk"/>
              </a:defRPr>
            </a:lvl6pPr>
            <a:lvl7pPr algn="l">
              <a:defRPr sz="1650" b="1">
                <a:solidFill>
                  <a:srgbClr val="7926CB"/>
                </a:solidFill>
                <a:latin typeface="Space Grotesk"/>
                <a:ea typeface="Space Grotesk"/>
                <a:cs typeface="Space Grotesk"/>
              </a:defRPr>
            </a:lvl7pPr>
            <a:lvl8pPr algn="l">
              <a:defRPr sz="1650" b="1">
                <a:solidFill>
                  <a:srgbClr val="7926CB"/>
                </a:solidFill>
                <a:latin typeface="Space Grotesk"/>
                <a:ea typeface="Space Grotesk"/>
                <a:cs typeface="Space Grotesk"/>
              </a:defRPr>
            </a:lvl8pPr>
            <a:lvl9pPr algn="l">
              <a:defRPr sz="1650" b="1">
                <a:solidFill>
                  <a:srgbClr val="7926CB"/>
                </a:solidFill>
                <a:latin typeface="Space Grotesk"/>
                <a:ea typeface="Space Grotesk"/>
                <a:cs typeface="Space Grotesk"/>
              </a:defRPr>
            </a:lvl9pPr>
          </a:lstStyle>
          <a:p xmlns:a="http://schemas.openxmlformats.org/drawingml/2006/main">
            <a:pPr algn="l">
              <a:lnSpc>
                <a:spcPct val="100000"/>
              </a:lnSpc>
              <a:buNone/>
              <a:defRPr sz="1650" b="1">
                <a:solidFill>
                  <a:srgbClr val="7926CB"/>
                </a:solidFill>
                <a:latin typeface="Space Grotesk"/>
                <a:ea typeface="Space Grotesk"/>
                <a:cs typeface="Space Grotesk"/>
              </a:defRPr>
            </a:pPr>
            <a:r>
              <a:rPr sz="1650" b="1">
                <a:solidFill>
                  <a:srgbClr val="7926CB"/>
                </a:solidFill>
                <a:latin typeface="Space Grotesk"/>
                <a:ea typeface="Space Grotesk"/>
                <a:cs typeface="Space Grotesk"/>
              </a:rPr>
              <a:t>Record what the session delivered</a:t>
            </a:r>
          </a:p>
        </p:txBody>
      </p:sp>
      <p:sp>
        <p:nvSpPr>
          <p:cNvPr id="15" name="Output log copy">
            <a:extLst xmlns:a="http://schemas.openxmlformats.org/drawingml/2006/main">
              <a:ext uri="{FF2B5EF4-FFF2-40B4-BE49-F238E27FC236}">
                <a16:creationId xmlns:a16="http://schemas.microsoft.com/office/drawing/2014/main" id="{0B3E7EC2-A327-4EBD-A6B6-3C2B37BB1922}"/>
              </a:ext>
            </a:extLst>
          </p:cNvPr>
          <p:cNvSpPr>
            <a:spLocks xmlns:a="http://schemas.openxmlformats.org/drawingml/2006/main" noGrp="1"/>
          </p:cNvSpPr>
          <p:nvPr/>
        </p:nvSpPr>
        <p:spPr>
          <a:xfrm xmlns:a="http://schemas.openxmlformats.org/drawingml/2006/main">
            <a:off x="457200" y="6781800"/>
            <a:ext cx="685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80" b="0">
                <a:solidFill>
                  <a:srgbClr val="23143A"/>
                </a:solidFill>
                <a:latin typeface="Arial"/>
                <a:ea typeface="Arial"/>
                <a:cs typeface="Arial"/>
              </a:defRPr>
            </a:defPPr>
            <a:lvl1pPr algn="l">
              <a:defRPr sz="1180" b="0">
                <a:solidFill>
                  <a:srgbClr val="23143A"/>
                </a:solidFill>
                <a:latin typeface="Arial"/>
                <a:ea typeface="Arial"/>
                <a:cs typeface="Arial"/>
              </a:defRPr>
            </a:lvl1pPr>
            <a:lvl2pPr algn="l">
              <a:defRPr sz="1180" b="0">
                <a:solidFill>
                  <a:srgbClr val="23143A"/>
                </a:solidFill>
                <a:latin typeface="Arial"/>
                <a:ea typeface="Arial"/>
                <a:cs typeface="Arial"/>
              </a:defRPr>
            </a:lvl2pPr>
            <a:lvl3pPr algn="l">
              <a:defRPr sz="1180" b="0">
                <a:solidFill>
                  <a:srgbClr val="23143A"/>
                </a:solidFill>
                <a:latin typeface="Arial"/>
                <a:ea typeface="Arial"/>
                <a:cs typeface="Arial"/>
              </a:defRPr>
            </a:lvl3pPr>
            <a:lvl4pPr algn="l">
              <a:defRPr sz="1180" b="0">
                <a:solidFill>
                  <a:srgbClr val="23143A"/>
                </a:solidFill>
                <a:latin typeface="Arial"/>
                <a:ea typeface="Arial"/>
                <a:cs typeface="Arial"/>
              </a:defRPr>
            </a:lvl4pPr>
            <a:lvl5pPr algn="l">
              <a:defRPr sz="1180" b="0">
                <a:solidFill>
                  <a:srgbClr val="23143A"/>
                </a:solidFill>
                <a:latin typeface="Arial"/>
                <a:ea typeface="Arial"/>
                <a:cs typeface="Arial"/>
              </a:defRPr>
            </a:lvl5pPr>
            <a:lvl6pPr algn="l">
              <a:defRPr sz="1180" b="0">
                <a:solidFill>
                  <a:srgbClr val="23143A"/>
                </a:solidFill>
                <a:latin typeface="Arial"/>
                <a:ea typeface="Arial"/>
                <a:cs typeface="Arial"/>
              </a:defRPr>
            </a:lvl6pPr>
            <a:lvl7pPr algn="l">
              <a:defRPr sz="1180" b="0">
                <a:solidFill>
                  <a:srgbClr val="23143A"/>
                </a:solidFill>
                <a:latin typeface="Arial"/>
                <a:ea typeface="Arial"/>
                <a:cs typeface="Arial"/>
              </a:defRPr>
            </a:lvl7pPr>
            <a:lvl8pPr algn="l">
              <a:defRPr sz="1180" b="0">
                <a:solidFill>
                  <a:srgbClr val="23143A"/>
                </a:solidFill>
                <a:latin typeface="Arial"/>
                <a:ea typeface="Arial"/>
                <a:cs typeface="Arial"/>
              </a:defRPr>
            </a:lvl8pPr>
            <a:lvl9pPr algn="l">
              <a:defRPr sz="1180" b="0">
                <a:solidFill>
                  <a:srgbClr val="23143A"/>
                </a:solidFill>
                <a:latin typeface="Arial"/>
                <a:ea typeface="Arial"/>
                <a:cs typeface="Arial"/>
              </a:defRPr>
            </a:lvl9pPr>
          </a:lstStyle>
          <a:p xmlns:a="http://schemas.openxmlformats.org/drawingml/2006/main">
            <a:pPr algn="l">
              <a:lnSpc>
                <a:spcPct val="100000"/>
              </a:lnSpc>
              <a:buNone/>
              <a:defRPr sz="1180" b="0">
                <a:solidFill>
                  <a:srgbClr val="23143A"/>
                </a:solidFill>
                <a:latin typeface="Arial"/>
                <a:ea typeface="Arial"/>
                <a:cs typeface="Arial"/>
              </a:defRPr>
            </a:pPr>
            <a:r>
              <a:rPr sz="1180" b="0">
                <a:solidFill>
                  <a:srgbClr val="23143A"/>
                </a:solidFill>
                <a:latin typeface="Arial"/>
                <a:ea typeface="Arial"/>
                <a:cs typeface="Arial"/>
              </a:rPr>
              <a:t>In your usual program log, note how many people you reached, which practice you demonstrated, whether the teach-back explained the action, and any fitting or access requests.</a:t>
            </a:r>
          </a:p>
        </p:txBody>
      </p:sp>
      <p:sp>
        <p:nvSpPr>
          <p:cNvPr id="16" name="Output interpretation">
            <a:extLst xmlns:a="http://schemas.openxmlformats.org/drawingml/2006/main">
              <a:ext uri="{FF2B5EF4-FFF2-40B4-BE49-F238E27FC236}">
                <a16:creationId xmlns:a16="http://schemas.microsoft.com/office/drawing/2014/main" id="{43F7B0D9-324A-42B4-A87E-EC8B6AFEFC9C}"/>
              </a:ext>
            </a:extLst>
          </p:cNvPr>
          <p:cNvSpPr>
            <a:spLocks xmlns:a="http://schemas.openxmlformats.org/drawingml/2006/main" noGrp="1"/>
          </p:cNvSpPr>
          <p:nvPr/>
        </p:nvSpPr>
        <p:spPr>
          <a:xfrm xmlns:a="http://schemas.openxmlformats.org/drawingml/2006/main">
            <a:off x="457200" y="7496175"/>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0" b="1">
                <a:solidFill>
                  <a:srgbClr val="35125F"/>
                </a:solidFill>
                <a:latin typeface="Arial"/>
                <a:ea typeface="Arial"/>
                <a:cs typeface="Arial"/>
              </a:defRPr>
            </a:defPPr>
            <a:lvl1pPr algn="l">
              <a:defRPr sz="1120" b="1">
                <a:solidFill>
                  <a:srgbClr val="35125F"/>
                </a:solidFill>
                <a:latin typeface="Arial"/>
                <a:ea typeface="Arial"/>
                <a:cs typeface="Arial"/>
              </a:defRPr>
            </a:lvl1pPr>
            <a:lvl2pPr algn="l">
              <a:defRPr sz="1120" b="1">
                <a:solidFill>
                  <a:srgbClr val="35125F"/>
                </a:solidFill>
                <a:latin typeface="Arial"/>
                <a:ea typeface="Arial"/>
                <a:cs typeface="Arial"/>
              </a:defRPr>
            </a:lvl2pPr>
            <a:lvl3pPr algn="l">
              <a:defRPr sz="1120" b="1">
                <a:solidFill>
                  <a:srgbClr val="35125F"/>
                </a:solidFill>
                <a:latin typeface="Arial"/>
                <a:ea typeface="Arial"/>
                <a:cs typeface="Arial"/>
              </a:defRPr>
            </a:lvl3pPr>
            <a:lvl4pPr algn="l">
              <a:defRPr sz="1120" b="1">
                <a:solidFill>
                  <a:srgbClr val="35125F"/>
                </a:solidFill>
                <a:latin typeface="Arial"/>
                <a:ea typeface="Arial"/>
                <a:cs typeface="Arial"/>
              </a:defRPr>
            </a:lvl4pPr>
            <a:lvl5pPr algn="l">
              <a:defRPr sz="1120" b="1">
                <a:solidFill>
                  <a:srgbClr val="35125F"/>
                </a:solidFill>
                <a:latin typeface="Arial"/>
                <a:ea typeface="Arial"/>
                <a:cs typeface="Arial"/>
              </a:defRPr>
            </a:lvl5pPr>
            <a:lvl6pPr algn="l">
              <a:defRPr sz="1120" b="1">
                <a:solidFill>
                  <a:srgbClr val="35125F"/>
                </a:solidFill>
                <a:latin typeface="Arial"/>
                <a:ea typeface="Arial"/>
                <a:cs typeface="Arial"/>
              </a:defRPr>
            </a:lvl6pPr>
            <a:lvl7pPr algn="l">
              <a:defRPr sz="1120" b="1">
                <a:solidFill>
                  <a:srgbClr val="35125F"/>
                </a:solidFill>
                <a:latin typeface="Arial"/>
                <a:ea typeface="Arial"/>
                <a:cs typeface="Arial"/>
              </a:defRPr>
            </a:lvl7pPr>
            <a:lvl8pPr algn="l">
              <a:defRPr sz="1120" b="1">
                <a:solidFill>
                  <a:srgbClr val="35125F"/>
                </a:solidFill>
                <a:latin typeface="Arial"/>
                <a:ea typeface="Arial"/>
                <a:cs typeface="Arial"/>
              </a:defRPr>
            </a:lvl8pPr>
            <a:lvl9pPr algn="l">
              <a:defRPr sz="1120" b="1">
                <a:solidFill>
                  <a:srgbClr val="35125F"/>
                </a:solidFill>
                <a:latin typeface="Arial"/>
                <a:ea typeface="Arial"/>
                <a:cs typeface="Arial"/>
              </a:defRPr>
            </a:lvl9pPr>
          </a:lstStyle>
          <a:p xmlns:a="http://schemas.openxmlformats.org/drawingml/2006/main">
            <a:pPr algn="l">
              <a:lnSpc>
                <a:spcPct val="100000"/>
              </a:lnSpc>
              <a:buNone/>
              <a:defRPr sz="1120" b="1">
                <a:solidFill>
                  <a:srgbClr val="35125F"/>
                </a:solidFill>
                <a:latin typeface="Arial"/>
                <a:ea typeface="Arial"/>
                <a:cs typeface="Arial"/>
              </a:defRPr>
            </a:pPr>
            <a:r>
              <a:rPr sz="1120" b="1">
                <a:solidFill>
                  <a:srgbClr val="35125F"/>
                </a:solidFill>
                <a:latin typeface="Arial"/>
                <a:ea typeface="Arial"/>
                <a:cs typeface="Arial"/>
              </a:rPr>
              <a:t>These are delivery, comprehension, and access outputs. These outputs do not measure driving behavior, crash prevention, or injury reduction.</a:t>
            </a:r>
          </a:p>
        </p:txBody>
      </p:sp>
      <p:sp>
        <p:nvSpPr>
          <p:cNvPr id="17" name="Website and resources footer">
            <a:extLst xmlns:a="http://schemas.openxmlformats.org/drawingml/2006/main">
              <a:ext uri="{FF2B5EF4-FFF2-40B4-BE49-F238E27FC236}">
                <a16:creationId xmlns:a16="http://schemas.microsoft.com/office/drawing/2014/main" id="{4B8266D3-48C1-4DD4-8311-F74B40B483A8}"/>
              </a:ext>
            </a:extLst>
          </p:cNvPr>
          <p:cNvSpPr>
            <a:spLocks xmlns:a="http://schemas.openxmlformats.org/drawingml/2006/main" noGrp="1"/>
          </p:cNvSpPr>
          <p:nvPr/>
        </p:nvSpPr>
        <p:spPr>
          <a:xfrm xmlns:a="http://schemas.openxmlformats.org/drawingml/2006/main">
            <a:off x="0" y="9201150"/>
            <a:ext cx="7772400" cy="85725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18" name="">
            <a:extLst xmlns:a="http://schemas.openxmlformats.org/drawingml/2006/main">
              <a:ext uri="{FF2B5EF4-FFF2-40B4-BE49-F238E27FC236}">
                <a16:creationId xmlns:a16="http://schemas.microsoft.com/office/drawing/2014/main" id="{7C62C991-ABF9-4ADC-8BAB-8230DA91FB8A}"/>
              </a:ext>
            </a:extLst>
          </p:cNvPr>
          <p:cNvPicPr>
            <a:picLocks xmlns:a="http://schemas.openxmlformats.org/drawingml/2006/main" noChangeAspect="1"/>
          </p:cNvPicPr>
          <p:nvPr/>
        </p:nvPicPr>
        <p:blipFill>
          <a:blip xmlns:r="http://schemas.openxmlformats.org/officeDocument/2006/relationships" xmlns:a="http://schemas.openxmlformats.org/drawingml/2006/main" r:embed="R290e8b63d4a740b5"/>
          <a:stretch xmlns:a="http://schemas.openxmlformats.org/drawingml/2006/main"/>
        </p:blipFill>
        <p:spPr>
          <a:xfrm xmlns:a="http://schemas.openxmlformats.org/drawingml/2006/main">
            <a:off x="323850" y="9334500"/>
            <a:ext cx="590550" cy="590550"/>
          </a:xfrm>
          <a:prstGeom xmlns:a="http://schemas.openxmlformats.org/drawingml/2006/main" prst="rect">
            <a:avLst/>
          </a:prstGeom>
        </p:spPr>
      </p:pic>
      <p:sp>
        <p:nvSpPr>
          <p:cNvPr id="19" name="QR code quiet zone">
            <a:extLst xmlns:a="http://schemas.openxmlformats.org/drawingml/2006/main">
              <a:ext uri="{FF2B5EF4-FFF2-40B4-BE49-F238E27FC236}">
                <a16:creationId xmlns:a16="http://schemas.microsoft.com/office/drawing/2014/main" id="{853DE9A6-A025-46D7-8E8B-B54D55D01024}"/>
              </a:ext>
            </a:extLst>
          </p:cNvPr>
          <p:cNvSpPr>
            <a:spLocks xmlns:a="http://schemas.openxmlformats.org/drawingml/2006/main" noGrp="1"/>
          </p:cNvSpPr>
          <p:nvPr/>
        </p:nvSpPr>
        <p:spPr>
          <a:xfrm xmlns:a="http://schemas.openxmlformats.org/drawingml/2006/main">
            <a:off x="6810375" y="9267825"/>
            <a:ext cx="723900" cy="723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8EC6E260-189C-4F9C-A582-782C69E5CDDF}"/>
              </a:ext>
            </a:extLst>
          </p:cNvPr>
          <p:cNvPicPr>
            <a:picLocks xmlns:a="http://schemas.openxmlformats.org/drawingml/2006/main" noChangeAspect="1"/>
          </p:cNvPicPr>
          <p:nvPr/>
        </p:nvPicPr>
        <p:blipFill>
          <a:blip xmlns:r="http://schemas.openxmlformats.org/officeDocument/2006/relationships" xmlns:a="http://schemas.openxmlformats.org/drawingml/2006/main" r:embed="R09c75882f2884ae9"/>
          <a:stretch xmlns:a="http://schemas.openxmlformats.org/drawingml/2006/main"/>
        </p:blipFill>
        <p:spPr>
          <a:xfrm xmlns:a="http://schemas.openxmlformats.org/drawingml/2006/main">
            <a:off x="6838950" y="9296400"/>
            <a:ext cx="666750" cy="666750"/>
          </a:xfrm>
          <a:prstGeom xmlns:a="http://schemas.openxmlformats.org/drawingml/2006/main" prst="rect">
            <a:avLst/>
          </a:prstGeom>
        </p:spPr>
      </p:pic>
      <p:sp>
        <p:nvSpPr>
          <p:cNvPr id="21" name="Website">
            <a:extLst xmlns:a="http://schemas.openxmlformats.org/drawingml/2006/main">
              <a:ext uri="{FF2B5EF4-FFF2-40B4-BE49-F238E27FC236}">
                <a16:creationId xmlns:a16="http://schemas.microsoft.com/office/drawing/2014/main" id="{623F33FD-3B59-4156-9A52-663B00EE200D}"/>
              </a:ext>
            </a:extLst>
          </p:cNvPr>
          <p:cNvSpPr>
            <a:spLocks xmlns:a="http://schemas.openxmlformats.org/drawingml/2006/main" noGrp="1"/>
          </p:cNvSpPr>
          <p:nvPr/>
        </p:nvSpPr>
        <p:spPr>
          <a:xfrm xmlns:a="http://schemas.openxmlformats.org/drawingml/2006/main">
            <a:off x="1066800" y="9363075"/>
            <a:ext cx="5581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FF0A"/>
                </a:solidFill>
                <a:latin typeface="Space Grotesk"/>
                <a:ea typeface="Space Grotesk"/>
                <a:cs typeface="Space Grotesk"/>
              </a:defRPr>
            </a:defPPr>
            <a:lvl1pPr algn="l">
              <a:defRPr sz="1400" b="1">
                <a:solidFill>
                  <a:srgbClr val="FFFF0A"/>
                </a:solidFill>
                <a:latin typeface="Space Grotesk"/>
                <a:ea typeface="Space Grotesk"/>
                <a:cs typeface="Space Grotesk"/>
              </a:defRPr>
            </a:lvl1pPr>
            <a:lvl2pPr algn="l">
              <a:defRPr sz="1400" b="1">
                <a:solidFill>
                  <a:srgbClr val="FFFF0A"/>
                </a:solidFill>
                <a:latin typeface="Space Grotesk"/>
                <a:ea typeface="Space Grotesk"/>
                <a:cs typeface="Space Grotesk"/>
              </a:defRPr>
            </a:lvl2pPr>
            <a:lvl3pPr algn="l">
              <a:defRPr sz="1400" b="1">
                <a:solidFill>
                  <a:srgbClr val="FFFF0A"/>
                </a:solidFill>
                <a:latin typeface="Space Grotesk"/>
                <a:ea typeface="Space Grotesk"/>
                <a:cs typeface="Space Grotesk"/>
              </a:defRPr>
            </a:lvl3pPr>
            <a:lvl4pPr algn="l">
              <a:defRPr sz="1400" b="1">
                <a:solidFill>
                  <a:srgbClr val="FFFF0A"/>
                </a:solidFill>
                <a:latin typeface="Space Grotesk"/>
                <a:ea typeface="Space Grotesk"/>
                <a:cs typeface="Space Grotesk"/>
              </a:defRPr>
            </a:lvl4pPr>
            <a:lvl5pPr algn="l">
              <a:defRPr sz="1400" b="1">
                <a:solidFill>
                  <a:srgbClr val="FFFF0A"/>
                </a:solidFill>
                <a:latin typeface="Space Grotesk"/>
                <a:ea typeface="Space Grotesk"/>
                <a:cs typeface="Space Grotesk"/>
              </a:defRPr>
            </a:lvl5pPr>
            <a:lvl6pPr algn="l">
              <a:defRPr sz="1400" b="1">
                <a:solidFill>
                  <a:srgbClr val="FFFF0A"/>
                </a:solidFill>
                <a:latin typeface="Space Grotesk"/>
                <a:ea typeface="Space Grotesk"/>
                <a:cs typeface="Space Grotesk"/>
              </a:defRPr>
            </a:lvl6pPr>
            <a:lvl7pPr algn="l">
              <a:defRPr sz="1400" b="1">
                <a:solidFill>
                  <a:srgbClr val="FFFF0A"/>
                </a:solidFill>
                <a:latin typeface="Space Grotesk"/>
                <a:ea typeface="Space Grotesk"/>
                <a:cs typeface="Space Grotesk"/>
              </a:defRPr>
            </a:lvl7pPr>
            <a:lvl8pPr algn="l">
              <a:defRPr sz="1400" b="1">
                <a:solidFill>
                  <a:srgbClr val="FFFF0A"/>
                </a:solidFill>
                <a:latin typeface="Space Grotesk"/>
                <a:ea typeface="Space Grotesk"/>
                <a:cs typeface="Space Grotesk"/>
              </a:defRPr>
            </a:lvl8pPr>
            <a:lvl9pPr algn="l">
              <a:defRPr sz="1400" b="1">
                <a:solidFill>
                  <a:srgbClr val="FFFF0A"/>
                </a:solidFill>
                <a:latin typeface="Space Grotesk"/>
                <a:ea typeface="Space Grotesk"/>
                <a:cs typeface="Space Grotesk"/>
              </a:defRPr>
            </a:lvl9pPr>
          </a:lstStyle>
          <a:p xmlns:a="http://schemas.openxmlformats.org/drawingml/2006/main">
            <a:pPr algn="l">
              <a:lnSpc>
                <a:spcPct val="100000"/>
              </a:lnSpc>
              <a:buNone/>
              <a:defRPr sz="1400" b="1">
                <a:solidFill>
                  <a:srgbClr val="FFFF0A"/>
                </a:solidFill>
                <a:latin typeface="Space Grotesk"/>
                <a:ea typeface="Space Grotesk"/>
                <a:cs typeface="Space Grotesk"/>
              </a:defRPr>
            </a:pPr>
            <a:r>
              <a:rPr sz="1400" b="1">
                <a:solidFill>
                  <a:srgbClr val="FFFF0A"/>
                </a:solidFill>
                <a:latin typeface="Space Grotesk"/>
                <a:ea typeface="Space Grotesk"/>
                <a:cs typeface="Space Grotesk"/>
              </a:rPr>
              <a:t>3fp.org</a:t>
            </a:r>
          </a:p>
        </p:txBody>
      </p:sp>
      <p:sp>
        <p:nvSpPr>
          <p:cNvPr id="22" name="Groups and public rides">
            <a:extLst xmlns:a="http://schemas.openxmlformats.org/drawingml/2006/main">
              <a:ext uri="{FF2B5EF4-FFF2-40B4-BE49-F238E27FC236}">
                <a16:creationId xmlns:a16="http://schemas.microsoft.com/office/drawing/2014/main" id="{5CB83907-3909-45FE-8BC8-21768FC4ABB7}"/>
              </a:ext>
            </a:extLst>
          </p:cNvPr>
          <p:cNvSpPr>
            <a:spLocks xmlns:a="http://schemas.openxmlformats.org/drawingml/2006/main" noGrp="1"/>
          </p:cNvSpPr>
          <p:nvPr/>
        </p:nvSpPr>
        <p:spPr>
          <a:xfrm xmlns:a="http://schemas.openxmlformats.org/drawingml/2006/main">
            <a:off x="1066800" y="9667875"/>
            <a:ext cx="5581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FFFFFF"/>
                </a:solidFill>
                <a:latin typeface="Arial"/>
                <a:ea typeface="Arial"/>
                <a:cs typeface="Arial"/>
              </a:defRPr>
            </a:defPPr>
            <a:lvl1pPr algn="l">
              <a:defRPr sz="1020" b="1">
                <a:solidFill>
                  <a:srgbClr val="FFFFFF"/>
                </a:solidFill>
                <a:latin typeface="Arial"/>
                <a:ea typeface="Arial"/>
                <a:cs typeface="Arial"/>
              </a:defRPr>
            </a:lvl1pPr>
            <a:lvl2pPr algn="l">
              <a:defRPr sz="1020" b="1">
                <a:solidFill>
                  <a:srgbClr val="FFFFFF"/>
                </a:solidFill>
                <a:latin typeface="Arial"/>
                <a:ea typeface="Arial"/>
                <a:cs typeface="Arial"/>
              </a:defRPr>
            </a:lvl2pPr>
            <a:lvl3pPr algn="l">
              <a:defRPr sz="1020" b="1">
                <a:solidFill>
                  <a:srgbClr val="FFFFFF"/>
                </a:solidFill>
                <a:latin typeface="Arial"/>
                <a:ea typeface="Arial"/>
                <a:cs typeface="Arial"/>
              </a:defRPr>
            </a:lvl3pPr>
            <a:lvl4pPr algn="l">
              <a:defRPr sz="1020" b="1">
                <a:solidFill>
                  <a:srgbClr val="FFFFFF"/>
                </a:solidFill>
                <a:latin typeface="Arial"/>
                <a:ea typeface="Arial"/>
                <a:cs typeface="Arial"/>
              </a:defRPr>
            </a:lvl4pPr>
            <a:lvl5pPr algn="l">
              <a:defRPr sz="1020" b="1">
                <a:solidFill>
                  <a:srgbClr val="FFFFFF"/>
                </a:solidFill>
                <a:latin typeface="Arial"/>
                <a:ea typeface="Arial"/>
                <a:cs typeface="Arial"/>
              </a:defRPr>
            </a:lvl5pPr>
            <a:lvl6pPr algn="l">
              <a:defRPr sz="1020" b="1">
                <a:solidFill>
                  <a:srgbClr val="FFFFFF"/>
                </a:solidFill>
                <a:latin typeface="Arial"/>
                <a:ea typeface="Arial"/>
                <a:cs typeface="Arial"/>
              </a:defRPr>
            </a:lvl6pPr>
            <a:lvl7pPr algn="l">
              <a:defRPr sz="1020" b="1">
                <a:solidFill>
                  <a:srgbClr val="FFFFFF"/>
                </a:solidFill>
                <a:latin typeface="Arial"/>
                <a:ea typeface="Arial"/>
                <a:cs typeface="Arial"/>
              </a:defRPr>
            </a:lvl7pPr>
            <a:lvl8pPr algn="l">
              <a:defRPr sz="1020" b="1">
                <a:solidFill>
                  <a:srgbClr val="FFFFFF"/>
                </a:solidFill>
                <a:latin typeface="Arial"/>
                <a:ea typeface="Arial"/>
                <a:cs typeface="Arial"/>
              </a:defRPr>
            </a:lvl8pPr>
            <a:lvl9pPr algn="l">
              <a:defRPr sz="1020" b="1">
                <a:solidFill>
                  <a:srgbClr val="FFFFFF"/>
                </a:solidFill>
                <a:latin typeface="Arial"/>
                <a:ea typeface="Arial"/>
                <a:cs typeface="Arial"/>
              </a:defRPr>
            </a:lvl9pPr>
          </a:lstStyle>
          <a:p xmlns:a="http://schemas.openxmlformats.org/drawingml/2006/main">
            <a:pPr algn="l">
              <a:lnSpc>
                <a:spcPct val="100000"/>
              </a:lnSpc>
              <a:buNone/>
              <a:defRPr sz="1020" b="1">
                <a:solidFill>
                  <a:srgbClr val="FFFFFF"/>
                </a:solidFill>
                <a:latin typeface="Arial"/>
                <a:ea typeface="Arial"/>
                <a:cs typeface="Arial"/>
              </a:defRPr>
            </a:pPr>
            <a:r>
              <a:rPr sz="1020" b="1">
                <a:solidFill>
                  <a:srgbClr val="FFFFFF"/>
                </a:solidFill>
                <a:latin typeface="Arial"/>
                <a:ea typeface="Arial"/>
                <a:cs typeface="Arial"/>
              </a:rPr>
              <a:t>Find groups and public rides at 3fp.org.</a:t>
            </a:r>
          </a:p>
        </p:txBody>
      </p:sp>
    </p:spTree>
    <p:extLst>
      <p:ext uri="{BB962C8B-B14F-4D97-AF65-F5344CB8AC3E}">
        <p14:creationId xmlns:p14="http://schemas.microsoft.com/office/powerpoint/2010/main" val="793757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2026-10-29T14:26:27.4580000Z</dcterms:created>
  <dcterms:modified xsi:type="dcterms:W3CDTF">2026-10-29T14:26:27.4580000Z</dcterms:modified>
</coreProperties>
</file>