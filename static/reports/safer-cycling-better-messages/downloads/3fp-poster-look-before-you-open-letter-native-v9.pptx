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248b905e8d4814" /><Relationship Type="http://schemas.openxmlformats.org/officeDocument/2006/relationships/extended-properties" Target="/docProps/app.xml" Id="R1850dc72a2874dde" /><Relationship Type="http://schemas.openxmlformats.org/officeDocument/2006/relationships/officeDocument" Target="/ppt/presentation.xml" Id="R5ffecb740867463a" /></Relationships>
</file>

<file path=ppt/presentation.xml><?xml version="1.0" encoding="utf-8"?>
<p:presentation xmlns:p="http://schemas.openxmlformats.org/presentationml/2006/main">
  <p:sldMasterIdLst>
    <p:sldMasterId xmlns:r="http://schemas.openxmlformats.org/officeDocument/2006/relationships" id="2147483648" r:id="R831c61a23b39403d"/>
  </p:sldMasterIdLst>
  <p:notesMasterIdLst>
    <p:notesMasterId xmlns:r="http://schemas.openxmlformats.org/officeDocument/2006/relationships" r:id="Ra94fca8284354340"/>
  </p:notesMasterIdLst>
  <p:sldIdLst>
    <p:sldId xmlns:r="http://schemas.openxmlformats.org/officeDocument/2006/relationships" id="256" r:id="R6e169b8d2fba453c"/>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4d0ca2b54e4aff" /><Relationship Type="http://schemas.openxmlformats.org/officeDocument/2006/relationships/slideMaster" Target="/ppt/slideMasters/slideMaster1.xml" Id="R831c61a23b39403d" /><Relationship Type="http://schemas.openxmlformats.org/officeDocument/2006/relationships/notesMaster" Target="/ppt/notesMasters/notesMaster1.xml" Id="Ra94fca8284354340" /><Relationship Type="http://schemas.openxmlformats.org/officeDocument/2006/relationships/presProps" Target="/ppt/presProps.xml" Id="R1bc5d8e63fbd4fe8" /><Relationship Type="http://schemas.openxmlformats.org/officeDocument/2006/relationships/tableStyles" Target="/ppt/tableStyles.xml" Id="Rc65fa3020949478f" /><Relationship Type="http://schemas.openxmlformats.org/officeDocument/2006/relationships/slide" Target="/ppt/slides/slide1.xml" Id="R6e169b8d2fba45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8aa0f6557847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4c127656b748fc" /><Relationship Type="http://schemas.openxmlformats.org/officeDocument/2006/relationships/notesMaster" Target="/ppt/notesMasters/notesMaster1.xml" Id="Rf6a96c37ba814d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Poster: Look Before You Open. This exact creative is an untested campaign hypothesis using specific guideline-based actions, not a demonstrated crash-reduction intervention. Campaign artwork is an original generated illustration. QR code opens the 3 Feet Please homepage.</a:t>
            </a:r>
          </a:p>
          <a:p xmlns:a="http://schemas.openxmlformats.org/drawingml/2006/main">
            <a:r>
              <a:t>VERSION REVIEW: v8 local edition; reviewed 2026-10-22. Exact 3FP message/artwork remains untested.</a:t>
            </a:r>
          </a:p>
          <a:p xmlns:a="http://schemas.openxmlformats.org/drawingml/2006/main">
            <a:r>
              <a:t>Emotional copy: “A teacher’s riding home. Look before you open.” is a creative proposal informed by audience and behavior guidance. The exact print copy is untested and has not demonstrated crash reduction or crash prevention.</a:t>
            </a:r>
          </a:p>
          <a:p xmlns:a="http://schemas.openxmlformats.org/drawingml/2006/main">
            <a:r>
              <a:t>Evidence and endpoint: the exact poster is untested; NHTSA provides practice guidance, while adjacent passing and door/turn studies do not test this artwork or establish a poster effect. Door-check endpoint: pretest whether drivers and passengers understand to check beside/behind and open only when clear; knowledge does not prove real-world checking or prevented dooring.</a:t>
            </a:r>
          </a:p>
          <a:p xmlns:a="http://schemas.openxmlformats.org/drawingml/2006/main">
            <a:r>
              <a:t>Practitioner delivery: place where the intended driver audience can pause to read. Use the local passing law and an accurate jurisdiction-specific discussion; do not expose people to hazardous traffic for evaluation.</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NHTSA Cycling Skills Clinic Guide: https://www.nhtsa.gov/document/cycling-skills-clinic-guide</a:t>
            </a:r>
          </a:p>
          <a:p xmlns:a="http://schemas.openxmlformats.org/drawingml/2006/main">
            <a:r>
              <a:t>NHTSA Bicycle Safety: https://www.nhtsa.gov/road-safety/bicycle-safety</a:t>
            </a:r>
          </a:p>
          <a:p xmlns:a="http://schemas.openxmlformats.org/drawingml/2006/main">
            <a:r>
              <a:t>QR code destination: https://3fp.org</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bf5ed7b636480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0fab88e8adc4a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e07b77d00246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06be06566042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055a4b7991429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515142b60d43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37F6C5-F486-4D19-88F4-3806BD8F9B74}"/>
              </a:ext>
            </a:extLst>
          </p:cNvPr>
          <p:cNvSpPr>
            <a:spLocks xmlns:a="http://schemas.openxmlformats.org/drawingml/2006/main" noGrp="1"/>
          </p:cNvSpPr>
          <p:nvPr>
            <p:ph type="title" idx="0"/>
          </p:nvPr>
        </p:nvSpPr>
        <p:spPr>
          <a:xfrm xmlns:a="http://schemas.openxmlformats.org/drawingml/2006/main">
            <a:off x="777240" y="3799840"/>
            <a:ext cx="6217920" cy="14528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060" b="1">
                <a:solidFill>
                  <a:schemeClr val="tx1"/>
                </a:solidFill>
                <a:latin typeface="+mj-lt"/>
                <a:ea typeface="+mj-lt"/>
                <a:cs typeface="+mj-lt"/>
              </a:defRPr>
            </a:defPPr>
            <a:lvl1pPr marL="0" indent="0" algn="ctr">
              <a:lnSpc>
                <a:spcPct val="110000"/>
              </a:lnSpc>
              <a:spcBef>
                <a:spcPts val="0"/>
              </a:spcBef>
              <a:spcAft>
                <a:spcPts val="0"/>
              </a:spcAft>
              <a:buNone/>
              <a:defRPr sz="3060" b="1">
                <a:solidFill>
                  <a:schemeClr val="tx1"/>
                </a:solidFill>
                <a:latin typeface="+mj-lt"/>
                <a:ea typeface="+mj-lt"/>
                <a:cs typeface="+mj-lt"/>
              </a:defRPr>
            </a:lvl1pPr>
            <a:lvl2pPr marL="0" indent="0" algn="ctr">
              <a:lnSpc>
                <a:spcPct val="110000"/>
              </a:lnSpc>
              <a:spcBef>
                <a:spcPts val="0"/>
              </a:spcBef>
              <a:spcAft>
                <a:spcPts val="0"/>
              </a:spcAft>
              <a:buNone/>
              <a:defRPr sz="3060" b="1">
                <a:solidFill>
                  <a:schemeClr val="tx1"/>
                </a:solidFill>
                <a:latin typeface="+mj-lt"/>
                <a:ea typeface="+mj-lt"/>
                <a:cs typeface="+mj-lt"/>
              </a:defRPr>
            </a:lvl2pPr>
            <a:lvl3pPr marL="0" indent="0" algn="ctr">
              <a:lnSpc>
                <a:spcPct val="110000"/>
              </a:lnSpc>
              <a:spcBef>
                <a:spcPts val="0"/>
              </a:spcBef>
              <a:spcAft>
                <a:spcPts val="0"/>
              </a:spcAft>
              <a:buNone/>
              <a:defRPr sz="3060" b="1">
                <a:solidFill>
                  <a:schemeClr val="tx1"/>
                </a:solidFill>
                <a:latin typeface="+mj-lt"/>
                <a:ea typeface="+mj-lt"/>
                <a:cs typeface="+mj-lt"/>
              </a:defRPr>
            </a:lvl3pPr>
            <a:lvl4pPr marL="0" indent="0" algn="ctr">
              <a:lnSpc>
                <a:spcPct val="110000"/>
              </a:lnSpc>
              <a:spcBef>
                <a:spcPts val="0"/>
              </a:spcBef>
              <a:spcAft>
                <a:spcPts val="0"/>
              </a:spcAft>
              <a:buNone/>
              <a:defRPr sz="3060" b="1">
                <a:solidFill>
                  <a:schemeClr val="tx1"/>
                </a:solidFill>
                <a:latin typeface="+mj-lt"/>
                <a:ea typeface="+mj-lt"/>
                <a:cs typeface="+mj-lt"/>
              </a:defRPr>
            </a:lvl4pPr>
            <a:lvl5pPr marL="0" indent="0" algn="ctr">
              <a:lnSpc>
                <a:spcPct val="110000"/>
              </a:lnSpc>
              <a:spcBef>
                <a:spcPts val="0"/>
              </a:spcBef>
              <a:spcAft>
                <a:spcPts val="0"/>
              </a:spcAft>
              <a:buNone/>
              <a:defRPr sz="3060" b="1">
                <a:solidFill>
                  <a:schemeClr val="tx1"/>
                </a:solidFill>
                <a:latin typeface="+mj-lt"/>
                <a:ea typeface="+mj-lt"/>
                <a:cs typeface="+mj-lt"/>
              </a:defRPr>
            </a:lvl5pPr>
            <a:lvl6pPr marL="0" indent="0" algn="ctr">
              <a:lnSpc>
                <a:spcPct val="110000"/>
              </a:lnSpc>
              <a:spcBef>
                <a:spcPts val="0"/>
              </a:spcBef>
              <a:spcAft>
                <a:spcPts val="0"/>
              </a:spcAft>
              <a:buNone/>
              <a:defRPr sz="3060" b="1">
                <a:solidFill>
                  <a:schemeClr val="tx1"/>
                </a:solidFill>
                <a:latin typeface="+mj-lt"/>
                <a:ea typeface="+mj-lt"/>
                <a:cs typeface="+mj-lt"/>
              </a:defRPr>
            </a:lvl6pPr>
            <a:lvl7pPr marL="0" indent="0" algn="ctr">
              <a:lnSpc>
                <a:spcPct val="110000"/>
              </a:lnSpc>
              <a:spcBef>
                <a:spcPts val="0"/>
              </a:spcBef>
              <a:spcAft>
                <a:spcPts val="0"/>
              </a:spcAft>
              <a:buNone/>
              <a:defRPr sz="3060" b="1">
                <a:solidFill>
                  <a:schemeClr val="tx1"/>
                </a:solidFill>
                <a:latin typeface="+mj-lt"/>
                <a:ea typeface="+mj-lt"/>
                <a:cs typeface="+mj-lt"/>
              </a:defRPr>
            </a:lvl7pPr>
            <a:lvl8pPr marL="0" indent="0" algn="ctr">
              <a:lnSpc>
                <a:spcPct val="110000"/>
              </a:lnSpc>
              <a:spcBef>
                <a:spcPts val="0"/>
              </a:spcBef>
              <a:spcAft>
                <a:spcPts val="0"/>
              </a:spcAft>
              <a:buNone/>
              <a:defRPr sz="3060" b="1">
                <a:solidFill>
                  <a:schemeClr val="tx1"/>
                </a:solidFill>
                <a:latin typeface="+mj-lt"/>
                <a:ea typeface="+mj-lt"/>
                <a:cs typeface="+mj-lt"/>
              </a:defRPr>
            </a:lvl8pPr>
            <a:lvl9pPr marL="0" indent="0" algn="ctr">
              <a:lnSpc>
                <a:spcPct val="110000"/>
              </a:lnSpc>
              <a:spcBef>
                <a:spcPts val="0"/>
              </a:spcBef>
              <a:spcAft>
                <a:spcPts val="0"/>
              </a:spcAft>
              <a:buNone/>
              <a:defRPr sz="30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CC7DF1-1E5C-41C9-8A58-7829FF7341CF}"/>
              </a:ext>
            </a:extLst>
          </p:cNvPr>
          <p:cNvSpPr>
            <a:spLocks xmlns:a="http://schemas.openxmlformats.org/drawingml/2006/main" noGrp="1"/>
          </p:cNvSpPr>
          <p:nvPr>
            <p:ph type="subTitle" idx="1"/>
          </p:nvPr>
        </p:nvSpPr>
        <p:spPr>
          <a:xfrm xmlns:a="http://schemas.openxmlformats.org/drawingml/2006/main">
            <a:off x="1165860" y="5532120"/>
            <a:ext cx="544068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39" b="0">
                <a:solidFill>
                  <a:schemeClr val="tx1"/>
                </a:solidFill>
                <a:latin typeface="+mn-lt"/>
                <a:ea typeface="+mn-lt"/>
                <a:cs typeface="+mn-lt"/>
              </a:defRPr>
            </a:defPPr>
            <a:lvl1pPr marL="0" indent="0" algn="ctr">
              <a:lnSpc>
                <a:spcPct val="110000"/>
              </a:lnSpc>
              <a:spcBef>
                <a:spcPts val="0"/>
              </a:spcBef>
              <a:spcAft>
                <a:spcPts val="0"/>
              </a:spcAft>
              <a:buNone/>
              <a:defRPr sz="1339" b="0">
                <a:solidFill>
                  <a:schemeClr val="tx1"/>
                </a:solidFill>
                <a:latin typeface="+mn-lt"/>
                <a:ea typeface="+mn-lt"/>
                <a:cs typeface="+mn-lt"/>
              </a:defRPr>
            </a:lvl1pPr>
            <a:lvl2pPr marL="0" indent="0" algn="ctr">
              <a:lnSpc>
                <a:spcPct val="110000"/>
              </a:lnSpc>
              <a:spcBef>
                <a:spcPts val="0"/>
              </a:spcBef>
              <a:spcAft>
                <a:spcPts val="0"/>
              </a:spcAft>
              <a:buNone/>
              <a:defRPr sz="1339" b="0">
                <a:solidFill>
                  <a:schemeClr val="tx1"/>
                </a:solidFill>
                <a:latin typeface="+mn-lt"/>
                <a:ea typeface="+mn-lt"/>
                <a:cs typeface="+mn-lt"/>
              </a:defRPr>
            </a:lvl2pPr>
            <a:lvl3pPr marL="0" indent="0" algn="ctr">
              <a:lnSpc>
                <a:spcPct val="110000"/>
              </a:lnSpc>
              <a:spcBef>
                <a:spcPts val="0"/>
              </a:spcBef>
              <a:spcAft>
                <a:spcPts val="0"/>
              </a:spcAft>
              <a:buNone/>
              <a:defRPr sz="1339" b="0">
                <a:solidFill>
                  <a:schemeClr val="tx1"/>
                </a:solidFill>
                <a:latin typeface="+mn-lt"/>
                <a:ea typeface="+mn-lt"/>
                <a:cs typeface="+mn-lt"/>
              </a:defRPr>
            </a:lvl3pPr>
            <a:lvl4pPr marL="0" indent="0" algn="ctr">
              <a:lnSpc>
                <a:spcPct val="110000"/>
              </a:lnSpc>
              <a:spcBef>
                <a:spcPts val="0"/>
              </a:spcBef>
              <a:spcAft>
                <a:spcPts val="0"/>
              </a:spcAft>
              <a:buNone/>
              <a:defRPr sz="1339" b="0">
                <a:solidFill>
                  <a:schemeClr val="tx1"/>
                </a:solidFill>
                <a:latin typeface="+mn-lt"/>
                <a:ea typeface="+mn-lt"/>
                <a:cs typeface="+mn-lt"/>
              </a:defRPr>
            </a:lvl4pPr>
            <a:lvl5pPr marL="0" indent="0" algn="ctr">
              <a:lnSpc>
                <a:spcPct val="110000"/>
              </a:lnSpc>
              <a:spcBef>
                <a:spcPts val="0"/>
              </a:spcBef>
              <a:spcAft>
                <a:spcPts val="0"/>
              </a:spcAft>
              <a:buNone/>
              <a:defRPr sz="1339" b="0">
                <a:solidFill>
                  <a:schemeClr val="tx1"/>
                </a:solidFill>
                <a:latin typeface="+mn-lt"/>
                <a:ea typeface="+mn-lt"/>
                <a:cs typeface="+mn-lt"/>
              </a:defRPr>
            </a:lvl5pPr>
            <a:lvl6pPr marL="0" indent="0" algn="ctr">
              <a:lnSpc>
                <a:spcPct val="110000"/>
              </a:lnSpc>
              <a:spcBef>
                <a:spcPts val="0"/>
              </a:spcBef>
              <a:spcAft>
                <a:spcPts val="0"/>
              </a:spcAft>
              <a:buNone/>
              <a:defRPr sz="1339" b="0">
                <a:solidFill>
                  <a:schemeClr val="tx1"/>
                </a:solidFill>
                <a:latin typeface="+mn-lt"/>
                <a:ea typeface="+mn-lt"/>
                <a:cs typeface="+mn-lt"/>
              </a:defRPr>
            </a:lvl6pPr>
            <a:lvl7pPr marL="0" indent="0" algn="ctr">
              <a:lnSpc>
                <a:spcPct val="110000"/>
              </a:lnSpc>
              <a:spcBef>
                <a:spcPts val="0"/>
              </a:spcBef>
              <a:spcAft>
                <a:spcPts val="0"/>
              </a:spcAft>
              <a:buNone/>
              <a:defRPr sz="1339" b="0">
                <a:solidFill>
                  <a:schemeClr val="tx1"/>
                </a:solidFill>
                <a:latin typeface="+mn-lt"/>
                <a:ea typeface="+mn-lt"/>
                <a:cs typeface="+mn-lt"/>
              </a:defRPr>
            </a:lvl7pPr>
            <a:lvl8pPr marL="0" indent="0" algn="ctr">
              <a:lnSpc>
                <a:spcPct val="110000"/>
              </a:lnSpc>
              <a:spcBef>
                <a:spcPts val="0"/>
              </a:spcBef>
              <a:spcAft>
                <a:spcPts val="0"/>
              </a:spcAft>
              <a:buNone/>
              <a:defRPr sz="1339" b="0">
                <a:solidFill>
                  <a:schemeClr val="tx1"/>
                </a:solidFill>
                <a:latin typeface="+mn-lt"/>
                <a:ea typeface="+mn-lt"/>
                <a:cs typeface="+mn-lt"/>
              </a:defRPr>
            </a:lvl8pPr>
            <a:lvl9pPr marL="0" indent="0" algn="ctr">
              <a:lnSpc>
                <a:spcPct val="110000"/>
              </a:lnSpc>
              <a:spcBef>
                <a:spcPts val="0"/>
              </a:spcBef>
              <a:spcAft>
                <a:spcPts val="0"/>
              </a:spcAft>
              <a:buNone/>
              <a:defRPr sz="133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49BCF7-79A9-4641-BDFC-52F4C577C812}"/>
              </a:ext>
            </a:extLst>
          </p:cNvPr>
          <p:cNvSpPr>
            <a:spLocks xmlns:a="http://schemas.openxmlformats.org/drawingml/2006/main" noGrp="1"/>
          </p:cNvSpPr>
          <p:nvPr>
            <p:ph type="title" idx="0"/>
          </p:nvPr>
        </p:nvSpPr>
        <p:spPr>
          <a:xfrm xmlns:a="http://schemas.openxmlformats.org/drawingml/2006/main">
            <a:off x="777240" y="4191000"/>
            <a:ext cx="6217920" cy="1676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77" b="1">
                <a:solidFill>
                  <a:schemeClr val="tx1"/>
                </a:solidFill>
                <a:latin typeface="+mj-lt"/>
                <a:ea typeface="+mj-lt"/>
                <a:cs typeface="+mj-lt"/>
              </a:defRPr>
            </a:defPPr>
            <a:lvl1pPr marL="0" indent="0" algn="ctr">
              <a:lnSpc>
                <a:spcPct val="110000"/>
              </a:lnSpc>
              <a:spcBef>
                <a:spcPts val="0"/>
              </a:spcBef>
              <a:spcAft>
                <a:spcPts val="0"/>
              </a:spcAft>
              <a:buNone/>
              <a:defRPr sz="2677" b="1">
                <a:solidFill>
                  <a:schemeClr val="tx1"/>
                </a:solidFill>
                <a:latin typeface="+mj-lt"/>
                <a:ea typeface="+mj-lt"/>
                <a:cs typeface="+mj-lt"/>
              </a:defRPr>
            </a:lvl1pPr>
            <a:lvl2pPr marL="0" indent="0" algn="ctr">
              <a:lnSpc>
                <a:spcPct val="110000"/>
              </a:lnSpc>
              <a:spcBef>
                <a:spcPts val="0"/>
              </a:spcBef>
              <a:spcAft>
                <a:spcPts val="0"/>
              </a:spcAft>
              <a:buNone/>
              <a:defRPr sz="2677" b="1">
                <a:solidFill>
                  <a:schemeClr val="tx1"/>
                </a:solidFill>
                <a:latin typeface="+mj-lt"/>
                <a:ea typeface="+mj-lt"/>
                <a:cs typeface="+mj-lt"/>
              </a:defRPr>
            </a:lvl2pPr>
            <a:lvl3pPr marL="0" indent="0" algn="ctr">
              <a:lnSpc>
                <a:spcPct val="110000"/>
              </a:lnSpc>
              <a:spcBef>
                <a:spcPts val="0"/>
              </a:spcBef>
              <a:spcAft>
                <a:spcPts val="0"/>
              </a:spcAft>
              <a:buNone/>
              <a:defRPr sz="2677" b="1">
                <a:solidFill>
                  <a:schemeClr val="tx1"/>
                </a:solidFill>
                <a:latin typeface="+mj-lt"/>
                <a:ea typeface="+mj-lt"/>
                <a:cs typeface="+mj-lt"/>
              </a:defRPr>
            </a:lvl3pPr>
            <a:lvl4pPr marL="0" indent="0" algn="ctr">
              <a:lnSpc>
                <a:spcPct val="110000"/>
              </a:lnSpc>
              <a:spcBef>
                <a:spcPts val="0"/>
              </a:spcBef>
              <a:spcAft>
                <a:spcPts val="0"/>
              </a:spcAft>
              <a:buNone/>
              <a:defRPr sz="2677" b="1">
                <a:solidFill>
                  <a:schemeClr val="tx1"/>
                </a:solidFill>
                <a:latin typeface="+mj-lt"/>
                <a:ea typeface="+mj-lt"/>
                <a:cs typeface="+mj-lt"/>
              </a:defRPr>
            </a:lvl4pPr>
            <a:lvl5pPr marL="0" indent="0" algn="ctr">
              <a:lnSpc>
                <a:spcPct val="110000"/>
              </a:lnSpc>
              <a:spcBef>
                <a:spcPts val="0"/>
              </a:spcBef>
              <a:spcAft>
                <a:spcPts val="0"/>
              </a:spcAft>
              <a:buNone/>
              <a:defRPr sz="2677" b="1">
                <a:solidFill>
                  <a:schemeClr val="tx1"/>
                </a:solidFill>
                <a:latin typeface="+mj-lt"/>
                <a:ea typeface="+mj-lt"/>
                <a:cs typeface="+mj-lt"/>
              </a:defRPr>
            </a:lvl5pPr>
            <a:lvl6pPr marL="0" indent="0" algn="ctr">
              <a:lnSpc>
                <a:spcPct val="110000"/>
              </a:lnSpc>
              <a:spcBef>
                <a:spcPts val="0"/>
              </a:spcBef>
              <a:spcAft>
                <a:spcPts val="0"/>
              </a:spcAft>
              <a:buNone/>
              <a:defRPr sz="2677" b="1">
                <a:solidFill>
                  <a:schemeClr val="tx1"/>
                </a:solidFill>
                <a:latin typeface="+mj-lt"/>
                <a:ea typeface="+mj-lt"/>
                <a:cs typeface="+mj-lt"/>
              </a:defRPr>
            </a:lvl6pPr>
            <a:lvl7pPr marL="0" indent="0" algn="ctr">
              <a:lnSpc>
                <a:spcPct val="110000"/>
              </a:lnSpc>
              <a:spcBef>
                <a:spcPts val="0"/>
              </a:spcBef>
              <a:spcAft>
                <a:spcPts val="0"/>
              </a:spcAft>
              <a:buNone/>
              <a:defRPr sz="2677" b="1">
                <a:solidFill>
                  <a:schemeClr val="tx1"/>
                </a:solidFill>
                <a:latin typeface="+mj-lt"/>
                <a:ea typeface="+mj-lt"/>
                <a:cs typeface="+mj-lt"/>
              </a:defRPr>
            </a:lvl7pPr>
            <a:lvl8pPr marL="0" indent="0" algn="ctr">
              <a:lnSpc>
                <a:spcPct val="110000"/>
              </a:lnSpc>
              <a:spcBef>
                <a:spcPts val="0"/>
              </a:spcBef>
              <a:spcAft>
                <a:spcPts val="0"/>
              </a:spcAft>
              <a:buNone/>
              <a:defRPr sz="2677" b="1">
                <a:solidFill>
                  <a:schemeClr val="tx1"/>
                </a:solidFill>
                <a:latin typeface="+mj-lt"/>
                <a:ea typeface="+mj-lt"/>
                <a:cs typeface="+mj-lt"/>
              </a:defRPr>
            </a:lvl8pPr>
            <a:lvl9pPr marL="0" indent="0" algn="ctr">
              <a:lnSpc>
                <a:spcPct val="110000"/>
              </a:lnSpc>
              <a:spcBef>
                <a:spcPts val="0"/>
              </a:spcBef>
              <a:spcAft>
                <a:spcPts val="0"/>
              </a:spcAft>
              <a:buNone/>
              <a:defRPr sz="267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E12A0D-817F-4C18-BC8D-5911A5605F07}"/>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71CBC1A-6F5F-47AC-AC54-9161E9FA9789}"/>
              </a:ext>
            </a:extLst>
          </p:cNvPr>
          <p:cNvSpPr>
            <a:spLocks xmlns:a="http://schemas.openxmlformats.org/drawingml/2006/main" noGrp="1"/>
          </p:cNvSpPr>
          <p:nvPr>
            <p:ph type="body" idx="1"/>
          </p:nvPr>
        </p:nvSpPr>
        <p:spPr>
          <a:xfrm xmlns:a="http://schemas.openxmlformats.org/drawingml/2006/main">
            <a:off x="437198" y="2794000"/>
            <a:ext cx="689800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092F249-8BFC-457E-97D7-5B5931909641}"/>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11C9BE-2720-4A23-8EFA-3237DEBAB954}"/>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EB5210-6F4B-4322-99CC-127FC061D0D8}"/>
              </a:ext>
            </a:extLst>
          </p:cNvPr>
          <p:cNvSpPr>
            <a:spLocks xmlns:a="http://schemas.openxmlformats.org/drawingml/2006/main" noGrp="1"/>
          </p:cNvSpPr>
          <p:nvPr>
            <p:ph type="body" idx="2"/>
          </p:nvPr>
        </p:nvSpPr>
        <p:spPr>
          <a:xfrm xmlns:a="http://schemas.openxmlformats.org/drawingml/2006/main">
            <a:off x="4129087"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7BABB-9B5C-43B1-8FAA-88D14BF31D7E}"/>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A02D02-21F8-42FE-BED0-90B150FBE8BB}"/>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297aa3bfda463f" /><Relationship Type="http://schemas.openxmlformats.org/officeDocument/2006/relationships/slideLayout" Target="/ppt/slideLayouts/slideLayout1.xml" Id="R8e6d444d19554ee9" /><Relationship Type="http://schemas.openxmlformats.org/officeDocument/2006/relationships/slideLayout" Target="/ppt/slideLayouts/slideLayout2.xml" Id="R8d4c9d174e1746a1" /><Relationship Type="http://schemas.openxmlformats.org/officeDocument/2006/relationships/slideLayout" Target="/ppt/slideLayouts/slideLayout3.xml" Id="R4d01134e9d13429a" /><Relationship Type="http://schemas.openxmlformats.org/officeDocument/2006/relationships/slideLayout" Target="/ppt/slideLayouts/slideLayout4.xml" Id="Rde8a116bd9d44360" /><Relationship Type="http://schemas.openxmlformats.org/officeDocument/2006/relationships/slideLayout" Target="/ppt/slideLayouts/slideLayout5.xml" Id="R1e2bd68e86e0411c" /><Relationship Type="http://schemas.openxmlformats.org/officeDocument/2006/relationships/slideLayout" Target="/ppt/slideLayouts/slideLayout6.xml" Id="R479d6681e67f46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6d444d19554ee9"/>
    <p:sldLayoutId xmlns:r="http://schemas.openxmlformats.org/officeDocument/2006/relationships" id="2147483650" r:id="R8d4c9d174e1746a1"/>
    <p:sldLayoutId xmlns:r="http://schemas.openxmlformats.org/officeDocument/2006/relationships" id="2147483651" r:id="R4d01134e9d13429a"/>
    <p:sldLayoutId xmlns:r="http://schemas.openxmlformats.org/officeDocument/2006/relationships" id="2147483652" r:id="Rde8a116bd9d44360"/>
    <p:sldLayoutId xmlns:r="http://schemas.openxmlformats.org/officeDocument/2006/relationships" id="2147483653" r:id="R1e2bd68e86e0411c"/>
    <p:sldLayoutId xmlns:r="http://schemas.openxmlformats.org/officeDocument/2006/relationships" id="2147483654" r:id="R479d6681e67f46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6e6e260b304e3b" /><Relationship Type="http://schemas.openxmlformats.org/officeDocument/2006/relationships/image" Target="/ppt/media/image.png" Id="R09d71f3a1b594966" /><Relationship Type="http://schemas.openxmlformats.org/officeDocument/2006/relationships/image" Target="/ppt/media/image2.png" Id="Rd1311a0b2e3c4345" /><Relationship Type="http://schemas.openxmlformats.org/officeDocument/2006/relationships/image" Target="/ppt/media/image3.png" Id="R9528f2dfca224112" /><Relationship Type="http://schemas.openxmlformats.org/officeDocument/2006/relationships/notesSlide" Target="/ppt/notesSlides/notesSlide1.xml" Id="R226db525f1ca4a06" /></Relationships>
</file>

<file path=ppt/slides/slide1.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2FE7580-A9B2-4F88-B892-67D99552B7C9}"/>
              </a:ext>
            </a:extLst>
          </p:cNvPr>
          <p:cNvPicPr>
            <a:picLocks xmlns:a="http://schemas.openxmlformats.org/drawingml/2006/main" noChangeAspect="1"/>
          </p:cNvPicPr>
          <p:nvPr/>
        </p:nvPicPr>
        <p:blipFill>
          <a:blip xmlns:r="http://schemas.openxmlformats.org/officeDocument/2006/relationships" xmlns:a="http://schemas.openxmlformats.org/drawingml/2006/main" r:embed="R09d71f3a1b594966"/>
          <a:srcRect xmlns:a="http://schemas.openxmlformats.org/drawingml/2006/main" l="0" t="6863" r="0" b="6863"/>
          <a:stretch xmlns:a="http://schemas.openxmlformats.org/drawingml/2006/main">
            <a:fillRect l="0" t="0" r="0" b="0"/>
          </a:stretch>
        </p:blipFill>
        <p:spPr>
          <a:xfrm xmlns:a="http://schemas.openxmlformats.org/drawingml/2006/main">
            <a:off x="0" y="0"/>
            <a:ext cx="7772400" cy="10058400"/>
          </a:xfrm>
          <a:prstGeom xmlns:a="http://schemas.openxmlformats.org/drawingml/2006/main" prst="rect">
            <a:avLst/>
          </a:prstGeom>
        </p:spPr>
      </p:pic>
      <p:sp>
        <p:nvSpPr>
          <p:cNvPr id="2" name="Look Before You Open cream headline ground">
            <a:extLst xmlns:a="http://schemas.openxmlformats.org/drawingml/2006/main">
              <a:ext uri="{FF2B5EF4-FFF2-40B4-BE49-F238E27FC236}">
                <a16:creationId xmlns:a16="http://schemas.microsoft.com/office/drawing/2014/main" id="{8D05C133-CBBD-4257-8588-41A49767E71E}"/>
              </a:ext>
            </a:extLst>
          </p:cNvPr>
          <p:cNvSpPr>
            <a:spLocks xmlns:a="http://schemas.openxmlformats.org/drawingml/2006/main" noGrp="1"/>
          </p:cNvSpPr>
          <p:nvPr/>
        </p:nvSpPr>
        <p:spPr>
          <a:xfrm xmlns:a="http://schemas.openxmlformats.org/drawingml/2006/main">
            <a:off x="0" y="0"/>
            <a:ext cx="7772400" cy="3017520"/>
          </a:xfrm>
          <a:prstGeom xmlns:a="http://schemas.openxmlformats.org/drawingml/2006/main" prst="rect">
            <a:avLst/>
          </a:prstGeom>
          <a:solidFill xmlns:a="http://schemas.openxmlformats.org/drawingml/2006/main">
            <a:srgbClr val="FFF3DF">
              <a:alpha val="94000"/>
            </a:srgbClr>
          </a:solidFill>
          <a:ln xmlns:a="http://schemas.openxmlformats.org/drawingml/2006/main" w="0">
            <a:noFill/>
            <a:prstDash val="solid"/>
          </a:ln>
        </p:spPr>
      </p:sp>
      <p:sp>
        <p:nvSpPr>
          <p:cNvPr id="3" name="Look Before You Open headline accent">
            <a:extLst xmlns:a="http://schemas.openxmlformats.org/drawingml/2006/main">
              <a:ext uri="{FF2B5EF4-FFF2-40B4-BE49-F238E27FC236}">
                <a16:creationId xmlns:a16="http://schemas.microsoft.com/office/drawing/2014/main" id="{764BFA05-5389-4778-B357-74296FB82A5B}"/>
              </a:ext>
            </a:extLst>
          </p:cNvPr>
          <p:cNvSpPr>
            <a:spLocks xmlns:a="http://schemas.openxmlformats.org/drawingml/2006/main" noGrp="1"/>
          </p:cNvSpPr>
          <p:nvPr/>
        </p:nvSpPr>
        <p:spPr>
          <a:xfrm xmlns:a="http://schemas.openxmlformats.org/drawingml/2006/main">
            <a:off x="497434" y="191110"/>
            <a:ext cx="582930" cy="6035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 name="Look Before You Open editable headline">
            <a:extLst xmlns:a="http://schemas.openxmlformats.org/drawingml/2006/main">
              <a:ext uri="{FF2B5EF4-FFF2-40B4-BE49-F238E27FC236}">
                <a16:creationId xmlns:a16="http://schemas.microsoft.com/office/drawing/2014/main" id="{69CF3F52-524D-4A9B-AC5D-08E880BBF012}"/>
              </a:ext>
            </a:extLst>
          </p:cNvPr>
          <p:cNvSpPr>
            <a:spLocks xmlns:a="http://schemas.openxmlformats.org/drawingml/2006/main" noGrp="1"/>
          </p:cNvSpPr>
          <p:nvPr/>
        </p:nvSpPr>
        <p:spPr>
          <a:xfrm xmlns:a="http://schemas.openxmlformats.org/drawingml/2006/main">
            <a:off x="497434" y="352044"/>
            <a:ext cx="6777533" cy="1408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00" b="1">
                <a:solidFill>
                  <a:srgbClr val="7926CB"/>
                </a:solidFill>
                <a:latin typeface="Space Grotesk"/>
                <a:ea typeface="Space Grotesk"/>
                <a:cs typeface="Space Grotesk"/>
              </a:defRPr>
            </a:defPPr>
            <a:lvl1pPr algn="l">
              <a:defRPr sz="2900" b="1">
                <a:solidFill>
                  <a:srgbClr val="7926CB"/>
                </a:solidFill>
                <a:latin typeface="Space Grotesk"/>
                <a:ea typeface="Space Grotesk"/>
                <a:cs typeface="Space Grotesk"/>
              </a:defRPr>
            </a:lvl1pPr>
            <a:lvl2pPr algn="l">
              <a:defRPr sz="2900" b="1">
                <a:solidFill>
                  <a:srgbClr val="7926CB"/>
                </a:solidFill>
                <a:latin typeface="Space Grotesk"/>
                <a:ea typeface="Space Grotesk"/>
                <a:cs typeface="Space Grotesk"/>
              </a:defRPr>
            </a:lvl2pPr>
            <a:lvl3pPr algn="l">
              <a:defRPr sz="2900" b="1">
                <a:solidFill>
                  <a:srgbClr val="7926CB"/>
                </a:solidFill>
                <a:latin typeface="Space Grotesk"/>
                <a:ea typeface="Space Grotesk"/>
                <a:cs typeface="Space Grotesk"/>
              </a:defRPr>
            </a:lvl3pPr>
            <a:lvl4pPr algn="l">
              <a:defRPr sz="2900" b="1">
                <a:solidFill>
                  <a:srgbClr val="7926CB"/>
                </a:solidFill>
                <a:latin typeface="Space Grotesk"/>
                <a:ea typeface="Space Grotesk"/>
                <a:cs typeface="Space Grotesk"/>
              </a:defRPr>
            </a:lvl4pPr>
            <a:lvl5pPr algn="l">
              <a:defRPr sz="2900" b="1">
                <a:solidFill>
                  <a:srgbClr val="7926CB"/>
                </a:solidFill>
                <a:latin typeface="Space Grotesk"/>
                <a:ea typeface="Space Grotesk"/>
                <a:cs typeface="Space Grotesk"/>
              </a:defRPr>
            </a:lvl5pPr>
            <a:lvl6pPr algn="l">
              <a:defRPr sz="2900" b="1">
                <a:solidFill>
                  <a:srgbClr val="7926CB"/>
                </a:solidFill>
                <a:latin typeface="Space Grotesk"/>
                <a:ea typeface="Space Grotesk"/>
                <a:cs typeface="Space Grotesk"/>
              </a:defRPr>
            </a:lvl6pPr>
            <a:lvl7pPr algn="l">
              <a:defRPr sz="2900" b="1">
                <a:solidFill>
                  <a:srgbClr val="7926CB"/>
                </a:solidFill>
                <a:latin typeface="Space Grotesk"/>
                <a:ea typeface="Space Grotesk"/>
                <a:cs typeface="Space Grotesk"/>
              </a:defRPr>
            </a:lvl7pPr>
            <a:lvl8pPr algn="l">
              <a:defRPr sz="2900" b="1">
                <a:solidFill>
                  <a:srgbClr val="7926CB"/>
                </a:solidFill>
                <a:latin typeface="Space Grotesk"/>
                <a:ea typeface="Space Grotesk"/>
                <a:cs typeface="Space Grotesk"/>
              </a:defRPr>
            </a:lvl8pPr>
            <a:lvl9pPr algn="l">
              <a:defRPr sz="2900" b="1">
                <a:solidFill>
                  <a:srgbClr val="7926CB"/>
                </a:solidFill>
                <a:latin typeface="Space Grotesk"/>
                <a:ea typeface="Space Grotesk"/>
                <a:cs typeface="Space Grotesk"/>
              </a:defRPr>
            </a:lvl9pPr>
          </a:lstStyle>
          <a:p xmlns:a="http://schemas.openxmlformats.org/drawingml/2006/main">
            <a:pPr algn="l">
              <a:lnSpc>
                <a:spcPct val="95000"/>
              </a:lnSpc>
              <a:buNone/>
              <a:defRPr sz="2900" b="1">
                <a:solidFill>
                  <a:srgbClr val="7926CB"/>
                </a:solidFill>
                <a:latin typeface="Space Grotesk"/>
                <a:ea typeface="Space Grotesk"/>
                <a:cs typeface="Space Grotesk"/>
              </a:defRPr>
            </a:pPr>
            <a:r>
              <a:rPr sz="2900" b="1">
                <a:solidFill>
                  <a:srgbClr val="7926CB"/>
                </a:solidFill>
                <a:latin typeface="Space Grotesk"/>
                <a:ea typeface="Space Grotesk"/>
                <a:cs typeface="Space Grotesk"/>
              </a:rPr>
              <a:t>LOOK BEFORE</a:t>
            </a:r>
          </a:p>
          <a:p xmlns:a="http://schemas.openxmlformats.org/drawingml/2006/main">
            <a:pPr algn="l">
              <a:lnSpc>
                <a:spcPct val="95000"/>
              </a:lnSpc>
              <a:buNone/>
              <a:defRPr sz="2900" b="1">
                <a:solidFill>
                  <a:srgbClr val="7926CB"/>
                </a:solidFill>
                <a:latin typeface="Space Grotesk"/>
                <a:ea typeface="Space Grotesk"/>
                <a:cs typeface="Space Grotesk"/>
              </a:defRPr>
            </a:pPr>
            <a:r>
              <a:rPr sz="2900" b="1">
                <a:solidFill>
                  <a:srgbClr val="7926CB"/>
                </a:solidFill>
                <a:latin typeface="Space Grotesk"/>
                <a:ea typeface="Space Grotesk"/>
                <a:cs typeface="Space Grotesk"/>
              </a:rPr>
              <a:t>YOU OPEN.</a:t>
            </a:r>
          </a:p>
        </p:txBody>
      </p:sp>
      <p:sp>
        <p:nvSpPr>
          <p:cNvPr id="5" name="Look Before You Open editable action">
            <a:extLst xmlns:a="http://schemas.openxmlformats.org/drawingml/2006/main">
              <a:ext uri="{FF2B5EF4-FFF2-40B4-BE49-F238E27FC236}">
                <a16:creationId xmlns:a16="http://schemas.microsoft.com/office/drawing/2014/main" id="{A23E5E43-6752-4B1F-BFA0-EE5381EF365E}"/>
              </a:ext>
            </a:extLst>
          </p:cNvPr>
          <p:cNvSpPr>
            <a:spLocks xmlns:a="http://schemas.openxmlformats.org/drawingml/2006/main" noGrp="1"/>
          </p:cNvSpPr>
          <p:nvPr/>
        </p:nvSpPr>
        <p:spPr>
          <a:xfrm xmlns:a="http://schemas.openxmlformats.org/drawingml/2006/main">
            <a:off x="506959" y="1911096"/>
            <a:ext cx="6758483" cy="9052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50" b="1">
                <a:solidFill>
                  <a:srgbClr val="23143A"/>
                </a:solidFill>
                <a:latin typeface="Arial"/>
                <a:ea typeface="Arial"/>
                <a:cs typeface="Arial"/>
              </a:defRPr>
            </a:defPPr>
            <a:lvl1pPr algn="l">
              <a:defRPr sz="1550" b="1">
                <a:solidFill>
                  <a:srgbClr val="23143A"/>
                </a:solidFill>
                <a:latin typeface="Arial"/>
                <a:ea typeface="Arial"/>
                <a:cs typeface="Arial"/>
              </a:defRPr>
            </a:lvl1pPr>
            <a:lvl2pPr algn="l">
              <a:defRPr sz="1550" b="1">
                <a:solidFill>
                  <a:srgbClr val="23143A"/>
                </a:solidFill>
                <a:latin typeface="Arial"/>
                <a:ea typeface="Arial"/>
                <a:cs typeface="Arial"/>
              </a:defRPr>
            </a:lvl2pPr>
            <a:lvl3pPr algn="l">
              <a:defRPr sz="1550" b="1">
                <a:solidFill>
                  <a:srgbClr val="23143A"/>
                </a:solidFill>
                <a:latin typeface="Arial"/>
                <a:ea typeface="Arial"/>
                <a:cs typeface="Arial"/>
              </a:defRPr>
            </a:lvl3pPr>
            <a:lvl4pPr algn="l">
              <a:defRPr sz="1550" b="1">
                <a:solidFill>
                  <a:srgbClr val="23143A"/>
                </a:solidFill>
                <a:latin typeface="Arial"/>
                <a:ea typeface="Arial"/>
                <a:cs typeface="Arial"/>
              </a:defRPr>
            </a:lvl4pPr>
            <a:lvl5pPr algn="l">
              <a:defRPr sz="1550" b="1">
                <a:solidFill>
                  <a:srgbClr val="23143A"/>
                </a:solidFill>
                <a:latin typeface="Arial"/>
                <a:ea typeface="Arial"/>
                <a:cs typeface="Arial"/>
              </a:defRPr>
            </a:lvl5pPr>
            <a:lvl6pPr algn="l">
              <a:defRPr sz="1550" b="1">
                <a:solidFill>
                  <a:srgbClr val="23143A"/>
                </a:solidFill>
                <a:latin typeface="Arial"/>
                <a:ea typeface="Arial"/>
                <a:cs typeface="Arial"/>
              </a:defRPr>
            </a:lvl6pPr>
            <a:lvl7pPr algn="l">
              <a:defRPr sz="1550" b="1">
                <a:solidFill>
                  <a:srgbClr val="23143A"/>
                </a:solidFill>
                <a:latin typeface="Arial"/>
                <a:ea typeface="Arial"/>
                <a:cs typeface="Arial"/>
              </a:defRPr>
            </a:lvl7pPr>
            <a:lvl8pPr algn="l">
              <a:defRPr sz="1550" b="1">
                <a:solidFill>
                  <a:srgbClr val="23143A"/>
                </a:solidFill>
                <a:latin typeface="Arial"/>
                <a:ea typeface="Arial"/>
                <a:cs typeface="Arial"/>
              </a:defRPr>
            </a:lvl8pPr>
            <a:lvl9pPr algn="l">
              <a:defRPr sz="1550" b="1">
                <a:solidFill>
                  <a:srgbClr val="23143A"/>
                </a:solidFill>
                <a:latin typeface="Arial"/>
                <a:ea typeface="Arial"/>
                <a:cs typeface="Arial"/>
              </a:defRPr>
            </a:lvl9pPr>
          </a:lstStyle>
          <a:p xmlns:a="http://schemas.openxmlformats.org/drawingml/2006/main">
            <a:pPr algn="l">
              <a:lnSpc>
                <a:spcPct val="100000"/>
              </a:lnSpc>
              <a:buNone/>
              <a:defRPr sz="1550" b="1">
                <a:solidFill>
                  <a:srgbClr val="23143A"/>
                </a:solidFill>
                <a:latin typeface="Arial"/>
                <a:ea typeface="Arial"/>
                <a:cs typeface="Arial"/>
              </a:defRPr>
            </a:pPr>
            <a:r>
              <a:rPr sz="1550" b="1">
                <a:solidFill>
                  <a:srgbClr val="23143A"/>
                </a:solidFill>
                <a:latin typeface="Arial"/>
                <a:ea typeface="Arial"/>
                <a:cs typeface="Arial"/>
              </a:rPr>
              <a:t>Check mirrors and look over your shoulder for riders. Wait and open only when clear.</a:t>
            </a:r>
          </a:p>
        </p:txBody>
      </p:sp>
      <p:sp>
        <p:nvSpPr>
          <p:cNvPr id="6" name="Look Before You Open footer ground">
            <a:extLst xmlns:a="http://schemas.openxmlformats.org/drawingml/2006/main">
              <a:ext uri="{FF2B5EF4-FFF2-40B4-BE49-F238E27FC236}">
                <a16:creationId xmlns:a16="http://schemas.microsoft.com/office/drawing/2014/main" id="{BB6B5493-24CF-446C-9DB5-5B13C4E05FB4}"/>
              </a:ext>
            </a:extLst>
          </p:cNvPr>
          <p:cNvSpPr>
            <a:spLocks xmlns:a="http://schemas.openxmlformats.org/drawingml/2006/main" noGrp="1"/>
          </p:cNvSpPr>
          <p:nvPr/>
        </p:nvSpPr>
        <p:spPr>
          <a:xfrm xmlns:a="http://schemas.openxmlformats.org/drawingml/2006/main">
            <a:off x="0" y="9258300"/>
            <a:ext cx="7772400" cy="8001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7" name="">
            <a:extLst xmlns:a="http://schemas.openxmlformats.org/drawingml/2006/main">
              <a:ext uri="{FF2B5EF4-FFF2-40B4-BE49-F238E27FC236}">
                <a16:creationId xmlns:a16="http://schemas.microsoft.com/office/drawing/2014/main" id="{2DB7A708-645B-434C-96A1-3446AE8E55D4}"/>
              </a:ext>
            </a:extLst>
          </p:cNvPr>
          <p:cNvPicPr>
            <a:picLocks xmlns:a="http://schemas.openxmlformats.org/drawingml/2006/main" noChangeAspect="1"/>
          </p:cNvPicPr>
          <p:nvPr/>
        </p:nvPicPr>
        <p:blipFill>
          <a:blip xmlns:r="http://schemas.openxmlformats.org/officeDocument/2006/relationships" xmlns:a="http://schemas.openxmlformats.org/drawingml/2006/main" r:embed="Rd1311a0b2e3c4345"/>
          <a:stretch xmlns:a="http://schemas.openxmlformats.org/drawingml/2006/main"/>
        </p:blipFill>
        <p:spPr>
          <a:xfrm xmlns:a="http://schemas.openxmlformats.org/drawingml/2006/main">
            <a:off x="497434" y="9410319"/>
            <a:ext cx="496062" cy="496062"/>
          </a:xfrm>
          <a:prstGeom xmlns:a="http://schemas.openxmlformats.org/drawingml/2006/main" prst="rect">
            <a:avLst/>
          </a:prstGeom>
        </p:spPr>
      </p:pic>
      <p:sp>
        <p:nvSpPr>
          <p:cNvPr id="8" name="QR code white quiet zone">
            <a:extLst xmlns:a="http://schemas.openxmlformats.org/drawingml/2006/main">
              <a:ext uri="{FF2B5EF4-FFF2-40B4-BE49-F238E27FC236}">
                <a16:creationId xmlns:a16="http://schemas.microsoft.com/office/drawing/2014/main" id="{19A38FFA-86FF-45BF-AF7D-0BD4ACAF44D5}"/>
              </a:ext>
            </a:extLst>
          </p:cNvPr>
          <p:cNvSpPr>
            <a:spLocks xmlns:a="http://schemas.openxmlformats.org/drawingml/2006/main" noGrp="1"/>
          </p:cNvSpPr>
          <p:nvPr/>
        </p:nvSpPr>
        <p:spPr>
          <a:xfrm xmlns:a="http://schemas.openxmlformats.org/drawingml/2006/main">
            <a:off x="6740804" y="9343644"/>
            <a:ext cx="572262" cy="572262"/>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90336E76-E92D-4DD9-93DE-1D7A7C4A3ED7}"/>
              </a:ext>
            </a:extLst>
          </p:cNvPr>
          <p:cNvPicPr>
            <a:picLocks xmlns:a="http://schemas.openxmlformats.org/drawingml/2006/main" noChangeAspect="1"/>
          </p:cNvPicPr>
          <p:nvPr/>
        </p:nvPicPr>
        <p:blipFill>
          <a:blip xmlns:r="http://schemas.openxmlformats.org/officeDocument/2006/relationships" xmlns:a="http://schemas.openxmlformats.org/drawingml/2006/main" r:embed="R9528f2dfca224112"/>
          <a:stretch xmlns:a="http://schemas.openxmlformats.org/drawingml/2006/main"/>
        </p:blipFill>
        <p:spPr>
          <a:xfrm xmlns:a="http://schemas.openxmlformats.org/drawingml/2006/main">
            <a:off x="6778904" y="9381744"/>
            <a:ext cx="496062" cy="496062"/>
          </a:xfrm>
          <a:prstGeom xmlns:a="http://schemas.openxmlformats.org/drawingml/2006/main" prst="rect">
            <a:avLst/>
          </a:prstGeom>
        </p:spPr>
      </p:pic>
      <p:sp>
        <p:nvSpPr>
          <p:cNvPr id="10" name="Look Before You Open footer brand">
            <a:extLst xmlns:a="http://schemas.openxmlformats.org/drawingml/2006/main">
              <a:ext uri="{FF2B5EF4-FFF2-40B4-BE49-F238E27FC236}">
                <a16:creationId xmlns:a16="http://schemas.microsoft.com/office/drawing/2014/main" id="{B00F57BE-00DB-4D51-B09A-61847122E8A1}"/>
              </a:ext>
            </a:extLst>
          </p:cNvPr>
          <p:cNvSpPr>
            <a:spLocks xmlns:a="http://schemas.openxmlformats.org/drawingml/2006/main" noGrp="1"/>
          </p:cNvSpPr>
          <p:nvPr/>
        </p:nvSpPr>
        <p:spPr>
          <a:xfrm xmlns:a="http://schemas.openxmlformats.org/drawingml/2006/main">
            <a:off x="1164946" y="9370314"/>
            <a:ext cx="5366309" cy="1760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20" b="1">
                <a:solidFill>
                  <a:srgbClr val="FFFF0A"/>
                </a:solidFill>
                <a:latin typeface="Space Grotesk"/>
                <a:ea typeface="Space Grotesk"/>
                <a:cs typeface="Space Grotesk"/>
              </a:defRPr>
            </a:defPPr>
            <a:lvl1pPr algn="l">
              <a:defRPr sz="920" b="1">
                <a:solidFill>
                  <a:srgbClr val="FFFF0A"/>
                </a:solidFill>
                <a:latin typeface="Space Grotesk"/>
                <a:ea typeface="Space Grotesk"/>
                <a:cs typeface="Space Grotesk"/>
              </a:defRPr>
            </a:lvl1pPr>
            <a:lvl2pPr algn="l">
              <a:defRPr sz="920" b="1">
                <a:solidFill>
                  <a:srgbClr val="FFFF0A"/>
                </a:solidFill>
                <a:latin typeface="Space Grotesk"/>
                <a:ea typeface="Space Grotesk"/>
                <a:cs typeface="Space Grotesk"/>
              </a:defRPr>
            </a:lvl2pPr>
            <a:lvl3pPr algn="l">
              <a:defRPr sz="920" b="1">
                <a:solidFill>
                  <a:srgbClr val="FFFF0A"/>
                </a:solidFill>
                <a:latin typeface="Space Grotesk"/>
                <a:ea typeface="Space Grotesk"/>
                <a:cs typeface="Space Grotesk"/>
              </a:defRPr>
            </a:lvl3pPr>
            <a:lvl4pPr algn="l">
              <a:defRPr sz="920" b="1">
                <a:solidFill>
                  <a:srgbClr val="FFFF0A"/>
                </a:solidFill>
                <a:latin typeface="Space Grotesk"/>
                <a:ea typeface="Space Grotesk"/>
                <a:cs typeface="Space Grotesk"/>
              </a:defRPr>
            </a:lvl4pPr>
            <a:lvl5pPr algn="l">
              <a:defRPr sz="920" b="1">
                <a:solidFill>
                  <a:srgbClr val="FFFF0A"/>
                </a:solidFill>
                <a:latin typeface="Space Grotesk"/>
                <a:ea typeface="Space Grotesk"/>
                <a:cs typeface="Space Grotesk"/>
              </a:defRPr>
            </a:lvl5pPr>
            <a:lvl6pPr algn="l">
              <a:defRPr sz="920" b="1">
                <a:solidFill>
                  <a:srgbClr val="FFFF0A"/>
                </a:solidFill>
                <a:latin typeface="Space Grotesk"/>
                <a:ea typeface="Space Grotesk"/>
                <a:cs typeface="Space Grotesk"/>
              </a:defRPr>
            </a:lvl6pPr>
            <a:lvl7pPr algn="l">
              <a:defRPr sz="920" b="1">
                <a:solidFill>
                  <a:srgbClr val="FFFF0A"/>
                </a:solidFill>
                <a:latin typeface="Space Grotesk"/>
                <a:ea typeface="Space Grotesk"/>
                <a:cs typeface="Space Grotesk"/>
              </a:defRPr>
            </a:lvl7pPr>
            <a:lvl8pPr algn="l">
              <a:defRPr sz="920" b="1">
                <a:solidFill>
                  <a:srgbClr val="FFFF0A"/>
                </a:solidFill>
                <a:latin typeface="Space Grotesk"/>
                <a:ea typeface="Space Grotesk"/>
                <a:cs typeface="Space Grotesk"/>
              </a:defRPr>
            </a:lvl8pPr>
            <a:lvl9pPr algn="l">
              <a:defRPr sz="920" b="1">
                <a:solidFill>
                  <a:srgbClr val="FFFF0A"/>
                </a:solidFill>
                <a:latin typeface="Space Grotesk"/>
                <a:ea typeface="Space Grotesk"/>
                <a:cs typeface="Space Grotesk"/>
              </a:defRPr>
            </a:lvl9pPr>
          </a:lstStyle>
          <a:p xmlns:a="http://schemas.openxmlformats.org/drawingml/2006/main">
            <a:pPr algn="l">
              <a:lnSpc>
                <a:spcPct val="100000"/>
              </a:lnSpc>
              <a:buNone/>
              <a:defRPr sz="920" b="1">
                <a:solidFill>
                  <a:srgbClr val="FFFF0A"/>
                </a:solidFill>
                <a:latin typeface="Space Grotesk"/>
                <a:ea typeface="Space Grotesk"/>
                <a:cs typeface="Space Grotesk"/>
              </a:defRPr>
            </a:pPr>
            <a:r>
              <a:rPr sz="920" b="1">
                <a:solidFill>
                  <a:srgbClr val="FFFF0A"/>
                </a:solidFill>
                <a:latin typeface="Space Grotesk"/>
                <a:ea typeface="Space Grotesk"/>
                <a:cs typeface="Space Grotesk"/>
              </a:rPr>
              <a:t>3 FEET PLEASE</a:t>
            </a:r>
          </a:p>
        </p:txBody>
      </p:sp>
      <p:sp>
        <p:nvSpPr>
          <p:cNvPr id="11" name="Look Before You Open footer campaign line">
            <a:extLst xmlns:a="http://schemas.openxmlformats.org/drawingml/2006/main">
              <a:ext uri="{FF2B5EF4-FFF2-40B4-BE49-F238E27FC236}">
                <a16:creationId xmlns:a16="http://schemas.microsoft.com/office/drawing/2014/main" id="{46BC16F6-97C3-4D2F-9967-06FE0787C59F}"/>
              </a:ext>
            </a:extLst>
          </p:cNvPr>
          <p:cNvSpPr>
            <a:spLocks xmlns:a="http://schemas.openxmlformats.org/drawingml/2006/main" noGrp="1"/>
          </p:cNvSpPr>
          <p:nvPr/>
        </p:nvSpPr>
        <p:spPr>
          <a:xfrm xmlns:a="http://schemas.openxmlformats.org/drawingml/2006/main">
            <a:off x="1164946" y="9570339"/>
            <a:ext cx="5366309" cy="18402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Arial"/>
                <a:ea typeface="Arial"/>
                <a:cs typeface="Arial"/>
              </a:defRPr>
            </a:defPPr>
            <a:lvl1pPr algn="l">
              <a:defRPr sz="900" b="1">
                <a:solidFill>
                  <a:srgbClr val="FFFFFF"/>
                </a:solidFill>
                <a:latin typeface="Arial"/>
                <a:ea typeface="Arial"/>
                <a:cs typeface="Arial"/>
              </a:defRPr>
            </a:lvl1pPr>
            <a:lvl2pPr algn="l">
              <a:defRPr sz="900" b="1">
                <a:solidFill>
                  <a:srgbClr val="FFFFFF"/>
                </a:solidFill>
                <a:latin typeface="Arial"/>
                <a:ea typeface="Arial"/>
                <a:cs typeface="Arial"/>
              </a:defRPr>
            </a:lvl2pPr>
            <a:lvl3pPr algn="l">
              <a:defRPr sz="900" b="1">
                <a:solidFill>
                  <a:srgbClr val="FFFFFF"/>
                </a:solidFill>
                <a:latin typeface="Arial"/>
                <a:ea typeface="Arial"/>
                <a:cs typeface="Arial"/>
              </a:defRPr>
            </a:lvl3pPr>
            <a:lvl4pPr algn="l">
              <a:defRPr sz="900" b="1">
                <a:solidFill>
                  <a:srgbClr val="FFFFFF"/>
                </a:solidFill>
                <a:latin typeface="Arial"/>
                <a:ea typeface="Arial"/>
                <a:cs typeface="Arial"/>
              </a:defRPr>
            </a:lvl4pPr>
            <a:lvl5pPr algn="l">
              <a:defRPr sz="900" b="1">
                <a:solidFill>
                  <a:srgbClr val="FFFFFF"/>
                </a:solidFill>
                <a:latin typeface="Arial"/>
                <a:ea typeface="Arial"/>
                <a:cs typeface="Arial"/>
              </a:defRPr>
            </a:lvl5pPr>
            <a:lvl6pPr algn="l">
              <a:defRPr sz="900" b="1">
                <a:solidFill>
                  <a:srgbClr val="FFFFFF"/>
                </a:solidFill>
                <a:latin typeface="Arial"/>
                <a:ea typeface="Arial"/>
                <a:cs typeface="Arial"/>
              </a:defRPr>
            </a:lvl6pPr>
            <a:lvl7pPr algn="l">
              <a:defRPr sz="900" b="1">
                <a:solidFill>
                  <a:srgbClr val="FFFFFF"/>
                </a:solidFill>
                <a:latin typeface="Arial"/>
                <a:ea typeface="Arial"/>
                <a:cs typeface="Arial"/>
              </a:defRPr>
            </a:lvl7pPr>
            <a:lvl8pPr algn="l">
              <a:defRPr sz="900" b="1">
                <a:solidFill>
                  <a:srgbClr val="FFFFFF"/>
                </a:solidFill>
                <a:latin typeface="Arial"/>
                <a:ea typeface="Arial"/>
                <a:cs typeface="Arial"/>
              </a:defRPr>
            </a:lvl8pPr>
            <a:lvl9pPr algn="l">
              <a:defRPr sz="900" b="1">
                <a:solidFill>
                  <a:srgbClr val="FFFFFF"/>
                </a:solidFill>
                <a:latin typeface="Arial"/>
                <a:ea typeface="Arial"/>
                <a:cs typeface="Arial"/>
              </a:defRPr>
            </a:lvl9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People on bikes deserve space.</a:t>
            </a:r>
          </a:p>
        </p:txBody>
      </p:sp>
      <p:sp>
        <p:nvSpPr>
          <p:cNvPr id="12" name="Look Before You Open footer website">
            <a:extLst xmlns:a="http://schemas.openxmlformats.org/drawingml/2006/main">
              <a:ext uri="{FF2B5EF4-FFF2-40B4-BE49-F238E27FC236}">
                <a16:creationId xmlns:a16="http://schemas.microsoft.com/office/drawing/2014/main" id="{9DAB126D-B5D1-40E8-A7B4-7814D589813B}"/>
              </a:ext>
            </a:extLst>
          </p:cNvPr>
          <p:cNvSpPr>
            <a:spLocks xmlns:a="http://schemas.openxmlformats.org/drawingml/2006/main" noGrp="1"/>
          </p:cNvSpPr>
          <p:nvPr/>
        </p:nvSpPr>
        <p:spPr>
          <a:xfrm xmlns:a="http://schemas.openxmlformats.org/drawingml/2006/main">
            <a:off x="1164946" y="9778365"/>
            <a:ext cx="5366309" cy="18402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Arial"/>
                <a:ea typeface="Arial"/>
                <a:cs typeface="Arial"/>
              </a:defRPr>
            </a:defPPr>
            <a:lvl1pPr algn="l">
              <a:defRPr sz="900" b="1">
                <a:solidFill>
                  <a:srgbClr val="FFFFFF"/>
                </a:solidFill>
                <a:latin typeface="Arial"/>
                <a:ea typeface="Arial"/>
                <a:cs typeface="Arial"/>
              </a:defRPr>
            </a:lvl1pPr>
            <a:lvl2pPr algn="l">
              <a:defRPr sz="900" b="1">
                <a:solidFill>
                  <a:srgbClr val="FFFFFF"/>
                </a:solidFill>
                <a:latin typeface="Arial"/>
                <a:ea typeface="Arial"/>
                <a:cs typeface="Arial"/>
              </a:defRPr>
            </a:lvl2pPr>
            <a:lvl3pPr algn="l">
              <a:defRPr sz="900" b="1">
                <a:solidFill>
                  <a:srgbClr val="FFFFFF"/>
                </a:solidFill>
                <a:latin typeface="Arial"/>
                <a:ea typeface="Arial"/>
                <a:cs typeface="Arial"/>
              </a:defRPr>
            </a:lvl3pPr>
            <a:lvl4pPr algn="l">
              <a:defRPr sz="900" b="1">
                <a:solidFill>
                  <a:srgbClr val="FFFFFF"/>
                </a:solidFill>
                <a:latin typeface="Arial"/>
                <a:ea typeface="Arial"/>
                <a:cs typeface="Arial"/>
              </a:defRPr>
            </a:lvl4pPr>
            <a:lvl5pPr algn="l">
              <a:defRPr sz="900" b="1">
                <a:solidFill>
                  <a:srgbClr val="FFFFFF"/>
                </a:solidFill>
                <a:latin typeface="Arial"/>
                <a:ea typeface="Arial"/>
                <a:cs typeface="Arial"/>
              </a:defRPr>
            </a:lvl5pPr>
            <a:lvl6pPr algn="l">
              <a:defRPr sz="900" b="1">
                <a:solidFill>
                  <a:srgbClr val="FFFFFF"/>
                </a:solidFill>
                <a:latin typeface="Arial"/>
                <a:ea typeface="Arial"/>
                <a:cs typeface="Arial"/>
              </a:defRPr>
            </a:lvl6pPr>
            <a:lvl7pPr algn="l">
              <a:defRPr sz="900" b="1">
                <a:solidFill>
                  <a:srgbClr val="FFFFFF"/>
                </a:solidFill>
                <a:latin typeface="Arial"/>
                <a:ea typeface="Arial"/>
                <a:cs typeface="Arial"/>
              </a:defRPr>
            </a:lvl7pPr>
            <a:lvl8pPr algn="l">
              <a:defRPr sz="900" b="1">
                <a:solidFill>
                  <a:srgbClr val="FFFFFF"/>
                </a:solidFill>
                <a:latin typeface="Arial"/>
                <a:ea typeface="Arial"/>
                <a:cs typeface="Arial"/>
              </a:defRPr>
            </a:lvl8pPr>
            <a:lvl9pPr algn="l">
              <a:defRPr sz="900" b="1">
                <a:solidFill>
                  <a:srgbClr val="FFFFFF"/>
                </a:solidFill>
                <a:latin typeface="Arial"/>
                <a:ea typeface="Arial"/>
                <a:cs typeface="Arial"/>
              </a:defRPr>
            </a:lvl9pPr>
          </a:lstStyle>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Find groups and rides at 3fp.org.</a:t>
            </a:r>
          </a:p>
        </p:txBody>
      </p:sp>
    </p:spTree>
    <p:extLst>
      <p:ext uri="{BB962C8B-B14F-4D97-AF65-F5344CB8AC3E}">
        <p14:creationId xmlns:p14="http://schemas.microsoft.com/office/powerpoint/2010/main" val="7853692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2026-10-29T13:45:09.6800000Z</dcterms:created>
  <dcterms:modified xsi:type="dcterms:W3CDTF">2026-10-29T13:45:09.6800000Z</dcterms:modified>
</coreProperties>
</file>