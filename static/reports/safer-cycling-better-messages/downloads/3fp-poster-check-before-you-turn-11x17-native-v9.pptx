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78bad6d389463d" /><Relationship Type="http://schemas.openxmlformats.org/officeDocument/2006/relationships/extended-properties" Target="/docProps/app.xml" Id="Re7f6e77df2f4417e" /><Relationship Type="http://schemas.openxmlformats.org/officeDocument/2006/relationships/officeDocument" Target="/ppt/presentation.xml" Id="Ra0a92841306547d2" /></Relationships>
</file>

<file path=ppt/presentation.xml><?xml version="1.0" encoding="utf-8"?>
<p:presentation xmlns:p="http://schemas.openxmlformats.org/presentationml/2006/main">
  <p:sldMasterIdLst>
    <p:sldMasterId xmlns:r="http://schemas.openxmlformats.org/officeDocument/2006/relationships" id="2147483648" r:id="Rafcd043de057479d"/>
  </p:sldMasterIdLst>
  <p:notesMasterIdLst>
    <p:notesMasterId xmlns:r="http://schemas.openxmlformats.org/officeDocument/2006/relationships" r:id="R3843f25364364df3"/>
  </p:notesMasterIdLst>
  <p:sldIdLst>
    <p:sldId xmlns:r="http://schemas.openxmlformats.org/officeDocument/2006/relationships" id="256" r:id="R94a2e9c2cad943df"/>
  </p:sldIdLst>
  <p:sldSz cx="10058400" cy="15544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f51dbe9bfd4799" /><Relationship Type="http://schemas.openxmlformats.org/officeDocument/2006/relationships/slideMaster" Target="/ppt/slideMasters/slideMaster1.xml" Id="Rafcd043de057479d" /><Relationship Type="http://schemas.openxmlformats.org/officeDocument/2006/relationships/notesMaster" Target="/ppt/notesMasters/notesMaster1.xml" Id="R3843f25364364df3" /><Relationship Type="http://schemas.openxmlformats.org/officeDocument/2006/relationships/presProps" Target="/ppt/presProps.xml" Id="R21dffccd29744628" /><Relationship Type="http://schemas.openxmlformats.org/officeDocument/2006/relationships/tableStyles" Target="/ppt/tableStyles.xml" Id="Rc78ec30135874f79" /><Relationship Type="http://schemas.openxmlformats.org/officeDocument/2006/relationships/slide" Target="/ppt/slides/slide1.xml" Id="R94a2e9c2cad943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a4401704624d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30fe761aaf4895" /><Relationship Type="http://schemas.openxmlformats.org/officeDocument/2006/relationships/notesMaster" Target="/ppt/notesMasters/notesMaster1.xml" Id="Rb9c87af43db745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Check Before You Turn. This exact creative is an untested campaign hypothesis using specific guideline-based actions, not a demonstrated crash-reduction intervention. Campaign artwork is an original generated illustration. QR code opens the 3 Feet Please homepage.</a:t>
            </a:r>
          </a:p>
          <a:p xmlns:a="http://schemas.openxmlformats.org/drawingml/2006/main">
            <a:r>
              <a:t>VERSION REVIEW: v8 local edition; reviewed 2026-10-22. Exact 3FP message/artwork remains untested.</a:t>
            </a:r>
          </a:p>
          <a:p xmlns:a="http://schemas.openxmlformats.org/drawingml/2006/main">
            <a:r>
              <a:t>Emotional copy: “A father’s riding straight. Your turn can wait.” is a creative proposal informed by audience and behavior guidance. The exact print copy is untested and has not demonstrated crash reduction or crash prevention.</a:t>
            </a:r>
          </a:p>
          <a:p xmlns:a="http://schemas.openxmlformats.org/drawingml/2006/main">
            <a:r>
              <a:t>Evidence and endpoint: the exact poster is untested; NHTSA provides practice guidance, while adjacent passing and door/turn studies do not test this artwork or establish a poster effect. Turning endpoint: pretest whether drivers understand to check for a rider and allow the rider to clear the path; knowledge does not establish yielding in traffic.</a:t>
            </a:r>
          </a:p>
          <a:p xmlns:a="http://schemas.openxmlformats.org/drawingml/2006/main">
            <a:r>
              <a:t>Practitioner delivery: place where the intended driver audience can pause to read. Use the local passing law and an accurate jurisdiction-specific discussion; do not expose people to hazardous traffic for evaluation.</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NHTSA Cycling Skills Clinic Guide: https://www.nhtsa.gov/document/cycling-skills-clinic-guide</a:t>
            </a:r>
          </a:p>
          <a:p xmlns:a="http://schemas.openxmlformats.org/drawingml/2006/main">
            <a:r>
              <a:t>NHTSA Bicycle Safety: https://www.nhtsa.gov/road-safety/bicycle-safety</a:t>
            </a:r>
          </a:p>
          <a:p xmlns:a="http://schemas.openxmlformats.org/drawingml/2006/main">
            <a:r>
              <a:t>QR code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8f41fd574d48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b2cd4e0eda4e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4eb3ac555548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b9d317d80b43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8c298414604e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e263a8441d41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078954-08CC-40B7-AD16-DD0A6D4E1B39}"/>
              </a:ext>
            </a:extLst>
          </p:cNvPr>
          <p:cNvSpPr>
            <a:spLocks xmlns:a="http://schemas.openxmlformats.org/drawingml/2006/main" noGrp="1"/>
          </p:cNvSpPr>
          <p:nvPr>
            <p:ph type="title" idx="0"/>
          </p:nvPr>
        </p:nvSpPr>
        <p:spPr>
          <a:xfrm xmlns:a="http://schemas.openxmlformats.org/drawingml/2006/main">
            <a:off x="1005840" y="5872480"/>
            <a:ext cx="8046720" cy="2245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gn="ctr">
              <a:lnSpc>
                <a:spcPct val="110000"/>
              </a:lnSpc>
              <a:spcBef>
                <a:spcPts val="0"/>
              </a:spcBef>
              <a:spcAft>
                <a:spcPts val="0"/>
              </a:spcAft>
              <a:buNone/>
              <a:defRPr sz="3960" b="1">
                <a:solidFill>
                  <a:schemeClr val="tx1"/>
                </a:solidFill>
                <a:latin typeface="+mj-lt"/>
                <a:ea typeface="+mj-lt"/>
                <a:cs typeface="+mj-lt"/>
              </a:defRPr>
            </a:lvl1pPr>
            <a:lvl2pPr marL="0" indent="0" algn="ctr">
              <a:lnSpc>
                <a:spcPct val="110000"/>
              </a:lnSpc>
              <a:spcBef>
                <a:spcPts val="0"/>
              </a:spcBef>
              <a:spcAft>
                <a:spcPts val="0"/>
              </a:spcAft>
              <a:buNone/>
              <a:defRPr sz="3960" b="1">
                <a:solidFill>
                  <a:schemeClr val="tx1"/>
                </a:solidFill>
                <a:latin typeface="+mj-lt"/>
                <a:ea typeface="+mj-lt"/>
                <a:cs typeface="+mj-lt"/>
              </a:defRPr>
            </a:lvl2pPr>
            <a:lvl3pPr marL="0" indent="0" algn="ctr">
              <a:lnSpc>
                <a:spcPct val="110000"/>
              </a:lnSpc>
              <a:spcBef>
                <a:spcPts val="0"/>
              </a:spcBef>
              <a:spcAft>
                <a:spcPts val="0"/>
              </a:spcAft>
              <a:buNone/>
              <a:defRPr sz="3960" b="1">
                <a:solidFill>
                  <a:schemeClr val="tx1"/>
                </a:solidFill>
                <a:latin typeface="+mj-lt"/>
                <a:ea typeface="+mj-lt"/>
                <a:cs typeface="+mj-lt"/>
              </a:defRPr>
            </a:lvl3pPr>
            <a:lvl4pPr marL="0" indent="0" algn="ctr">
              <a:lnSpc>
                <a:spcPct val="110000"/>
              </a:lnSpc>
              <a:spcBef>
                <a:spcPts val="0"/>
              </a:spcBef>
              <a:spcAft>
                <a:spcPts val="0"/>
              </a:spcAft>
              <a:buNone/>
              <a:defRPr sz="3960" b="1">
                <a:solidFill>
                  <a:schemeClr val="tx1"/>
                </a:solidFill>
                <a:latin typeface="+mj-lt"/>
                <a:ea typeface="+mj-lt"/>
                <a:cs typeface="+mj-lt"/>
              </a:defRPr>
            </a:lvl4pPr>
            <a:lvl5pPr marL="0" indent="0" algn="ctr">
              <a:lnSpc>
                <a:spcPct val="110000"/>
              </a:lnSpc>
              <a:spcBef>
                <a:spcPts val="0"/>
              </a:spcBef>
              <a:spcAft>
                <a:spcPts val="0"/>
              </a:spcAft>
              <a:buNone/>
              <a:defRPr sz="3960" b="1">
                <a:solidFill>
                  <a:schemeClr val="tx1"/>
                </a:solidFill>
                <a:latin typeface="+mj-lt"/>
                <a:ea typeface="+mj-lt"/>
                <a:cs typeface="+mj-lt"/>
              </a:defRPr>
            </a:lvl5pPr>
            <a:lvl6pPr marL="0" indent="0" algn="ctr">
              <a:lnSpc>
                <a:spcPct val="110000"/>
              </a:lnSpc>
              <a:spcBef>
                <a:spcPts val="0"/>
              </a:spcBef>
              <a:spcAft>
                <a:spcPts val="0"/>
              </a:spcAft>
              <a:buNone/>
              <a:defRPr sz="3960" b="1">
                <a:solidFill>
                  <a:schemeClr val="tx1"/>
                </a:solidFill>
                <a:latin typeface="+mj-lt"/>
                <a:ea typeface="+mj-lt"/>
                <a:cs typeface="+mj-lt"/>
              </a:defRPr>
            </a:lvl6pPr>
            <a:lvl7pPr marL="0" indent="0" algn="ctr">
              <a:lnSpc>
                <a:spcPct val="110000"/>
              </a:lnSpc>
              <a:spcBef>
                <a:spcPts val="0"/>
              </a:spcBef>
              <a:spcAft>
                <a:spcPts val="0"/>
              </a:spcAft>
              <a:buNone/>
              <a:defRPr sz="3960" b="1">
                <a:solidFill>
                  <a:schemeClr val="tx1"/>
                </a:solidFill>
                <a:latin typeface="+mj-lt"/>
                <a:ea typeface="+mj-lt"/>
                <a:cs typeface="+mj-lt"/>
              </a:defRPr>
            </a:lvl7pPr>
            <a:lvl8pPr marL="0" indent="0" algn="ctr">
              <a:lnSpc>
                <a:spcPct val="110000"/>
              </a:lnSpc>
              <a:spcBef>
                <a:spcPts val="0"/>
              </a:spcBef>
              <a:spcAft>
                <a:spcPts val="0"/>
              </a:spcAft>
              <a:buNone/>
              <a:defRPr sz="3960" b="1">
                <a:solidFill>
                  <a:schemeClr val="tx1"/>
                </a:solidFill>
                <a:latin typeface="+mj-lt"/>
                <a:ea typeface="+mj-lt"/>
                <a:cs typeface="+mj-lt"/>
              </a:defRPr>
            </a:lvl8pPr>
            <a:lvl9pPr marL="0" indent="0" algn="ctr">
              <a:lnSpc>
                <a:spcPct val="110000"/>
              </a:lnSpc>
              <a:spcBef>
                <a:spcPts val="0"/>
              </a:spcBef>
              <a:spcAft>
                <a:spcPts val="0"/>
              </a:spcAft>
              <a:buNone/>
              <a:defRPr sz="39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D5ACE6-F583-4CBC-B1A2-B6082A3A9F82}"/>
              </a:ext>
            </a:extLst>
          </p:cNvPr>
          <p:cNvSpPr>
            <a:spLocks xmlns:a="http://schemas.openxmlformats.org/drawingml/2006/main" noGrp="1"/>
          </p:cNvSpPr>
          <p:nvPr>
            <p:ph type="subTitle" idx="1"/>
          </p:nvPr>
        </p:nvSpPr>
        <p:spPr>
          <a:xfrm xmlns:a="http://schemas.openxmlformats.org/drawingml/2006/main">
            <a:off x="1508760" y="8549640"/>
            <a:ext cx="7040880" cy="172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gn="ctr">
              <a:lnSpc>
                <a:spcPct val="110000"/>
              </a:lnSpc>
              <a:spcBef>
                <a:spcPts val="0"/>
              </a:spcBef>
              <a:spcAft>
                <a:spcPts val="0"/>
              </a:spcAft>
              <a:buNone/>
              <a:defRPr sz="1733" b="0">
                <a:solidFill>
                  <a:schemeClr val="tx1"/>
                </a:solidFill>
                <a:latin typeface="+mn-lt"/>
                <a:ea typeface="+mn-lt"/>
                <a:cs typeface="+mn-lt"/>
              </a:defRPr>
            </a:lvl1pPr>
            <a:lvl2pPr marL="0" indent="0" algn="ctr">
              <a:lnSpc>
                <a:spcPct val="110000"/>
              </a:lnSpc>
              <a:spcBef>
                <a:spcPts val="0"/>
              </a:spcBef>
              <a:spcAft>
                <a:spcPts val="0"/>
              </a:spcAft>
              <a:buNone/>
              <a:defRPr sz="1733" b="0">
                <a:solidFill>
                  <a:schemeClr val="tx1"/>
                </a:solidFill>
                <a:latin typeface="+mn-lt"/>
                <a:ea typeface="+mn-lt"/>
                <a:cs typeface="+mn-lt"/>
              </a:defRPr>
            </a:lvl2pPr>
            <a:lvl3pPr marL="0" indent="0" algn="ctr">
              <a:lnSpc>
                <a:spcPct val="110000"/>
              </a:lnSpc>
              <a:spcBef>
                <a:spcPts val="0"/>
              </a:spcBef>
              <a:spcAft>
                <a:spcPts val="0"/>
              </a:spcAft>
              <a:buNone/>
              <a:defRPr sz="1733" b="0">
                <a:solidFill>
                  <a:schemeClr val="tx1"/>
                </a:solidFill>
                <a:latin typeface="+mn-lt"/>
                <a:ea typeface="+mn-lt"/>
                <a:cs typeface="+mn-lt"/>
              </a:defRPr>
            </a:lvl3pPr>
            <a:lvl4pPr marL="0" indent="0" algn="ctr">
              <a:lnSpc>
                <a:spcPct val="110000"/>
              </a:lnSpc>
              <a:spcBef>
                <a:spcPts val="0"/>
              </a:spcBef>
              <a:spcAft>
                <a:spcPts val="0"/>
              </a:spcAft>
              <a:buNone/>
              <a:defRPr sz="1733" b="0">
                <a:solidFill>
                  <a:schemeClr val="tx1"/>
                </a:solidFill>
                <a:latin typeface="+mn-lt"/>
                <a:ea typeface="+mn-lt"/>
                <a:cs typeface="+mn-lt"/>
              </a:defRPr>
            </a:lvl4pPr>
            <a:lvl5pPr marL="0" indent="0" algn="ctr">
              <a:lnSpc>
                <a:spcPct val="110000"/>
              </a:lnSpc>
              <a:spcBef>
                <a:spcPts val="0"/>
              </a:spcBef>
              <a:spcAft>
                <a:spcPts val="0"/>
              </a:spcAft>
              <a:buNone/>
              <a:defRPr sz="1733" b="0">
                <a:solidFill>
                  <a:schemeClr val="tx1"/>
                </a:solidFill>
                <a:latin typeface="+mn-lt"/>
                <a:ea typeface="+mn-lt"/>
                <a:cs typeface="+mn-lt"/>
              </a:defRPr>
            </a:lvl5pPr>
            <a:lvl6pPr marL="0" indent="0" algn="ctr">
              <a:lnSpc>
                <a:spcPct val="110000"/>
              </a:lnSpc>
              <a:spcBef>
                <a:spcPts val="0"/>
              </a:spcBef>
              <a:spcAft>
                <a:spcPts val="0"/>
              </a:spcAft>
              <a:buNone/>
              <a:defRPr sz="1733" b="0">
                <a:solidFill>
                  <a:schemeClr val="tx1"/>
                </a:solidFill>
                <a:latin typeface="+mn-lt"/>
                <a:ea typeface="+mn-lt"/>
                <a:cs typeface="+mn-lt"/>
              </a:defRPr>
            </a:lvl6pPr>
            <a:lvl7pPr marL="0" indent="0" algn="ctr">
              <a:lnSpc>
                <a:spcPct val="110000"/>
              </a:lnSpc>
              <a:spcBef>
                <a:spcPts val="0"/>
              </a:spcBef>
              <a:spcAft>
                <a:spcPts val="0"/>
              </a:spcAft>
              <a:buNone/>
              <a:defRPr sz="1733" b="0">
                <a:solidFill>
                  <a:schemeClr val="tx1"/>
                </a:solidFill>
                <a:latin typeface="+mn-lt"/>
                <a:ea typeface="+mn-lt"/>
                <a:cs typeface="+mn-lt"/>
              </a:defRPr>
            </a:lvl7pPr>
            <a:lvl8pPr marL="0" indent="0" algn="ctr">
              <a:lnSpc>
                <a:spcPct val="110000"/>
              </a:lnSpc>
              <a:spcBef>
                <a:spcPts val="0"/>
              </a:spcBef>
              <a:spcAft>
                <a:spcPts val="0"/>
              </a:spcAft>
              <a:buNone/>
              <a:defRPr sz="1733" b="0">
                <a:solidFill>
                  <a:schemeClr val="tx1"/>
                </a:solidFill>
                <a:latin typeface="+mn-lt"/>
                <a:ea typeface="+mn-lt"/>
                <a:cs typeface="+mn-lt"/>
              </a:defRPr>
            </a:lvl8pPr>
            <a:lvl9pPr marL="0" indent="0" algn="ctr">
              <a:lnSpc>
                <a:spcPct val="110000"/>
              </a:lnSpc>
              <a:spcBef>
                <a:spcPts val="0"/>
              </a:spcBef>
              <a:spcAft>
                <a:spcPts val="0"/>
              </a:spcAft>
              <a:buNone/>
              <a:defRPr sz="173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BDBAFB-34AB-4ED3-B36E-396B53BF4388}"/>
              </a:ext>
            </a:extLst>
          </p:cNvPr>
          <p:cNvSpPr>
            <a:spLocks xmlns:a="http://schemas.openxmlformats.org/drawingml/2006/main" noGrp="1"/>
          </p:cNvSpPr>
          <p:nvPr>
            <p:ph type="title" idx="0"/>
          </p:nvPr>
        </p:nvSpPr>
        <p:spPr>
          <a:xfrm xmlns:a="http://schemas.openxmlformats.org/drawingml/2006/main">
            <a:off x="1005840" y="6477000"/>
            <a:ext cx="8046720" cy="259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gn="ctr">
              <a:lnSpc>
                <a:spcPct val="110000"/>
              </a:lnSpc>
              <a:spcBef>
                <a:spcPts val="0"/>
              </a:spcBef>
              <a:spcAft>
                <a:spcPts val="0"/>
              </a:spcAft>
              <a:buNone/>
              <a:defRPr sz="3465" b="1">
                <a:solidFill>
                  <a:schemeClr val="tx1"/>
                </a:solidFill>
                <a:latin typeface="+mj-lt"/>
                <a:ea typeface="+mj-lt"/>
                <a:cs typeface="+mj-lt"/>
              </a:defRPr>
            </a:lvl1pPr>
            <a:lvl2pPr marL="0" indent="0" algn="ctr">
              <a:lnSpc>
                <a:spcPct val="110000"/>
              </a:lnSpc>
              <a:spcBef>
                <a:spcPts val="0"/>
              </a:spcBef>
              <a:spcAft>
                <a:spcPts val="0"/>
              </a:spcAft>
              <a:buNone/>
              <a:defRPr sz="3465" b="1">
                <a:solidFill>
                  <a:schemeClr val="tx1"/>
                </a:solidFill>
                <a:latin typeface="+mj-lt"/>
                <a:ea typeface="+mj-lt"/>
                <a:cs typeface="+mj-lt"/>
              </a:defRPr>
            </a:lvl2pPr>
            <a:lvl3pPr marL="0" indent="0" algn="ctr">
              <a:lnSpc>
                <a:spcPct val="110000"/>
              </a:lnSpc>
              <a:spcBef>
                <a:spcPts val="0"/>
              </a:spcBef>
              <a:spcAft>
                <a:spcPts val="0"/>
              </a:spcAft>
              <a:buNone/>
              <a:defRPr sz="3465" b="1">
                <a:solidFill>
                  <a:schemeClr val="tx1"/>
                </a:solidFill>
                <a:latin typeface="+mj-lt"/>
                <a:ea typeface="+mj-lt"/>
                <a:cs typeface="+mj-lt"/>
              </a:defRPr>
            </a:lvl3pPr>
            <a:lvl4pPr marL="0" indent="0" algn="ctr">
              <a:lnSpc>
                <a:spcPct val="110000"/>
              </a:lnSpc>
              <a:spcBef>
                <a:spcPts val="0"/>
              </a:spcBef>
              <a:spcAft>
                <a:spcPts val="0"/>
              </a:spcAft>
              <a:buNone/>
              <a:defRPr sz="3465" b="1">
                <a:solidFill>
                  <a:schemeClr val="tx1"/>
                </a:solidFill>
                <a:latin typeface="+mj-lt"/>
                <a:ea typeface="+mj-lt"/>
                <a:cs typeface="+mj-lt"/>
              </a:defRPr>
            </a:lvl4pPr>
            <a:lvl5pPr marL="0" indent="0" algn="ctr">
              <a:lnSpc>
                <a:spcPct val="110000"/>
              </a:lnSpc>
              <a:spcBef>
                <a:spcPts val="0"/>
              </a:spcBef>
              <a:spcAft>
                <a:spcPts val="0"/>
              </a:spcAft>
              <a:buNone/>
              <a:defRPr sz="3465" b="1">
                <a:solidFill>
                  <a:schemeClr val="tx1"/>
                </a:solidFill>
                <a:latin typeface="+mj-lt"/>
                <a:ea typeface="+mj-lt"/>
                <a:cs typeface="+mj-lt"/>
              </a:defRPr>
            </a:lvl5pPr>
            <a:lvl6pPr marL="0" indent="0" algn="ctr">
              <a:lnSpc>
                <a:spcPct val="110000"/>
              </a:lnSpc>
              <a:spcBef>
                <a:spcPts val="0"/>
              </a:spcBef>
              <a:spcAft>
                <a:spcPts val="0"/>
              </a:spcAft>
              <a:buNone/>
              <a:defRPr sz="3465" b="1">
                <a:solidFill>
                  <a:schemeClr val="tx1"/>
                </a:solidFill>
                <a:latin typeface="+mj-lt"/>
                <a:ea typeface="+mj-lt"/>
                <a:cs typeface="+mj-lt"/>
              </a:defRPr>
            </a:lvl6pPr>
            <a:lvl7pPr marL="0" indent="0" algn="ctr">
              <a:lnSpc>
                <a:spcPct val="110000"/>
              </a:lnSpc>
              <a:spcBef>
                <a:spcPts val="0"/>
              </a:spcBef>
              <a:spcAft>
                <a:spcPts val="0"/>
              </a:spcAft>
              <a:buNone/>
              <a:defRPr sz="3465" b="1">
                <a:solidFill>
                  <a:schemeClr val="tx1"/>
                </a:solidFill>
                <a:latin typeface="+mj-lt"/>
                <a:ea typeface="+mj-lt"/>
                <a:cs typeface="+mj-lt"/>
              </a:defRPr>
            </a:lvl7pPr>
            <a:lvl8pPr marL="0" indent="0" algn="ctr">
              <a:lnSpc>
                <a:spcPct val="110000"/>
              </a:lnSpc>
              <a:spcBef>
                <a:spcPts val="0"/>
              </a:spcBef>
              <a:spcAft>
                <a:spcPts val="0"/>
              </a:spcAft>
              <a:buNone/>
              <a:defRPr sz="3465" b="1">
                <a:solidFill>
                  <a:schemeClr val="tx1"/>
                </a:solidFill>
                <a:latin typeface="+mj-lt"/>
                <a:ea typeface="+mj-lt"/>
                <a:cs typeface="+mj-lt"/>
              </a:defRPr>
            </a:lvl8pPr>
            <a:lvl9pPr marL="0" indent="0" algn="ctr">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E2DA4F-356F-4C06-B908-39F926C5A10F}"/>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4D751A-23C3-4A4E-96B6-3854341D5E55}"/>
              </a:ext>
            </a:extLst>
          </p:cNvPr>
          <p:cNvSpPr>
            <a:spLocks xmlns:a="http://schemas.openxmlformats.org/drawingml/2006/main" noGrp="1"/>
          </p:cNvSpPr>
          <p:nvPr>
            <p:ph type="body" idx="1"/>
          </p:nvPr>
        </p:nvSpPr>
        <p:spPr>
          <a:xfrm xmlns:a="http://schemas.openxmlformats.org/drawingml/2006/main">
            <a:off x="565785" y="4318000"/>
            <a:ext cx="892683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40A972-D824-4661-97CA-A972057EFB39}"/>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1C2A73-6A54-4A78-9130-3C5AC9D327FC}"/>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605239-9FFD-4A38-B9CF-0A399D5F39FB}"/>
              </a:ext>
            </a:extLst>
          </p:cNvPr>
          <p:cNvSpPr>
            <a:spLocks xmlns:a="http://schemas.openxmlformats.org/drawingml/2006/main" noGrp="1"/>
          </p:cNvSpPr>
          <p:nvPr>
            <p:ph type="body" idx="2"/>
          </p:nvPr>
        </p:nvSpPr>
        <p:spPr>
          <a:xfrm xmlns:a="http://schemas.openxmlformats.org/drawingml/2006/main">
            <a:off x="534352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8836F0-EACD-45F7-96D5-FACF32ABFC9F}"/>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326489-9EDC-4F86-B685-0141B51F42B0}"/>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d9052534ee48a1" /><Relationship Type="http://schemas.openxmlformats.org/officeDocument/2006/relationships/slideLayout" Target="/ppt/slideLayouts/slideLayout1.xml" Id="R90641adaf984476a" /><Relationship Type="http://schemas.openxmlformats.org/officeDocument/2006/relationships/slideLayout" Target="/ppt/slideLayouts/slideLayout2.xml" Id="R1ef6f5eea2014f0c" /><Relationship Type="http://schemas.openxmlformats.org/officeDocument/2006/relationships/slideLayout" Target="/ppt/slideLayouts/slideLayout3.xml" Id="Ra2720dda0e124f54" /><Relationship Type="http://schemas.openxmlformats.org/officeDocument/2006/relationships/slideLayout" Target="/ppt/slideLayouts/slideLayout4.xml" Id="Rdc68a33e0faa48eb" /><Relationship Type="http://schemas.openxmlformats.org/officeDocument/2006/relationships/slideLayout" Target="/ppt/slideLayouts/slideLayout5.xml" Id="R44659c8c7c424178" /><Relationship Type="http://schemas.openxmlformats.org/officeDocument/2006/relationships/slideLayout" Target="/ppt/slideLayouts/slideLayout6.xml" Id="Rc275e0d1f5a64e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641adaf984476a"/>
    <p:sldLayoutId xmlns:r="http://schemas.openxmlformats.org/officeDocument/2006/relationships" id="2147483650" r:id="R1ef6f5eea2014f0c"/>
    <p:sldLayoutId xmlns:r="http://schemas.openxmlformats.org/officeDocument/2006/relationships" id="2147483651" r:id="Ra2720dda0e124f54"/>
    <p:sldLayoutId xmlns:r="http://schemas.openxmlformats.org/officeDocument/2006/relationships" id="2147483652" r:id="Rdc68a33e0faa48eb"/>
    <p:sldLayoutId xmlns:r="http://schemas.openxmlformats.org/officeDocument/2006/relationships" id="2147483653" r:id="R44659c8c7c424178"/>
    <p:sldLayoutId xmlns:r="http://schemas.openxmlformats.org/officeDocument/2006/relationships" id="2147483654" r:id="Rc275e0d1f5a64e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760536fcfb4ff5" /><Relationship Type="http://schemas.openxmlformats.org/officeDocument/2006/relationships/image" Target="/ppt/media/image.png" Id="R13a76e85c2044dde" /><Relationship Type="http://schemas.openxmlformats.org/officeDocument/2006/relationships/image" Target="/ppt/media/image2.png" Id="R17848c675cf24abc" /><Relationship Type="http://schemas.openxmlformats.org/officeDocument/2006/relationships/image" Target="/ppt/media/image3.png" Id="R508cabbfaac44cc3" /><Relationship Type="http://schemas.openxmlformats.org/officeDocument/2006/relationships/notesSlide" Target="/ppt/notesSlides/notesSlide1.xml" Id="Rc3874ee47e2c4498" /></Relationships>
</file>

<file path=ppt/slides/slide1.xml><?xml version="1.0" encoding="utf-8"?>
<p:sld xmlns:p="http://schemas.openxmlformats.org/presentationml/2006/main">
  <p:cSld>
    <p:bg>
      <p:bgPr>
        <a:solidFill xmlns:a="http://schemas.openxmlformats.org/drawingml/2006/main">
          <a:srgbClr val="241061"/>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6D7D9E9-8B2C-4479-8841-262C2A36DEAC}"/>
              </a:ext>
            </a:extLst>
          </p:cNvPr>
          <p:cNvPicPr>
            <a:picLocks xmlns:a="http://schemas.openxmlformats.org/drawingml/2006/main" noChangeAspect="1"/>
          </p:cNvPicPr>
          <p:nvPr/>
        </p:nvPicPr>
        <p:blipFill>
          <a:blip xmlns:r="http://schemas.openxmlformats.org/officeDocument/2006/relationships" xmlns:a="http://schemas.openxmlformats.org/drawingml/2006/main" r:embed="R13a76e85c2044dde"/>
          <a:srcRect xmlns:a="http://schemas.openxmlformats.org/drawingml/2006/main" l="1471" t="0" r="1471" b="0"/>
          <a:stretch xmlns:a="http://schemas.openxmlformats.org/drawingml/2006/main">
            <a:fillRect l="0" t="0" r="0" b="0"/>
          </a:stretch>
        </p:blipFill>
        <p:spPr>
          <a:xfrm xmlns:a="http://schemas.openxmlformats.org/drawingml/2006/main">
            <a:off x="0" y="0"/>
            <a:ext cx="10058400" cy="15544800"/>
          </a:xfrm>
          <a:prstGeom xmlns:a="http://schemas.openxmlformats.org/drawingml/2006/main" prst="rect">
            <a:avLst/>
          </a:prstGeom>
        </p:spPr>
      </p:pic>
      <p:sp>
        <p:nvSpPr>
          <p:cNvPr id="2" name="Check Before You Turn headline accent">
            <a:extLst xmlns:a="http://schemas.openxmlformats.org/drawingml/2006/main">
              <a:ext uri="{FF2B5EF4-FFF2-40B4-BE49-F238E27FC236}">
                <a16:creationId xmlns:a16="http://schemas.microsoft.com/office/drawing/2014/main" id="{F49551F2-D833-4634-92F5-D1645EFE1824}"/>
              </a:ext>
            </a:extLst>
          </p:cNvPr>
          <p:cNvSpPr>
            <a:spLocks xmlns:a="http://schemas.openxmlformats.org/drawingml/2006/main" noGrp="1"/>
          </p:cNvSpPr>
          <p:nvPr/>
        </p:nvSpPr>
        <p:spPr>
          <a:xfrm xmlns:a="http://schemas.openxmlformats.org/drawingml/2006/main">
            <a:off x="663854" y="497434"/>
            <a:ext cx="754380" cy="93269"/>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3" name="Check Before You Turn editable headline">
            <a:extLst xmlns:a="http://schemas.openxmlformats.org/drawingml/2006/main">
              <a:ext uri="{FF2B5EF4-FFF2-40B4-BE49-F238E27FC236}">
                <a16:creationId xmlns:a16="http://schemas.microsoft.com/office/drawing/2014/main" id="{DDB27FFB-0983-4CEB-8777-501A90CA2A84}"/>
              </a:ext>
            </a:extLst>
          </p:cNvPr>
          <p:cNvSpPr>
            <a:spLocks xmlns:a="http://schemas.openxmlformats.org/drawingml/2006/main" noGrp="1"/>
          </p:cNvSpPr>
          <p:nvPr/>
        </p:nvSpPr>
        <p:spPr>
          <a:xfrm xmlns:a="http://schemas.openxmlformats.org/drawingml/2006/main">
            <a:off x="663854" y="746150"/>
            <a:ext cx="8730691" cy="23317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400" b="1">
                <a:solidFill>
                  <a:srgbClr val="FFFF0A"/>
                </a:solidFill>
                <a:latin typeface="Space Grotesk"/>
                <a:ea typeface="Space Grotesk"/>
                <a:cs typeface="Space Grotesk"/>
              </a:defRPr>
            </a:defPPr>
            <a:lvl1pPr algn="l">
              <a:defRPr sz="4400" b="1">
                <a:solidFill>
                  <a:srgbClr val="FFFF0A"/>
                </a:solidFill>
                <a:latin typeface="Space Grotesk"/>
                <a:ea typeface="Space Grotesk"/>
                <a:cs typeface="Space Grotesk"/>
              </a:defRPr>
            </a:lvl1pPr>
            <a:lvl2pPr algn="l">
              <a:defRPr sz="4400" b="1">
                <a:solidFill>
                  <a:srgbClr val="FFFF0A"/>
                </a:solidFill>
                <a:latin typeface="Space Grotesk"/>
                <a:ea typeface="Space Grotesk"/>
                <a:cs typeface="Space Grotesk"/>
              </a:defRPr>
            </a:lvl2pPr>
            <a:lvl3pPr algn="l">
              <a:defRPr sz="4400" b="1">
                <a:solidFill>
                  <a:srgbClr val="FFFF0A"/>
                </a:solidFill>
                <a:latin typeface="Space Grotesk"/>
                <a:ea typeface="Space Grotesk"/>
                <a:cs typeface="Space Grotesk"/>
              </a:defRPr>
            </a:lvl3pPr>
            <a:lvl4pPr algn="l">
              <a:defRPr sz="4400" b="1">
                <a:solidFill>
                  <a:srgbClr val="FFFF0A"/>
                </a:solidFill>
                <a:latin typeface="Space Grotesk"/>
                <a:ea typeface="Space Grotesk"/>
                <a:cs typeface="Space Grotesk"/>
              </a:defRPr>
            </a:lvl4pPr>
            <a:lvl5pPr algn="l">
              <a:defRPr sz="4400" b="1">
                <a:solidFill>
                  <a:srgbClr val="FFFF0A"/>
                </a:solidFill>
                <a:latin typeface="Space Grotesk"/>
                <a:ea typeface="Space Grotesk"/>
                <a:cs typeface="Space Grotesk"/>
              </a:defRPr>
            </a:lvl5pPr>
            <a:lvl6pPr algn="l">
              <a:defRPr sz="4400" b="1">
                <a:solidFill>
                  <a:srgbClr val="FFFF0A"/>
                </a:solidFill>
                <a:latin typeface="Space Grotesk"/>
                <a:ea typeface="Space Grotesk"/>
                <a:cs typeface="Space Grotesk"/>
              </a:defRPr>
            </a:lvl6pPr>
            <a:lvl7pPr algn="l">
              <a:defRPr sz="4400" b="1">
                <a:solidFill>
                  <a:srgbClr val="FFFF0A"/>
                </a:solidFill>
                <a:latin typeface="Space Grotesk"/>
                <a:ea typeface="Space Grotesk"/>
                <a:cs typeface="Space Grotesk"/>
              </a:defRPr>
            </a:lvl7pPr>
            <a:lvl8pPr algn="l">
              <a:defRPr sz="4400" b="1">
                <a:solidFill>
                  <a:srgbClr val="FFFF0A"/>
                </a:solidFill>
                <a:latin typeface="Space Grotesk"/>
                <a:ea typeface="Space Grotesk"/>
                <a:cs typeface="Space Grotesk"/>
              </a:defRPr>
            </a:lvl8pPr>
            <a:lvl9pPr algn="l">
              <a:defRPr sz="4400" b="1">
                <a:solidFill>
                  <a:srgbClr val="FFFF0A"/>
                </a:solidFill>
                <a:latin typeface="Space Grotesk"/>
                <a:ea typeface="Space Grotesk"/>
                <a:cs typeface="Space Grotesk"/>
              </a:defRPr>
            </a:lvl9pPr>
          </a:lstStyle>
          <a:p xmlns:a="http://schemas.openxmlformats.org/drawingml/2006/main">
            <a:pPr algn="l">
              <a:lnSpc>
                <a:spcPct val="95000"/>
              </a:lnSpc>
              <a:buNone/>
              <a:defRPr sz="4400" b="1">
                <a:solidFill>
                  <a:srgbClr val="FFFF0A"/>
                </a:solidFill>
                <a:latin typeface="Space Grotesk"/>
                <a:ea typeface="Space Grotesk"/>
                <a:cs typeface="Space Grotesk"/>
              </a:defRPr>
            </a:pPr>
            <a:r>
              <a:rPr sz="4400" b="1">
                <a:solidFill>
                  <a:srgbClr val="FFFF0A"/>
                </a:solidFill>
                <a:latin typeface="Space Grotesk"/>
                <a:ea typeface="Space Grotesk"/>
                <a:cs typeface="Space Grotesk"/>
              </a:rPr>
              <a:t>BEFORE YOU TURN,</a:t>
            </a:r>
          </a:p>
          <a:p xmlns:a="http://schemas.openxmlformats.org/drawingml/2006/main">
            <a:pPr algn="l">
              <a:lnSpc>
                <a:spcPct val="95000"/>
              </a:lnSpc>
              <a:buNone/>
              <a:defRPr sz="4400" b="1">
                <a:solidFill>
                  <a:srgbClr val="FFFF0A"/>
                </a:solidFill>
                <a:latin typeface="Space Grotesk"/>
                <a:ea typeface="Space Grotesk"/>
                <a:cs typeface="Space Grotesk"/>
              </a:defRPr>
            </a:pPr>
            <a:r>
              <a:rPr sz="4400" b="1">
                <a:solidFill>
                  <a:srgbClr val="FFFF0A"/>
                </a:solidFill>
                <a:latin typeface="Space Grotesk"/>
                <a:ea typeface="Space Grotesk"/>
                <a:cs typeface="Space Grotesk"/>
              </a:rPr>
              <a:t>CHECK AND WAIT.</a:t>
            </a:r>
          </a:p>
        </p:txBody>
      </p:sp>
      <p:sp>
        <p:nvSpPr>
          <p:cNvPr id="4" name="Check Before You Turn editable action">
            <a:extLst xmlns:a="http://schemas.openxmlformats.org/drawingml/2006/main">
              <a:ext uri="{FF2B5EF4-FFF2-40B4-BE49-F238E27FC236}">
                <a16:creationId xmlns:a16="http://schemas.microsoft.com/office/drawing/2014/main" id="{F2535986-37AB-4A70-95E8-3BE381D03439}"/>
              </a:ext>
            </a:extLst>
          </p:cNvPr>
          <p:cNvSpPr>
            <a:spLocks xmlns:a="http://schemas.openxmlformats.org/drawingml/2006/main" noGrp="1"/>
          </p:cNvSpPr>
          <p:nvPr/>
        </p:nvSpPr>
        <p:spPr>
          <a:xfrm xmlns:a="http://schemas.openxmlformats.org/drawingml/2006/main">
            <a:off x="673379" y="3108960"/>
            <a:ext cx="8711641" cy="16322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a:solidFill>
                  <a:srgbClr val="FFFFFF"/>
                </a:solidFill>
                <a:latin typeface="Arial"/>
                <a:ea typeface="Arial"/>
                <a:cs typeface="Arial"/>
              </a:defRPr>
            </a:defPPr>
            <a:lvl1pPr algn="l">
              <a:defRPr sz="2300" b="1">
                <a:solidFill>
                  <a:srgbClr val="FFFFFF"/>
                </a:solidFill>
                <a:latin typeface="Arial"/>
                <a:ea typeface="Arial"/>
                <a:cs typeface="Arial"/>
              </a:defRPr>
            </a:lvl1pPr>
            <a:lvl2pPr algn="l">
              <a:defRPr sz="2300" b="1">
                <a:solidFill>
                  <a:srgbClr val="FFFFFF"/>
                </a:solidFill>
                <a:latin typeface="Arial"/>
                <a:ea typeface="Arial"/>
                <a:cs typeface="Arial"/>
              </a:defRPr>
            </a:lvl2pPr>
            <a:lvl3pPr algn="l">
              <a:defRPr sz="2300" b="1">
                <a:solidFill>
                  <a:srgbClr val="FFFFFF"/>
                </a:solidFill>
                <a:latin typeface="Arial"/>
                <a:ea typeface="Arial"/>
                <a:cs typeface="Arial"/>
              </a:defRPr>
            </a:lvl3pPr>
            <a:lvl4pPr algn="l">
              <a:defRPr sz="2300" b="1">
                <a:solidFill>
                  <a:srgbClr val="FFFFFF"/>
                </a:solidFill>
                <a:latin typeface="Arial"/>
                <a:ea typeface="Arial"/>
                <a:cs typeface="Arial"/>
              </a:defRPr>
            </a:lvl4pPr>
            <a:lvl5pPr algn="l">
              <a:defRPr sz="2300" b="1">
                <a:solidFill>
                  <a:srgbClr val="FFFFFF"/>
                </a:solidFill>
                <a:latin typeface="Arial"/>
                <a:ea typeface="Arial"/>
                <a:cs typeface="Arial"/>
              </a:defRPr>
            </a:lvl5pPr>
            <a:lvl6pPr algn="l">
              <a:defRPr sz="2300" b="1">
                <a:solidFill>
                  <a:srgbClr val="FFFFFF"/>
                </a:solidFill>
                <a:latin typeface="Arial"/>
                <a:ea typeface="Arial"/>
                <a:cs typeface="Arial"/>
              </a:defRPr>
            </a:lvl6pPr>
            <a:lvl7pPr algn="l">
              <a:defRPr sz="2300" b="1">
                <a:solidFill>
                  <a:srgbClr val="FFFFFF"/>
                </a:solidFill>
                <a:latin typeface="Arial"/>
                <a:ea typeface="Arial"/>
                <a:cs typeface="Arial"/>
              </a:defRPr>
            </a:lvl7pPr>
            <a:lvl8pPr algn="l">
              <a:defRPr sz="2300" b="1">
                <a:solidFill>
                  <a:srgbClr val="FFFFFF"/>
                </a:solidFill>
                <a:latin typeface="Arial"/>
                <a:ea typeface="Arial"/>
                <a:cs typeface="Arial"/>
              </a:defRPr>
            </a:lvl8pPr>
            <a:lvl9pPr algn="l">
              <a:defRPr sz="2300" b="1">
                <a:solidFill>
                  <a:srgbClr val="FFFFFF"/>
                </a:solidFill>
                <a:latin typeface="Arial"/>
                <a:ea typeface="Arial"/>
                <a:cs typeface="Arial"/>
              </a:defRPr>
            </a:lvl9pPr>
          </a:lstStyle>
          <a:p xmlns:a="http://schemas.openxmlformats.org/drawingml/2006/main">
            <a:pPr algn="l">
              <a:lnSpc>
                <a:spcPct val="100000"/>
              </a:lnSpc>
              <a:buNone/>
              <a:defRPr sz="2300" b="1">
                <a:solidFill>
                  <a:srgbClr val="FFFFFF"/>
                </a:solidFill>
                <a:latin typeface="Arial"/>
                <a:ea typeface="Arial"/>
                <a:cs typeface="Arial"/>
              </a:defRPr>
            </a:pPr>
            <a:r>
              <a:rPr sz="2300" b="1">
                <a:solidFill>
                  <a:srgbClr val="FFFFFF"/>
                </a:solidFill>
                <a:latin typeface="Arial"/>
                <a:ea typeface="Arial"/>
                <a:cs typeface="Arial"/>
              </a:rPr>
              <a:t>Look ahead, beside and behind for riders. Wait until the rider clears your path before turning across it.</a:t>
            </a:r>
          </a:p>
        </p:txBody>
      </p:sp>
      <p:sp>
        <p:nvSpPr>
          <p:cNvPr id="5" name="Check Before You Turn footer ground">
            <a:extLst xmlns:a="http://schemas.openxmlformats.org/drawingml/2006/main">
              <a:ext uri="{FF2B5EF4-FFF2-40B4-BE49-F238E27FC236}">
                <a16:creationId xmlns:a16="http://schemas.microsoft.com/office/drawing/2014/main" id="{7E4DBA8E-8223-4762-A957-AB151CFE7C38}"/>
              </a:ext>
            </a:extLst>
          </p:cNvPr>
          <p:cNvSpPr>
            <a:spLocks xmlns:a="http://schemas.openxmlformats.org/drawingml/2006/main" noGrp="1"/>
          </p:cNvSpPr>
          <p:nvPr/>
        </p:nvSpPr>
        <p:spPr>
          <a:xfrm xmlns:a="http://schemas.openxmlformats.org/drawingml/2006/main">
            <a:off x="0" y="14297025"/>
            <a:ext cx="10058400" cy="1247775"/>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8F6C6E00-0A9F-43A8-BD98-5C4AF368A4E6}"/>
              </a:ext>
            </a:extLst>
          </p:cNvPr>
          <p:cNvPicPr>
            <a:picLocks xmlns:a="http://schemas.openxmlformats.org/drawingml/2006/main" noChangeAspect="1"/>
          </p:cNvPicPr>
          <p:nvPr/>
        </p:nvPicPr>
        <p:blipFill>
          <a:blip xmlns:r="http://schemas.openxmlformats.org/officeDocument/2006/relationships" xmlns:a="http://schemas.openxmlformats.org/drawingml/2006/main" r:embed="R17848c675cf24abc"/>
          <a:stretch xmlns:a="http://schemas.openxmlformats.org/drawingml/2006/main"/>
        </p:blipFill>
        <p:spPr>
          <a:xfrm xmlns:a="http://schemas.openxmlformats.org/drawingml/2006/main">
            <a:off x="663854" y="14534102"/>
            <a:ext cx="773621" cy="773621"/>
          </a:xfrm>
          <a:prstGeom xmlns:a="http://schemas.openxmlformats.org/drawingml/2006/main" prst="rect">
            <a:avLst/>
          </a:prstGeom>
        </p:spPr>
      </p:pic>
      <p:sp>
        <p:nvSpPr>
          <p:cNvPr id="7" name="QR code white quiet zone">
            <a:extLst xmlns:a="http://schemas.openxmlformats.org/drawingml/2006/main">
              <a:ext uri="{FF2B5EF4-FFF2-40B4-BE49-F238E27FC236}">
                <a16:creationId xmlns:a16="http://schemas.microsoft.com/office/drawing/2014/main" id="{AE243F61-5C65-4378-827A-84DF0357E9B6}"/>
              </a:ext>
            </a:extLst>
          </p:cNvPr>
          <p:cNvSpPr>
            <a:spLocks xmlns:a="http://schemas.openxmlformats.org/drawingml/2006/main" noGrp="1"/>
          </p:cNvSpPr>
          <p:nvPr/>
        </p:nvSpPr>
        <p:spPr>
          <a:xfrm xmlns:a="http://schemas.openxmlformats.org/drawingml/2006/main">
            <a:off x="8582825" y="14467427"/>
            <a:ext cx="849821" cy="849821"/>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14282CD8-AAC9-4868-BCDC-9C1AC28E8BED}"/>
              </a:ext>
            </a:extLst>
          </p:cNvPr>
          <p:cNvPicPr>
            <a:picLocks xmlns:a="http://schemas.openxmlformats.org/drawingml/2006/main" noChangeAspect="1"/>
          </p:cNvPicPr>
          <p:nvPr/>
        </p:nvPicPr>
        <p:blipFill>
          <a:blip xmlns:r="http://schemas.openxmlformats.org/officeDocument/2006/relationships" xmlns:a="http://schemas.openxmlformats.org/drawingml/2006/main" r:embed="R508cabbfaac44cc3"/>
          <a:stretch xmlns:a="http://schemas.openxmlformats.org/drawingml/2006/main"/>
        </p:blipFill>
        <p:spPr>
          <a:xfrm xmlns:a="http://schemas.openxmlformats.org/drawingml/2006/main">
            <a:off x="8620925" y="14505527"/>
            <a:ext cx="773621" cy="773621"/>
          </a:xfrm>
          <a:prstGeom xmlns:a="http://schemas.openxmlformats.org/drawingml/2006/main" prst="rect">
            <a:avLst/>
          </a:prstGeom>
        </p:spPr>
      </p:pic>
      <p:sp>
        <p:nvSpPr>
          <p:cNvPr id="9" name="Check Before You Turn footer brand">
            <a:extLst xmlns:a="http://schemas.openxmlformats.org/drawingml/2006/main">
              <a:ext uri="{FF2B5EF4-FFF2-40B4-BE49-F238E27FC236}">
                <a16:creationId xmlns:a16="http://schemas.microsoft.com/office/drawing/2014/main" id="{C9BB2803-8ACA-46B7-AE66-22D59C09C78E}"/>
              </a:ext>
            </a:extLst>
          </p:cNvPr>
          <p:cNvSpPr>
            <a:spLocks xmlns:a="http://schemas.openxmlformats.org/drawingml/2006/main" noGrp="1"/>
          </p:cNvSpPr>
          <p:nvPr/>
        </p:nvSpPr>
        <p:spPr>
          <a:xfrm xmlns:a="http://schemas.openxmlformats.org/drawingml/2006/main">
            <a:off x="1608925" y="14471714"/>
            <a:ext cx="6764350" cy="2745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FFFF0A"/>
                </a:solidFill>
                <a:latin typeface="Space Grotesk"/>
                <a:ea typeface="Space Grotesk"/>
                <a:cs typeface="Space Grotesk"/>
              </a:defRPr>
            </a:defPPr>
            <a:lvl1pPr algn="l">
              <a:defRPr sz="1100" b="1">
                <a:solidFill>
                  <a:srgbClr val="FFFF0A"/>
                </a:solidFill>
                <a:latin typeface="Space Grotesk"/>
                <a:ea typeface="Space Grotesk"/>
                <a:cs typeface="Space Grotesk"/>
              </a:defRPr>
            </a:lvl1pPr>
            <a:lvl2pPr algn="l">
              <a:defRPr sz="1100" b="1">
                <a:solidFill>
                  <a:srgbClr val="FFFF0A"/>
                </a:solidFill>
                <a:latin typeface="Space Grotesk"/>
                <a:ea typeface="Space Grotesk"/>
                <a:cs typeface="Space Grotesk"/>
              </a:defRPr>
            </a:lvl2pPr>
            <a:lvl3pPr algn="l">
              <a:defRPr sz="1100" b="1">
                <a:solidFill>
                  <a:srgbClr val="FFFF0A"/>
                </a:solidFill>
                <a:latin typeface="Space Grotesk"/>
                <a:ea typeface="Space Grotesk"/>
                <a:cs typeface="Space Grotesk"/>
              </a:defRPr>
            </a:lvl3pPr>
            <a:lvl4pPr algn="l">
              <a:defRPr sz="1100" b="1">
                <a:solidFill>
                  <a:srgbClr val="FFFF0A"/>
                </a:solidFill>
                <a:latin typeface="Space Grotesk"/>
                <a:ea typeface="Space Grotesk"/>
                <a:cs typeface="Space Grotesk"/>
              </a:defRPr>
            </a:lvl4pPr>
            <a:lvl5pPr algn="l">
              <a:defRPr sz="1100" b="1">
                <a:solidFill>
                  <a:srgbClr val="FFFF0A"/>
                </a:solidFill>
                <a:latin typeface="Space Grotesk"/>
                <a:ea typeface="Space Grotesk"/>
                <a:cs typeface="Space Grotesk"/>
              </a:defRPr>
            </a:lvl5pPr>
            <a:lvl6pPr algn="l">
              <a:defRPr sz="1100" b="1">
                <a:solidFill>
                  <a:srgbClr val="FFFF0A"/>
                </a:solidFill>
                <a:latin typeface="Space Grotesk"/>
                <a:ea typeface="Space Grotesk"/>
                <a:cs typeface="Space Grotesk"/>
              </a:defRPr>
            </a:lvl6pPr>
            <a:lvl7pPr algn="l">
              <a:defRPr sz="1100" b="1">
                <a:solidFill>
                  <a:srgbClr val="FFFF0A"/>
                </a:solidFill>
                <a:latin typeface="Space Grotesk"/>
                <a:ea typeface="Space Grotesk"/>
                <a:cs typeface="Space Grotesk"/>
              </a:defRPr>
            </a:lvl7pPr>
            <a:lvl8pPr algn="l">
              <a:defRPr sz="1100" b="1">
                <a:solidFill>
                  <a:srgbClr val="FFFF0A"/>
                </a:solidFill>
                <a:latin typeface="Space Grotesk"/>
                <a:ea typeface="Space Grotesk"/>
                <a:cs typeface="Space Grotesk"/>
              </a:defRPr>
            </a:lvl8pPr>
            <a:lvl9pPr algn="l">
              <a:defRPr sz="1100" b="1">
                <a:solidFill>
                  <a:srgbClr val="FFFF0A"/>
                </a:solidFill>
                <a:latin typeface="Space Grotesk"/>
                <a:ea typeface="Space Grotesk"/>
                <a:cs typeface="Space Grotesk"/>
              </a:defRPr>
            </a:lvl9pPr>
          </a:lstStyle>
          <a:p xmlns:a="http://schemas.openxmlformats.org/drawingml/2006/main">
            <a:pPr algn="l">
              <a:lnSpc>
                <a:spcPct val="100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a:t>
            </a:r>
          </a:p>
        </p:txBody>
      </p:sp>
      <p:sp>
        <p:nvSpPr>
          <p:cNvPr id="10" name="Check Before You Turn footer campaign line">
            <a:extLst xmlns:a="http://schemas.openxmlformats.org/drawingml/2006/main">
              <a:ext uri="{FF2B5EF4-FFF2-40B4-BE49-F238E27FC236}">
                <a16:creationId xmlns:a16="http://schemas.microsoft.com/office/drawing/2014/main" id="{40D2CAAF-AFE0-4FAE-9F1B-EB17EAFF41E8}"/>
              </a:ext>
            </a:extLst>
          </p:cNvPr>
          <p:cNvSpPr>
            <a:spLocks xmlns:a="http://schemas.openxmlformats.org/drawingml/2006/main" noGrp="1"/>
          </p:cNvSpPr>
          <p:nvPr/>
        </p:nvSpPr>
        <p:spPr>
          <a:xfrm xmlns:a="http://schemas.openxmlformats.org/drawingml/2006/main">
            <a:off x="1608925" y="14783657"/>
            <a:ext cx="6764350" cy="286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People on bikes deserve space.</a:t>
            </a:r>
          </a:p>
        </p:txBody>
      </p:sp>
      <p:sp>
        <p:nvSpPr>
          <p:cNvPr id="11" name="Check Before You Turn footer website">
            <a:extLst xmlns:a="http://schemas.openxmlformats.org/drawingml/2006/main">
              <a:ext uri="{FF2B5EF4-FFF2-40B4-BE49-F238E27FC236}">
                <a16:creationId xmlns:a16="http://schemas.microsoft.com/office/drawing/2014/main" id="{514D72B5-37B0-4059-8C5F-853B5C17F4BD}"/>
              </a:ext>
            </a:extLst>
          </p:cNvPr>
          <p:cNvSpPr>
            <a:spLocks xmlns:a="http://schemas.openxmlformats.org/drawingml/2006/main" noGrp="1"/>
          </p:cNvSpPr>
          <p:nvPr/>
        </p:nvSpPr>
        <p:spPr>
          <a:xfrm xmlns:a="http://schemas.openxmlformats.org/drawingml/2006/main">
            <a:off x="1608925" y="15108079"/>
            <a:ext cx="6764350" cy="286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 at 3fp.org.</a:t>
            </a:r>
          </a:p>
        </p:txBody>
      </p:sp>
    </p:spTree>
    <p:extLst>
      <p:ext uri="{BB962C8B-B14F-4D97-AF65-F5344CB8AC3E}">
        <p14:creationId xmlns:p14="http://schemas.microsoft.com/office/powerpoint/2010/main" val="1742437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2026-10-29T13:45:05.7510000Z</dcterms:created>
  <dcterms:modified xsi:type="dcterms:W3CDTF">2026-10-29T13:45:05.7510000Z</dcterms:modified>
</coreProperties>
</file>