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a28c49e940740ca" /><Relationship Type="http://schemas.openxmlformats.org/officeDocument/2006/relationships/extended-properties" Target="/docProps/app.xml" Id="R928ddf52fa9e4aa4" /><Relationship Type="http://schemas.openxmlformats.org/officeDocument/2006/relationships/officeDocument" Target="/ppt/presentation.xml" Id="R6140d20d52cf44cf" /></Relationships>
</file>

<file path=ppt/presentation.xml><?xml version="1.0" encoding="utf-8"?>
<p:presentation xmlns:p="http://schemas.openxmlformats.org/presentationml/2006/main">
  <p:sldMasterIdLst>
    <p:sldMasterId xmlns:r="http://schemas.openxmlformats.org/officeDocument/2006/relationships" id="2147483648" r:id="Rc895cc9cc12449ac"/>
  </p:sldMasterIdLst>
  <p:notesMasterIdLst>
    <p:notesMasterId xmlns:r="http://schemas.openxmlformats.org/officeDocument/2006/relationships" r:id="Rf7399f6bdb3040c1"/>
  </p:notesMasterIdLst>
  <p:sldIdLst>
    <p:sldId xmlns:r="http://schemas.openxmlformats.org/officeDocument/2006/relationships" id="256" r:id="Rfb4dbe2297544916"/>
    <p:sldId xmlns:r="http://schemas.openxmlformats.org/officeDocument/2006/relationships" id="257" r:id="R7e0dabb61f444579"/>
    <p:sldId xmlns:r="http://schemas.openxmlformats.org/officeDocument/2006/relationships" id="258" r:id="R2fbd060e67a2428d"/>
    <p:sldId xmlns:r="http://schemas.openxmlformats.org/officeDocument/2006/relationships" id="259" r:id="R24bebabd9a474521"/>
    <p:sldId xmlns:r="http://schemas.openxmlformats.org/officeDocument/2006/relationships" id="260" r:id="R2337833877bf4169"/>
  </p:sldIdLst>
  <p:sldSz cx="10058400" cy="155448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e49e86aec9541fd" /><Relationship Type="http://schemas.openxmlformats.org/officeDocument/2006/relationships/slideMaster" Target="/ppt/slideMasters/slideMaster1.xml" Id="Rc895cc9cc12449ac" /><Relationship Type="http://schemas.openxmlformats.org/officeDocument/2006/relationships/notesMaster" Target="/ppt/notesMasters/notesMaster1.xml" Id="Rf7399f6bdb3040c1" /><Relationship Type="http://schemas.openxmlformats.org/officeDocument/2006/relationships/presProps" Target="/ppt/presProps.xml" Id="R2833d505329a4f3a" /><Relationship Type="http://schemas.openxmlformats.org/officeDocument/2006/relationships/tableStyles" Target="/ppt/tableStyles.xml" Id="R2ad47f3f4d664522" /><Relationship Type="http://schemas.openxmlformats.org/officeDocument/2006/relationships/slide" Target="/ppt/slides/slide1.xml" Id="Rfb4dbe2297544916" /><Relationship Type="http://schemas.openxmlformats.org/officeDocument/2006/relationships/slide" Target="/ppt/slides/slide2.xml" Id="R7e0dabb61f444579" /><Relationship Type="http://schemas.openxmlformats.org/officeDocument/2006/relationships/slide" Target="/ppt/slides/slide3.xml" Id="R2fbd060e67a2428d" /><Relationship Type="http://schemas.openxmlformats.org/officeDocument/2006/relationships/slide" Target="/ppt/slides/slide4.xml" Id="R24bebabd9a474521" /><Relationship Type="http://schemas.openxmlformats.org/officeDocument/2006/relationships/slide" Target="/ppt/slides/slide5.xml" Id="R2337833877bf416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7546954ad14ec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102d7c72cab48b3" /><Relationship Type="http://schemas.openxmlformats.org/officeDocument/2006/relationships/notesMaster" Target="/ppt/notesMasters/notesMaster1.xml" Id="Ree0f3f60e5a54ace" /></Relationships>
</file>

<file path=ppt/notesSlides/_rels/notesSlide2.xml.rels>&#65279;<?xml version="1.0" encoding="utf-8"?><Relationships xmlns="http://schemas.openxmlformats.org/package/2006/relationships"><Relationship Type="http://schemas.openxmlformats.org/officeDocument/2006/relationships/slide" Target="/ppt/slides/slide2.xml" Id="R6d8a7eb03db04609" /><Relationship Type="http://schemas.openxmlformats.org/officeDocument/2006/relationships/notesMaster" Target="/ppt/notesMasters/notesMaster1.xml" Id="R0a7fcf8db59246a9" /></Relationships>
</file>

<file path=ppt/notesSlides/_rels/notesSlide3.xml.rels>&#65279;<?xml version="1.0" encoding="utf-8"?><Relationships xmlns="http://schemas.openxmlformats.org/package/2006/relationships"><Relationship Type="http://schemas.openxmlformats.org/officeDocument/2006/relationships/slide" Target="/ppt/slides/slide3.xml" Id="R473c5501a15c4307" /><Relationship Type="http://schemas.openxmlformats.org/officeDocument/2006/relationships/notesMaster" Target="/ppt/notesMasters/notesMaster1.xml" Id="Rda8890cb09424769" /></Relationships>
</file>

<file path=ppt/notesSlides/_rels/notesSlide4.xml.rels>&#65279;<?xml version="1.0" encoding="utf-8"?><Relationships xmlns="http://schemas.openxmlformats.org/package/2006/relationships"><Relationship Type="http://schemas.openxmlformats.org/officeDocument/2006/relationships/slide" Target="/ppt/slides/slide4.xml" Id="R45bebd5d5d2e4c1e" /><Relationship Type="http://schemas.openxmlformats.org/officeDocument/2006/relationships/notesMaster" Target="/ppt/notesMasters/notesMaster1.xml" Id="R1f9d8b17276b449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7eee52ef32a4a2e" /><Relationship Type="http://schemas.openxmlformats.org/officeDocument/2006/relationships/notesMaster" Target="/ppt/notesMasters/notesMaster1.xml" Id="R2abbd420a8ac44e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Series: Relationships | Role: DAUGHTER | Placement: poster</a:t>
            </a:r>
          </a:p>
          <a:p xmlns:a="http://schemas.openxmlformats.org/drawingml/2006/main">
            <a:r>
              <a:t>All portraits are fictional illustrations, not actual people or testimonials.</a:t>
            </a:r>
          </a:p>
          <a:p xmlns:a="http://schemas.openxmlformats.org/drawingml/2006/main">
            <a:r>
              <a:t>The exact relationship headline and slogan in this series are untested.</a:t>
            </a:r>
          </a:p>
          <a:p xmlns:a="http://schemas.openxmlformats.org/drawingml/2006/main">
            <a:r>
              <a:t>Crundall story-package evidence concerns a humanization package and does not establish efficacy for a noun-only relationship headline. No crash or injury reduction is established by that evidence or by these materials.</a:t>
            </a:r>
          </a:p>
          <a:p xmlns:a="http://schemas.openxmlformats.org/drawingml/2006/main">
            <a:r>
              <a:t>Portrait asset: Existing fictional editorial portrait of an adult woman beside a commuter bicycle. This role represents a daughter; it is not a named or identifiable person.</a:t>
            </a:r>
          </a:p>
          <a:p xmlns:a="http://schemas.openxmlformats.org/drawingml/2006/main">
            <a:r>
              <a:t>Evidence source: https://www.vias.be/storage/main/cast-wp3-deliverable-3.2b.pdf</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Series: Relationships | Role: MOTHER | Placement: poster</a:t>
            </a:r>
          </a:p>
          <a:p xmlns:a="http://schemas.openxmlformats.org/drawingml/2006/main">
            <a:r>
              <a:t>All portraits are fictional illustrations, not actual people or testimonials.</a:t>
            </a:r>
          </a:p>
          <a:p xmlns:a="http://schemas.openxmlformats.org/drawingml/2006/main">
            <a:r>
              <a:t>The exact relationship headline and slogan in this series are untested.</a:t>
            </a:r>
          </a:p>
          <a:p xmlns:a="http://schemas.openxmlformats.org/drawingml/2006/main">
            <a:r>
              <a:t>Crundall story-package evidence concerns a humanization package and does not establish efficacy for a noun-only relationship headline. No crash or injury reduction is established by that evidence or by these materials.</a:t>
            </a:r>
          </a:p>
          <a:p xmlns:a="http://schemas.openxmlformats.org/drawingml/2006/main">
            <a:r>
              <a:t>Portrait asset: New fictional editorial portrait representing a mother who rides a bicycle. Use the same purple studio campaign style, everyday clothing, and dignified natural pose.</a:t>
            </a:r>
          </a:p>
          <a:p xmlns:a="http://schemas.openxmlformats.org/drawingml/2006/main">
            <a:r>
              <a:t>Evidence source: https://www.vias.be/storage/main/cast-wp3-deliverable-3.2b.pdf</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Series: Relationships | Role: FATHER | Placement: poster</a:t>
            </a:r>
          </a:p>
          <a:p xmlns:a="http://schemas.openxmlformats.org/drawingml/2006/main">
            <a:r>
              <a:t>All portraits are fictional illustrations, not actual people or testimonials.</a:t>
            </a:r>
          </a:p>
          <a:p xmlns:a="http://schemas.openxmlformats.org/drawingml/2006/main">
            <a:r>
              <a:t>The exact relationship headline and slogan in this series are untested.</a:t>
            </a:r>
          </a:p>
          <a:p xmlns:a="http://schemas.openxmlformats.org/drawingml/2006/main">
            <a:r>
              <a:t>Crundall story-package evidence concerns a humanization package and does not establish efficacy for a noun-only relationship headline. No crash or injury reduction is established by that evidence or by these materials.</a:t>
            </a:r>
          </a:p>
          <a:p xmlns:a="http://schemas.openxmlformats.org/drawingml/2006/main">
            <a:r>
              <a:t>Portrait asset: Existing fictional editorial portrait of an older adult man beside a commuter bicycle. This role represents a father; it is not a named or identifiable person.</a:t>
            </a:r>
          </a:p>
          <a:p xmlns:a="http://schemas.openxmlformats.org/drawingml/2006/main">
            <a:r>
              <a:t>Evidence source: https://www.vias.be/storage/main/cast-wp3-deliverable-3.2b.pdf</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Series: Relationships | Role: BROTHER | Placement: poster</a:t>
            </a:r>
          </a:p>
          <a:p xmlns:a="http://schemas.openxmlformats.org/drawingml/2006/main">
            <a:r>
              <a:t>All portraits are fictional illustrations, not actual people or testimonials.</a:t>
            </a:r>
          </a:p>
          <a:p xmlns:a="http://schemas.openxmlformats.org/drawingml/2006/main">
            <a:r>
              <a:t>The exact relationship headline and slogan in this series are untested.</a:t>
            </a:r>
          </a:p>
          <a:p xmlns:a="http://schemas.openxmlformats.org/drawingml/2006/main">
            <a:r>
              <a:t>Crundall story-package evidence concerns a humanization package and does not establish efficacy for a noun-only relationship headline. No crash or injury reduction is established by that evidence or by these materials.</a:t>
            </a:r>
          </a:p>
          <a:p xmlns:a="http://schemas.openxmlformats.org/drawingml/2006/main">
            <a:r>
              <a:t>Portrait asset: New fictional editorial portrait representing a brother who rides a bicycle. Use an adult man in everyday clothing, with a natural pose and the same purple studio campaign style.</a:t>
            </a:r>
          </a:p>
          <a:p xmlns:a="http://schemas.openxmlformats.org/drawingml/2006/main">
            <a:r>
              <a:t>Evidence source: https://www.vias.be/storage/main/cast-wp3-deliverable-3.2b.pdf</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Series: Relationships | Role: TEACHER | Placement: poster</a:t>
            </a:r>
          </a:p>
          <a:p xmlns:a="http://schemas.openxmlformats.org/drawingml/2006/main">
            <a:r>
              <a:t>All portraits are fictional illustrations, not actual people or testimonials.</a:t>
            </a:r>
          </a:p>
          <a:p xmlns:a="http://schemas.openxmlformats.org/drawingml/2006/main">
            <a:r>
              <a:t>The exact relationship headline and slogan in this series are untested.</a:t>
            </a:r>
          </a:p>
          <a:p xmlns:a="http://schemas.openxmlformats.org/drawingml/2006/main">
            <a:r>
              <a:t>Crundall story-package evidence concerns a humanization package and does not establish efficacy for a noun-only relationship headline. No crash or injury reduction is established by that evidence or by these materials.</a:t>
            </a:r>
          </a:p>
          <a:p xmlns:a="http://schemas.openxmlformats.org/drawingml/2006/main">
            <a:r>
              <a:t>Portrait asset: New fictional editorial portrait representing a woman teacher who rides a bicycle. Use everyday clothing, a natural dignified pose, and the same purple studio campaign style.</a:t>
            </a:r>
          </a:p>
          <a:p xmlns:a="http://schemas.openxmlformats.org/drawingml/2006/main">
            <a:r>
              <a:t>Evidence source: https://www.vias.be/storage/main/cast-wp3-deliverable-3.2b.pdf</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974b22757794c6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c2c294d442f464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331efee0162454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7be0e5d5d5249e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be7a97b25cb4c9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9752a8093cc4e2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733FC4E-FF24-469C-993A-21C022EFB464}"/>
              </a:ext>
            </a:extLst>
          </p:cNvPr>
          <p:cNvSpPr>
            <a:spLocks xmlns:a="http://schemas.openxmlformats.org/drawingml/2006/main" noGrp="1"/>
          </p:cNvSpPr>
          <p:nvPr>
            <p:ph type="title" idx="0"/>
          </p:nvPr>
        </p:nvSpPr>
        <p:spPr>
          <a:xfrm xmlns:a="http://schemas.openxmlformats.org/drawingml/2006/main">
            <a:off x="1005840" y="5872480"/>
            <a:ext cx="8046720" cy="2245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960" b="1">
                <a:solidFill>
                  <a:schemeClr val="tx1"/>
                </a:solidFill>
                <a:latin typeface="+mj-lt"/>
                <a:ea typeface="+mj-lt"/>
                <a:cs typeface="+mj-lt"/>
              </a:defRPr>
            </a:defPPr>
            <a:lvl1pPr marL="0" indent="0" algn="ctr">
              <a:lnSpc>
                <a:spcPct val="110000"/>
              </a:lnSpc>
              <a:spcBef>
                <a:spcPts val="0"/>
              </a:spcBef>
              <a:spcAft>
                <a:spcPts val="0"/>
              </a:spcAft>
              <a:buNone/>
              <a:defRPr sz="3960" b="1">
                <a:solidFill>
                  <a:schemeClr val="tx1"/>
                </a:solidFill>
                <a:latin typeface="+mj-lt"/>
                <a:ea typeface="+mj-lt"/>
                <a:cs typeface="+mj-lt"/>
              </a:defRPr>
            </a:lvl1pPr>
            <a:lvl2pPr marL="0" indent="0" algn="ctr">
              <a:lnSpc>
                <a:spcPct val="110000"/>
              </a:lnSpc>
              <a:spcBef>
                <a:spcPts val="0"/>
              </a:spcBef>
              <a:spcAft>
                <a:spcPts val="0"/>
              </a:spcAft>
              <a:buNone/>
              <a:defRPr sz="3960" b="1">
                <a:solidFill>
                  <a:schemeClr val="tx1"/>
                </a:solidFill>
                <a:latin typeface="+mj-lt"/>
                <a:ea typeface="+mj-lt"/>
                <a:cs typeface="+mj-lt"/>
              </a:defRPr>
            </a:lvl2pPr>
            <a:lvl3pPr marL="0" indent="0" algn="ctr">
              <a:lnSpc>
                <a:spcPct val="110000"/>
              </a:lnSpc>
              <a:spcBef>
                <a:spcPts val="0"/>
              </a:spcBef>
              <a:spcAft>
                <a:spcPts val="0"/>
              </a:spcAft>
              <a:buNone/>
              <a:defRPr sz="3960" b="1">
                <a:solidFill>
                  <a:schemeClr val="tx1"/>
                </a:solidFill>
                <a:latin typeface="+mj-lt"/>
                <a:ea typeface="+mj-lt"/>
                <a:cs typeface="+mj-lt"/>
              </a:defRPr>
            </a:lvl3pPr>
            <a:lvl4pPr marL="0" indent="0" algn="ctr">
              <a:lnSpc>
                <a:spcPct val="110000"/>
              </a:lnSpc>
              <a:spcBef>
                <a:spcPts val="0"/>
              </a:spcBef>
              <a:spcAft>
                <a:spcPts val="0"/>
              </a:spcAft>
              <a:buNone/>
              <a:defRPr sz="3960" b="1">
                <a:solidFill>
                  <a:schemeClr val="tx1"/>
                </a:solidFill>
                <a:latin typeface="+mj-lt"/>
                <a:ea typeface="+mj-lt"/>
                <a:cs typeface="+mj-lt"/>
              </a:defRPr>
            </a:lvl4pPr>
            <a:lvl5pPr marL="0" indent="0" algn="ctr">
              <a:lnSpc>
                <a:spcPct val="110000"/>
              </a:lnSpc>
              <a:spcBef>
                <a:spcPts val="0"/>
              </a:spcBef>
              <a:spcAft>
                <a:spcPts val="0"/>
              </a:spcAft>
              <a:buNone/>
              <a:defRPr sz="3960" b="1">
                <a:solidFill>
                  <a:schemeClr val="tx1"/>
                </a:solidFill>
                <a:latin typeface="+mj-lt"/>
                <a:ea typeface="+mj-lt"/>
                <a:cs typeface="+mj-lt"/>
              </a:defRPr>
            </a:lvl5pPr>
            <a:lvl6pPr marL="0" indent="0" algn="ctr">
              <a:lnSpc>
                <a:spcPct val="110000"/>
              </a:lnSpc>
              <a:spcBef>
                <a:spcPts val="0"/>
              </a:spcBef>
              <a:spcAft>
                <a:spcPts val="0"/>
              </a:spcAft>
              <a:buNone/>
              <a:defRPr sz="3960" b="1">
                <a:solidFill>
                  <a:schemeClr val="tx1"/>
                </a:solidFill>
                <a:latin typeface="+mj-lt"/>
                <a:ea typeface="+mj-lt"/>
                <a:cs typeface="+mj-lt"/>
              </a:defRPr>
            </a:lvl6pPr>
            <a:lvl7pPr marL="0" indent="0" algn="ctr">
              <a:lnSpc>
                <a:spcPct val="110000"/>
              </a:lnSpc>
              <a:spcBef>
                <a:spcPts val="0"/>
              </a:spcBef>
              <a:spcAft>
                <a:spcPts val="0"/>
              </a:spcAft>
              <a:buNone/>
              <a:defRPr sz="3960" b="1">
                <a:solidFill>
                  <a:schemeClr val="tx1"/>
                </a:solidFill>
                <a:latin typeface="+mj-lt"/>
                <a:ea typeface="+mj-lt"/>
                <a:cs typeface="+mj-lt"/>
              </a:defRPr>
            </a:lvl7pPr>
            <a:lvl8pPr marL="0" indent="0" algn="ctr">
              <a:lnSpc>
                <a:spcPct val="110000"/>
              </a:lnSpc>
              <a:spcBef>
                <a:spcPts val="0"/>
              </a:spcBef>
              <a:spcAft>
                <a:spcPts val="0"/>
              </a:spcAft>
              <a:buNone/>
              <a:defRPr sz="3960" b="1">
                <a:solidFill>
                  <a:schemeClr val="tx1"/>
                </a:solidFill>
                <a:latin typeface="+mj-lt"/>
                <a:ea typeface="+mj-lt"/>
                <a:cs typeface="+mj-lt"/>
              </a:defRPr>
            </a:lvl8pPr>
            <a:lvl9pPr marL="0" indent="0" algn="ctr">
              <a:lnSpc>
                <a:spcPct val="110000"/>
              </a:lnSpc>
              <a:spcBef>
                <a:spcPts val="0"/>
              </a:spcBef>
              <a:spcAft>
                <a:spcPts val="0"/>
              </a:spcAft>
              <a:buNone/>
              <a:defRPr sz="396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ECCD0F5-750F-4CA9-B820-4B1A15D8E711}"/>
              </a:ext>
            </a:extLst>
          </p:cNvPr>
          <p:cNvSpPr>
            <a:spLocks xmlns:a="http://schemas.openxmlformats.org/drawingml/2006/main" noGrp="1"/>
          </p:cNvSpPr>
          <p:nvPr>
            <p:ph type="subTitle" idx="1"/>
          </p:nvPr>
        </p:nvSpPr>
        <p:spPr>
          <a:xfrm xmlns:a="http://schemas.openxmlformats.org/drawingml/2006/main">
            <a:off x="1508760" y="8549640"/>
            <a:ext cx="7040880" cy="172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733" b="0">
                <a:solidFill>
                  <a:schemeClr val="tx1"/>
                </a:solidFill>
                <a:latin typeface="+mn-lt"/>
                <a:ea typeface="+mn-lt"/>
                <a:cs typeface="+mn-lt"/>
              </a:defRPr>
            </a:defPPr>
            <a:lvl1pPr marL="0" indent="0" algn="ctr">
              <a:lnSpc>
                <a:spcPct val="110000"/>
              </a:lnSpc>
              <a:spcBef>
                <a:spcPts val="0"/>
              </a:spcBef>
              <a:spcAft>
                <a:spcPts val="0"/>
              </a:spcAft>
              <a:buNone/>
              <a:defRPr sz="1733" b="0">
                <a:solidFill>
                  <a:schemeClr val="tx1"/>
                </a:solidFill>
                <a:latin typeface="+mn-lt"/>
                <a:ea typeface="+mn-lt"/>
                <a:cs typeface="+mn-lt"/>
              </a:defRPr>
            </a:lvl1pPr>
            <a:lvl2pPr marL="0" indent="0" algn="ctr">
              <a:lnSpc>
                <a:spcPct val="110000"/>
              </a:lnSpc>
              <a:spcBef>
                <a:spcPts val="0"/>
              </a:spcBef>
              <a:spcAft>
                <a:spcPts val="0"/>
              </a:spcAft>
              <a:buNone/>
              <a:defRPr sz="1733" b="0">
                <a:solidFill>
                  <a:schemeClr val="tx1"/>
                </a:solidFill>
                <a:latin typeface="+mn-lt"/>
                <a:ea typeface="+mn-lt"/>
                <a:cs typeface="+mn-lt"/>
              </a:defRPr>
            </a:lvl2pPr>
            <a:lvl3pPr marL="0" indent="0" algn="ctr">
              <a:lnSpc>
                <a:spcPct val="110000"/>
              </a:lnSpc>
              <a:spcBef>
                <a:spcPts val="0"/>
              </a:spcBef>
              <a:spcAft>
                <a:spcPts val="0"/>
              </a:spcAft>
              <a:buNone/>
              <a:defRPr sz="1733" b="0">
                <a:solidFill>
                  <a:schemeClr val="tx1"/>
                </a:solidFill>
                <a:latin typeface="+mn-lt"/>
                <a:ea typeface="+mn-lt"/>
                <a:cs typeface="+mn-lt"/>
              </a:defRPr>
            </a:lvl3pPr>
            <a:lvl4pPr marL="0" indent="0" algn="ctr">
              <a:lnSpc>
                <a:spcPct val="110000"/>
              </a:lnSpc>
              <a:spcBef>
                <a:spcPts val="0"/>
              </a:spcBef>
              <a:spcAft>
                <a:spcPts val="0"/>
              </a:spcAft>
              <a:buNone/>
              <a:defRPr sz="1733" b="0">
                <a:solidFill>
                  <a:schemeClr val="tx1"/>
                </a:solidFill>
                <a:latin typeface="+mn-lt"/>
                <a:ea typeface="+mn-lt"/>
                <a:cs typeface="+mn-lt"/>
              </a:defRPr>
            </a:lvl4pPr>
            <a:lvl5pPr marL="0" indent="0" algn="ctr">
              <a:lnSpc>
                <a:spcPct val="110000"/>
              </a:lnSpc>
              <a:spcBef>
                <a:spcPts val="0"/>
              </a:spcBef>
              <a:spcAft>
                <a:spcPts val="0"/>
              </a:spcAft>
              <a:buNone/>
              <a:defRPr sz="1733" b="0">
                <a:solidFill>
                  <a:schemeClr val="tx1"/>
                </a:solidFill>
                <a:latin typeface="+mn-lt"/>
                <a:ea typeface="+mn-lt"/>
                <a:cs typeface="+mn-lt"/>
              </a:defRPr>
            </a:lvl5pPr>
            <a:lvl6pPr marL="0" indent="0" algn="ctr">
              <a:lnSpc>
                <a:spcPct val="110000"/>
              </a:lnSpc>
              <a:spcBef>
                <a:spcPts val="0"/>
              </a:spcBef>
              <a:spcAft>
                <a:spcPts val="0"/>
              </a:spcAft>
              <a:buNone/>
              <a:defRPr sz="1733" b="0">
                <a:solidFill>
                  <a:schemeClr val="tx1"/>
                </a:solidFill>
                <a:latin typeface="+mn-lt"/>
                <a:ea typeface="+mn-lt"/>
                <a:cs typeface="+mn-lt"/>
              </a:defRPr>
            </a:lvl6pPr>
            <a:lvl7pPr marL="0" indent="0" algn="ctr">
              <a:lnSpc>
                <a:spcPct val="110000"/>
              </a:lnSpc>
              <a:spcBef>
                <a:spcPts val="0"/>
              </a:spcBef>
              <a:spcAft>
                <a:spcPts val="0"/>
              </a:spcAft>
              <a:buNone/>
              <a:defRPr sz="1733" b="0">
                <a:solidFill>
                  <a:schemeClr val="tx1"/>
                </a:solidFill>
                <a:latin typeface="+mn-lt"/>
                <a:ea typeface="+mn-lt"/>
                <a:cs typeface="+mn-lt"/>
              </a:defRPr>
            </a:lvl7pPr>
            <a:lvl8pPr marL="0" indent="0" algn="ctr">
              <a:lnSpc>
                <a:spcPct val="110000"/>
              </a:lnSpc>
              <a:spcBef>
                <a:spcPts val="0"/>
              </a:spcBef>
              <a:spcAft>
                <a:spcPts val="0"/>
              </a:spcAft>
              <a:buNone/>
              <a:defRPr sz="1733" b="0">
                <a:solidFill>
                  <a:schemeClr val="tx1"/>
                </a:solidFill>
                <a:latin typeface="+mn-lt"/>
                <a:ea typeface="+mn-lt"/>
                <a:cs typeface="+mn-lt"/>
              </a:defRPr>
            </a:lvl8pPr>
            <a:lvl9pPr marL="0" indent="0" algn="ctr">
              <a:lnSpc>
                <a:spcPct val="110000"/>
              </a:lnSpc>
              <a:spcBef>
                <a:spcPts val="0"/>
              </a:spcBef>
              <a:spcAft>
                <a:spcPts val="0"/>
              </a:spcAft>
              <a:buNone/>
              <a:defRPr sz="1733"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81C85D4-4850-4C00-A65E-043DC4F70DF2}"/>
              </a:ext>
            </a:extLst>
          </p:cNvPr>
          <p:cNvSpPr>
            <a:spLocks xmlns:a="http://schemas.openxmlformats.org/drawingml/2006/main" noGrp="1"/>
          </p:cNvSpPr>
          <p:nvPr>
            <p:ph type="title" idx="0"/>
          </p:nvPr>
        </p:nvSpPr>
        <p:spPr>
          <a:xfrm xmlns:a="http://schemas.openxmlformats.org/drawingml/2006/main">
            <a:off x="1005840" y="6477000"/>
            <a:ext cx="8046720" cy="259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465" b="1">
                <a:solidFill>
                  <a:schemeClr val="tx1"/>
                </a:solidFill>
                <a:latin typeface="+mj-lt"/>
                <a:ea typeface="+mj-lt"/>
                <a:cs typeface="+mj-lt"/>
              </a:defRPr>
            </a:defPPr>
            <a:lvl1pPr marL="0" indent="0" algn="ctr">
              <a:lnSpc>
                <a:spcPct val="110000"/>
              </a:lnSpc>
              <a:spcBef>
                <a:spcPts val="0"/>
              </a:spcBef>
              <a:spcAft>
                <a:spcPts val="0"/>
              </a:spcAft>
              <a:buNone/>
              <a:defRPr sz="3465" b="1">
                <a:solidFill>
                  <a:schemeClr val="tx1"/>
                </a:solidFill>
                <a:latin typeface="+mj-lt"/>
                <a:ea typeface="+mj-lt"/>
                <a:cs typeface="+mj-lt"/>
              </a:defRPr>
            </a:lvl1pPr>
            <a:lvl2pPr marL="0" indent="0" algn="ctr">
              <a:lnSpc>
                <a:spcPct val="110000"/>
              </a:lnSpc>
              <a:spcBef>
                <a:spcPts val="0"/>
              </a:spcBef>
              <a:spcAft>
                <a:spcPts val="0"/>
              </a:spcAft>
              <a:buNone/>
              <a:defRPr sz="3465" b="1">
                <a:solidFill>
                  <a:schemeClr val="tx1"/>
                </a:solidFill>
                <a:latin typeface="+mj-lt"/>
                <a:ea typeface="+mj-lt"/>
                <a:cs typeface="+mj-lt"/>
              </a:defRPr>
            </a:lvl2pPr>
            <a:lvl3pPr marL="0" indent="0" algn="ctr">
              <a:lnSpc>
                <a:spcPct val="110000"/>
              </a:lnSpc>
              <a:spcBef>
                <a:spcPts val="0"/>
              </a:spcBef>
              <a:spcAft>
                <a:spcPts val="0"/>
              </a:spcAft>
              <a:buNone/>
              <a:defRPr sz="3465" b="1">
                <a:solidFill>
                  <a:schemeClr val="tx1"/>
                </a:solidFill>
                <a:latin typeface="+mj-lt"/>
                <a:ea typeface="+mj-lt"/>
                <a:cs typeface="+mj-lt"/>
              </a:defRPr>
            </a:lvl3pPr>
            <a:lvl4pPr marL="0" indent="0" algn="ctr">
              <a:lnSpc>
                <a:spcPct val="110000"/>
              </a:lnSpc>
              <a:spcBef>
                <a:spcPts val="0"/>
              </a:spcBef>
              <a:spcAft>
                <a:spcPts val="0"/>
              </a:spcAft>
              <a:buNone/>
              <a:defRPr sz="3465" b="1">
                <a:solidFill>
                  <a:schemeClr val="tx1"/>
                </a:solidFill>
                <a:latin typeface="+mj-lt"/>
                <a:ea typeface="+mj-lt"/>
                <a:cs typeface="+mj-lt"/>
              </a:defRPr>
            </a:lvl4pPr>
            <a:lvl5pPr marL="0" indent="0" algn="ctr">
              <a:lnSpc>
                <a:spcPct val="110000"/>
              </a:lnSpc>
              <a:spcBef>
                <a:spcPts val="0"/>
              </a:spcBef>
              <a:spcAft>
                <a:spcPts val="0"/>
              </a:spcAft>
              <a:buNone/>
              <a:defRPr sz="3465" b="1">
                <a:solidFill>
                  <a:schemeClr val="tx1"/>
                </a:solidFill>
                <a:latin typeface="+mj-lt"/>
                <a:ea typeface="+mj-lt"/>
                <a:cs typeface="+mj-lt"/>
              </a:defRPr>
            </a:lvl5pPr>
            <a:lvl6pPr marL="0" indent="0" algn="ctr">
              <a:lnSpc>
                <a:spcPct val="110000"/>
              </a:lnSpc>
              <a:spcBef>
                <a:spcPts val="0"/>
              </a:spcBef>
              <a:spcAft>
                <a:spcPts val="0"/>
              </a:spcAft>
              <a:buNone/>
              <a:defRPr sz="3465" b="1">
                <a:solidFill>
                  <a:schemeClr val="tx1"/>
                </a:solidFill>
                <a:latin typeface="+mj-lt"/>
                <a:ea typeface="+mj-lt"/>
                <a:cs typeface="+mj-lt"/>
              </a:defRPr>
            </a:lvl6pPr>
            <a:lvl7pPr marL="0" indent="0" algn="ctr">
              <a:lnSpc>
                <a:spcPct val="110000"/>
              </a:lnSpc>
              <a:spcBef>
                <a:spcPts val="0"/>
              </a:spcBef>
              <a:spcAft>
                <a:spcPts val="0"/>
              </a:spcAft>
              <a:buNone/>
              <a:defRPr sz="3465" b="1">
                <a:solidFill>
                  <a:schemeClr val="tx1"/>
                </a:solidFill>
                <a:latin typeface="+mj-lt"/>
                <a:ea typeface="+mj-lt"/>
                <a:cs typeface="+mj-lt"/>
              </a:defRPr>
            </a:lvl7pPr>
            <a:lvl8pPr marL="0" indent="0" algn="ctr">
              <a:lnSpc>
                <a:spcPct val="110000"/>
              </a:lnSpc>
              <a:spcBef>
                <a:spcPts val="0"/>
              </a:spcBef>
              <a:spcAft>
                <a:spcPts val="0"/>
              </a:spcAft>
              <a:buNone/>
              <a:defRPr sz="3465" b="1">
                <a:solidFill>
                  <a:schemeClr val="tx1"/>
                </a:solidFill>
                <a:latin typeface="+mj-lt"/>
                <a:ea typeface="+mj-lt"/>
                <a:cs typeface="+mj-lt"/>
              </a:defRPr>
            </a:lvl8pPr>
            <a:lvl9pPr marL="0" indent="0" algn="ctr">
              <a:lnSpc>
                <a:spcPct val="110000"/>
              </a:lnSpc>
              <a:spcBef>
                <a:spcPts val="0"/>
              </a:spcBef>
              <a:spcAft>
                <a:spcPts val="0"/>
              </a:spcAft>
              <a:buNone/>
              <a:defRPr sz="3465"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42DA54F-C179-469E-B385-68FB35465A99}"/>
              </a:ext>
            </a:extLst>
          </p:cNvPr>
          <p:cNvSpPr>
            <a:spLocks xmlns:a="http://schemas.openxmlformats.org/drawingml/2006/main" noGrp="1"/>
          </p:cNvSpPr>
          <p:nvPr>
            <p:ph type="title" idx="0"/>
          </p:nvPr>
        </p:nvSpPr>
        <p:spPr>
          <a:xfrm xmlns:a="http://schemas.openxmlformats.org/drawingml/2006/main">
            <a:off x="565785" y="1209040"/>
            <a:ext cx="8926830" cy="18999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23" b="1">
                <a:solidFill>
                  <a:schemeClr val="tx1"/>
                </a:solidFill>
                <a:latin typeface="+mj-lt"/>
                <a:ea typeface="+mj-lt"/>
                <a:cs typeface="+mj-lt"/>
              </a:defRPr>
            </a:defPPr>
            <a:lvl1pPr marL="0" indent="0" algn="l">
              <a:lnSpc>
                <a:spcPct val="110000"/>
              </a:lnSpc>
              <a:spcBef>
                <a:spcPts val="0"/>
              </a:spcBef>
              <a:spcAft>
                <a:spcPts val="0"/>
              </a:spcAft>
              <a:buNone/>
              <a:defRPr sz="2723" b="1">
                <a:solidFill>
                  <a:schemeClr val="tx1"/>
                </a:solidFill>
                <a:latin typeface="+mj-lt"/>
                <a:ea typeface="+mj-lt"/>
                <a:cs typeface="+mj-lt"/>
              </a:defRPr>
            </a:lvl1pPr>
            <a:lvl2pPr marL="0" indent="0" algn="l">
              <a:lnSpc>
                <a:spcPct val="110000"/>
              </a:lnSpc>
              <a:spcBef>
                <a:spcPts val="0"/>
              </a:spcBef>
              <a:spcAft>
                <a:spcPts val="0"/>
              </a:spcAft>
              <a:buNone/>
              <a:defRPr sz="2723" b="1">
                <a:solidFill>
                  <a:schemeClr val="tx1"/>
                </a:solidFill>
                <a:latin typeface="+mj-lt"/>
                <a:ea typeface="+mj-lt"/>
                <a:cs typeface="+mj-lt"/>
              </a:defRPr>
            </a:lvl2pPr>
            <a:lvl3pPr marL="0" indent="0" algn="l">
              <a:lnSpc>
                <a:spcPct val="110000"/>
              </a:lnSpc>
              <a:spcBef>
                <a:spcPts val="0"/>
              </a:spcBef>
              <a:spcAft>
                <a:spcPts val="0"/>
              </a:spcAft>
              <a:buNone/>
              <a:defRPr sz="2723" b="1">
                <a:solidFill>
                  <a:schemeClr val="tx1"/>
                </a:solidFill>
                <a:latin typeface="+mj-lt"/>
                <a:ea typeface="+mj-lt"/>
                <a:cs typeface="+mj-lt"/>
              </a:defRPr>
            </a:lvl3pPr>
            <a:lvl4pPr marL="0" indent="0" algn="l">
              <a:lnSpc>
                <a:spcPct val="110000"/>
              </a:lnSpc>
              <a:spcBef>
                <a:spcPts val="0"/>
              </a:spcBef>
              <a:spcAft>
                <a:spcPts val="0"/>
              </a:spcAft>
              <a:buNone/>
              <a:defRPr sz="2723" b="1">
                <a:solidFill>
                  <a:schemeClr val="tx1"/>
                </a:solidFill>
                <a:latin typeface="+mj-lt"/>
                <a:ea typeface="+mj-lt"/>
                <a:cs typeface="+mj-lt"/>
              </a:defRPr>
            </a:lvl4pPr>
            <a:lvl5pPr marL="0" indent="0" algn="l">
              <a:lnSpc>
                <a:spcPct val="110000"/>
              </a:lnSpc>
              <a:spcBef>
                <a:spcPts val="0"/>
              </a:spcBef>
              <a:spcAft>
                <a:spcPts val="0"/>
              </a:spcAft>
              <a:buNone/>
              <a:defRPr sz="2723" b="1">
                <a:solidFill>
                  <a:schemeClr val="tx1"/>
                </a:solidFill>
                <a:latin typeface="+mj-lt"/>
                <a:ea typeface="+mj-lt"/>
                <a:cs typeface="+mj-lt"/>
              </a:defRPr>
            </a:lvl5pPr>
            <a:lvl6pPr marL="0" indent="0" algn="l">
              <a:lnSpc>
                <a:spcPct val="110000"/>
              </a:lnSpc>
              <a:spcBef>
                <a:spcPts val="0"/>
              </a:spcBef>
              <a:spcAft>
                <a:spcPts val="0"/>
              </a:spcAft>
              <a:buNone/>
              <a:defRPr sz="2723" b="1">
                <a:solidFill>
                  <a:schemeClr val="tx1"/>
                </a:solidFill>
                <a:latin typeface="+mj-lt"/>
                <a:ea typeface="+mj-lt"/>
                <a:cs typeface="+mj-lt"/>
              </a:defRPr>
            </a:lvl6pPr>
            <a:lvl7pPr marL="0" indent="0" algn="l">
              <a:lnSpc>
                <a:spcPct val="110000"/>
              </a:lnSpc>
              <a:spcBef>
                <a:spcPts val="0"/>
              </a:spcBef>
              <a:spcAft>
                <a:spcPts val="0"/>
              </a:spcAft>
              <a:buNone/>
              <a:defRPr sz="2723" b="1">
                <a:solidFill>
                  <a:schemeClr val="tx1"/>
                </a:solidFill>
                <a:latin typeface="+mj-lt"/>
                <a:ea typeface="+mj-lt"/>
                <a:cs typeface="+mj-lt"/>
              </a:defRPr>
            </a:lvl7pPr>
            <a:lvl8pPr marL="0" indent="0" algn="l">
              <a:lnSpc>
                <a:spcPct val="110000"/>
              </a:lnSpc>
              <a:spcBef>
                <a:spcPts val="0"/>
              </a:spcBef>
              <a:spcAft>
                <a:spcPts val="0"/>
              </a:spcAft>
              <a:buNone/>
              <a:defRPr sz="2723" b="1">
                <a:solidFill>
                  <a:schemeClr val="tx1"/>
                </a:solidFill>
                <a:latin typeface="+mj-lt"/>
                <a:ea typeface="+mj-lt"/>
                <a:cs typeface="+mj-lt"/>
              </a:defRPr>
            </a:lvl8pPr>
            <a:lvl9pPr marL="0" indent="0" algn="l">
              <a:lnSpc>
                <a:spcPct val="110000"/>
              </a:lnSpc>
              <a:spcBef>
                <a:spcPts val="0"/>
              </a:spcBef>
              <a:spcAft>
                <a:spcPts val="0"/>
              </a:spcAft>
              <a:buNone/>
              <a:defRPr sz="2723"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D78ED6A-E6F8-4569-B92E-899A65F8FDAF}"/>
              </a:ext>
            </a:extLst>
          </p:cNvPr>
          <p:cNvSpPr>
            <a:spLocks xmlns:a="http://schemas.openxmlformats.org/drawingml/2006/main" noGrp="1"/>
          </p:cNvSpPr>
          <p:nvPr>
            <p:ph type="body" idx="1"/>
          </p:nvPr>
        </p:nvSpPr>
        <p:spPr>
          <a:xfrm xmlns:a="http://schemas.openxmlformats.org/drawingml/2006/main">
            <a:off x="565785" y="4318000"/>
            <a:ext cx="8926830" cy="96723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56" b="0">
                <a:solidFill>
                  <a:schemeClr val="tx1"/>
                </a:solidFill>
                <a:latin typeface="+mn-lt"/>
                <a:ea typeface="+mn-lt"/>
                <a:cs typeface="+mn-lt"/>
              </a:defRPr>
            </a:defPPr>
            <a:lvl1pPr marL="188595" indent="-188595" algn="l">
              <a:lnSpc>
                <a:spcPct val="110000"/>
              </a:lnSpc>
              <a:spcBef>
                <a:spcPts val="0"/>
              </a:spcBef>
              <a:spcAft>
                <a:spcPts val="990"/>
              </a:spcAft>
              <a:buChar char="•"/>
              <a:defRPr sz="1856" b="0">
                <a:solidFill>
                  <a:schemeClr val="tx1"/>
                </a:solidFill>
                <a:latin typeface="+mn-lt"/>
                <a:ea typeface="+mn-lt"/>
                <a:cs typeface="+mn-lt"/>
              </a:defRPr>
            </a:lvl1pPr>
            <a:lvl2pPr marL="440055" indent="-188595" algn="l">
              <a:lnSpc>
                <a:spcPct val="110000"/>
              </a:lnSpc>
              <a:spcBef>
                <a:spcPts val="0"/>
              </a:spcBef>
              <a:spcAft>
                <a:spcPts val="990"/>
              </a:spcAft>
              <a:buChar char="•"/>
              <a:defRPr sz="1856" b="0">
                <a:solidFill>
                  <a:schemeClr val="tx1"/>
                </a:solidFill>
                <a:latin typeface="+mn-lt"/>
                <a:ea typeface="+mn-lt"/>
                <a:cs typeface="+mn-lt"/>
              </a:defRPr>
            </a:lvl2pPr>
            <a:lvl3pPr marL="691515" indent="-188595" algn="l">
              <a:lnSpc>
                <a:spcPct val="110000"/>
              </a:lnSpc>
              <a:spcBef>
                <a:spcPts val="0"/>
              </a:spcBef>
              <a:spcAft>
                <a:spcPts val="990"/>
              </a:spcAft>
              <a:buChar char="•"/>
              <a:defRPr sz="1856" b="0">
                <a:solidFill>
                  <a:schemeClr val="tx1"/>
                </a:solidFill>
                <a:latin typeface="+mn-lt"/>
                <a:ea typeface="+mn-lt"/>
                <a:cs typeface="+mn-lt"/>
              </a:defRPr>
            </a:lvl3pPr>
            <a:lvl4pPr marL="942975" indent="-188595" algn="l">
              <a:lnSpc>
                <a:spcPct val="110000"/>
              </a:lnSpc>
              <a:spcBef>
                <a:spcPts val="0"/>
              </a:spcBef>
              <a:spcAft>
                <a:spcPts val="990"/>
              </a:spcAft>
              <a:buChar char="•"/>
              <a:defRPr sz="1856" b="0">
                <a:solidFill>
                  <a:schemeClr val="tx1"/>
                </a:solidFill>
                <a:latin typeface="+mn-lt"/>
                <a:ea typeface="+mn-lt"/>
                <a:cs typeface="+mn-lt"/>
              </a:defRPr>
            </a:lvl4pPr>
            <a:lvl5pPr marL="1194435" indent="-188595" algn="l">
              <a:lnSpc>
                <a:spcPct val="110000"/>
              </a:lnSpc>
              <a:spcBef>
                <a:spcPts val="0"/>
              </a:spcBef>
              <a:spcAft>
                <a:spcPts val="990"/>
              </a:spcAft>
              <a:buChar char="•"/>
              <a:defRPr sz="1856" b="0">
                <a:solidFill>
                  <a:schemeClr val="tx1"/>
                </a:solidFill>
                <a:latin typeface="+mn-lt"/>
                <a:ea typeface="+mn-lt"/>
                <a:cs typeface="+mn-lt"/>
              </a:defRPr>
            </a:lvl5pPr>
            <a:lvl6pPr marL="1445895" indent="-188595" algn="l">
              <a:lnSpc>
                <a:spcPct val="110000"/>
              </a:lnSpc>
              <a:spcBef>
                <a:spcPts val="0"/>
              </a:spcBef>
              <a:spcAft>
                <a:spcPts val="990"/>
              </a:spcAft>
              <a:buChar char="•"/>
              <a:defRPr sz="1856" b="0">
                <a:solidFill>
                  <a:schemeClr val="tx1"/>
                </a:solidFill>
                <a:latin typeface="+mn-lt"/>
                <a:ea typeface="+mn-lt"/>
                <a:cs typeface="+mn-lt"/>
              </a:defRPr>
            </a:lvl6pPr>
            <a:lvl7pPr marL="1697355" indent="-188595" algn="l">
              <a:lnSpc>
                <a:spcPct val="110000"/>
              </a:lnSpc>
              <a:spcBef>
                <a:spcPts val="0"/>
              </a:spcBef>
              <a:spcAft>
                <a:spcPts val="990"/>
              </a:spcAft>
              <a:buChar char="•"/>
              <a:defRPr sz="1856" b="0">
                <a:solidFill>
                  <a:schemeClr val="tx1"/>
                </a:solidFill>
                <a:latin typeface="+mn-lt"/>
                <a:ea typeface="+mn-lt"/>
                <a:cs typeface="+mn-lt"/>
              </a:defRPr>
            </a:lvl7pPr>
            <a:lvl8pPr marL="1948815" indent="-188595" algn="l">
              <a:lnSpc>
                <a:spcPct val="110000"/>
              </a:lnSpc>
              <a:spcBef>
                <a:spcPts val="0"/>
              </a:spcBef>
              <a:spcAft>
                <a:spcPts val="990"/>
              </a:spcAft>
              <a:buChar char="•"/>
              <a:defRPr sz="1856" b="0">
                <a:solidFill>
                  <a:schemeClr val="tx1"/>
                </a:solidFill>
                <a:latin typeface="+mn-lt"/>
                <a:ea typeface="+mn-lt"/>
                <a:cs typeface="+mn-lt"/>
              </a:defRPr>
            </a:lvl8pPr>
            <a:lvl9pPr marL="2200275" indent="-188595" algn="l">
              <a:lnSpc>
                <a:spcPct val="110000"/>
              </a:lnSpc>
              <a:spcBef>
                <a:spcPts val="0"/>
              </a:spcBef>
              <a:spcAft>
                <a:spcPts val="990"/>
              </a:spcAft>
              <a:buChar char="•"/>
              <a:defRPr sz="1856"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AC5759F-0654-4AF9-822F-2447DCE34894}"/>
              </a:ext>
            </a:extLst>
          </p:cNvPr>
          <p:cNvSpPr>
            <a:spLocks xmlns:a="http://schemas.openxmlformats.org/drawingml/2006/main" noGrp="1"/>
          </p:cNvSpPr>
          <p:nvPr>
            <p:ph type="title" idx="0"/>
          </p:nvPr>
        </p:nvSpPr>
        <p:spPr>
          <a:xfrm xmlns:a="http://schemas.openxmlformats.org/drawingml/2006/main">
            <a:off x="565785" y="1209040"/>
            <a:ext cx="8926830" cy="18999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23" b="1">
                <a:solidFill>
                  <a:schemeClr val="tx1"/>
                </a:solidFill>
                <a:latin typeface="+mj-lt"/>
                <a:ea typeface="+mj-lt"/>
                <a:cs typeface="+mj-lt"/>
              </a:defRPr>
            </a:defPPr>
            <a:lvl1pPr marL="0" indent="0" algn="l">
              <a:lnSpc>
                <a:spcPct val="110000"/>
              </a:lnSpc>
              <a:spcBef>
                <a:spcPts val="0"/>
              </a:spcBef>
              <a:spcAft>
                <a:spcPts val="0"/>
              </a:spcAft>
              <a:buNone/>
              <a:defRPr sz="2723" b="1">
                <a:solidFill>
                  <a:schemeClr val="tx1"/>
                </a:solidFill>
                <a:latin typeface="+mj-lt"/>
                <a:ea typeface="+mj-lt"/>
                <a:cs typeface="+mj-lt"/>
              </a:defRPr>
            </a:lvl1pPr>
            <a:lvl2pPr marL="0" indent="0" algn="l">
              <a:lnSpc>
                <a:spcPct val="110000"/>
              </a:lnSpc>
              <a:spcBef>
                <a:spcPts val="0"/>
              </a:spcBef>
              <a:spcAft>
                <a:spcPts val="0"/>
              </a:spcAft>
              <a:buNone/>
              <a:defRPr sz="2723" b="1">
                <a:solidFill>
                  <a:schemeClr val="tx1"/>
                </a:solidFill>
                <a:latin typeface="+mj-lt"/>
                <a:ea typeface="+mj-lt"/>
                <a:cs typeface="+mj-lt"/>
              </a:defRPr>
            </a:lvl2pPr>
            <a:lvl3pPr marL="0" indent="0" algn="l">
              <a:lnSpc>
                <a:spcPct val="110000"/>
              </a:lnSpc>
              <a:spcBef>
                <a:spcPts val="0"/>
              </a:spcBef>
              <a:spcAft>
                <a:spcPts val="0"/>
              </a:spcAft>
              <a:buNone/>
              <a:defRPr sz="2723" b="1">
                <a:solidFill>
                  <a:schemeClr val="tx1"/>
                </a:solidFill>
                <a:latin typeface="+mj-lt"/>
                <a:ea typeface="+mj-lt"/>
                <a:cs typeface="+mj-lt"/>
              </a:defRPr>
            </a:lvl3pPr>
            <a:lvl4pPr marL="0" indent="0" algn="l">
              <a:lnSpc>
                <a:spcPct val="110000"/>
              </a:lnSpc>
              <a:spcBef>
                <a:spcPts val="0"/>
              </a:spcBef>
              <a:spcAft>
                <a:spcPts val="0"/>
              </a:spcAft>
              <a:buNone/>
              <a:defRPr sz="2723" b="1">
                <a:solidFill>
                  <a:schemeClr val="tx1"/>
                </a:solidFill>
                <a:latin typeface="+mj-lt"/>
                <a:ea typeface="+mj-lt"/>
                <a:cs typeface="+mj-lt"/>
              </a:defRPr>
            </a:lvl4pPr>
            <a:lvl5pPr marL="0" indent="0" algn="l">
              <a:lnSpc>
                <a:spcPct val="110000"/>
              </a:lnSpc>
              <a:spcBef>
                <a:spcPts val="0"/>
              </a:spcBef>
              <a:spcAft>
                <a:spcPts val="0"/>
              </a:spcAft>
              <a:buNone/>
              <a:defRPr sz="2723" b="1">
                <a:solidFill>
                  <a:schemeClr val="tx1"/>
                </a:solidFill>
                <a:latin typeface="+mj-lt"/>
                <a:ea typeface="+mj-lt"/>
                <a:cs typeface="+mj-lt"/>
              </a:defRPr>
            </a:lvl5pPr>
            <a:lvl6pPr marL="0" indent="0" algn="l">
              <a:lnSpc>
                <a:spcPct val="110000"/>
              </a:lnSpc>
              <a:spcBef>
                <a:spcPts val="0"/>
              </a:spcBef>
              <a:spcAft>
                <a:spcPts val="0"/>
              </a:spcAft>
              <a:buNone/>
              <a:defRPr sz="2723" b="1">
                <a:solidFill>
                  <a:schemeClr val="tx1"/>
                </a:solidFill>
                <a:latin typeface="+mj-lt"/>
                <a:ea typeface="+mj-lt"/>
                <a:cs typeface="+mj-lt"/>
              </a:defRPr>
            </a:lvl6pPr>
            <a:lvl7pPr marL="0" indent="0" algn="l">
              <a:lnSpc>
                <a:spcPct val="110000"/>
              </a:lnSpc>
              <a:spcBef>
                <a:spcPts val="0"/>
              </a:spcBef>
              <a:spcAft>
                <a:spcPts val="0"/>
              </a:spcAft>
              <a:buNone/>
              <a:defRPr sz="2723" b="1">
                <a:solidFill>
                  <a:schemeClr val="tx1"/>
                </a:solidFill>
                <a:latin typeface="+mj-lt"/>
                <a:ea typeface="+mj-lt"/>
                <a:cs typeface="+mj-lt"/>
              </a:defRPr>
            </a:lvl7pPr>
            <a:lvl8pPr marL="0" indent="0" algn="l">
              <a:lnSpc>
                <a:spcPct val="110000"/>
              </a:lnSpc>
              <a:spcBef>
                <a:spcPts val="0"/>
              </a:spcBef>
              <a:spcAft>
                <a:spcPts val="0"/>
              </a:spcAft>
              <a:buNone/>
              <a:defRPr sz="2723" b="1">
                <a:solidFill>
                  <a:schemeClr val="tx1"/>
                </a:solidFill>
                <a:latin typeface="+mj-lt"/>
                <a:ea typeface="+mj-lt"/>
                <a:cs typeface="+mj-lt"/>
              </a:defRPr>
            </a:lvl8pPr>
            <a:lvl9pPr marL="0" indent="0" algn="l">
              <a:lnSpc>
                <a:spcPct val="110000"/>
              </a:lnSpc>
              <a:spcBef>
                <a:spcPts val="0"/>
              </a:spcBef>
              <a:spcAft>
                <a:spcPts val="0"/>
              </a:spcAft>
              <a:buNone/>
              <a:defRPr sz="2723"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097D7E7-D715-423A-9525-222DF22655B8}"/>
              </a:ext>
            </a:extLst>
          </p:cNvPr>
          <p:cNvSpPr>
            <a:spLocks xmlns:a="http://schemas.openxmlformats.org/drawingml/2006/main" noGrp="1"/>
          </p:cNvSpPr>
          <p:nvPr>
            <p:ph type="body" idx="1"/>
          </p:nvPr>
        </p:nvSpPr>
        <p:spPr>
          <a:xfrm xmlns:a="http://schemas.openxmlformats.org/drawingml/2006/main">
            <a:off x="565785" y="4318000"/>
            <a:ext cx="4149090" cy="96723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733" b="0">
                <a:solidFill>
                  <a:schemeClr val="tx1"/>
                </a:solidFill>
                <a:latin typeface="+mn-lt"/>
                <a:ea typeface="+mn-lt"/>
                <a:cs typeface="+mn-lt"/>
              </a:defRPr>
            </a:defPPr>
            <a:lvl1pPr marL="188595" indent="-188595" algn="l">
              <a:lnSpc>
                <a:spcPct val="110000"/>
              </a:lnSpc>
              <a:spcBef>
                <a:spcPts val="0"/>
              </a:spcBef>
              <a:spcAft>
                <a:spcPts val="990"/>
              </a:spcAft>
              <a:buChar char="•"/>
              <a:defRPr sz="1733" b="0">
                <a:solidFill>
                  <a:schemeClr val="tx1"/>
                </a:solidFill>
                <a:latin typeface="+mn-lt"/>
                <a:ea typeface="+mn-lt"/>
                <a:cs typeface="+mn-lt"/>
              </a:defRPr>
            </a:lvl1pPr>
            <a:lvl2pPr marL="440055" indent="-188595" algn="l">
              <a:lnSpc>
                <a:spcPct val="110000"/>
              </a:lnSpc>
              <a:spcBef>
                <a:spcPts val="0"/>
              </a:spcBef>
              <a:spcAft>
                <a:spcPts val="990"/>
              </a:spcAft>
              <a:buChar char="•"/>
              <a:defRPr sz="1733" b="0">
                <a:solidFill>
                  <a:schemeClr val="tx1"/>
                </a:solidFill>
                <a:latin typeface="+mn-lt"/>
                <a:ea typeface="+mn-lt"/>
                <a:cs typeface="+mn-lt"/>
              </a:defRPr>
            </a:lvl2pPr>
            <a:lvl3pPr marL="691515" indent="-188595" algn="l">
              <a:lnSpc>
                <a:spcPct val="110000"/>
              </a:lnSpc>
              <a:spcBef>
                <a:spcPts val="0"/>
              </a:spcBef>
              <a:spcAft>
                <a:spcPts val="990"/>
              </a:spcAft>
              <a:buChar char="•"/>
              <a:defRPr sz="1733" b="0">
                <a:solidFill>
                  <a:schemeClr val="tx1"/>
                </a:solidFill>
                <a:latin typeface="+mn-lt"/>
                <a:ea typeface="+mn-lt"/>
                <a:cs typeface="+mn-lt"/>
              </a:defRPr>
            </a:lvl3pPr>
            <a:lvl4pPr marL="942975" indent="-188595" algn="l">
              <a:lnSpc>
                <a:spcPct val="110000"/>
              </a:lnSpc>
              <a:spcBef>
                <a:spcPts val="0"/>
              </a:spcBef>
              <a:spcAft>
                <a:spcPts val="990"/>
              </a:spcAft>
              <a:buChar char="•"/>
              <a:defRPr sz="1733" b="0">
                <a:solidFill>
                  <a:schemeClr val="tx1"/>
                </a:solidFill>
                <a:latin typeface="+mn-lt"/>
                <a:ea typeface="+mn-lt"/>
                <a:cs typeface="+mn-lt"/>
              </a:defRPr>
            </a:lvl4pPr>
            <a:lvl5pPr marL="1194435" indent="-188595" algn="l">
              <a:lnSpc>
                <a:spcPct val="110000"/>
              </a:lnSpc>
              <a:spcBef>
                <a:spcPts val="0"/>
              </a:spcBef>
              <a:spcAft>
                <a:spcPts val="990"/>
              </a:spcAft>
              <a:buChar char="•"/>
              <a:defRPr sz="1733" b="0">
                <a:solidFill>
                  <a:schemeClr val="tx1"/>
                </a:solidFill>
                <a:latin typeface="+mn-lt"/>
                <a:ea typeface="+mn-lt"/>
                <a:cs typeface="+mn-lt"/>
              </a:defRPr>
            </a:lvl5pPr>
            <a:lvl6pPr marL="1445895" indent="-188595" algn="l">
              <a:lnSpc>
                <a:spcPct val="110000"/>
              </a:lnSpc>
              <a:spcBef>
                <a:spcPts val="0"/>
              </a:spcBef>
              <a:spcAft>
                <a:spcPts val="990"/>
              </a:spcAft>
              <a:buChar char="•"/>
              <a:defRPr sz="1733" b="0">
                <a:solidFill>
                  <a:schemeClr val="tx1"/>
                </a:solidFill>
                <a:latin typeface="+mn-lt"/>
                <a:ea typeface="+mn-lt"/>
                <a:cs typeface="+mn-lt"/>
              </a:defRPr>
            </a:lvl6pPr>
            <a:lvl7pPr marL="1697355" indent="-188595" algn="l">
              <a:lnSpc>
                <a:spcPct val="110000"/>
              </a:lnSpc>
              <a:spcBef>
                <a:spcPts val="0"/>
              </a:spcBef>
              <a:spcAft>
                <a:spcPts val="990"/>
              </a:spcAft>
              <a:buChar char="•"/>
              <a:defRPr sz="1733" b="0">
                <a:solidFill>
                  <a:schemeClr val="tx1"/>
                </a:solidFill>
                <a:latin typeface="+mn-lt"/>
                <a:ea typeface="+mn-lt"/>
                <a:cs typeface="+mn-lt"/>
              </a:defRPr>
            </a:lvl7pPr>
            <a:lvl8pPr marL="1948815" indent="-188595" algn="l">
              <a:lnSpc>
                <a:spcPct val="110000"/>
              </a:lnSpc>
              <a:spcBef>
                <a:spcPts val="0"/>
              </a:spcBef>
              <a:spcAft>
                <a:spcPts val="990"/>
              </a:spcAft>
              <a:buChar char="•"/>
              <a:defRPr sz="1733" b="0">
                <a:solidFill>
                  <a:schemeClr val="tx1"/>
                </a:solidFill>
                <a:latin typeface="+mn-lt"/>
                <a:ea typeface="+mn-lt"/>
                <a:cs typeface="+mn-lt"/>
              </a:defRPr>
            </a:lvl8pPr>
            <a:lvl9pPr marL="2200275" indent="-188595" algn="l">
              <a:lnSpc>
                <a:spcPct val="110000"/>
              </a:lnSpc>
              <a:spcBef>
                <a:spcPts val="0"/>
              </a:spcBef>
              <a:spcAft>
                <a:spcPts val="990"/>
              </a:spcAft>
              <a:buChar char="•"/>
              <a:defRPr sz="1733"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DD4F189-0B2F-46ED-B4C1-A6E519CD8112}"/>
              </a:ext>
            </a:extLst>
          </p:cNvPr>
          <p:cNvSpPr>
            <a:spLocks xmlns:a="http://schemas.openxmlformats.org/drawingml/2006/main" noGrp="1"/>
          </p:cNvSpPr>
          <p:nvPr>
            <p:ph type="body" idx="2"/>
          </p:nvPr>
        </p:nvSpPr>
        <p:spPr>
          <a:xfrm xmlns:a="http://schemas.openxmlformats.org/drawingml/2006/main">
            <a:off x="5343525" y="4318000"/>
            <a:ext cx="4149090" cy="96723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733" b="0">
                <a:solidFill>
                  <a:schemeClr val="tx1"/>
                </a:solidFill>
                <a:latin typeface="+mn-lt"/>
                <a:ea typeface="+mn-lt"/>
                <a:cs typeface="+mn-lt"/>
              </a:defRPr>
            </a:defPPr>
            <a:lvl1pPr marL="188595" indent="-188595" algn="l">
              <a:lnSpc>
                <a:spcPct val="110000"/>
              </a:lnSpc>
              <a:spcBef>
                <a:spcPts val="0"/>
              </a:spcBef>
              <a:spcAft>
                <a:spcPts val="990"/>
              </a:spcAft>
              <a:buChar char="•"/>
              <a:defRPr sz="1733" b="0">
                <a:solidFill>
                  <a:schemeClr val="tx1"/>
                </a:solidFill>
                <a:latin typeface="+mn-lt"/>
                <a:ea typeface="+mn-lt"/>
                <a:cs typeface="+mn-lt"/>
              </a:defRPr>
            </a:lvl1pPr>
            <a:lvl2pPr marL="440055" indent="-188595" algn="l">
              <a:lnSpc>
                <a:spcPct val="110000"/>
              </a:lnSpc>
              <a:spcBef>
                <a:spcPts val="0"/>
              </a:spcBef>
              <a:spcAft>
                <a:spcPts val="990"/>
              </a:spcAft>
              <a:buChar char="•"/>
              <a:defRPr sz="1733" b="0">
                <a:solidFill>
                  <a:schemeClr val="tx1"/>
                </a:solidFill>
                <a:latin typeface="+mn-lt"/>
                <a:ea typeface="+mn-lt"/>
                <a:cs typeface="+mn-lt"/>
              </a:defRPr>
            </a:lvl2pPr>
            <a:lvl3pPr marL="691515" indent="-188595" algn="l">
              <a:lnSpc>
                <a:spcPct val="110000"/>
              </a:lnSpc>
              <a:spcBef>
                <a:spcPts val="0"/>
              </a:spcBef>
              <a:spcAft>
                <a:spcPts val="990"/>
              </a:spcAft>
              <a:buChar char="•"/>
              <a:defRPr sz="1733" b="0">
                <a:solidFill>
                  <a:schemeClr val="tx1"/>
                </a:solidFill>
                <a:latin typeface="+mn-lt"/>
                <a:ea typeface="+mn-lt"/>
                <a:cs typeface="+mn-lt"/>
              </a:defRPr>
            </a:lvl3pPr>
            <a:lvl4pPr marL="942975" indent="-188595" algn="l">
              <a:lnSpc>
                <a:spcPct val="110000"/>
              </a:lnSpc>
              <a:spcBef>
                <a:spcPts val="0"/>
              </a:spcBef>
              <a:spcAft>
                <a:spcPts val="990"/>
              </a:spcAft>
              <a:buChar char="•"/>
              <a:defRPr sz="1733" b="0">
                <a:solidFill>
                  <a:schemeClr val="tx1"/>
                </a:solidFill>
                <a:latin typeface="+mn-lt"/>
                <a:ea typeface="+mn-lt"/>
                <a:cs typeface="+mn-lt"/>
              </a:defRPr>
            </a:lvl4pPr>
            <a:lvl5pPr marL="1194435" indent="-188595" algn="l">
              <a:lnSpc>
                <a:spcPct val="110000"/>
              </a:lnSpc>
              <a:spcBef>
                <a:spcPts val="0"/>
              </a:spcBef>
              <a:spcAft>
                <a:spcPts val="990"/>
              </a:spcAft>
              <a:buChar char="•"/>
              <a:defRPr sz="1733" b="0">
                <a:solidFill>
                  <a:schemeClr val="tx1"/>
                </a:solidFill>
                <a:latin typeface="+mn-lt"/>
                <a:ea typeface="+mn-lt"/>
                <a:cs typeface="+mn-lt"/>
              </a:defRPr>
            </a:lvl5pPr>
            <a:lvl6pPr marL="1445895" indent="-188595" algn="l">
              <a:lnSpc>
                <a:spcPct val="110000"/>
              </a:lnSpc>
              <a:spcBef>
                <a:spcPts val="0"/>
              </a:spcBef>
              <a:spcAft>
                <a:spcPts val="990"/>
              </a:spcAft>
              <a:buChar char="•"/>
              <a:defRPr sz="1733" b="0">
                <a:solidFill>
                  <a:schemeClr val="tx1"/>
                </a:solidFill>
                <a:latin typeface="+mn-lt"/>
                <a:ea typeface="+mn-lt"/>
                <a:cs typeface="+mn-lt"/>
              </a:defRPr>
            </a:lvl6pPr>
            <a:lvl7pPr marL="1697355" indent="-188595" algn="l">
              <a:lnSpc>
                <a:spcPct val="110000"/>
              </a:lnSpc>
              <a:spcBef>
                <a:spcPts val="0"/>
              </a:spcBef>
              <a:spcAft>
                <a:spcPts val="990"/>
              </a:spcAft>
              <a:buChar char="•"/>
              <a:defRPr sz="1733" b="0">
                <a:solidFill>
                  <a:schemeClr val="tx1"/>
                </a:solidFill>
                <a:latin typeface="+mn-lt"/>
                <a:ea typeface="+mn-lt"/>
                <a:cs typeface="+mn-lt"/>
              </a:defRPr>
            </a:lvl7pPr>
            <a:lvl8pPr marL="1948815" indent="-188595" algn="l">
              <a:lnSpc>
                <a:spcPct val="110000"/>
              </a:lnSpc>
              <a:spcBef>
                <a:spcPts val="0"/>
              </a:spcBef>
              <a:spcAft>
                <a:spcPts val="990"/>
              </a:spcAft>
              <a:buChar char="•"/>
              <a:defRPr sz="1733" b="0">
                <a:solidFill>
                  <a:schemeClr val="tx1"/>
                </a:solidFill>
                <a:latin typeface="+mn-lt"/>
                <a:ea typeface="+mn-lt"/>
                <a:cs typeface="+mn-lt"/>
              </a:defRPr>
            </a:lvl8pPr>
            <a:lvl9pPr marL="2200275" indent="-188595" algn="l">
              <a:lnSpc>
                <a:spcPct val="110000"/>
              </a:lnSpc>
              <a:spcBef>
                <a:spcPts val="0"/>
              </a:spcBef>
              <a:spcAft>
                <a:spcPts val="990"/>
              </a:spcAft>
              <a:buChar char="•"/>
              <a:defRPr sz="1733"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CC4F39B-A0BB-4BDC-9790-D2A72CB5492B}"/>
              </a:ext>
            </a:extLst>
          </p:cNvPr>
          <p:cNvSpPr>
            <a:spLocks xmlns:a="http://schemas.openxmlformats.org/drawingml/2006/main" noGrp="1"/>
          </p:cNvSpPr>
          <p:nvPr>
            <p:ph type="title" idx="0"/>
          </p:nvPr>
        </p:nvSpPr>
        <p:spPr>
          <a:xfrm xmlns:a="http://schemas.openxmlformats.org/drawingml/2006/main">
            <a:off x="565785" y="1209040"/>
            <a:ext cx="8926830" cy="18999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23" b="1">
                <a:solidFill>
                  <a:schemeClr val="tx1"/>
                </a:solidFill>
                <a:latin typeface="+mj-lt"/>
                <a:ea typeface="+mj-lt"/>
                <a:cs typeface="+mj-lt"/>
              </a:defRPr>
            </a:defPPr>
            <a:lvl1pPr marL="0" indent="0" algn="l">
              <a:lnSpc>
                <a:spcPct val="110000"/>
              </a:lnSpc>
              <a:spcBef>
                <a:spcPts val="0"/>
              </a:spcBef>
              <a:spcAft>
                <a:spcPts val="0"/>
              </a:spcAft>
              <a:buNone/>
              <a:defRPr sz="2723" b="1">
                <a:solidFill>
                  <a:schemeClr val="tx1"/>
                </a:solidFill>
                <a:latin typeface="+mj-lt"/>
                <a:ea typeface="+mj-lt"/>
                <a:cs typeface="+mj-lt"/>
              </a:defRPr>
            </a:lvl1pPr>
            <a:lvl2pPr marL="0" indent="0" algn="l">
              <a:lnSpc>
                <a:spcPct val="110000"/>
              </a:lnSpc>
              <a:spcBef>
                <a:spcPts val="0"/>
              </a:spcBef>
              <a:spcAft>
                <a:spcPts val="0"/>
              </a:spcAft>
              <a:buNone/>
              <a:defRPr sz="2723" b="1">
                <a:solidFill>
                  <a:schemeClr val="tx1"/>
                </a:solidFill>
                <a:latin typeface="+mj-lt"/>
                <a:ea typeface="+mj-lt"/>
                <a:cs typeface="+mj-lt"/>
              </a:defRPr>
            </a:lvl2pPr>
            <a:lvl3pPr marL="0" indent="0" algn="l">
              <a:lnSpc>
                <a:spcPct val="110000"/>
              </a:lnSpc>
              <a:spcBef>
                <a:spcPts val="0"/>
              </a:spcBef>
              <a:spcAft>
                <a:spcPts val="0"/>
              </a:spcAft>
              <a:buNone/>
              <a:defRPr sz="2723" b="1">
                <a:solidFill>
                  <a:schemeClr val="tx1"/>
                </a:solidFill>
                <a:latin typeface="+mj-lt"/>
                <a:ea typeface="+mj-lt"/>
                <a:cs typeface="+mj-lt"/>
              </a:defRPr>
            </a:lvl3pPr>
            <a:lvl4pPr marL="0" indent="0" algn="l">
              <a:lnSpc>
                <a:spcPct val="110000"/>
              </a:lnSpc>
              <a:spcBef>
                <a:spcPts val="0"/>
              </a:spcBef>
              <a:spcAft>
                <a:spcPts val="0"/>
              </a:spcAft>
              <a:buNone/>
              <a:defRPr sz="2723" b="1">
                <a:solidFill>
                  <a:schemeClr val="tx1"/>
                </a:solidFill>
                <a:latin typeface="+mj-lt"/>
                <a:ea typeface="+mj-lt"/>
                <a:cs typeface="+mj-lt"/>
              </a:defRPr>
            </a:lvl4pPr>
            <a:lvl5pPr marL="0" indent="0" algn="l">
              <a:lnSpc>
                <a:spcPct val="110000"/>
              </a:lnSpc>
              <a:spcBef>
                <a:spcPts val="0"/>
              </a:spcBef>
              <a:spcAft>
                <a:spcPts val="0"/>
              </a:spcAft>
              <a:buNone/>
              <a:defRPr sz="2723" b="1">
                <a:solidFill>
                  <a:schemeClr val="tx1"/>
                </a:solidFill>
                <a:latin typeface="+mj-lt"/>
                <a:ea typeface="+mj-lt"/>
                <a:cs typeface="+mj-lt"/>
              </a:defRPr>
            </a:lvl5pPr>
            <a:lvl6pPr marL="0" indent="0" algn="l">
              <a:lnSpc>
                <a:spcPct val="110000"/>
              </a:lnSpc>
              <a:spcBef>
                <a:spcPts val="0"/>
              </a:spcBef>
              <a:spcAft>
                <a:spcPts val="0"/>
              </a:spcAft>
              <a:buNone/>
              <a:defRPr sz="2723" b="1">
                <a:solidFill>
                  <a:schemeClr val="tx1"/>
                </a:solidFill>
                <a:latin typeface="+mj-lt"/>
                <a:ea typeface="+mj-lt"/>
                <a:cs typeface="+mj-lt"/>
              </a:defRPr>
            </a:lvl6pPr>
            <a:lvl7pPr marL="0" indent="0" algn="l">
              <a:lnSpc>
                <a:spcPct val="110000"/>
              </a:lnSpc>
              <a:spcBef>
                <a:spcPts val="0"/>
              </a:spcBef>
              <a:spcAft>
                <a:spcPts val="0"/>
              </a:spcAft>
              <a:buNone/>
              <a:defRPr sz="2723" b="1">
                <a:solidFill>
                  <a:schemeClr val="tx1"/>
                </a:solidFill>
                <a:latin typeface="+mj-lt"/>
                <a:ea typeface="+mj-lt"/>
                <a:cs typeface="+mj-lt"/>
              </a:defRPr>
            </a:lvl7pPr>
            <a:lvl8pPr marL="0" indent="0" algn="l">
              <a:lnSpc>
                <a:spcPct val="110000"/>
              </a:lnSpc>
              <a:spcBef>
                <a:spcPts val="0"/>
              </a:spcBef>
              <a:spcAft>
                <a:spcPts val="0"/>
              </a:spcAft>
              <a:buNone/>
              <a:defRPr sz="2723" b="1">
                <a:solidFill>
                  <a:schemeClr val="tx1"/>
                </a:solidFill>
                <a:latin typeface="+mj-lt"/>
                <a:ea typeface="+mj-lt"/>
                <a:cs typeface="+mj-lt"/>
              </a:defRPr>
            </a:lvl8pPr>
            <a:lvl9pPr marL="0" indent="0" algn="l">
              <a:lnSpc>
                <a:spcPct val="110000"/>
              </a:lnSpc>
              <a:spcBef>
                <a:spcPts val="0"/>
              </a:spcBef>
              <a:spcAft>
                <a:spcPts val="0"/>
              </a:spcAft>
              <a:buNone/>
              <a:defRPr sz="2723"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5DEB62C-2DE2-484E-A1A1-04F22C0CE275}"/>
              </a:ext>
            </a:extLst>
          </p:cNvPr>
          <p:cNvSpPr>
            <a:spLocks xmlns:a="http://schemas.openxmlformats.org/drawingml/2006/main" noGrp="1"/>
          </p:cNvSpPr>
          <p:nvPr>
            <p:ph type="body" idx="1"/>
          </p:nvPr>
        </p:nvSpPr>
        <p:spPr>
          <a:xfrm xmlns:a="http://schemas.openxmlformats.org/drawingml/2006/main">
            <a:off x="565785" y="4318000"/>
            <a:ext cx="4149090" cy="96723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56" b="0">
                <a:solidFill>
                  <a:schemeClr val="tx1"/>
                </a:solidFill>
                <a:latin typeface="+mn-lt"/>
                <a:ea typeface="+mn-lt"/>
                <a:cs typeface="+mn-lt"/>
              </a:defRPr>
            </a:defPPr>
            <a:lvl1pPr marL="188595" indent="-188595" algn="l">
              <a:lnSpc>
                <a:spcPct val="110000"/>
              </a:lnSpc>
              <a:spcBef>
                <a:spcPts val="0"/>
              </a:spcBef>
              <a:spcAft>
                <a:spcPts val="990"/>
              </a:spcAft>
              <a:buChar char="•"/>
              <a:defRPr sz="1856" b="0">
                <a:solidFill>
                  <a:schemeClr val="tx1"/>
                </a:solidFill>
                <a:latin typeface="+mn-lt"/>
                <a:ea typeface="+mn-lt"/>
                <a:cs typeface="+mn-lt"/>
              </a:defRPr>
            </a:lvl1pPr>
            <a:lvl2pPr marL="440055" indent="-188595" algn="l">
              <a:lnSpc>
                <a:spcPct val="110000"/>
              </a:lnSpc>
              <a:spcBef>
                <a:spcPts val="0"/>
              </a:spcBef>
              <a:spcAft>
                <a:spcPts val="990"/>
              </a:spcAft>
              <a:buChar char="•"/>
              <a:defRPr sz="1856" b="0">
                <a:solidFill>
                  <a:schemeClr val="tx1"/>
                </a:solidFill>
                <a:latin typeface="+mn-lt"/>
                <a:ea typeface="+mn-lt"/>
                <a:cs typeface="+mn-lt"/>
              </a:defRPr>
            </a:lvl2pPr>
            <a:lvl3pPr marL="691515" indent="-188595" algn="l">
              <a:lnSpc>
                <a:spcPct val="110000"/>
              </a:lnSpc>
              <a:spcBef>
                <a:spcPts val="0"/>
              </a:spcBef>
              <a:spcAft>
                <a:spcPts val="990"/>
              </a:spcAft>
              <a:buChar char="•"/>
              <a:defRPr sz="1856" b="0">
                <a:solidFill>
                  <a:schemeClr val="tx1"/>
                </a:solidFill>
                <a:latin typeface="+mn-lt"/>
                <a:ea typeface="+mn-lt"/>
                <a:cs typeface="+mn-lt"/>
              </a:defRPr>
            </a:lvl3pPr>
            <a:lvl4pPr marL="942975" indent="-188595" algn="l">
              <a:lnSpc>
                <a:spcPct val="110000"/>
              </a:lnSpc>
              <a:spcBef>
                <a:spcPts val="0"/>
              </a:spcBef>
              <a:spcAft>
                <a:spcPts val="990"/>
              </a:spcAft>
              <a:buChar char="•"/>
              <a:defRPr sz="1856" b="0">
                <a:solidFill>
                  <a:schemeClr val="tx1"/>
                </a:solidFill>
                <a:latin typeface="+mn-lt"/>
                <a:ea typeface="+mn-lt"/>
                <a:cs typeface="+mn-lt"/>
              </a:defRPr>
            </a:lvl4pPr>
            <a:lvl5pPr marL="1194435" indent="-188595" algn="l">
              <a:lnSpc>
                <a:spcPct val="110000"/>
              </a:lnSpc>
              <a:spcBef>
                <a:spcPts val="0"/>
              </a:spcBef>
              <a:spcAft>
                <a:spcPts val="990"/>
              </a:spcAft>
              <a:buChar char="•"/>
              <a:defRPr sz="1856" b="0">
                <a:solidFill>
                  <a:schemeClr val="tx1"/>
                </a:solidFill>
                <a:latin typeface="+mn-lt"/>
                <a:ea typeface="+mn-lt"/>
                <a:cs typeface="+mn-lt"/>
              </a:defRPr>
            </a:lvl5pPr>
            <a:lvl6pPr marL="1445895" indent="-188595" algn="l">
              <a:lnSpc>
                <a:spcPct val="110000"/>
              </a:lnSpc>
              <a:spcBef>
                <a:spcPts val="0"/>
              </a:spcBef>
              <a:spcAft>
                <a:spcPts val="990"/>
              </a:spcAft>
              <a:buChar char="•"/>
              <a:defRPr sz="1856" b="0">
                <a:solidFill>
                  <a:schemeClr val="tx1"/>
                </a:solidFill>
                <a:latin typeface="+mn-lt"/>
                <a:ea typeface="+mn-lt"/>
                <a:cs typeface="+mn-lt"/>
              </a:defRPr>
            </a:lvl6pPr>
            <a:lvl7pPr marL="1697355" indent="-188595" algn="l">
              <a:lnSpc>
                <a:spcPct val="110000"/>
              </a:lnSpc>
              <a:spcBef>
                <a:spcPts val="0"/>
              </a:spcBef>
              <a:spcAft>
                <a:spcPts val="990"/>
              </a:spcAft>
              <a:buChar char="•"/>
              <a:defRPr sz="1856" b="0">
                <a:solidFill>
                  <a:schemeClr val="tx1"/>
                </a:solidFill>
                <a:latin typeface="+mn-lt"/>
                <a:ea typeface="+mn-lt"/>
                <a:cs typeface="+mn-lt"/>
              </a:defRPr>
            </a:lvl7pPr>
            <a:lvl8pPr marL="1948815" indent="-188595" algn="l">
              <a:lnSpc>
                <a:spcPct val="110000"/>
              </a:lnSpc>
              <a:spcBef>
                <a:spcPts val="0"/>
              </a:spcBef>
              <a:spcAft>
                <a:spcPts val="990"/>
              </a:spcAft>
              <a:buChar char="•"/>
              <a:defRPr sz="1856" b="0">
                <a:solidFill>
                  <a:schemeClr val="tx1"/>
                </a:solidFill>
                <a:latin typeface="+mn-lt"/>
                <a:ea typeface="+mn-lt"/>
                <a:cs typeface="+mn-lt"/>
              </a:defRPr>
            </a:lvl8pPr>
            <a:lvl9pPr marL="2200275" indent="-188595" algn="l">
              <a:lnSpc>
                <a:spcPct val="110000"/>
              </a:lnSpc>
              <a:spcBef>
                <a:spcPts val="0"/>
              </a:spcBef>
              <a:spcAft>
                <a:spcPts val="990"/>
              </a:spcAft>
              <a:buChar char="•"/>
              <a:defRPr sz="1856"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74ec1128fec42a0" /><Relationship Type="http://schemas.openxmlformats.org/officeDocument/2006/relationships/slideLayout" Target="/ppt/slideLayouts/slideLayout1.xml" Id="R1e6d86d6da544159" /><Relationship Type="http://schemas.openxmlformats.org/officeDocument/2006/relationships/slideLayout" Target="/ppt/slideLayouts/slideLayout2.xml" Id="R6c569622cb044223" /><Relationship Type="http://schemas.openxmlformats.org/officeDocument/2006/relationships/slideLayout" Target="/ppt/slideLayouts/slideLayout3.xml" Id="R6c822a2966de4944" /><Relationship Type="http://schemas.openxmlformats.org/officeDocument/2006/relationships/slideLayout" Target="/ppt/slideLayouts/slideLayout4.xml" Id="R23acd30281484cf2" /><Relationship Type="http://schemas.openxmlformats.org/officeDocument/2006/relationships/slideLayout" Target="/ppt/slideLayouts/slideLayout5.xml" Id="R5aa9803231a74199" /><Relationship Type="http://schemas.openxmlformats.org/officeDocument/2006/relationships/slideLayout" Target="/ppt/slideLayouts/slideLayout6.xml" Id="Ra7b2be18436a4c8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e6d86d6da544159"/>
    <p:sldLayoutId xmlns:r="http://schemas.openxmlformats.org/officeDocument/2006/relationships" id="2147483650" r:id="R6c569622cb044223"/>
    <p:sldLayoutId xmlns:r="http://schemas.openxmlformats.org/officeDocument/2006/relationships" id="2147483651" r:id="R6c822a2966de4944"/>
    <p:sldLayoutId xmlns:r="http://schemas.openxmlformats.org/officeDocument/2006/relationships" id="2147483652" r:id="R23acd30281484cf2"/>
    <p:sldLayoutId xmlns:r="http://schemas.openxmlformats.org/officeDocument/2006/relationships" id="2147483653" r:id="R5aa9803231a74199"/>
    <p:sldLayoutId xmlns:r="http://schemas.openxmlformats.org/officeDocument/2006/relationships" id="2147483654" r:id="Ra7b2be18436a4c8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a8eb7bd726344cf" /><Relationship Type="http://schemas.openxmlformats.org/officeDocument/2006/relationships/image" Target="/ppt/media/image.png" Id="Rde5a68a633724d04" /><Relationship Type="http://schemas.openxmlformats.org/officeDocument/2006/relationships/image" Target="/ppt/media/image2.png" Id="R35500ab301fe4094" /><Relationship Type="http://schemas.openxmlformats.org/officeDocument/2006/relationships/image" Target="/ppt/media/image3.png" Id="R962d39315acf4916" /><Relationship Type="http://schemas.openxmlformats.org/officeDocument/2006/relationships/notesSlide" Target="/ppt/notesSlides/notesSlide1.xml" Id="R72d14b2371444a6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89d891da8434bac" /><Relationship Type="http://schemas.openxmlformats.org/officeDocument/2006/relationships/image" Target="/ppt/media/image4.png" Id="R2713af3edcde4bbc" /><Relationship Type="http://schemas.openxmlformats.org/officeDocument/2006/relationships/image" Target="/ppt/media/image5.png" Id="R4f5113e54f574e11" /><Relationship Type="http://schemas.openxmlformats.org/officeDocument/2006/relationships/image" Target="/ppt/media/image6.png" Id="R0628301874144e20" /><Relationship Type="http://schemas.openxmlformats.org/officeDocument/2006/relationships/notesSlide" Target="/ppt/notesSlides/notesSlide2.xml" Id="Rd871c6bfefa4439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f2c6b6a548b4213" /><Relationship Type="http://schemas.openxmlformats.org/officeDocument/2006/relationships/image" Target="/ppt/media/image7.png" Id="Rf664e80ca0dc4571" /><Relationship Type="http://schemas.openxmlformats.org/officeDocument/2006/relationships/image" Target="/ppt/media/image8.png" Id="Rc900f99743be4f5e" /><Relationship Type="http://schemas.openxmlformats.org/officeDocument/2006/relationships/image" Target="/ppt/media/image9.png" Id="R111b1b7671ed4896" /><Relationship Type="http://schemas.openxmlformats.org/officeDocument/2006/relationships/notesSlide" Target="/ppt/notesSlides/notesSlide3.xml" Id="R753374951d8742b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97ac04f78ff4bca" /><Relationship Type="http://schemas.openxmlformats.org/officeDocument/2006/relationships/image" Target="/ppt/media/image10.png" Id="Rbb2df251965b462e" /><Relationship Type="http://schemas.openxmlformats.org/officeDocument/2006/relationships/image" Target="/ppt/media/image11.png" Id="R7731d41a47ec4d15" /><Relationship Type="http://schemas.openxmlformats.org/officeDocument/2006/relationships/image" Target="/ppt/media/image12.png" Id="Rb293b4287d5340a7" /><Relationship Type="http://schemas.openxmlformats.org/officeDocument/2006/relationships/notesSlide" Target="/ppt/notesSlides/notesSlide4.xml" Id="Rdddfabc5b20d438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796811cf5994629" /><Relationship Type="http://schemas.openxmlformats.org/officeDocument/2006/relationships/image" Target="/ppt/media/image13.png" Id="R58c57dbbd56742ee" /><Relationship Type="http://schemas.openxmlformats.org/officeDocument/2006/relationships/image" Target="/ppt/media/image14.png" Id="R18522530373a42d2" /><Relationship Type="http://schemas.openxmlformats.org/officeDocument/2006/relationships/image" Target="/ppt/media/image15.png" Id="Re015abe7a9414d2a" /><Relationship Type="http://schemas.openxmlformats.org/officeDocument/2006/relationships/notesSlide" Target="/ppt/notesSlides/notesSlide5.xml" Id="R012336440a044faa" /></Relationships>
</file>

<file path=ppt/slides/slide1.xml><?xml version="1.0" encoding="utf-8"?>
<p:sld xmlns:p="http://schemas.openxmlformats.org/presentationml/2006/main">
  <p:cSld>
    <p:bg>
      <p:bgPr>
        <a:solidFill xmlns:a="http://schemas.openxmlformats.org/drawingml/2006/main">
          <a:srgbClr val="7926CB"/>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65FBFE90-1068-463E-A6AA-A49DECDB28BB}"/>
              </a:ext>
            </a:extLst>
          </p:cNvPr>
          <p:cNvPicPr>
            <a:picLocks xmlns:a="http://schemas.openxmlformats.org/drawingml/2006/main" noChangeAspect="1"/>
          </p:cNvPicPr>
          <p:nvPr/>
        </p:nvPicPr>
        <p:blipFill>
          <a:blip xmlns:r="http://schemas.openxmlformats.org/officeDocument/2006/relationships" xmlns:a="http://schemas.openxmlformats.org/drawingml/2006/main" r:embed="Rde5a68a633724d04"/>
          <a:srcRect xmlns:a="http://schemas.openxmlformats.org/drawingml/2006/main" l="23620" t="0" r="23620" b="0"/>
          <a:stretch xmlns:a="http://schemas.openxmlformats.org/drawingml/2006/main">
            <a:fillRect l="0" t="0" r="0" b="0"/>
          </a:stretch>
        </p:blipFill>
        <p:spPr>
          <a:xfrm xmlns:a="http://schemas.openxmlformats.org/drawingml/2006/main">
            <a:off x="0" y="0"/>
            <a:ext cx="5895975" cy="13963650"/>
          </a:xfrm>
          <a:prstGeom xmlns:a="http://schemas.openxmlformats.org/drawingml/2006/main" prst="rect">
            <a:avLst/>
          </a:prstGeom>
        </p:spPr>
      </p:pic>
      <p:sp>
        <p:nvSpPr>
          <p:cNvPr id="2" name="Portrait headline field">
            <a:extLst xmlns:a="http://schemas.openxmlformats.org/drawingml/2006/main">
              <a:ext uri="{FF2B5EF4-FFF2-40B4-BE49-F238E27FC236}">
                <a16:creationId xmlns:a16="http://schemas.microsoft.com/office/drawing/2014/main" id="{D54165B8-A2A5-44DC-9CBA-B903E5AB492E}"/>
              </a:ext>
            </a:extLst>
          </p:cNvPr>
          <p:cNvSpPr>
            <a:spLocks xmlns:a="http://schemas.openxmlformats.org/drawingml/2006/main" noGrp="1"/>
          </p:cNvSpPr>
          <p:nvPr/>
        </p:nvSpPr>
        <p:spPr>
          <a:xfrm xmlns:a="http://schemas.openxmlformats.org/drawingml/2006/main">
            <a:off x="5895975" y="0"/>
            <a:ext cx="4162425" cy="13963650"/>
          </a:xfrm>
          <a:prstGeom xmlns:a="http://schemas.openxmlformats.org/drawingml/2006/main" prst="rect">
            <a:avLst/>
          </a:prstGeom>
          <a:solidFill xmlns:a="http://schemas.openxmlformats.org/drawingml/2006/main">
            <a:srgbClr val="35125F"/>
          </a:solidFill>
          <a:ln xmlns:a="http://schemas.openxmlformats.org/drawingml/2006/main" w="0">
            <a:noFill/>
          </a:ln>
        </p:spPr>
      </p:sp>
      <p:sp>
        <p:nvSpPr>
          <p:cNvPr id="3" name="Campaign label">
            <a:extLst xmlns:a="http://schemas.openxmlformats.org/drawingml/2006/main">
              <a:ext uri="{FF2B5EF4-FFF2-40B4-BE49-F238E27FC236}">
                <a16:creationId xmlns:a16="http://schemas.microsoft.com/office/drawing/2014/main" id="{6559AA05-E246-4B8F-B7BC-1F90BA920227}"/>
              </a:ext>
            </a:extLst>
          </p:cNvPr>
          <p:cNvSpPr>
            <a:spLocks xmlns:a="http://schemas.openxmlformats.org/drawingml/2006/main" noGrp="1"/>
          </p:cNvSpPr>
          <p:nvPr/>
        </p:nvSpPr>
        <p:spPr>
          <a:xfrm xmlns:a="http://schemas.openxmlformats.org/drawingml/2006/main">
            <a:off x="6238875" y="619125"/>
            <a:ext cx="34766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4" b="1">
                <a:solidFill>
                  <a:srgbClr val="FF0180"/>
                </a:solidFill>
                <a:latin typeface="Space Grotesk"/>
                <a:ea typeface="Space Grotesk"/>
                <a:cs typeface="Space Grotesk"/>
              </a:defRPr>
            </a:defPPr>
            <a:lvl1pPr>
              <a:defRPr sz="1424" b="1">
                <a:solidFill>
                  <a:srgbClr val="FF0180"/>
                </a:solidFill>
                <a:latin typeface="Space Grotesk"/>
                <a:ea typeface="Space Grotesk"/>
                <a:cs typeface="Space Grotesk"/>
              </a:defRPr>
            </a:lvl1pPr>
            <a:lvl2pPr>
              <a:defRPr sz="1424" b="1">
                <a:solidFill>
                  <a:srgbClr val="FF0180"/>
                </a:solidFill>
                <a:latin typeface="Space Grotesk"/>
                <a:ea typeface="Space Grotesk"/>
                <a:cs typeface="Space Grotesk"/>
              </a:defRPr>
            </a:lvl2pPr>
            <a:lvl3pPr>
              <a:defRPr sz="1424" b="1">
                <a:solidFill>
                  <a:srgbClr val="FF0180"/>
                </a:solidFill>
                <a:latin typeface="Space Grotesk"/>
                <a:ea typeface="Space Grotesk"/>
                <a:cs typeface="Space Grotesk"/>
              </a:defRPr>
            </a:lvl3pPr>
            <a:lvl4pPr>
              <a:defRPr sz="1424" b="1">
                <a:solidFill>
                  <a:srgbClr val="FF0180"/>
                </a:solidFill>
                <a:latin typeface="Space Grotesk"/>
                <a:ea typeface="Space Grotesk"/>
                <a:cs typeface="Space Grotesk"/>
              </a:defRPr>
            </a:lvl4pPr>
            <a:lvl5pPr>
              <a:defRPr sz="1424" b="1">
                <a:solidFill>
                  <a:srgbClr val="FF0180"/>
                </a:solidFill>
                <a:latin typeface="Space Grotesk"/>
                <a:ea typeface="Space Grotesk"/>
                <a:cs typeface="Space Grotesk"/>
              </a:defRPr>
            </a:lvl5pPr>
            <a:lvl6pPr>
              <a:defRPr sz="1424" b="1">
                <a:solidFill>
                  <a:srgbClr val="FF0180"/>
                </a:solidFill>
                <a:latin typeface="Space Grotesk"/>
                <a:ea typeface="Space Grotesk"/>
                <a:cs typeface="Space Grotesk"/>
              </a:defRPr>
            </a:lvl6pPr>
            <a:lvl7pPr>
              <a:defRPr sz="1424" b="1">
                <a:solidFill>
                  <a:srgbClr val="FF0180"/>
                </a:solidFill>
                <a:latin typeface="Space Grotesk"/>
                <a:ea typeface="Space Grotesk"/>
                <a:cs typeface="Space Grotesk"/>
              </a:defRPr>
            </a:lvl7pPr>
            <a:lvl8pPr>
              <a:defRPr sz="1424" b="1">
                <a:solidFill>
                  <a:srgbClr val="FF0180"/>
                </a:solidFill>
                <a:latin typeface="Space Grotesk"/>
                <a:ea typeface="Space Grotesk"/>
                <a:cs typeface="Space Grotesk"/>
              </a:defRPr>
            </a:lvl8pPr>
            <a:lvl9pPr>
              <a:defRPr sz="1424" b="1">
                <a:solidFill>
                  <a:srgbClr val="FF0180"/>
                </a:solidFill>
                <a:latin typeface="Space Grotesk"/>
                <a:ea typeface="Space Grotesk"/>
                <a:cs typeface="Space Grotesk"/>
              </a:defRPr>
            </a:lvl9pPr>
          </a:lstStyle>
          <a:p xmlns:a="http://schemas.openxmlformats.org/drawingml/2006/main">
            <a:pPr>
              <a:lnSpc>
                <a:spcPct val="98000"/>
              </a:lnSpc>
              <a:buNone/>
              <a:defRPr sz="1424" b="1">
                <a:solidFill>
                  <a:srgbClr val="FF0180"/>
                </a:solidFill>
                <a:latin typeface="Space Grotesk"/>
                <a:ea typeface="Space Grotesk"/>
                <a:cs typeface="Space Grotesk"/>
              </a:defRPr>
            </a:pPr>
            <a:r>
              <a:rPr sz="1424" b="1">
                <a:solidFill>
                  <a:srgbClr val="FF0180"/>
                </a:solidFill>
                <a:latin typeface="Space Grotesk"/>
                <a:ea typeface="Space Grotesk"/>
                <a:cs typeface="Space Grotesk"/>
              </a:rPr>
              <a:t>3 FEET PLEASE</a:t>
            </a:r>
          </a:p>
        </p:txBody>
      </p:sp>
      <p:sp>
        <p:nvSpPr>
          <p:cNvPr id="4" name="Relationship headline">
            <a:extLst xmlns:a="http://schemas.openxmlformats.org/drawingml/2006/main">
              <a:ext uri="{FF2B5EF4-FFF2-40B4-BE49-F238E27FC236}">
                <a16:creationId xmlns:a16="http://schemas.microsoft.com/office/drawing/2014/main" id="{70BF05AD-2D5B-4BB6-882C-88DCCF564D99}"/>
              </a:ext>
            </a:extLst>
          </p:cNvPr>
          <p:cNvSpPr>
            <a:spLocks xmlns:a="http://schemas.openxmlformats.org/drawingml/2006/main" noGrp="1"/>
          </p:cNvSpPr>
          <p:nvPr/>
        </p:nvSpPr>
        <p:spPr>
          <a:xfrm xmlns:a="http://schemas.openxmlformats.org/drawingml/2006/main">
            <a:off x="6238875" y="2057400"/>
            <a:ext cx="3476625" cy="3914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271" b="1">
                <a:solidFill>
                  <a:srgbClr val="FFFFFF"/>
                </a:solidFill>
                <a:latin typeface="Space Grotesk"/>
                <a:ea typeface="Space Grotesk"/>
                <a:cs typeface="Space Grotesk"/>
              </a:defRPr>
            </a:defPPr>
            <a:lvl1pPr>
              <a:defRPr sz="4271" b="1">
                <a:solidFill>
                  <a:srgbClr val="FFFFFF"/>
                </a:solidFill>
                <a:latin typeface="Space Grotesk"/>
                <a:ea typeface="Space Grotesk"/>
                <a:cs typeface="Space Grotesk"/>
              </a:defRPr>
            </a:lvl1pPr>
            <a:lvl2pPr>
              <a:defRPr sz="4271" b="1">
                <a:solidFill>
                  <a:srgbClr val="FFFFFF"/>
                </a:solidFill>
                <a:latin typeface="Space Grotesk"/>
                <a:ea typeface="Space Grotesk"/>
                <a:cs typeface="Space Grotesk"/>
              </a:defRPr>
            </a:lvl2pPr>
            <a:lvl3pPr>
              <a:defRPr sz="4271" b="1">
                <a:solidFill>
                  <a:srgbClr val="FFFFFF"/>
                </a:solidFill>
                <a:latin typeface="Space Grotesk"/>
                <a:ea typeface="Space Grotesk"/>
                <a:cs typeface="Space Grotesk"/>
              </a:defRPr>
            </a:lvl3pPr>
            <a:lvl4pPr>
              <a:defRPr sz="4271" b="1">
                <a:solidFill>
                  <a:srgbClr val="FFFFFF"/>
                </a:solidFill>
                <a:latin typeface="Space Grotesk"/>
                <a:ea typeface="Space Grotesk"/>
                <a:cs typeface="Space Grotesk"/>
              </a:defRPr>
            </a:lvl4pPr>
            <a:lvl5pPr>
              <a:defRPr sz="4271" b="1">
                <a:solidFill>
                  <a:srgbClr val="FFFFFF"/>
                </a:solidFill>
                <a:latin typeface="Space Grotesk"/>
                <a:ea typeface="Space Grotesk"/>
                <a:cs typeface="Space Grotesk"/>
              </a:defRPr>
            </a:lvl5pPr>
            <a:lvl6pPr>
              <a:defRPr sz="4271" b="1">
                <a:solidFill>
                  <a:srgbClr val="FFFFFF"/>
                </a:solidFill>
                <a:latin typeface="Space Grotesk"/>
                <a:ea typeface="Space Grotesk"/>
                <a:cs typeface="Space Grotesk"/>
              </a:defRPr>
            </a:lvl6pPr>
            <a:lvl7pPr>
              <a:defRPr sz="4271" b="1">
                <a:solidFill>
                  <a:srgbClr val="FFFFFF"/>
                </a:solidFill>
                <a:latin typeface="Space Grotesk"/>
                <a:ea typeface="Space Grotesk"/>
                <a:cs typeface="Space Grotesk"/>
              </a:defRPr>
            </a:lvl7pPr>
            <a:lvl8pPr>
              <a:defRPr sz="4271" b="1">
                <a:solidFill>
                  <a:srgbClr val="FFFFFF"/>
                </a:solidFill>
                <a:latin typeface="Space Grotesk"/>
                <a:ea typeface="Space Grotesk"/>
                <a:cs typeface="Space Grotesk"/>
              </a:defRPr>
            </a:lvl8pPr>
            <a:lvl9pPr>
              <a:defRPr sz="4271" b="1">
                <a:solidFill>
                  <a:srgbClr val="FFFFFF"/>
                </a:solidFill>
                <a:latin typeface="Space Grotesk"/>
                <a:ea typeface="Space Grotesk"/>
                <a:cs typeface="Space Grotesk"/>
              </a:defRPr>
            </a:lvl9pPr>
          </a:lstStyle>
          <a:p xmlns:a="http://schemas.openxmlformats.org/drawingml/2006/main">
            <a:pPr>
              <a:lnSpc>
                <a:spcPct val="98000"/>
              </a:lnSpc>
              <a:buNone/>
              <a:defRPr sz="4271" b="1">
                <a:solidFill>
                  <a:srgbClr val="FFFFFF"/>
                </a:solidFill>
                <a:latin typeface="Space Grotesk"/>
                <a:ea typeface="Space Grotesk"/>
                <a:cs typeface="Space Grotesk"/>
              </a:defRPr>
            </a:pPr>
            <a:r>
              <a:rPr sz="4271" b="1">
                <a:solidFill>
                  <a:srgbClr val="FFFFFF"/>
                </a:solidFill>
                <a:latin typeface="Space Grotesk"/>
                <a:ea typeface="Space Grotesk"/>
                <a:cs typeface="Space Grotesk"/>
              </a:rPr>
              <a:t>THAT’S A DAUGHTER YOU’RE PASSING.</a:t>
            </a:r>
          </a:p>
        </p:txBody>
      </p:sp>
      <p:sp>
        <p:nvSpPr>
          <p:cNvPr id="5" name="Driver action">
            <a:extLst xmlns:a="http://schemas.openxmlformats.org/drawingml/2006/main">
              <a:ext uri="{FF2B5EF4-FFF2-40B4-BE49-F238E27FC236}">
                <a16:creationId xmlns:a16="http://schemas.microsoft.com/office/drawing/2014/main" id="{33100ECD-2FB7-48BB-A7F0-E75A91D780EB}"/>
              </a:ext>
            </a:extLst>
          </p:cNvPr>
          <p:cNvSpPr>
            <a:spLocks xmlns:a="http://schemas.openxmlformats.org/drawingml/2006/main" noGrp="1"/>
          </p:cNvSpPr>
          <p:nvPr/>
        </p:nvSpPr>
        <p:spPr>
          <a:xfrm xmlns:a="http://schemas.openxmlformats.org/drawingml/2006/main">
            <a:off x="6238875" y="6353175"/>
            <a:ext cx="3476625" cy="2181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659" b="1">
                <a:solidFill>
                  <a:srgbClr val="FFFF0A"/>
                </a:solidFill>
                <a:latin typeface="Space Grotesk"/>
                <a:ea typeface="Space Grotesk"/>
                <a:cs typeface="Space Grotesk"/>
              </a:defRPr>
            </a:defPPr>
            <a:lvl1pPr>
              <a:defRPr sz="4659" b="1">
                <a:solidFill>
                  <a:srgbClr val="FFFF0A"/>
                </a:solidFill>
                <a:latin typeface="Space Grotesk"/>
                <a:ea typeface="Space Grotesk"/>
                <a:cs typeface="Space Grotesk"/>
              </a:defRPr>
            </a:lvl1pPr>
            <a:lvl2pPr>
              <a:defRPr sz="4659" b="1">
                <a:solidFill>
                  <a:srgbClr val="FFFF0A"/>
                </a:solidFill>
                <a:latin typeface="Space Grotesk"/>
                <a:ea typeface="Space Grotesk"/>
                <a:cs typeface="Space Grotesk"/>
              </a:defRPr>
            </a:lvl2pPr>
            <a:lvl3pPr>
              <a:defRPr sz="4659" b="1">
                <a:solidFill>
                  <a:srgbClr val="FFFF0A"/>
                </a:solidFill>
                <a:latin typeface="Space Grotesk"/>
                <a:ea typeface="Space Grotesk"/>
                <a:cs typeface="Space Grotesk"/>
              </a:defRPr>
            </a:lvl3pPr>
            <a:lvl4pPr>
              <a:defRPr sz="4659" b="1">
                <a:solidFill>
                  <a:srgbClr val="FFFF0A"/>
                </a:solidFill>
                <a:latin typeface="Space Grotesk"/>
                <a:ea typeface="Space Grotesk"/>
                <a:cs typeface="Space Grotesk"/>
              </a:defRPr>
            </a:lvl4pPr>
            <a:lvl5pPr>
              <a:defRPr sz="4659" b="1">
                <a:solidFill>
                  <a:srgbClr val="FFFF0A"/>
                </a:solidFill>
                <a:latin typeface="Space Grotesk"/>
                <a:ea typeface="Space Grotesk"/>
                <a:cs typeface="Space Grotesk"/>
              </a:defRPr>
            </a:lvl5pPr>
            <a:lvl6pPr>
              <a:defRPr sz="4659" b="1">
                <a:solidFill>
                  <a:srgbClr val="FFFF0A"/>
                </a:solidFill>
                <a:latin typeface="Space Grotesk"/>
                <a:ea typeface="Space Grotesk"/>
                <a:cs typeface="Space Grotesk"/>
              </a:defRPr>
            </a:lvl6pPr>
            <a:lvl7pPr>
              <a:defRPr sz="4659" b="1">
                <a:solidFill>
                  <a:srgbClr val="FFFF0A"/>
                </a:solidFill>
                <a:latin typeface="Space Grotesk"/>
                <a:ea typeface="Space Grotesk"/>
                <a:cs typeface="Space Grotesk"/>
              </a:defRPr>
            </a:lvl7pPr>
            <a:lvl8pPr>
              <a:defRPr sz="4659" b="1">
                <a:solidFill>
                  <a:srgbClr val="FFFF0A"/>
                </a:solidFill>
                <a:latin typeface="Space Grotesk"/>
                <a:ea typeface="Space Grotesk"/>
                <a:cs typeface="Space Grotesk"/>
              </a:defRPr>
            </a:lvl8pPr>
            <a:lvl9pPr>
              <a:defRPr sz="4659" b="1">
                <a:solidFill>
                  <a:srgbClr val="FFFF0A"/>
                </a:solidFill>
                <a:latin typeface="Space Grotesk"/>
                <a:ea typeface="Space Grotesk"/>
                <a:cs typeface="Space Grotesk"/>
              </a:defRPr>
            </a:lvl9pPr>
          </a:lstStyle>
          <a:p xmlns:a="http://schemas.openxmlformats.org/drawingml/2006/main">
            <a:pPr>
              <a:lnSpc>
                <a:spcPct val="98000"/>
              </a:lnSpc>
              <a:buNone/>
              <a:defRPr sz="4659" b="1">
                <a:solidFill>
                  <a:srgbClr val="FFFF0A"/>
                </a:solidFill>
                <a:latin typeface="Space Grotesk"/>
                <a:ea typeface="Space Grotesk"/>
                <a:cs typeface="Space Grotesk"/>
              </a:defRPr>
            </a:pPr>
            <a:r>
              <a:rPr sz="4659" b="1">
                <a:solidFill>
                  <a:srgbClr val="FFFF0A"/>
                </a:solidFill>
                <a:latin typeface="Space Grotesk"/>
                <a:ea typeface="Space Grotesk"/>
                <a:cs typeface="Space Grotesk"/>
              </a:rPr>
              <a:t>GIVE HER ROOM.</a:t>
            </a:r>
          </a:p>
        </p:txBody>
      </p:sp>
      <p:sp>
        <p:nvSpPr>
          <p:cNvPr id="6" name="Safe passing guidance">
            <a:extLst xmlns:a="http://schemas.openxmlformats.org/drawingml/2006/main">
              <a:ext uri="{FF2B5EF4-FFF2-40B4-BE49-F238E27FC236}">
                <a16:creationId xmlns:a16="http://schemas.microsoft.com/office/drawing/2014/main" id="{843952CD-6AB1-4E4D-BC4A-FD707DBA399E}"/>
              </a:ext>
            </a:extLst>
          </p:cNvPr>
          <p:cNvSpPr>
            <a:spLocks xmlns:a="http://schemas.openxmlformats.org/drawingml/2006/main" noGrp="1"/>
          </p:cNvSpPr>
          <p:nvPr/>
        </p:nvSpPr>
        <p:spPr>
          <a:xfrm xmlns:a="http://schemas.openxmlformats.org/drawingml/2006/main">
            <a:off x="6238875" y="8934450"/>
            <a:ext cx="3476625" cy="3686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67" b="1">
                <a:solidFill>
                  <a:srgbClr val="FFFFFF"/>
                </a:solidFill>
                <a:latin typeface="Arial"/>
                <a:ea typeface="Arial"/>
                <a:cs typeface="Arial"/>
              </a:defRPr>
            </a:defPPr>
            <a:lvl1pPr>
              <a:defRPr sz="1967" b="1">
                <a:solidFill>
                  <a:srgbClr val="FFFFFF"/>
                </a:solidFill>
                <a:latin typeface="Arial"/>
                <a:ea typeface="Arial"/>
                <a:cs typeface="Arial"/>
              </a:defRPr>
            </a:lvl1pPr>
            <a:lvl2pPr>
              <a:defRPr sz="1967" b="1">
                <a:solidFill>
                  <a:srgbClr val="FFFFFF"/>
                </a:solidFill>
                <a:latin typeface="Arial"/>
                <a:ea typeface="Arial"/>
                <a:cs typeface="Arial"/>
              </a:defRPr>
            </a:lvl2pPr>
            <a:lvl3pPr>
              <a:defRPr sz="1967" b="1">
                <a:solidFill>
                  <a:srgbClr val="FFFFFF"/>
                </a:solidFill>
                <a:latin typeface="Arial"/>
                <a:ea typeface="Arial"/>
                <a:cs typeface="Arial"/>
              </a:defRPr>
            </a:lvl3pPr>
            <a:lvl4pPr>
              <a:defRPr sz="1967" b="1">
                <a:solidFill>
                  <a:srgbClr val="FFFFFF"/>
                </a:solidFill>
                <a:latin typeface="Arial"/>
                <a:ea typeface="Arial"/>
                <a:cs typeface="Arial"/>
              </a:defRPr>
            </a:lvl4pPr>
            <a:lvl5pPr>
              <a:defRPr sz="1967" b="1">
                <a:solidFill>
                  <a:srgbClr val="FFFFFF"/>
                </a:solidFill>
                <a:latin typeface="Arial"/>
                <a:ea typeface="Arial"/>
                <a:cs typeface="Arial"/>
              </a:defRPr>
            </a:lvl5pPr>
            <a:lvl6pPr>
              <a:defRPr sz="1967" b="1">
                <a:solidFill>
                  <a:srgbClr val="FFFFFF"/>
                </a:solidFill>
                <a:latin typeface="Arial"/>
                <a:ea typeface="Arial"/>
                <a:cs typeface="Arial"/>
              </a:defRPr>
            </a:lvl6pPr>
            <a:lvl7pPr>
              <a:defRPr sz="1967" b="1">
                <a:solidFill>
                  <a:srgbClr val="FFFFFF"/>
                </a:solidFill>
                <a:latin typeface="Arial"/>
                <a:ea typeface="Arial"/>
                <a:cs typeface="Arial"/>
              </a:defRPr>
            </a:lvl7pPr>
            <a:lvl8pPr>
              <a:defRPr sz="1967" b="1">
                <a:solidFill>
                  <a:srgbClr val="FFFFFF"/>
                </a:solidFill>
                <a:latin typeface="Arial"/>
                <a:ea typeface="Arial"/>
                <a:cs typeface="Arial"/>
              </a:defRPr>
            </a:lvl8pPr>
            <a:lvl9pPr>
              <a:defRPr sz="1967" b="1">
                <a:solidFill>
                  <a:srgbClr val="FFFFFF"/>
                </a:solidFill>
                <a:latin typeface="Arial"/>
                <a:ea typeface="Arial"/>
                <a:cs typeface="Arial"/>
              </a:defRPr>
            </a:lvl9pPr>
          </a:lstStyle>
          <a:p xmlns:a="http://schemas.openxmlformats.org/drawingml/2006/main">
            <a:pPr>
              <a:lnSpc>
                <a:spcPct val="98000"/>
              </a:lnSpc>
              <a:buNone/>
              <a:defRPr sz="1967" b="1">
                <a:solidFill>
                  <a:srgbClr val="FFFFFF"/>
                </a:solidFill>
                <a:latin typeface="Arial"/>
                <a:ea typeface="Arial"/>
                <a:cs typeface="Arial"/>
              </a:defRPr>
            </a:pPr>
            <a:r>
              <a:rPr sz="1967" b="1">
                <a:solidFill>
                  <a:srgbClr val="FFFFFF"/>
                </a:solidFill>
                <a:latin typeface="Arial"/>
                <a:ea typeface="Arial"/>
                <a:cs typeface="Arial"/>
              </a:rPr>
              <a:t>No safe room to pass? Slow down and wait behind. Pass only when there is enough room, including the space local law requires.</a:t>
            </a:r>
          </a:p>
        </p:txBody>
      </p:sp>
      <p:sp>
        <p:nvSpPr>
          <p:cNvPr id="7" name="Brand footer">
            <a:extLst xmlns:a="http://schemas.openxmlformats.org/drawingml/2006/main">
              <a:ext uri="{FF2B5EF4-FFF2-40B4-BE49-F238E27FC236}">
                <a16:creationId xmlns:a16="http://schemas.microsoft.com/office/drawing/2014/main" id="{9A6ABD57-F20F-4FD7-BE03-54EAE6255BBA}"/>
              </a:ext>
            </a:extLst>
          </p:cNvPr>
          <p:cNvSpPr>
            <a:spLocks xmlns:a="http://schemas.openxmlformats.org/drawingml/2006/main" noGrp="1"/>
          </p:cNvSpPr>
          <p:nvPr/>
        </p:nvSpPr>
        <p:spPr>
          <a:xfrm xmlns:a="http://schemas.openxmlformats.org/drawingml/2006/main">
            <a:off x="0" y="13963650"/>
            <a:ext cx="10058400" cy="1581150"/>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8" name="">
            <a:extLst xmlns:a="http://schemas.openxmlformats.org/drawingml/2006/main">
              <a:ext uri="{FF2B5EF4-FFF2-40B4-BE49-F238E27FC236}">
                <a16:creationId xmlns:a16="http://schemas.microsoft.com/office/drawing/2014/main" id="{D294347C-D389-4F33-9EEF-FFB780E5C6A9}"/>
              </a:ext>
            </a:extLst>
          </p:cNvPr>
          <p:cNvPicPr>
            <a:picLocks xmlns:a="http://schemas.openxmlformats.org/drawingml/2006/main" noChangeAspect="1"/>
          </p:cNvPicPr>
          <p:nvPr/>
        </p:nvPicPr>
        <p:blipFill>
          <a:blip xmlns:r="http://schemas.openxmlformats.org/officeDocument/2006/relationships" xmlns:a="http://schemas.openxmlformats.org/drawingml/2006/main" r:embed="R35500ab301fe4094"/>
          <a:stretch xmlns:a="http://schemas.openxmlformats.org/drawingml/2006/main"/>
        </p:blipFill>
        <p:spPr>
          <a:xfrm xmlns:a="http://schemas.openxmlformats.org/drawingml/2006/main">
            <a:off x="514350" y="14354175"/>
            <a:ext cx="790575" cy="790575"/>
          </a:xfrm>
          <a:prstGeom xmlns:a="http://schemas.openxmlformats.org/drawingml/2006/main" prst="rect">
            <a:avLst/>
          </a:prstGeom>
        </p:spPr>
      </p:pic>
      <p:sp>
        <p:nvSpPr>
          <p:cNvPr id="9" name="Readable URL">
            <a:extLst xmlns:a="http://schemas.openxmlformats.org/drawingml/2006/main">
              <a:ext uri="{FF2B5EF4-FFF2-40B4-BE49-F238E27FC236}">
                <a16:creationId xmlns:a16="http://schemas.microsoft.com/office/drawing/2014/main" id="{74ABBF3E-5990-449D-87E8-FB3EE989094E}"/>
              </a:ext>
            </a:extLst>
          </p:cNvPr>
          <p:cNvSpPr>
            <a:spLocks xmlns:a="http://schemas.openxmlformats.org/drawingml/2006/main" noGrp="1"/>
          </p:cNvSpPr>
          <p:nvPr/>
        </p:nvSpPr>
        <p:spPr>
          <a:xfrm xmlns:a="http://schemas.openxmlformats.org/drawingml/2006/main">
            <a:off x="1628775" y="14182725"/>
            <a:ext cx="69437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65" b="1">
                <a:solidFill>
                  <a:srgbClr val="FFFF0A"/>
                </a:solidFill>
                <a:latin typeface="Space Grotesk"/>
                <a:ea typeface="Space Grotesk"/>
                <a:cs typeface="Space Grotesk"/>
              </a:defRPr>
            </a:defPPr>
            <a:lvl1pPr>
              <a:defRPr sz="3365" b="1">
                <a:solidFill>
                  <a:srgbClr val="FFFF0A"/>
                </a:solidFill>
                <a:latin typeface="Space Grotesk"/>
                <a:ea typeface="Space Grotesk"/>
                <a:cs typeface="Space Grotesk"/>
              </a:defRPr>
            </a:lvl1pPr>
            <a:lvl2pPr>
              <a:defRPr sz="3365" b="1">
                <a:solidFill>
                  <a:srgbClr val="FFFF0A"/>
                </a:solidFill>
                <a:latin typeface="Space Grotesk"/>
                <a:ea typeface="Space Grotesk"/>
                <a:cs typeface="Space Grotesk"/>
              </a:defRPr>
            </a:lvl2pPr>
            <a:lvl3pPr>
              <a:defRPr sz="3365" b="1">
                <a:solidFill>
                  <a:srgbClr val="FFFF0A"/>
                </a:solidFill>
                <a:latin typeface="Space Grotesk"/>
                <a:ea typeface="Space Grotesk"/>
                <a:cs typeface="Space Grotesk"/>
              </a:defRPr>
            </a:lvl3pPr>
            <a:lvl4pPr>
              <a:defRPr sz="3365" b="1">
                <a:solidFill>
                  <a:srgbClr val="FFFF0A"/>
                </a:solidFill>
                <a:latin typeface="Space Grotesk"/>
                <a:ea typeface="Space Grotesk"/>
                <a:cs typeface="Space Grotesk"/>
              </a:defRPr>
            </a:lvl4pPr>
            <a:lvl5pPr>
              <a:defRPr sz="3365" b="1">
                <a:solidFill>
                  <a:srgbClr val="FFFF0A"/>
                </a:solidFill>
                <a:latin typeface="Space Grotesk"/>
                <a:ea typeface="Space Grotesk"/>
                <a:cs typeface="Space Grotesk"/>
              </a:defRPr>
            </a:lvl5pPr>
            <a:lvl6pPr>
              <a:defRPr sz="3365" b="1">
                <a:solidFill>
                  <a:srgbClr val="FFFF0A"/>
                </a:solidFill>
                <a:latin typeface="Space Grotesk"/>
                <a:ea typeface="Space Grotesk"/>
                <a:cs typeface="Space Grotesk"/>
              </a:defRPr>
            </a:lvl6pPr>
            <a:lvl7pPr>
              <a:defRPr sz="3365" b="1">
                <a:solidFill>
                  <a:srgbClr val="FFFF0A"/>
                </a:solidFill>
                <a:latin typeface="Space Grotesk"/>
                <a:ea typeface="Space Grotesk"/>
                <a:cs typeface="Space Grotesk"/>
              </a:defRPr>
            </a:lvl7pPr>
            <a:lvl8pPr>
              <a:defRPr sz="3365" b="1">
                <a:solidFill>
                  <a:srgbClr val="FFFF0A"/>
                </a:solidFill>
                <a:latin typeface="Space Grotesk"/>
                <a:ea typeface="Space Grotesk"/>
                <a:cs typeface="Space Grotesk"/>
              </a:defRPr>
            </a:lvl8pPr>
            <a:lvl9pPr>
              <a:defRPr sz="3365" b="1">
                <a:solidFill>
                  <a:srgbClr val="FFFF0A"/>
                </a:solidFill>
                <a:latin typeface="Space Grotesk"/>
                <a:ea typeface="Space Grotesk"/>
                <a:cs typeface="Space Grotesk"/>
              </a:defRPr>
            </a:lvl9pPr>
          </a:lstStyle>
          <a:p xmlns:a="http://schemas.openxmlformats.org/drawingml/2006/main">
            <a:pPr>
              <a:lnSpc>
                <a:spcPct val="98000"/>
              </a:lnSpc>
              <a:buNone/>
              <a:defRPr sz="3365" b="1">
                <a:solidFill>
                  <a:srgbClr val="FFFF0A"/>
                </a:solidFill>
                <a:latin typeface="Space Grotesk"/>
                <a:ea typeface="Space Grotesk"/>
                <a:cs typeface="Space Grotesk"/>
              </a:defRPr>
            </a:pPr>
            <a:r>
              <a:rPr sz="3365" b="1">
                <a:solidFill>
                  <a:srgbClr val="FFFF0A"/>
                </a:solidFill>
                <a:latin typeface="Space Grotesk"/>
                <a:ea typeface="Space Grotesk"/>
                <a:cs typeface="Space Grotesk"/>
              </a:rPr>
              <a:t>3fp.org</a:t>
            </a:r>
          </a:p>
        </p:txBody>
      </p:sp>
      <p:sp>
        <p:nvSpPr>
          <p:cNvPr id="10" name="Community invitation">
            <a:extLst xmlns:a="http://schemas.openxmlformats.org/drawingml/2006/main">
              <a:ext uri="{FF2B5EF4-FFF2-40B4-BE49-F238E27FC236}">
                <a16:creationId xmlns:a16="http://schemas.microsoft.com/office/drawing/2014/main" id="{3687F050-32CF-4F9E-98FF-ACAD5FE59399}"/>
              </a:ext>
            </a:extLst>
          </p:cNvPr>
          <p:cNvSpPr>
            <a:spLocks xmlns:a="http://schemas.openxmlformats.org/drawingml/2006/main" noGrp="1"/>
          </p:cNvSpPr>
          <p:nvPr/>
        </p:nvSpPr>
        <p:spPr>
          <a:xfrm xmlns:a="http://schemas.openxmlformats.org/drawingml/2006/main">
            <a:off x="1628775" y="14849475"/>
            <a:ext cx="69437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41" b="1">
                <a:solidFill>
                  <a:srgbClr val="FFFFFF"/>
                </a:solidFill>
                <a:latin typeface="Arial"/>
                <a:ea typeface="Arial"/>
                <a:cs typeface="Arial"/>
              </a:defRPr>
            </a:defPPr>
            <a:lvl1pPr>
              <a:defRPr sz="1941" b="1">
                <a:solidFill>
                  <a:srgbClr val="FFFFFF"/>
                </a:solidFill>
                <a:latin typeface="Arial"/>
                <a:ea typeface="Arial"/>
                <a:cs typeface="Arial"/>
              </a:defRPr>
            </a:lvl1pPr>
            <a:lvl2pPr>
              <a:defRPr sz="1941" b="1">
                <a:solidFill>
                  <a:srgbClr val="FFFFFF"/>
                </a:solidFill>
                <a:latin typeface="Arial"/>
                <a:ea typeface="Arial"/>
                <a:cs typeface="Arial"/>
              </a:defRPr>
            </a:lvl2pPr>
            <a:lvl3pPr>
              <a:defRPr sz="1941" b="1">
                <a:solidFill>
                  <a:srgbClr val="FFFFFF"/>
                </a:solidFill>
                <a:latin typeface="Arial"/>
                <a:ea typeface="Arial"/>
                <a:cs typeface="Arial"/>
              </a:defRPr>
            </a:lvl3pPr>
            <a:lvl4pPr>
              <a:defRPr sz="1941" b="1">
                <a:solidFill>
                  <a:srgbClr val="FFFFFF"/>
                </a:solidFill>
                <a:latin typeface="Arial"/>
                <a:ea typeface="Arial"/>
                <a:cs typeface="Arial"/>
              </a:defRPr>
            </a:lvl4pPr>
            <a:lvl5pPr>
              <a:defRPr sz="1941" b="1">
                <a:solidFill>
                  <a:srgbClr val="FFFFFF"/>
                </a:solidFill>
                <a:latin typeface="Arial"/>
                <a:ea typeface="Arial"/>
                <a:cs typeface="Arial"/>
              </a:defRPr>
            </a:lvl5pPr>
            <a:lvl6pPr>
              <a:defRPr sz="1941" b="1">
                <a:solidFill>
                  <a:srgbClr val="FFFFFF"/>
                </a:solidFill>
                <a:latin typeface="Arial"/>
                <a:ea typeface="Arial"/>
                <a:cs typeface="Arial"/>
              </a:defRPr>
            </a:lvl6pPr>
            <a:lvl7pPr>
              <a:defRPr sz="1941" b="1">
                <a:solidFill>
                  <a:srgbClr val="FFFFFF"/>
                </a:solidFill>
                <a:latin typeface="Arial"/>
                <a:ea typeface="Arial"/>
                <a:cs typeface="Arial"/>
              </a:defRPr>
            </a:lvl7pPr>
            <a:lvl8pPr>
              <a:defRPr sz="1941" b="1">
                <a:solidFill>
                  <a:srgbClr val="FFFFFF"/>
                </a:solidFill>
                <a:latin typeface="Arial"/>
                <a:ea typeface="Arial"/>
                <a:cs typeface="Arial"/>
              </a:defRPr>
            </a:lvl8pPr>
            <a:lvl9pPr>
              <a:defRPr sz="1941" b="1">
                <a:solidFill>
                  <a:srgbClr val="FFFFFF"/>
                </a:solidFill>
                <a:latin typeface="Arial"/>
                <a:ea typeface="Arial"/>
                <a:cs typeface="Arial"/>
              </a:defRPr>
            </a:lvl9pPr>
          </a:lstStyle>
          <a:p xmlns:a="http://schemas.openxmlformats.org/drawingml/2006/main">
            <a:pPr>
              <a:lnSpc>
                <a:spcPct val="98000"/>
              </a:lnSpc>
              <a:buNone/>
              <a:defRPr sz="1941" b="1">
                <a:solidFill>
                  <a:srgbClr val="FFFFFF"/>
                </a:solidFill>
                <a:latin typeface="Arial"/>
                <a:ea typeface="Arial"/>
                <a:cs typeface="Arial"/>
              </a:defRPr>
            </a:pPr>
            <a:r>
              <a:rPr sz="1941" b="1">
                <a:solidFill>
                  <a:srgbClr val="FFFFFF"/>
                </a:solidFill>
                <a:latin typeface="Arial"/>
                <a:ea typeface="Arial"/>
                <a:cs typeface="Arial"/>
              </a:rPr>
              <a:t>Find groups and rides.</a:t>
            </a:r>
          </a:p>
        </p:txBody>
      </p:sp>
      <p:sp>
        <p:nvSpPr>
          <p:cNvPr id="11" name="QR quiet zone">
            <a:extLst xmlns:a="http://schemas.openxmlformats.org/drawingml/2006/main">
              <a:ext uri="{FF2B5EF4-FFF2-40B4-BE49-F238E27FC236}">
                <a16:creationId xmlns:a16="http://schemas.microsoft.com/office/drawing/2014/main" id="{7F2701DA-A440-40B9-B31F-77F814FB77DE}"/>
              </a:ext>
            </a:extLst>
          </p:cNvPr>
          <p:cNvSpPr>
            <a:spLocks xmlns:a="http://schemas.openxmlformats.org/drawingml/2006/main" noGrp="1"/>
          </p:cNvSpPr>
          <p:nvPr/>
        </p:nvSpPr>
        <p:spPr>
          <a:xfrm xmlns:a="http://schemas.openxmlformats.org/drawingml/2006/main">
            <a:off x="8705850" y="14199534"/>
            <a:ext cx="1104900" cy="110490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F3537228-72BB-47C4-B50B-83D0E0AA4989}"/>
              </a:ext>
            </a:extLst>
          </p:cNvPr>
          <p:cNvPicPr>
            <a:picLocks xmlns:a="http://schemas.openxmlformats.org/drawingml/2006/main" noChangeAspect="1"/>
          </p:cNvPicPr>
          <p:nvPr/>
        </p:nvPicPr>
        <p:blipFill>
          <a:blip xmlns:r="http://schemas.openxmlformats.org/officeDocument/2006/relationships" xmlns:a="http://schemas.openxmlformats.org/drawingml/2006/main" r:embed="R962d39315acf4916"/>
          <a:stretch xmlns:a="http://schemas.openxmlformats.org/drawingml/2006/main"/>
        </p:blipFill>
        <p:spPr>
          <a:xfrm xmlns:a="http://schemas.openxmlformats.org/drawingml/2006/main">
            <a:off x="8753475" y="14247159"/>
            <a:ext cx="1009650" cy="1009650"/>
          </a:xfrm>
          <a:prstGeom xmlns:a="http://schemas.openxmlformats.org/drawingml/2006/main" prst="rect">
            <a:avLst/>
          </a:prstGeom>
        </p:spPr>
      </p:pic>
    </p:spTree>
    <p:extLst>
      <p:ext uri="{BB962C8B-B14F-4D97-AF65-F5344CB8AC3E}">
        <p14:creationId xmlns:p14="http://schemas.microsoft.com/office/powerpoint/2010/main" val="1611276021"/>
      </p:ext>
    </p:extLst>
  </p:cSld>
</p:sld>
</file>

<file path=ppt/slides/slide2.xml><?xml version="1.0" encoding="utf-8"?>
<p:sld xmlns:p="http://schemas.openxmlformats.org/presentationml/2006/main">
  <p:cSld>
    <p:bg>
      <p:bgPr>
        <a:solidFill xmlns:a="http://schemas.openxmlformats.org/drawingml/2006/main">
          <a:srgbClr val="7926CB"/>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553DC024-A631-4EFD-8FAD-B4A8059C44B2}"/>
              </a:ext>
            </a:extLst>
          </p:cNvPr>
          <p:cNvPicPr>
            <a:picLocks xmlns:a="http://schemas.openxmlformats.org/drawingml/2006/main" noChangeAspect="1"/>
          </p:cNvPicPr>
          <p:nvPr/>
        </p:nvPicPr>
        <p:blipFill>
          <a:blip xmlns:r="http://schemas.openxmlformats.org/officeDocument/2006/relationships" xmlns:a="http://schemas.openxmlformats.org/drawingml/2006/main" r:embed="R2713af3edcde4bbc"/>
          <a:srcRect xmlns:a="http://schemas.openxmlformats.org/drawingml/2006/main" l="23620" t="0" r="23620" b="0"/>
          <a:stretch xmlns:a="http://schemas.openxmlformats.org/drawingml/2006/main">
            <a:fillRect l="0" t="0" r="0" b="0"/>
          </a:stretch>
        </p:blipFill>
        <p:spPr>
          <a:xfrm xmlns:a="http://schemas.openxmlformats.org/drawingml/2006/main">
            <a:off x="0" y="0"/>
            <a:ext cx="5895975" cy="13963650"/>
          </a:xfrm>
          <a:prstGeom xmlns:a="http://schemas.openxmlformats.org/drawingml/2006/main" prst="rect">
            <a:avLst/>
          </a:prstGeom>
        </p:spPr>
      </p:pic>
      <p:sp>
        <p:nvSpPr>
          <p:cNvPr id="2" name="Portrait headline field">
            <a:extLst xmlns:a="http://schemas.openxmlformats.org/drawingml/2006/main">
              <a:ext uri="{FF2B5EF4-FFF2-40B4-BE49-F238E27FC236}">
                <a16:creationId xmlns:a16="http://schemas.microsoft.com/office/drawing/2014/main" id="{86FF8E17-104A-43E8-97B3-13E2BF70DA86}"/>
              </a:ext>
            </a:extLst>
          </p:cNvPr>
          <p:cNvSpPr>
            <a:spLocks xmlns:a="http://schemas.openxmlformats.org/drawingml/2006/main" noGrp="1"/>
          </p:cNvSpPr>
          <p:nvPr/>
        </p:nvSpPr>
        <p:spPr>
          <a:xfrm xmlns:a="http://schemas.openxmlformats.org/drawingml/2006/main">
            <a:off x="5895975" y="0"/>
            <a:ext cx="4162425" cy="13963650"/>
          </a:xfrm>
          <a:prstGeom xmlns:a="http://schemas.openxmlformats.org/drawingml/2006/main" prst="rect">
            <a:avLst/>
          </a:prstGeom>
          <a:solidFill xmlns:a="http://schemas.openxmlformats.org/drawingml/2006/main">
            <a:srgbClr val="35125F"/>
          </a:solidFill>
          <a:ln xmlns:a="http://schemas.openxmlformats.org/drawingml/2006/main" w="0">
            <a:noFill/>
          </a:ln>
        </p:spPr>
      </p:sp>
      <p:sp>
        <p:nvSpPr>
          <p:cNvPr id="3" name="Campaign label">
            <a:extLst xmlns:a="http://schemas.openxmlformats.org/drawingml/2006/main">
              <a:ext uri="{FF2B5EF4-FFF2-40B4-BE49-F238E27FC236}">
                <a16:creationId xmlns:a16="http://schemas.microsoft.com/office/drawing/2014/main" id="{5308AA71-A3B4-4064-95C7-58A0FB41BF63}"/>
              </a:ext>
            </a:extLst>
          </p:cNvPr>
          <p:cNvSpPr>
            <a:spLocks xmlns:a="http://schemas.openxmlformats.org/drawingml/2006/main" noGrp="1"/>
          </p:cNvSpPr>
          <p:nvPr/>
        </p:nvSpPr>
        <p:spPr>
          <a:xfrm xmlns:a="http://schemas.openxmlformats.org/drawingml/2006/main">
            <a:off x="6238875" y="619125"/>
            <a:ext cx="34766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4" b="1">
                <a:solidFill>
                  <a:srgbClr val="FF0180"/>
                </a:solidFill>
                <a:latin typeface="Space Grotesk"/>
                <a:ea typeface="Space Grotesk"/>
                <a:cs typeface="Space Grotesk"/>
              </a:defRPr>
            </a:defPPr>
            <a:lvl1pPr>
              <a:defRPr sz="1424" b="1">
                <a:solidFill>
                  <a:srgbClr val="FF0180"/>
                </a:solidFill>
                <a:latin typeface="Space Grotesk"/>
                <a:ea typeface="Space Grotesk"/>
                <a:cs typeface="Space Grotesk"/>
              </a:defRPr>
            </a:lvl1pPr>
            <a:lvl2pPr>
              <a:defRPr sz="1424" b="1">
                <a:solidFill>
                  <a:srgbClr val="FF0180"/>
                </a:solidFill>
                <a:latin typeface="Space Grotesk"/>
                <a:ea typeface="Space Grotesk"/>
                <a:cs typeface="Space Grotesk"/>
              </a:defRPr>
            </a:lvl2pPr>
            <a:lvl3pPr>
              <a:defRPr sz="1424" b="1">
                <a:solidFill>
                  <a:srgbClr val="FF0180"/>
                </a:solidFill>
                <a:latin typeface="Space Grotesk"/>
                <a:ea typeface="Space Grotesk"/>
                <a:cs typeface="Space Grotesk"/>
              </a:defRPr>
            </a:lvl3pPr>
            <a:lvl4pPr>
              <a:defRPr sz="1424" b="1">
                <a:solidFill>
                  <a:srgbClr val="FF0180"/>
                </a:solidFill>
                <a:latin typeface="Space Grotesk"/>
                <a:ea typeface="Space Grotesk"/>
                <a:cs typeface="Space Grotesk"/>
              </a:defRPr>
            </a:lvl4pPr>
            <a:lvl5pPr>
              <a:defRPr sz="1424" b="1">
                <a:solidFill>
                  <a:srgbClr val="FF0180"/>
                </a:solidFill>
                <a:latin typeface="Space Grotesk"/>
                <a:ea typeface="Space Grotesk"/>
                <a:cs typeface="Space Grotesk"/>
              </a:defRPr>
            </a:lvl5pPr>
            <a:lvl6pPr>
              <a:defRPr sz="1424" b="1">
                <a:solidFill>
                  <a:srgbClr val="FF0180"/>
                </a:solidFill>
                <a:latin typeface="Space Grotesk"/>
                <a:ea typeface="Space Grotesk"/>
                <a:cs typeface="Space Grotesk"/>
              </a:defRPr>
            </a:lvl6pPr>
            <a:lvl7pPr>
              <a:defRPr sz="1424" b="1">
                <a:solidFill>
                  <a:srgbClr val="FF0180"/>
                </a:solidFill>
                <a:latin typeface="Space Grotesk"/>
                <a:ea typeface="Space Grotesk"/>
                <a:cs typeface="Space Grotesk"/>
              </a:defRPr>
            </a:lvl7pPr>
            <a:lvl8pPr>
              <a:defRPr sz="1424" b="1">
                <a:solidFill>
                  <a:srgbClr val="FF0180"/>
                </a:solidFill>
                <a:latin typeface="Space Grotesk"/>
                <a:ea typeface="Space Grotesk"/>
                <a:cs typeface="Space Grotesk"/>
              </a:defRPr>
            </a:lvl8pPr>
            <a:lvl9pPr>
              <a:defRPr sz="1424" b="1">
                <a:solidFill>
                  <a:srgbClr val="FF0180"/>
                </a:solidFill>
                <a:latin typeface="Space Grotesk"/>
                <a:ea typeface="Space Grotesk"/>
                <a:cs typeface="Space Grotesk"/>
              </a:defRPr>
            </a:lvl9pPr>
          </a:lstStyle>
          <a:p xmlns:a="http://schemas.openxmlformats.org/drawingml/2006/main">
            <a:pPr>
              <a:lnSpc>
                <a:spcPct val="98000"/>
              </a:lnSpc>
              <a:buNone/>
              <a:defRPr sz="1424" b="1">
                <a:solidFill>
                  <a:srgbClr val="FF0180"/>
                </a:solidFill>
                <a:latin typeface="Space Grotesk"/>
                <a:ea typeface="Space Grotesk"/>
                <a:cs typeface="Space Grotesk"/>
              </a:defRPr>
            </a:pPr>
            <a:r>
              <a:rPr sz="1424" b="1">
                <a:solidFill>
                  <a:srgbClr val="FF0180"/>
                </a:solidFill>
                <a:latin typeface="Space Grotesk"/>
                <a:ea typeface="Space Grotesk"/>
                <a:cs typeface="Space Grotesk"/>
              </a:rPr>
              <a:t>3 FEET PLEASE</a:t>
            </a:r>
          </a:p>
        </p:txBody>
      </p:sp>
      <p:sp>
        <p:nvSpPr>
          <p:cNvPr id="4" name="Relationship headline">
            <a:extLst xmlns:a="http://schemas.openxmlformats.org/drawingml/2006/main">
              <a:ext uri="{FF2B5EF4-FFF2-40B4-BE49-F238E27FC236}">
                <a16:creationId xmlns:a16="http://schemas.microsoft.com/office/drawing/2014/main" id="{8CC2944A-64D1-46FE-868C-CA4877B7644D}"/>
              </a:ext>
            </a:extLst>
          </p:cNvPr>
          <p:cNvSpPr>
            <a:spLocks xmlns:a="http://schemas.openxmlformats.org/drawingml/2006/main" noGrp="1"/>
          </p:cNvSpPr>
          <p:nvPr/>
        </p:nvSpPr>
        <p:spPr>
          <a:xfrm xmlns:a="http://schemas.openxmlformats.org/drawingml/2006/main">
            <a:off x="6238875" y="2057400"/>
            <a:ext cx="3476625" cy="3914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271" b="1">
                <a:solidFill>
                  <a:srgbClr val="FFFFFF"/>
                </a:solidFill>
                <a:latin typeface="Space Grotesk"/>
                <a:ea typeface="Space Grotesk"/>
                <a:cs typeface="Space Grotesk"/>
              </a:defRPr>
            </a:defPPr>
            <a:lvl1pPr>
              <a:defRPr sz="4271" b="1">
                <a:solidFill>
                  <a:srgbClr val="FFFFFF"/>
                </a:solidFill>
                <a:latin typeface="Space Grotesk"/>
                <a:ea typeface="Space Grotesk"/>
                <a:cs typeface="Space Grotesk"/>
              </a:defRPr>
            </a:lvl1pPr>
            <a:lvl2pPr>
              <a:defRPr sz="4271" b="1">
                <a:solidFill>
                  <a:srgbClr val="FFFFFF"/>
                </a:solidFill>
                <a:latin typeface="Space Grotesk"/>
                <a:ea typeface="Space Grotesk"/>
                <a:cs typeface="Space Grotesk"/>
              </a:defRPr>
            </a:lvl2pPr>
            <a:lvl3pPr>
              <a:defRPr sz="4271" b="1">
                <a:solidFill>
                  <a:srgbClr val="FFFFFF"/>
                </a:solidFill>
                <a:latin typeface="Space Grotesk"/>
                <a:ea typeface="Space Grotesk"/>
                <a:cs typeface="Space Grotesk"/>
              </a:defRPr>
            </a:lvl3pPr>
            <a:lvl4pPr>
              <a:defRPr sz="4271" b="1">
                <a:solidFill>
                  <a:srgbClr val="FFFFFF"/>
                </a:solidFill>
                <a:latin typeface="Space Grotesk"/>
                <a:ea typeface="Space Grotesk"/>
                <a:cs typeface="Space Grotesk"/>
              </a:defRPr>
            </a:lvl4pPr>
            <a:lvl5pPr>
              <a:defRPr sz="4271" b="1">
                <a:solidFill>
                  <a:srgbClr val="FFFFFF"/>
                </a:solidFill>
                <a:latin typeface="Space Grotesk"/>
                <a:ea typeface="Space Grotesk"/>
                <a:cs typeface="Space Grotesk"/>
              </a:defRPr>
            </a:lvl5pPr>
            <a:lvl6pPr>
              <a:defRPr sz="4271" b="1">
                <a:solidFill>
                  <a:srgbClr val="FFFFFF"/>
                </a:solidFill>
                <a:latin typeface="Space Grotesk"/>
                <a:ea typeface="Space Grotesk"/>
                <a:cs typeface="Space Grotesk"/>
              </a:defRPr>
            </a:lvl6pPr>
            <a:lvl7pPr>
              <a:defRPr sz="4271" b="1">
                <a:solidFill>
                  <a:srgbClr val="FFFFFF"/>
                </a:solidFill>
                <a:latin typeface="Space Grotesk"/>
                <a:ea typeface="Space Grotesk"/>
                <a:cs typeface="Space Grotesk"/>
              </a:defRPr>
            </a:lvl7pPr>
            <a:lvl8pPr>
              <a:defRPr sz="4271" b="1">
                <a:solidFill>
                  <a:srgbClr val="FFFFFF"/>
                </a:solidFill>
                <a:latin typeface="Space Grotesk"/>
                <a:ea typeface="Space Grotesk"/>
                <a:cs typeface="Space Grotesk"/>
              </a:defRPr>
            </a:lvl8pPr>
            <a:lvl9pPr>
              <a:defRPr sz="4271" b="1">
                <a:solidFill>
                  <a:srgbClr val="FFFFFF"/>
                </a:solidFill>
                <a:latin typeface="Space Grotesk"/>
                <a:ea typeface="Space Grotesk"/>
                <a:cs typeface="Space Grotesk"/>
              </a:defRPr>
            </a:lvl9pPr>
          </a:lstStyle>
          <a:p xmlns:a="http://schemas.openxmlformats.org/drawingml/2006/main">
            <a:pPr>
              <a:lnSpc>
                <a:spcPct val="98000"/>
              </a:lnSpc>
              <a:buNone/>
              <a:defRPr sz="4271" b="1">
                <a:solidFill>
                  <a:srgbClr val="FFFFFF"/>
                </a:solidFill>
                <a:latin typeface="Space Grotesk"/>
                <a:ea typeface="Space Grotesk"/>
                <a:cs typeface="Space Grotesk"/>
              </a:defRPr>
            </a:pPr>
            <a:r>
              <a:rPr sz="4271" b="1">
                <a:solidFill>
                  <a:srgbClr val="FFFFFF"/>
                </a:solidFill>
                <a:latin typeface="Space Grotesk"/>
                <a:ea typeface="Space Grotesk"/>
                <a:cs typeface="Space Grotesk"/>
              </a:rPr>
              <a:t>THAT’S A MOTHER YOU’RE PASSING.</a:t>
            </a:r>
          </a:p>
        </p:txBody>
      </p:sp>
      <p:sp>
        <p:nvSpPr>
          <p:cNvPr id="5" name="Driver action">
            <a:extLst xmlns:a="http://schemas.openxmlformats.org/drawingml/2006/main">
              <a:ext uri="{FF2B5EF4-FFF2-40B4-BE49-F238E27FC236}">
                <a16:creationId xmlns:a16="http://schemas.microsoft.com/office/drawing/2014/main" id="{1EBF7E64-6DAD-4A27-A9A8-044EE09B1207}"/>
              </a:ext>
            </a:extLst>
          </p:cNvPr>
          <p:cNvSpPr>
            <a:spLocks xmlns:a="http://schemas.openxmlformats.org/drawingml/2006/main" noGrp="1"/>
          </p:cNvSpPr>
          <p:nvPr/>
        </p:nvSpPr>
        <p:spPr>
          <a:xfrm xmlns:a="http://schemas.openxmlformats.org/drawingml/2006/main">
            <a:off x="6238875" y="6353175"/>
            <a:ext cx="3476625" cy="2181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659" b="1">
                <a:solidFill>
                  <a:srgbClr val="FFFF0A"/>
                </a:solidFill>
                <a:latin typeface="Space Grotesk"/>
                <a:ea typeface="Space Grotesk"/>
                <a:cs typeface="Space Grotesk"/>
              </a:defRPr>
            </a:defPPr>
            <a:lvl1pPr>
              <a:defRPr sz="4659" b="1">
                <a:solidFill>
                  <a:srgbClr val="FFFF0A"/>
                </a:solidFill>
                <a:latin typeface="Space Grotesk"/>
                <a:ea typeface="Space Grotesk"/>
                <a:cs typeface="Space Grotesk"/>
              </a:defRPr>
            </a:lvl1pPr>
            <a:lvl2pPr>
              <a:defRPr sz="4659" b="1">
                <a:solidFill>
                  <a:srgbClr val="FFFF0A"/>
                </a:solidFill>
                <a:latin typeface="Space Grotesk"/>
                <a:ea typeface="Space Grotesk"/>
                <a:cs typeface="Space Grotesk"/>
              </a:defRPr>
            </a:lvl2pPr>
            <a:lvl3pPr>
              <a:defRPr sz="4659" b="1">
                <a:solidFill>
                  <a:srgbClr val="FFFF0A"/>
                </a:solidFill>
                <a:latin typeface="Space Grotesk"/>
                <a:ea typeface="Space Grotesk"/>
                <a:cs typeface="Space Grotesk"/>
              </a:defRPr>
            </a:lvl3pPr>
            <a:lvl4pPr>
              <a:defRPr sz="4659" b="1">
                <a:solidFill>
                  <a:srgbClr val="FFFF0A"/>
                </a:solidFill>
                <a:latin typeface="Space Grotesk"/>
                <a:ea typeface="Space Grotesk"/>
                <a:cs typeface="Space Grotesk"/>
              </a:defRPr>
            </a:lvl4pPr>
            <a:lvl5pPr>
              <a:defRPr sz="4659" b="1">
                <a:solidFill>
                  <a:srgbClr val="FFFF0A"/>
                </a:solidFill>
                <a:latin typeface="Space Grotesk"/>
                <a:ea typeface="Space Grotesk"/>
                <a:cs typeface="Space Grotesk"/>
              </a:defRPr>
            </a:lvl5pPr>
            <a:lvl6pPr>
              <a:defRPr sz="4659" b="1">
                <a:solidFill>
                  <a:srgbClr val="FFFF0A"/>
                </a:solidFill>
                <a:latin typeface="Space Grotesk"/>
                <a:ea typeface="Space Grotesk"/>
                <a:cs typeface="Space Grotesk"/>
              </a:defRPr>
            </a:lvl6pPr>
            <a:lvl7pPr>
              <a:defRPr sz="4659" b="1">
                <a:solidFill>
                  <a:srgbClr val="FFFF0A"/>
                </a:solidFill>
                <a:latin typeface="Space Grotesk"/>
                <a:ea typeface="Space Grotesk"/>
                <a:cs typeface="Space Grotesk"/>
              </a:defRPr>
            </a:lvl7pPr>
            <a:lvl8pPr>
              <a:defRPr sz="4659" b="1">
                <a:solidFill>
                  <a:srgbClr val="FFFF0A"/>
                </a:solidFill>
                <a:latin typeface="Space Grotesk"/>
                <a:ea typeface="Space Grotesk"/>
                <a:cs typeface="Space Grotesk"/>
              </a:defRPr>
            </a:lvl8pPr>
            <a:lvl9pPr>
              <a:defRPr sz="4659" b="1">
                <a:solidFill>
                  <a:srgbClr val="FFFF0A"/>
                </a:solidFill>
                <a:latin typeface="Space Grotesk"/>
                <a:ea typeface="Space Grotesk"/>
                <a:cs typeface="Space Grotesk"/>
              </a:defRPr>
            </a:lvl9pPr>
          </a:lstStyle>
          <a:p xmlns:a="http://schemas.openxmlformats.org/drawingml/2006/main">
            <a:pPr>
              <a:lnSpc>
                <a:spcPct val="98000"/>
              </a:lnSpc>
              <a:buNone/>
              <a:defRPr sz="4659" b="1">
                <a:solidFill>
                  <a:srgbClr val="FFFF0A"/>
                </a:solidFill>
                <a:latin typeface="Space Grotesk"/>
                <a:ea typeface="Space Grotesk"/>
                <a:cs typeface="Space Grotesk"/>
              </a:defRPr>
            </a:pPr>
            <a:r>
              <a:rPr sz="4659" b="1">
                <a:solidFill>
                  <a:srgbClr val="FFFF0A"/>
                </a:solidFill>
                <a:latin typeface="Space Grotesk"/>
                <a:ea typeface="Space Grotesk"/>
                <a:cs typeface="Space Grotesk"/>
              </a:rPr>
              <a:t>GIVE HER ROOM.</a:t>
            </a:r>
          </a:p>
        </p:txBody>
      </p:sp>
      <p:sp>
        <p:nvSpPr>
          <p:cNvPr id="6" name="Safe passing guidance">
            <a:extLst xmlns:a="http://schemas.openxmlformats.org/drawingml/2006/main">
              <a:ext uri="{FF2B5EF4-FFF2-40B4-BE49-F238E27FC236}">
                <a16:creationId xmlns:a16="http://schemas.microsoft.com/office/drawing/2014/main" id="{0C53D50D-E4D2-4FE6-BBEC-08DF5B2EAE36}"/>
              </a:ext>
            </a:extLst>
          </p:cNvPr>
          <p:cNvSpPr>
            <a:spLocks xmlns:a="http://schemas.openxmlformats.org/drawingml/2006/main" noGrp="1"/>
          </p:cNvSpPr>
          <p:nvPr/>
        </p:nvSpPr>
        <p:spPr>
          <a:xfrm xmlns:a="http://schemas.openxmlformats.org/drawingml/2006/main">
            <a:off x="6238875" y="8934450"/>
            <a:ext cx="3476625" cy="3686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67" b="1">
                <a:solidFill>
                  <a:srgbClr val="FFFFFF"/>
                </a:solidFill>
                <a:latin typeface="Arial"/>
                <a:ea typeface="Arial"/>
                <a:cs typeface="Arial"/>
              </a:defRPr>
            </a:defPPr>
            <a:lvl1pPr>
              <a:defRPr sz="1967" b="1">
                <a:solidFill>
                  <a:srgbClr val="FFFFFF"/>
                </a:solidFill>
                <a:latin typeface="Arial"/>
                <a:ea typeface="Arial"/>
                <a:cs typeface="Arial"/>
              </a:defRPr>
            </a:lvl1pPr>
            <a:lvl2pPr>
              <a:defRPr sz="1967" b="1">
                <a:solidFill>
                  <a:srgbClr val="FFFFFF"/>
                </a:solidFill>
                <a:latin typeface="Arial"/>
                <a:ea typeface="Arial"/>
                <a:cs typeface="Arial"/>
              </a:defRPr>
            </a:lvl2pPr>
            <a:lvl3pPr>
              <a:defRPr sz="1967" b="1">
                <a:solidFill>
                  <a:srgbClr val="FFFFFF"/>
                </a:solidFill>
                <a:latin typeface="Arial"/>
                <a:ea typeface="Arial"/>
                <a:cs typeface="Arial"/>
              </a:defRPr>
            </a:lvl3pPr>
            <a:lvl4pPr>
              <a:defRPr sz="1967" b="1">
                <a:solidFill>
                  <a:srgbClr val="FFFFFF"/>
                </a:solidFill>
                <a:latin typeface="Arial"/>
                <a:ea typeface="Arial"/>
                <a:cs typeface="Arial"/>
              </a:defRPr>
            </a:lvl4pPr>
            <a:lvl5pPr>
              <a:defRPr sz="1967" b="1">
                <a:solidFill>
                  <a:srgbClr val="FFFFFF"/>
                </a:solidFill>
                <a:latin typeface="Arial"/>
                <a:ea typeface="Arial"/>
                <a:cs typeface="Arial"/>
              </a:defRPr>
            </a:lvl5pPr>
            <a:lvl6pPr>
              <a:defRPr sz="1967" b="1">
                <a:solidFill>
                  <a:srgbClr val="FFFFFF"/>
                </a:solidFill>
                <a:latin typeface="Arial"/>
                <a:ea typeface="Arial"/>
                <a:cs typeface="Arial"/>
              </a:defRPr>
            </a:lvl6pPr>
            <a:lvl7pPr>
              <a:defRPr sz="1967" b="1">
                <a:solidFill>
                  <a:srgbClr val="FFFFFF"/>
                </a:solidFill>
                <a:latin typeface="Arial"/>
                <a:ea typeface="Arial"/>
                <a:cs typeface="Arial"/>
              </a:defRPr>
            </a:lvl7pPr>
            <a:lvl8pPr>
              <a:defRPr sz="1967" b="1">
                <a:solidFill>
                  <a:srgbClr val="FFFFFF"/>
                </a:solidFill>
                <a:latin typeface="Arial"/>
                <a:ea typeface="Arial"/>
                <a:cs typeface="Arial"/>
              </a:defRPr>
            </a:lvl8pPr>
            <a:lvl9pPr>
              <a:defRPr sz="1967" b="1">
                <a:solidFill>
                  <a:srgbClr val="FFFFFF"/>
                </a:solidFill>
                <a:latin typeface="Arial"/>
                <a:ea typeface="Arial"/>
                <a:cs typeface="Arial"/>
              </a:defRPr>
            </a:lvl9pPr>
          </a:lstStyle>
          <a:p xmlns:a="http://schemas.openxmlformats.org/drawingml/2006/main">
            <a:pPr>
              <a:lnSpc>
                <a:spcPct val="98000"/>
              </a:lnSpc>
              <a:buNone/>
              <a:defRPr sz="1967" b="1">
                <a:solidFill>
                  <a:srgbClr val="FFFFFF"/>
                </a:solidFill>
                <a:latin typeface="Arial"/>
                <a:ea typeface="Arial"/>
                <a:cs typeface="Arial"/>
              </a:defRPr>
            </a:pPr>
            <a:r>
              <a:rPr sz="1967" b="1">
                <a:solidFill>
                  <a:srgbClr val="FFFFFF"/>
                </a:solidFill>
                <a:latin typeface="Arial"/>
                <a:ea typeface="Arial"/>
                <a:cs typeface="Arial"/>
              </a:rPr>
              <a:t>No safe room to pass? Slow down and wait behind. Pass only when there is enough room, including the space local law requires.</a:t>
            </a:r>
          </a:p>
        </p:txBody>
      </p:sp>
      <p:sp>
        <p:nvSpPr>
          <p:cNvPr id="7" name="Brand footer">
            <a:extLst xmlns:a="http://schemas.openxmlformats.org/drawingml/2006/main">
              <a:ext uri="{FF2B5EF4-FFF2-40B4-BE49-F238E27FC236}">
                <a16:creationId xmlns:a16="http://schemas.microsoft.com/office/drawing/2014/main" id="{469DB33D-7494-4909-A556-C9F04AB4EC8F}"/>
              </a:ext>
            </a:extLst>
          </p:cNvPr>
          <p:cNvSpPr>
            <a:spLocks xmlns:a="http://schemas.openxmlformats.org/drawingml/2006/main" noGrp="1"/>
          </p:cNvSpPr>
          <p:nvPr/>
        </p:nvSpPr>
        <p:spPr>
          <a:xfrm xmlns:a="http://schemas.openxmlformats.org/drawingml/2006/main">
            <a:off x="0" y="13963650"/>
            <a:ext cx="10058400" cy="1581150"/>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8" name="">
            <a:extLst xmlns:a="http://schemas.openxmlformats.org/drawingml/2006/main">
              <a:ext uri="{FF2B5EF4-FFF2-40B4-BE49-F238E27FC236}">
                <a16:creationId xmlns:a16="http://schemas.microsoft.com/office/drawing/2014/main" id="{CBE8CC22-CBCB-4B63-BF5F-488D641E840A}"/>
              </a:ext>
            </a:extLst>
          </p:cNvPr>
          <p:cNvPicPr>
            <a:picLocks xmlns:a="http://schemas.openxmlformats.org/drawingml/2006/main" noChangeAspect="1"/>
          </p:cNvPicPr>
          <p:nvPr/>
        </p:nvPicPr>
        <p:blipFill>
          <a:blip xmlns:r="http://schemas.openxmlformats.org/officeDocument/2006/relationships" xmlns:a="http://schemas.openxmlformats.org/drawingml/2006/main" r:embed="R4f5113e54f574e11"/>
          <a:stretch xmlns:a="http://schemas.openxmlformats.org/drawingml/2006/main"/>
        </p:blipFill>
        <p:spPr>
          <a:xfrm xmlns:a="http://schemas.openxmlformats.org/drawingml/2006/main">
            <a:off x="514350" y="14354175"/>
            <a:ext cx="790575" cy="790575"/>
          </a:xfrm>
          <a:prstGeom xmlns:a="http://schemas.openxmlformats.org/drawingml/2006/main" prst="rect">
            <a:avLst/>
          </a:prstGeom>
        </p:spPr>
      </p:pic>
      <p:sp>
        <p:nvSpPr>
          <p:cNvPr id="9" name="Readable URL">
            <a:extLst xmlns:a="http://schemas.openxmlformats.org/drawingml/2006/main">
              <a:ext uri="{FF2B5EF4-FFF2-40B4-BE49-F238E27FC236}">
                <a16:creationId xmlns:a16="http://schemas.microsoft.com/office/drawing/2014/main" id="{68E8C55E-C531-4506-BFF0-BB2E5C4180F7}"/>
              </a:ext>
            </a:extLst>
          </p:cNvPr>
          <p:cNvSpPr>
            <a:spLocks xmlns:a="http://schemas.openxmlformats.org/drawingml/2006/main" noGrp="1"/>
          </p:cNvSpPr>
          <p:nvPr/>
        </p:nvSpPr>
        <p:spPr>
          <a:xfrm xmlns:a="http://schemas.openxmlformats.org/drawingml/2006/main">
            <a:off x="1628775" y="14182725"/>
            <a:ext cx="69437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65" b="1">
                <a:solidFill>
                  <a:srgbClr val="FFFF0A"/>
                </a:solidFill>
                <a:latin typeface="Space Grotesk"/>
                <a:ea typeface="Space Grotesk"/>
                <a:cs typeface="Space Grotesk"/>
              </a:defRPr>
            </a:defPPr>
            <a:lvl1pPr>
              <a:defRPr sz="3365" b="1">
                <a:solidFill>
                  <a:srgbClr val="FFFF0A"/>
                </a:solidFill>
                <a:latin typeface="Space Grotesk"/>
                <a:ea typeface="Space Grotesk"/>
                <a:cs typeface="Space Grotesk"/>
              </a:defRPr>
            </a:lvl1pPr>
            <a:lvl2pPr>
              <a:defRPr sz="3365" b="1">
                <a:solidFill>
                  <a:srgbClr val="FFFF0A"/>
                </a:solidFill>
                <a:latin typeface="Space Grotesk"/>
                <a:ea typeface="Space Grotesk"/>
                <a:cs typeface="Space Grotesk"/>
              </a:defRPr>
            </a:lvl2pPr>
            <a:lvl3pPr>
              <a:defRPr sz="3365" b="1">
                <a:solidFill>
                  <a:srgbClr val="FFFF0A"/>
                </a:solidFill>
                <a:latin typeface="Space Grotesk"/>
                <a:ea typeface="Space Grotesk"/>
                <a:cs typeface="Space Grotesk"/>
              </a:defRPr>
            </a:lvl3pPr>
            <a:lvl4pPr>
              <a:defRPr sz="3365" b="1">
                <a:solidFill>
                  <a:srgbClr val="FFFF0A"/>
                </a:solidFill>
                <a:latin typeface="Space Grotesk"/>
                <a:ea typeface="Space Grotesk"/>
                <a:cs typeface="Space Grotesk"/>
              </a:defRPr>
            </a:lvl4pPr>
            <a:lvl5pPr>
              <a:defRPr sz="3365" b="1">
                <a:solidFill>
                  <a:srgbClr val="FFFF0A"/>
                </a:solidFill>
                <a:latin typeface="Space Grotesk"/>
                <a:ea typeface="Space Grotesk"/>
                <a:cs typeface="Space Grotesk"/>
              </a:defRPr>
            </a:lvl5pPr>
            <a:lvl6pPr>
              <a:defRPr sz="3365" b="1">
                <a:solidFill>
                  <a:srgbClr val="FFFF0A"/>
                </a:solidFill>
                <a:latin typeface="Space Grotesk"/>
                <a:ea typeface="Space Grotesk"/>
                <a:cs typeface="Space Grotesk"/>
              </a:defRPr>
            </a:lvl6pPr>
            <a:lvl7pPr>
              <a:defRPr sz="3365" b="1">
                <a:solidFill>
                  <a:srgbClr val="FFFF0A"/>
                </a:solidFill>
                <a:latin typeface="Space Grotesk"/>
                <a:ea typeface="Space Grotesk"/>
                <a:cs typeface="Space Grotesk"/>
              </a:defRPr>
            </a:lvl7pPr>
            <a:lvl8pPr>
              <a:defRPr sz="3365" b="1">
                <a:solidFill>
                  <a:srgbClr val="FFFF0A"/>
                </a:solidFill>
                <a:latin typeface="Space Grotesk"/>
                <a:ea typeface="Space Grotesk"/>
                <a:cs typeface="Space Grotesk"/>
              </a:defRPr>
            </a:lvl8pPr>
            <a:lvl9pPr>
              <a:defRPr sz="3365" b="1">
                <a:solidFill>
                  <a:srgbClr val="FFFF0A"/>
                </a:solidFill>
                <a:latin typeface="Space Grotesk"/>
                <a:ea typeface="Space Grotesk"/>
                <a:cs typeface="Space Grotesk"/>
              </a:defRPr>
            </a:lvl9pPr>
          </a:lstStyle>
          <a:p xmlns:a="http://schemas.openxmlformats.org/drawingml/2006/main">
            <a:pPr>
              <a:lnSpc>
                <a:spcPct val="98000"/>
              </a:lnSpc>
              <a:buNone/>
              <a:defRPr sz="3365" b="1">
                <a:solidFill>
                  <a:srgbClr val="FFFF0A"/>
                </a:solidFill>
                <a:latin typeface="Space Grotesk"/>
                <a:ea typeface="Space Grotesk"/>
                <a:cs typeface="Space Grotesk"/>
              </a:defRPr>
            </a:pPr>
            <a:r>
              <a:rPr sz="3365" b="1">
                <a:solidFill>
                  <a:srgbClr val="FFFF0A"/>
                </a:solidFill>
                <a:latin typeface="Space Grotesk"/>
                <a:ea typeface="Space Grotesk"/>
                <a:cs typeface="Space Grotesk"/>
              </a:rPr>
              <a:t>3fp.org</a:t>
            </a:r>
          </a:p>
        </p:txBody>
      </p:sp>
      <p:sp>
        <p:nvSpPr>
          <p:cNvPr id="10" name="Community invitation">
            <a:extLst xmlns:a="http://schemas.openxmlformats.org/drawingml/2006/main">
              <a:ext uri="{FF2B5EF4-FFF2-40B4-BE49-F238E27FC236}">
                <a16:creationId xmlns:a16="http://schemas.microsoft.com/office/drawing/2014/main" id="{F54A4916-65B5-437A-9B93-7F7475DCE77D}"/>
              </a:ext>
            </a:extLst>
          </p:cNvPr>
          <p:cNvSpPr>
            <a:spLocks xmlns:a="http://schemas.openxmlformats.org/drawingml/2006/main" noGrp="1"/>
          </p:cNvSpPr>
          <p:nvPr/>
        </p:nvSpPr>
        <p:spPr>
          <a:xfrm xmlns:a="http://schemas.openxmlformats.org/drawingml/2006/main">
            <a:off x="1628775" y="14849475"/>
            <a:ext cx="69437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41" b="1">
                <a:solidFill>
                  <a:srgbClr val="FFFFFF"/>
                </a:solidFill>
                <a:latin typeface="Arial"/>
                <a:ea typeface="Arial"/>
                <a:cs typeface="Arial"/>
              </a:defRPr>
            </a:defPPr>
            <a:lvl1pPr>
              <a:defRPr sz="1941" b="1">
                <a:solidFill>
                  <a:srgbClr val="FFFFFF"/>
                </a:solidFill>
                <a:latin typeface="Arial"/>
                <a:ea typeface="Arial"/>
                <a:cs typeface="Arial"/>
              </a:defRPr>
            </a:lvl1pPr>
            <a:lvl2pPr>
              <a:defRPr sz="1941" b="1">
                <a:solidFill>
                  <a:srgbClr val="FFFFFF"/>
                </a:solidFill>
                <a:latin typeface="Arial"/>
                <a:ea typeface="Arial"/>
                <a:cs typeface="Arial"/>
              </a:defRPr>
            </a:lvl2pPr>
            <a:lvl3pPr>
              <a:defRPr sz="1941" b="1">
                <a:solidFill>
                  <a:srgbClr val="FFFFFF"/>
                </a:solidFill>
                <a:latin typeface="Arial"/>
                <a:ea typeface="Arial"/>
                <a:cs typeface="Arial"/>
              </a:defRPr>
            </a:lvl3pPr>
            <a:lvl4pPr>
              <a:defRPr sz="1941" b="1">
                <a:solidFill>
                  <a:srgbClr val="FFFFFF"/>
                </a:solidFill>
                <a:latin typeface="Arial"/>
                <a:ea typeface="Arial"/>
                <a:cs typeface="Arial"/>
              </a:defRPr>
            </a:lvl4pPr>
            <a:lvl5pPr>
              <a:defRPr sz="1941" b="1">
                <a:solidFill>
                  <a:srgbClr val="FFFFFF"/>
                </a:solidFill>
                <a:latin typeface="Arial"/>
                <a:ea typeface="Arial"/>
                <a:cs typeface="Arial"/>
              </a:defRPr>
            </a:lvl5pPr>
            <a:lvl6pPr>
              <a:defRPr sz="1941" b="1">
                <a:solidFill>
                  <a:srgbClr val="FFFFFF"/>
                </a:solidFill>
                <a:latin typeface="Arial"/>
                <a:ea typeface="Arial"/>
                <a:cs typeface="Arial"/>
              </a:defRPr>
            </a:lvl6pPr>
            <a:lvl7pPr>
              <a:defRPr sz="1941" b="1">
                <a:solidFill>
                  <a:srgbClr val="FFFFFF"/>
                </a:solidFill>
                <a:latin typeface="Arial"/>
                <a:ea typeface="Arial"/>
                <a:cs typeface="Arial"/>
              </a:defRPr>
            </a:lvl7pPr>
            <a:lvl8pPr>
              <a:defRPr sz="1941" b="1">
                <a:solidFill>
                  <a:srgbClr val="FFFFFF"/>
                </a:solidFill>
                <a:latin typeface="Arial"/>
                <a:ea typeface="Arial"/>
                <a:cs typeface="Arial"/>
              </a:defRPr>
            </a:lvl8pPr>
            <a:lvl9pPr>
              <a:defRPr sz="1941" b="1">
                <a:solidFill>
                  <a:srgbClr val="FFFFFF"/>
                </a:solidFill>
                <a:latin typeface="Arial"/>
                <a:ea typeface="Arial"/>
                <a:cs typeface="Arial"/>
              </a:defRPr>
            </a:lvl9pPr>
          </a:lstStyle>
          <a:p xmlns:a="http://schemas.openxmlformats.org/drawingml/2006/main">
            <a:pPr>
              <a:lnSpc>
                <a:spcPct val="98000"/>
              </a:lnSpc>
              <a:buNone/>
              <a:defRPr sz="1941" b="1">
                <a:solidFill>
                  <a:srgbClr val="FFFFFF"/>
                </a:solidFill>
                <a:latin typeface="Arial"/>
                <a:ea typeface="Arial"/>
                <a:cs typeface="Arial"/>
              </a:defRPr>
            </a:pPr>
            <a:r>
              <a:rPr sz="1941" b="1">
                <a:solidFill>
                  <a:srgbClr val="FFFFFF"/>
                </a:solidFill>
                <a:latin typeface="Arial"/>
                <a:ea typeface="Arial"/>
                <a:cs typeface="Arial"/>
              </a:rPr>
              <a:t>Find groups and rides.</a:t>
            </a:r>
          </a:p>
        </p:txBody>
      </p:sp>
      <p:sp>
        <p:nvSpPr>
          <p:cNvPr id="11" name="QR quiet zone">
            <a:extLst xmlns:a="http://schemas.openxmlformats.org/drawingml/2006/main">
              <a:ext uri="{FF2B5EF4-FFF2-40B4-BE49-F238E27FC236}">
                <a16:creationId xmlns:a16="http://schemas.microsoft.com/office/drawing/2014/main" id="{E0A2B8AF-100C-4383-9ABE-531BF06A820E}"/>
              </a:ext>
            </a:extLst>
          </p:cNvPr>
          <p:cNvSpPr>
            <a:spLocks xmlns:a="http://schemas.openxmlformats.org/drawingml/2006/main" noGrp="1"/>
          </p:cNvSpPr>
          <p:nvPr/>
        </p:nvSpPr>
        <p:spPr>
          <a:xfrm xmlns:a="http://schemas.openxmlformats.org/drawingml/2006/main">
            <a:off x="8705850" y="14199534"/>
            <a:ext cx="1104900" cy="110490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AE841971-A65E-486F-BE94-92C9A01F19C9}"/>
              </a:ext>
            </a:extLst>
          </p:cNvPr>
          <p:cNvPicPr>
            <a:picLocks xmlns:a="http://schemas.openxmlformats.org/drawingml/2006/main" noChangeAspect="1"/>
          </p:cNvPicPr>
          <p:nvPr/>
        </p:nvPicPr>
        <p:blipFill>
          <a:blip xmlns:r="http://schemas.openxmlformats.org/officeDocument/2006/relationships" xmlns:a="http://schemas.openxmlformats.org/drawingml/2006/main" r:embed="R0628301874144e20"/>
          <a:stretch xmlns:a="http://schemas.openxmlformats.org/drawingml/2006/main"/>
        </p:blipFill>
        <p:spPr>
          <a:xfrm xmlns:a="http://schemas.openxmlformats.org/drawingml/2006/main">
            <a:off x="8753475" y="14247159"/>
            <a:ext cx="1009650" cy="1009650"/>
          </a:xfrm>
          <a:prstGeom xmlns:a="http://schemas.openxmlformats.org/drawingml/2006/main" prst="rect">
            <a:avLst/>
          </a:prstGeom>
        </p:spPr>
      </p:pic>
    </p:spTree>
    <p:extLst>
      <p:ext uri="{BB962C8B-B14F-4D97-AF65-F5344CB8AC3E}">
        <p14:creationId xmlns:p14="http://schemas.microsoft.com/office/powerpoint/2010/main" val="2131209431"/>
      </p:ext>
    </p:extLst>
  </p:cSld>
</p:sld>
</file>

<file path=ppt/slides/slide3.xml><?xml version="1.0" encoding="utf-8"?>
<p:sld xmlns:p="http://schemas.openxmlformats.org/presentationml/2006/main">
  <p:cSld>
    <p:bg>
      <p:bgPr>
        <a:solidFill xmlns:a="http://schemas.openxmlformats.org/drawingml/2006/main">
          <a:srgbClr val="7926CB"/>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2B014B67-6C9B-4C6C-BEDD-903D7D899F83}"/>
              </a:ext>
            </a:extLst>
          </p:cNvPr>
          <p:cNvPicPr>
            <a:picLocks xmlns:a="http://schemas.openxmlformats.org/drawingml/2006/main" noChangeAspect="1"/>
          </p:cNvPicPr>
          <p:nvPr/>
        </p:nvPicPr>
        <p:blipFill>
          <a:blip xmlns:r="http://schemas.openxmlformats.org/officeDocument/2006/relationships" xmlns:a="http://schemas.openxmlformats.org/drawingml/2006/main" r:embed="Rf664e80ca0dc4571"/>
          <a:srcRect xmlns:a="http://schemas.openxmlformats.org/drawingml/2006/main" l="23620" t="0" r="23620" b="0"/>
          <a:stretch xmlns:a="http://schemas.openxmlformats.org/drawingml/2006/main">
            <a:fillRect l="0" t="0" r="0" b="0"/>
          </a:stretch>
        </p:blipFill>
        <p:spPr>
          <a:xfrm xmlns:a="http://schemas.openxmlformats.org/drawingml/2006/main">
            <a:off x="0" y="0"/>
            <a:ext cx="5895975" cy="13963650"/>
          </a:xfrm>
          <a:prstGeom xmlns:a="http://schemas.openxmlformats.org/drawingml/2006/main" prst="rect">
            <a:avLst/>
          </a:prstGeom>
        </p:spPr>
      </p:pic>
      <p:sp>
        <p:nvSpPr>
          <p:cNvPr id="2" name="Portrait headline field">
            <a:extLst xmlns:a="http://schemas.openxmlformats.org/drawingml/2006/main">
              <a:ext uri="{FF2B5EF4-FFF2-40B4-BE49-F238E27FC236}">
                <a16:creationId xmlns:a16="http://schemas.microsoft.com/office/drawing/2014/main" id="{DE2182F1-9C3A-438F-8384-566FB4F332CC}"/>
              </a:ext>
            </a:extLst>
          </p:cNvPr>
          <p:cNvSpPr>
            <a:spLocks xmlns:a="http://schemas.openxmlformats.org/drawingml/2006/main" noGrp="1"/>
          </p:cNvSpPr>
          <p:nvPr/>
        </p:nvSpPr>
        <p:spPr>
          <a:xfrm xmlns:a="http://schemas.openxmlformats.org/drawingml/2006/main">
            <a:off x="5895975" y="0"/>
            <a:ext cx="4162425" cy="13963650"/>
          </a:xfrm>
          <a:prstGeom xmlns:a="http://schemas.openxmlformats.org/drawingml/2006/main" prst="rect">
            <a:avLst/>
          </a:prstGeom>
          <a:solidFill xmlns:a="http://schemas.openxmlformats.org/drawingml/2006/main">
            <a:srgbClr val="35125F"/>
          </a:solidFill>
          <a:ln xmlns:a="http://schemas.openxmlformats.org/drawingml/2006/main" w="0">
            <a:noFill/>
          </a:ln>
        </p:spPr>
      </p:sp>
      <p:sp>
        <p:nvSpPr>
          <p:cNvPr id="3" name="Campaign label">
            <a:extLst xmlns:a="http://schemas.openxmlformats.org/drawingml/2006/main">
              <a:ext uri="{FF2B5EF4-FFF2-40B4-BE49-F238E27FC236}">
                <a16:creationId xmlns:a16="http://schemas.microsoft.com/office/drawing/2014/main" id="{BB246194-E8DA-42AF-8700-A1DA8A5CEA6F}"/>
              </a:ext>
            </a:extLst>
          </p:cNvPr>
          <p:cNvSpPr>
            <a:spLocks xmlns:a="http://schemas.openxmlformats.org/drawingml/2006/main" noGrp="1"/>
          </p:cNvSpPr>
          <p:nvPr/>
        </p:nvSpPr>
        <p:spPr>
          <a:xfrm xmlns:a="http://schemas.openxmlformats.org/drawingml/2006/main">
            <a:off x="6238875" y="619125"/>
            <a:ext cx="34766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4" b="1">
                <a:solidFill>
                  <a:srgbClr val="FF0180"/>
                </a:solidFill>
                <a:latin typeface="Space Grotesk"/>
                <a:ea typeface="Space Grotesk"/>
                <a:cs typeface="Space Grotesk"/>
              </a:defRPr>
            </a:defPPr>
            <a:lvl1pPr>
              <a:defRPr sz="1424" b="1">
                <a:solidFill>
                  <a:srgbClr val="FF0180"/>
                </a:solidFill>
                <a:latin typeface="Space Grotesk"/>
                <a:ea typeface="Space Grotesk"/>
                <a:cs typeface="Space Grotesk"/>
              </a:defRPr>
            </a:lvl1pPr>
            <a:lvl2pPr>
              <a:defRPr sz="1424" b="1">
                <a:solidFill>
                  <a:srgbClr val="FF0180"/>
                </a:solidFill>
                <a:latin typeface="Space Grotesk"/>
                <a:ea typeface="Space Grotesk"/>
                <a:cs typeface="Space Grotesk"/>
              </a:defRPr>
            </a:lvl2pPr>
            <a:lvl3pPr>
              <a:defRPr sz="1424" b="1">
                <a:solidFill>
                  <a:srgbClr val="FF0180"/>
                </a:solidFill>
                <a:latin typeface="Space Grotesk"/>
                <a:ea typeface="Space Grotesk"/>
                <a:cs typeface="Space Grotesk"/>
              </a:defRPr>
            </a:lvl3pPr>
            <a:lvl4pPr>
              <a:defRPr sz="1424" b="1">
                <a:solidFill>
                  <a:srgbClr val="FF0180"/>
                </a:solidFill>
                <a:latin typeface="Space Grotesk"/>
                <a:ea typeface="Space Grotesk"/>
                <a:cs typeface="Space Grotesk"/>
              </a:defRPr>
            </a:lvl4pPr>
            <a:lvl5pPr>
              <a:defRPr sz="1424" b="1">
                <a:solidFill>
                  <a:srgbClr val="FF0180"/>
                </a:solidFill>
                <a:latin typeface="Space Grotesk"/>
                <a:ea typeface="Space Grotesk"/>
                <a:cs typeface="Space Grotesk"/>
              </a:defRPr>
            </a:lvl5pPr>
            <a:lvl6pPr>
              <a:defRPr sz="1424" b="1">
                <a:solidFill>
                  <a:srgbClr val="FF0180"/>
                </a:solidFill>
                <a:latin typeface="Space Grotesk"/>
                <a:ea typeface="Space Grotesk"/>
                <a:cs typeface="Space Grotesk"/>
              </a:defRPr>
            </a:lvl6pPr>
            <a:lvl7pPr>
              <a:defRPr sz="1424" b="1">
                <a:solidFill>
                  <a:srgbClr val="FF0180"/>
                </a:solidFill>
                <a:latin typeface="Space Grotesk"/>
                <a:ea typeface="Space Grotesk"/>
                <a:cs typeface="Space Grotesk"/>
              </a:defRPr>
            </a:lvl7pPr>
            <a:lvl8pPr>
              <a:defRPr sz="1424" b="1">
                <a:solidFill>
                  <a:srgbClr val="FF0180"/>
                </a:solidFill>
                <a:latin typeface="Space Grotesk"/>
                <a:ea typeface="Space Grotesk"/>
                <a:cs typeface="Space Grotesk"/>
              </a:defRPr>
            </a:lvl8pPr>
            <a:lvl9pPr>
              <a:defRPr sz="1424" b="1">
                <a:solidFill>
                  <a:srgbClr val="FF0180"/>
                </a:solidFill>
                <a:latin typeface="Space Grotesk"/>
                <a:ea typeface="Space Grotesk"/>
                <a:cs typeface="Space Grotesk"/>
              </a:defRPr>
            </a:lvl9pPr>
          </a:lstStyle>
          <a:p xmlns:a="http://schemas.openxmlformats.org/drawingml/2006/main">
            <a:pPr>
              <a:lnSpc>
                <a:spcPct val="98000"/>
              </a:lnSpc>
              <a:buNone/>
              <a:defRPr sz="1424" b="1">
                <a:solidFill>
                  <a:srgbClr val="FF0180"/>
                </a:solidFill>
                <a:latin typeface="Space Grotesk"/>
                <a:ea typeface="Space Grotesk"/>
                <a:cs typeface="Space Grotesk"/>
              </a:defRPr>
            </a:pPr>
            <a:r>
              <a:rPr sz="1424" b="1">
                <a:solidFill>
                  <a:srgbClr val="FF0180"/>
                </a:solidFill>
                <a:latin typeface="Space Grotesk"/>
                <a:ea typeface="Space Grotesk"/>
                <a:cs typeface="Space Grotesk"/>
              </a:rPr>
              <a:t>3 FEET PLEASE</a:t>
            </a:r>
          </a:p>
        </p:txBody>
      </p:sp>
      <p:sp>
        <p:nvSpPr>
          <p:cNvPr id="4" name="Relationship headline">
            <a:extLst xmlns:a="http://schemas.openxmlformats.org/drawingml/2006/main">
              <a:ext uri="{FF2B5EF4-FFF2-40B4-BE49-F238E27FC236}">
                <a16:creationId xmlns:a16="http://schemas.microsoft.com/office/drawing/2014/main" id="{83384C07-66B5-4BDC-BC74-8EF18EF7504C}"/>
              </a:ext>
            </a:extLst>
          </p:cNvPr>
          <p:cNvSpPr>
            <a:spLocks xmlns:a="http://schemas.openxmlformats.org/drawingml/2006/main" noGrp="1"/>
          </p:cNvSpPr>
          <p:nvPr/>
        </p:nvSpPr>
        <p:spPr>
          <a:xfrm xmlns:a="http://schemas.openxmlformats.org/drawingml/2006/main">
            <a:off x="6238875" y="2057400"/>
            <a:ext cx="3476625" cy="3914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271" b="1">
                <a:solidFill>
                  <a:srgbClr val="FFFFFF"/>
                </a:solidFill>
                <a:latin typeface="Space Grotesk"/>
                <a:ea typeface="Space Grotesk"/>
                <a:cs typeface="Space Grotesk"/>
              </a:defRPr>
            </a:defPPr>
            <a:lvl1pPr>
              <a:defRPr sz="4271" b="1">
                <a:solidFill>
                  <a:srgbClr val="FFFFFF"/>
                </a:solidFill>
                <a:latin typeface="Space Grotesk"/>
                <a:ea typeface="Space Grotesk"/>
                <a:cs typeface="Space Grotesk"/>
              </a:defRPr>
            </a:lvl1pPr>
            <a:lvl2pPr>
              <a:defRPr sz="4271" b="1">
                <a:solidFill>
                  <a:srgbClr val="FFFFFF"/>
                </a:solidFill>
                <a:latin typeface="Space Grotesk"/>
                <a:ea typeface="Space Grotesk"/>
                <a:cs typeface="Space Grotesk"/>
              </a:defRPr>
            </a:lvl2pPr>
            <a:lvl3pPr>
              <a:defRPr sz="4271" b="1">
                <a:solidFill>
                  <a:srgbClr val="FFFFFF"/>
                </a:solidFill>
                <a:latin typeface="Space Grotesk"/>
                <a:ea typeface="Space Grotesk"/>
                <a:cs typeface="Space Grotesk"/>
              </a:defRPr>
            </a:lvl3pPr>
            <a:lvl4pPr>
              <a:defRPr sz="4271" b="1">
                <a:solidFill>
                  <a:srgbClr val="FFFFFF"/>
                </a:solidFill>
                <a:latin typeface="Space Grotesk"/>
                <a:ea typeface="Space Grotesk"/>
                <a:cs typeface="Space Grotesk"/>
              </a:defRPr>
            </a:lvl4pPr>
            <a:lvl5pPr>
              <a:defRPr sz="4271" b="1">
                <a:solidFill>
                  <a:srgbClr val="FFFFFF"/>
                </a:solidFill>
                <a:latin typeface="Space Grotesk"/>
                <a:ea typeface="Space Grotesk"/>
                <a:cs typeface="Space Grotesk"/>
              </a:defRPr>
            </a:lvl5pPr>
            <a:lvl6pPr>
              <a:defRPr sz="4271" b="1">
                <a:solidFill>
                  <a:srgbClr val="FFFFFF"/>
                </a:solidFill>
                <a:latin typeface="Space Grotesk"/>
                <a:ea typeface="Space Grotesk"/>
                <a:cs typeface="Space Grotesk"/>
              </a:defRPr>
            </a:lvl6pPr>
            <a:lvl7pPr>
              <a:defRPr sz="4271" b="1">
                <a:solidFill>
                  <a:srgbClr val="FFFFFF"/>
                </a:solidFill>
                <a:latin typeface="Space Grotesk"/>
                <a:ea typeface="Space Grotesk"/>
                <a:cs typeface="Space Grotesk"/>
              </a:defRPr>
            </a:lvl7pPr>
            <a:lvl8pPr>
              <a:defRPr sz="4271" b="1">
                <a:solidFill>
                  <a:srgbClr val="FFFFFF"/>
                </a:solidFill>
                <a:latin typeface="Space Grotesk"/>
                <a:ea typeface="Space Grotesk"/>
                <a:cs typeface="Space Grotesk"/>
              </a:defRPr>
            </a:lvl8pPr>
            <a:lvl9pPr>
              <a:defRPr sz="4271" b="1">
                <a:solidFill>
                  <a:srgbClr val="FFFFFF"/>
                </a:solidFill>
                <a:latin typeface="Space Grotesk"/>
                <a:ea typeface="Space Grotesk"/>
                <a:cs typeface="Space Grotesk"/>
              </a:defRPr>
            </a:lvl9pPr>
          </a:lstStyle>
          <a:p xmlns:a="http://schemas.openxmlformats.org/drawingml/2006/main">
            <a:pPr>
              <a:lnSpc>
                <a:spcPct val="98000"/>
              </a:lnSpc>
              <a:buNone/>
              <a:defRPr sz="4271" b="1">
                <a:solidFill>
                  <a:srgbClr val="FFFFFF"/>
                </a:solidFill>
                <a:latin typeface="Space Grotesk"/>
                <a:ea typeface="Space Grotesk"/>
                <a:cs typeface="Space Grotesk"/>
              </a:defRPr>
            </a:pPr>
            <a:r>
              <a:rPr sz="4271" b="1">
                <a:solidFill>
                  <a:srgbClr val="FFFFFF"/>
                </a:solidFill>
                <a:latin typeface="Space Grotesk"/>
                <a:ea typeface="Space Grotesk"/>
                <a:cs typeface="Space Grotesk"/>
              </a:rPr>
              <a:t>THAT’S A FATHER YOU’RE PASSING.</a:t>
            </a:r>
          </a:p>
        </p:txBody>
      </p:sp>
      <p:sp>
        <p:nvSpPr>
          <p:cNvPr id="5" name="Driver action">
            <a:extLst xmlns:a="http://schemas.openxmlformats.org/drawingml/2006/main">
              <a:ext uri="{FF2B5EF4-FFF2-40B4-BE49-F238E27FC236}">
                <a16:creationId xmlns:a16="http://schemas.microsoft.com/office/drawing/2014/main" id="{1E54B7C5-55A6-40FD-9B1D-95740DE8C9DD}"/>
              </a:ext>
            </a:extLst>
          </p:cNvPr>
          <p:cNvSpPr>
            <a:spLocks xmlns:a="http://schemas.openxmlformats.org/drawingml/2006/main" noGrp="1"/>
          </p:cNvSpPr>
          <p:nvPr/>
        </p:nvSpPr>
        <p:spPr>
          <a:xfrm xmlns:a="http://schemas.openxmlformats.org/drawingml/2006/main">
            <a:off x="6238875" y="6353175"/>
            <a:ext cx="3476625" cy="2181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659" b="1">
                <a:solidFill>
                  <a:srgbClr val="FFFF0A"/>
                </a:solidFill>
                <a:latin typeface="Space Grotesk"/>
                <a:ea typeface="Space Grotesk"/>
                <a:cs typeface="Space Grotesk"/>
              </a:defRPr>
            </a:defPPr>
            <a:lvl1pPr>
              <a:defRPr sz="4659" b="1">
                <a:solidFill>
                  <a:srgbClr val="FFFF0A"/>
                </a:solidFill>
                <a:latin typeface="Space Grotesk"/>
                <a:ea typeface="Space Grotesk"/>
                <a:cs typeface="Space Grotesk"/>
              </a:defRPr>
            </a:lvl1pPr>
            <a:lvl2pPr>
              <a:defRPr sz="4659" b="1">
                <a:solidFill>
                  <a:srgbClr val="FFFF0A"/>
                </a:solidFill>
                <a:latin typeface="Space Grotesk"/>
                <a:ea typeface="Space Grotesk"/>
                <a:cs typeface="Space Grotesk"/>
              </a:defRPr>
            </a:lvl2pPr>
            <a:lvl3pPr>
              <a:defRPr sz="4659" b="1">
                <a:solidFill>
                  <a:srgbClr val="FFFF0A"/>
                </a:solidFill>
                <a:latin typeface="Space Grotesk"/>
                <a:ea typeface="Space Grotesk"/>
                <a:cs typeface="Space Grotesk"/>
              </a:defRPr>
            </a:lvl3pPr>
            <a:lvl4pPr>
              <a:defRPr sz="4659" b="1">
                <a:solidFill>
                  <a:srgbClr val="FFFF0A"/>
                </a:solidFill>
                <a:latin typeface="Space Grotesk"/>
                <a:ea typeface="Space Grotesk"/>
                <a:cs typeface="Space Grotesk"/>
              </a:defRPr>
            </a:lvl4pPr>
            <a:lvl5pPr>
              <a:defRPr sz="4659" b="1">
                <a:solidFill>
                  <a:srgbClr val="FFFF0A"/>
                </a:solidFill>
                <a:latin typeface="Space Grotesk"/>
                <a:ea typeface="Space Grotesk"/>
                <a:cs typeface="Space Grotesk"/>
              </a:defRPr>
            </a:lvl5pPr>
            <a:lvl6pPr>
              <a:defRPr sz="4659" b="1">
                <a:solidFill>
                  <a:srgbClr val="FFFF0A"/>
                </a:solidFill>
                <a:latin typeface="Space Grotesk"/>
                <a:ea typeface="Space Grotesk"/>
                <a:cs typeface="Space Grotesk"/>
              </a:defRPr>
            </a:lvl6pPr>
            <a:lvl7pPr>
              <a:defRPr sz="4659" b="1">
                <a:solidFill>
                  <a:srgbClr val="FFFF0A"/>
                </a:solidFill>
                <a:latin typeface="Space Grotesk"/>
                <a:ea typeface="Space Grotesk"/>
                <a:cs typeface="Space Grotesk"/>
              </a:defRPr>
            </a:lvl7pPr>
            <a:lvl8pPr>
              <a:defRPr sz="4659" b="1">
                <a:solidFill>
                  <a:srgbClr val="FFFF0A"/>
                </a:solidFill>
                <a:latin typeface="Space Grotesk"/>
                <a:ea typeface="Space Grotesk"/>
                <a:cs typeface="Space Grotesk"/>
              </a:defRPr>
            </a:lvl8pPr>
            <a:lvl9pPr>
              <a:defRPr sz="4659" b="1">
                <a:solidFill>
                  <a:srgbClr val="FFFF0A"/>
                </a:solidFill>
                <a:latin typeface="Space Grotesk"/>
                <a:ea typeface="Space Grotesk"/>
                <a:cs typeface="Space Grotesk"/>
              </a:defRPr>
            </a:lvl9pPr>
          </a:lstStyle>
          <a:p xmlns:a="http://schemas.openxmlformats.org/drawingml/2006/main">
            <a:pPr>
              <a:lnSpc>
                <a:spcPct val="98000"/>
              </a:lnSpc>
              <a:buNone/>
              <a:defRPr sz="4659" b="1">
                <a:solidFill>
                  <a:srgbClr val="FFFF0A"/>
                </a:solidFill>
                <a:latin typeface="Space Grotesk"/>
                <a:ea typeface="Space Grotesk"/>
                <a:cs typeface="Space Grotesk"/>
              </a:defRPr>
            </a:pPr>
            <a:r>
              <a:rPr sz="4659" b="1">
                <a:solidFill>
                  <a:srgbClr val="FFFF0A"/>
                </a:solidFill>
                <a:latin typeface="Space Grotesk"/>
                <a:ea typeface="Space Grotesk"/>
                <a:cs typeface="Space Grotesk"/>
              </a:rPr>
              <a:t>GIVE HIM ROOM.</a:t>
            </a:r>
          </a:p>
        </p:txBody>
      </p:sp>
      <p:sp>
        <p:nvSpPr>
          <p:cNvPr id="6" name="Safe passing guidance">
            <a:extLst xmlns:a="http://schemas.openxmlformats.org/drawingml/2006/main">
              <a:ext uri="{FF2B5EF4-FFF2-40B4-BE49-F238E27FC236}">
                <a16:creationId xmlns:a16="http://schemas.microsoft.com/office/drawing/2014/main" id="{A8FF19C5-48AA-41F0-A572-A5382AFF6FA7}"/>
              </a:ext>
            </a:extLst>
          </p:cNvPr>
          <p:cNvSpPr>
            <a:spLocks xmlns:a="http://schemas.openxmlformats.org/drawingml/2006/main" noGrp="1"/>
          </p:cNvSpPr>
          <p:nvPr/>
        </p:nvSpPr>
        <p:spPr>
          <a:xfrm xmlns:a="http://schemas.openxmlformats.org/drawingml/2006/main">
            <a:off x="6238875" y="8934450"/>
            <a:ext cx="3476625" cy="3686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67" b="1">
                <a:solidFill>
                  <a:srgbClr val="FFFFFF"/>
                </a:solidFill>
                <a:latin typeface="Arial"/>
                <a:ea typeface="Arial"/>
                <a:cs typeface="Arial"/>
              </a:defRPr>
            </a:defPPr>
            <a:lvl1pPr>
              <a:defRPr sz="1967" b="1">
                <a:solidFill>
                  <a:srgbClr val="FFFFFF"/>
                </a:solidFill>
                <a:latin typeface="Arial"/>
                <a:ea typeface="Arial"/>
                <a:cs typeface="Arial"/>
              </a:defRPr>
            </a:lvl1pPr>
            <a:lvl2pPr>
              <a:defRPr sz="1967" b="1">
                <a:solidFill>
                  <a:srgbClr val="FFFFFF"/>
                </a:solidFill>
                <a:latin typeface="Arial"/>
                <a:ea typeface="Arial"/>
                <a:cs typeface="Arial"/>
              </a:defRPr>
            </a:lvl2pPr>
            <a:lvl3pPr>
              <a:defRPr sz="1967" b="1">
                <a:solidFill>
                  <a:srgbClr val="FFFFFF"/>
                </a:solidFill>
                <a:latin typeface="Arial"/>
                <a:ea typeface="Arial"/>
                <a:cs typeface="Arial"/>
              </a:defRPr>
            </a:lvl3pPr>
            <a:lvl4pPr>
              <a:defRPr sz="1967" b="1">
                <a:solidFill>
                  <a:srgbClr val="FFFFFF"/>
                </a:solidFill>
                <a:latin typeface="Arial"/>
                <a:ea typeface="Arial"/>
                <a:cs typeface="Arial"/>
              </a:defRPr>
            </a:lvl4pPr>
            <a:lvl5pPr>
              <a:defRPr sz="1967" b="1">
                <a:solidFill>
                  <a:srgbClr val="FFFFFF"/>
                </a:solidFill>
                <a:latin typeface="Arial"/>
                <a:ea typeface="Arial"/>
                <a:cs typeface="Arial"/>
              </a:defRPr>
            </a:lvl5pPr>
            <a:lvl6pPr>
              <a:defRPr sz="1967" b="1">
                <a:solidFill>
                  <a:srgbClr val="FFFFFF"/>
                </a:solidFill>
                <a:latin typeface="Arial"/>
                <a:ea typeface="Arial"/>
                <a:cs typeface="Arial"/>
              </a:defRPr>
            </a:lvl6pPr>
            <a:lvl7pPr>
              <a:defRPr sz="1967" b="1">
                <a:solidFill>
                  <a:srgbClr val="FFFFFF"/>
                </a:solidFill>
                <a:latin typeface="Arial"/>
                <a:ea typeface="Arial"/>
                <a:cs typeface="Arial"/>
              </a:defRPr>
            </a:lvl7pPr>
            <a:lvl8pPr>
              <a:defRPr sz="1967" b="1">
                <a:solidFill>
                  <a:srgbClr val="FFFFFF"/>
                </a:solidFill>
                <a:latin typeface="Arial"/>
                <a:ea typeface="Arial"/>
                <a:cs typeface="Arial"/>
              </a:defRPr>
            </a:lvl8pPr>
            <a:lvl9pPr>
              <a:defRPr sz="1967" b="1">
                <a:solidFill>
                  <a:srgbClr val="FFFFFF"/>
                </a:solidFill>
                <a:latin typeface="Arial"/>
                <a:ea typeface="Arial"/>
                <a:cs typeface="Arial"/>
              </a:defRPr>
            </a:lvl9pPr>
          </a:lstStyle>
          <a:p xmlns:a="http://schemas.openxmlformats.org/drawingml/2006/main">
            <a:pPr>
              <a:lnSpc>
                <a:spcPct val="98000"/>
              </a:lnSpc>
              <a:buNone/>
              <a:defRPr sz="1967" b="1">
                <a:solidFill>
                  <a:srgbClr val="FFFFFF"/>
                </a:solidFill>
                <a:latin typeface="Arial"/>
                <a:ea typeface="Arial"/>
                <a:cs typeface="Arial"/>
              </a:defRPr>
            </a:pPr>
            <a:r>
              <a:rPr sz="1967" b="1">
                <a:solidFill>
                  <a:srgbClr val="FFFFFF"/>
                </a:solidFill>
                <a:latin typeface="Arial"/>
                <a:ea typeface="Arial"/>
                <a:cs typeface="Arial"/>
              </a:rPr>
              <a:t>No safe room to pass? Slow down and wait behind. Pass only when there is enough room, including the space local law requires.</a:t>
            </a:r>
          </a:p>
        </p:txBody>
      </p:sp>
      <p:sp>
        <p:nvSpPr>
          <p:cNvPr id="7" name="Brand footer">
            <a:extLst xmlns:a="http://schemas.openxmlformats.org/drawingml/2006/main">
              <a:ext uri="{FF2B5EF4-FFF2-40B4-BE49-F238E27FC236}">
                <a16:creationId xmlns:a16="http://schemas.microsoft.com/office/drawing/2014/main" id="{96D2BC86-02F4-4B73-B0E7-EE41869AA742}"/>
              </a:ext>
            </a:extLst>
          </p:cNvPr>
          <p:cNvSpPr>
            <a:spLocks xmlns:a="http://schemas.openxmlformats.org/drawingml/2006/main" noGrp="1"/>
          </p:cNvSpPr>
          <p:nvPr/>
        </p:nvSpPr>
        <p:spPr>
          <a:xfrm xmlns:a="http://schemas.openxmlformats.org/drawingml/2006/main">
            <a:off x="0" y="13963650"/>
            <a:ext cx="10058400" cy="1581150"/>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8" name="">
            <a:extLst xmlns:a="http://schemas.openxmlformats.org/drawingml/2006/main">
              <a:ext uri="{FF2B5EF4-FFF2-40B4-BE49-F238E27FC236}">
                <a16:creationId xmlns:a16="http://schemas.microsoft.com/office/drawing/2014/main" id="{1A97B398-987C-4899-ABB0-6AB511CADE0D}"/>
              </a:ext>
            </a:extLst>
          </p:cNvPr>
          <p:cNvPicPr>
            <a:picLocks xmlns:a="http://schemas.openxmlformats.org/drawingml/2006/main" noChangeAspect="1"/>
          </p:cNvPicPr>
          <p:nvPr/>
        </p:nvPicPr>
        <p:blipFill>
          <a:blip xmlns:r="http://schemas.openxmlformats.org/officeDocument/2006/relationships" xmlns:a="http://schemas.openxmlformats.org/drawingml/2006/main" r:embed="Rc900f99743be4f5e"/>
          <a:stretch xmlns:a="http://schemas.openxmlformats.org/drawingml/2006/main"/>
        </p:blipFill>
        <p:spPr>
          <a:xfrm xmlns:a="http://schemas.openxmlformats.org/drawingml/2006/main">
            <a:off x="514350" y="14354175"/>
            <a:ext cx="790575" cy="790575"/>
          </a:xfrm>
          <a:prstGeom xmlns:a="http://schemas.openxmlformats.org/drawingml/2006/main" prst="rect">
            <a:avLst/>
          </a:prstGeom>
        </p:spPr>
      </p:pic>
      <p:sp>
        <p:nvSpPr>
          <p:cNvPr id="9" name="Readable URL">
            <a:extLst xmlns:a="http://schemas.openxmlformats.org/drawingml/2006/main">
              <a:ext uri="{FF2B5EF4-FFF2-40B4-BE49-F238E27FC236}">
                <a16:creationId xmlns:a16="http://schemas.microsoft.com/office/drawing/2014/main" id="{09831C6C-8BC3-4458-8925-5A48B6C02DAD}"/>
              </a:ext>
            </a:extLst>
          </p:cNvPr>
          <p:cNvSpPr>
            <a:spLocks xmlns:a="http://schemas.openxmlformats.org/drawingml/2006/main" noGrp="1"/>
          </p:cNvSpPr>
          <p:nvPr/>
        </p:nvSpPr>
        <p:spPr>
          <a:xfrm xmlns:a="http://schemas.openxmlformats.org/drawingml/2006/main">
            <a:off x="1628775" y="14182725"/>
            <a:ext cx="69437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65" b="1">
                <a:solidFill>
                  <a:srgbClr val="FFFF0A"/>
                </a:solidFill>
                <a:latin typeface="Space Grotesk"/>
                <a:ea typeface="Space Grotesk"/>
                <a:cs typeface="Space Grotesk"/>
              </a:defRPr>
            </a:defPPr>
            <a:lvl1pPr>
              <a:defRPr sz="3365" b="1">
                <a:solidFill>
                  <a:srgbClr val="FFFF0A"/>
                </a:solidFill>
                <a:latin typeface="Space Grotesk"/>
                <a:ea typeface="Space Grotesk"/>
                <a:cs typeface="Space Grotesk"/>
              </a:defRPr>
            </a:lvl1pPr>
            <a:lvl2pPr>
              <a:defRPr sz="3365" b="1">
                <a:solidFill>
                  <a:srgbClr val="FFFF0A"/>
                </a:solidFill>
                <a:latin typeface="Space Grotesk"/>
                <a:ea typeface="Space Grotesk"/>
                <a:cs typeface="Space Grotesk"/>
              </a:defRPr>
            </a:lvl2pPr>
            <a:lvl3pPr>
              <a:defRPr sz="3365" b="1">
                <a:solidFill>
                  <a:srgbClr val="FFFF0A"/>
                </a:solidFill>
                <a:latin typeface="Space Grotesk"/>
                <a:ea typeface="Space Grotesk"/>
                <a:cs typeface="Space Grotesk"/>
              </a:defRPr>
            </a:lvl3pPr>
            <a:lvl4pPr>
              <a:defRPr sz="3365" b="1">
                <a:solidFill>
                  <a:srgbClr val="FFFF0A"/>
                </a:solidFill>
                <a:latin typeface="Space Grotesk"/>
                <a:ea typeface="Space Grotesk"/>
                <a:cs typeface="Space Grotesk"/>
              </a:defRPr>
            </a:lvl4pPr>
            <a:lvl5pPr>
              <a:defRPr sz="3365" b="1">
                <a:solidFill>
                  <a:srgbClr val="FFFF0A"/>
                </a:solidFill>
                <a:latin typeface="Space Grotesk"/>
                <a:ea typeface="Space Grotesk"/>
                <a:cs typeface="Space Grotesk"/>
              </a:defRPr>
            </a:lvl5pPr>
            <a:lvl6pPr>
              <a:defRPr sz="3365" b="1">
                <a:solidFill>
                  <a:srgbClr val="FFFF0A"/>
                </a:solidFill>
                <a:latin typeface="Space Grotesk"/>
                <a:ea typeface="Space Grotesk"/>
                <a:cs typeface="Space Grotesk"/>
              </a:defRPr>
            </a:lvl6pPr>
            <a:lvl7pPr>
              <a:defRPr sz="3365" b="1">
                <a:solidFill>
                  <a:srgbClr val="FFFF0A"/>
                </a:solidFill>
                <a:latin typeface="Space Grotesk"/>
                <a:ea typeface="Space Grotesk"/>
                <a:cs typeface="Space Grotesk"/>
              </a:defRPr>
            </a:lvl7pPr>
            <a:lvl8pPr>
              <a:defRPr sz="3365" b="1">
                <a:solidFill>
                  <a:srgbClr val="FFFF0A"/>
                </a:solidFill>
                <a:latin typeface="Space Grotesk"/>
                <a:ea typeface="Space Grotesk"/>
                <a:cs typeface="Space Grotesk"/>
              </a:defRPr>
            </a:lvl8pPr>
            <a:lvl9pPr>
              <a:defRPr sz="3365" b="1">
                <a:solidFill>
                  <a:srgbClr val="FFFF0A"/>
                </a:solidFill>
                <a:latin typeface="Space Grotesk"/>
                <a:ea typeface="Space Grotesk"/>
                <a:cs typeface="Space Grotesk"/>
              </a:defRPr>
            </a:lvl9pPr>
          </a:lstStyle>
          <a:p xmlns:a="http://schemas.openxmlformats.org/drawingml/2006/main">
            <a:pPr>
              <a:lnSpc>
                <a:spcPct val="98000"/>
              </a:lnSpc>
              <a:buNone/>
              <a:defRPr sz="3365" b="1">
                <a:solidFill>
                  <a:srgbClr val="FFFF0A"/>
                </a:solidFill>
                <a:latin typeface="Space Grotesk"/>
                <a:ea typeface="Space Grotesk"/>
                <a:cs typeface="Space Grotesk"/>
              </a:defRPr>
            </a:pPr>
            <a:r>
              <a:rPr sz="3365" b="1">
                <a:solidFill>
                  <a:srgbClr val="FFFF0A"/>
                </a:solidFill>
                <a:latin typeface="Space Grotesk"/>
                <a:ea typeface="Space Grotesk"/>
                <a:cs typeface="Space Grotesk"/>
              </a:rPr>
              <a:t>3fp.org</a:t>
            </a:r>
          </a:p>
        </p:txBody>
      </p:sp>
      <p:sp>
        <p:nvSpPr>
          <p:cNvPr id="10" name="Community invitation">
            <a:extLst xmlns:a="http://schemas.openxmlformats.org/drawingml/2006/main">
              <a:ext uri="{FF2B5EF4-FFF2-40B4-BE49-F238E27FC236}">
                <a16:creationId xmlns:a16="http://schemas.microsoft.com/office/drawing/2014/main" id="{A911CFAB-8212-45CD-B868-DE80ED983F04}"/>
              </a:ext>
            </a:extLst>
          </p:cNvPr>
          <p:cNvSpPr>
            <a:spLocks xmlns:a="http://schemas.openxmlformats.org/drawingml/2006/main" noGrp="1"/>
          </p:cNvSpPr>
          <p:nvPr/>
        </p:nvSpPr>
        <p:spPr>
          <a:xfrm xmlns:a="http://schemas.openxmlformats.org/drawingml/2006/main">
            <a:off x="1628775" y="14849475"/>
            <a:ext cx="69437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41" b="1">
                <a:solidFill>
                  <a:srgbClr val="FFFFFF"/>
                </a:solidFill>
                <a:latin typeface="Arial"/>
                <a:ea typeface="Arial"/>
                <a:cs typeface="Arial"/>
              </a:defRPr>
            </a:defPPr>
            <a:lvl1pPr>
              <a:defRPr sz="1941" b="1">
                <a:solidFill>
                  <a:srgbClr val="FFFFFF"/>
                </a:solidFill>
                <a:latin typeface="Arial"/>
                <a:ea typeface="Arial"/>
                <a:cs typeface="Arial"/>
              </a:defRPr>
            </a:lvl1pPr>
            <a:lvl2pPr>
              <a:defRPr sz="1941" b="1">
                <a:solidFill>
                  <a:srgbClr val="FFFFFF"/>
                </a:solidFill>
                <a:latin typeface="Arial"/>
                <a:ea typeface="Arial"/>
                <a:cs typeface="Arial"/>
              </a:defRPr>
            </a:lvl2pPr>
            <a:lvl3pPr>
              <a:defRPr sz="1941" b="1">
                <a:solidFill>
                  <a:srgbClr val="FFFFFF"/>
                </a:solidFill>
                <a:latin typeface="Arial"/>
                <a:ea typeface="Arial"/>
                <a:cs typeface="Arial"/>
              </a:defRPr>
            </a:lvl3pPr>
            <a:lvl4pPr>
              <a:defRPr sz="1941" b="1">
                <a:solidFill>
                  <a:srgbClr val="FFFFFF"/>
                </a:solidFill>
                <a:latin typeface="Arial"/>
                <a:ea typeface="Arial"/>
                <a:cs typeface="Arial"/>
              </a:defRPr>
            </a:lvl4pPr>
            <a:lvl5pPr>
              <a:defRPr sz="1941" b="1">
                <a:solidFill>
                  <a:srgbClr val="FFFFFF"/>
                </a:solidFill>
                <a:latin typeface="Arial"/>
                <a:ea typeface="Arial"/>
                <a:cs typeface="Arial"/>
              </a:defRPr>
            </a:lvl5pPr>
            <a:lvl6pPr>
              <a:defRPr sz="1941" b="1">
                <a:solidFill>
                  <a:srgbClr val="FFFFFF"/>
                </a:solidFill>
                <a:latin typeface="Arial"/>
                <a:ea typeface="Arial"/>
                <a:cs typeface="Arial"/>
              </a:defRPr>
            </a:lvl6pPr>
            <a:lvl7pPr>
              <a:defRPr sz="1941" b="1">
                <a:solidFill>
                  <a:srgbClr val="FFFFFF"/>
                </a:solidFill>
                <a:latin typeface="Arial"/>
                <a:ea typeface="Arial"/>
                <a:cs typeface="Arial"/>
              </a:defRPr>
            </a:lvl7pPr>
            <a:lvl8pPr>
              <a:defRPr sz="1941" b="1">
                <a:solidFill>
                  <a:srgbClr val="FFFFFF"/>
                </a:solidFill>
                <a:latin typeface="Arial"/>
                <a:ea typeface="Arial"/>
                <a:cs typeface="Arial"/>
              </a:defRPr>
            </a:lvl8pPr>
            <a:lvl9pPr>
              <a:defRPr sz="1941" b="1">
                <a:solidFill>
                  <a:srgbClr val="FFFFFF"/>
                </a:solidFill>
                <a:latin typeface="Arial"/>
                <a:ea typeface="Arial"/>
                <a:cs typeface="Arial"/>
              </a:defRPr>
            </a:lvl9pPr>
          </a:lstStyle>
          <a:p xmlns:a="http://schemas.openxmlformats.org/drawingml/2006/main">
            <a:pPr>
              <a:lnSpc>
                <a:spcPct val="98000"/>
              </a:lnSpc>
              <a:buNone/>
              <a:defRPr sz="1941" b="1">
                <a:solidFill>
                  <a:srgbClr val="FFFFFF"/>
                </a:solidFill>
                <a:latin typeface="Arial"/>
                <a:ea typeface="Arial"/>
                <a:cs typeface="Arial"/>
              </a:defRPr>
            </a:pPr>
            <a:r>
              <a:rPr sz="1941" b="1">
                <a:solidFill>
                  <a:srgbClr val="FFFFFF"/>
                </a:solidFill>
                <a:latin typeface="Arial"/>
                <a:ea typeface="Arial"/>
                <a:cs typeface="Arial"/>
              </a:rPr>
              <a:t>Find groups and rides.</a:t>
            </a:r>
          </a:p>
        </p:txBody>
      </p:sp>
      <p:sp>
        <p:nvSpPr>
          <p:cNvPr id="11" name="QR quiet zone">
            <a:extLst xmlns:a="http://schemas.openxmlformats.org/drawingml/2006/main">
              <a:ext uri="{FF2B5EF4-FFF2-40B4-BE49-F238E27FC236}">
                <a16:creationId xmlns:a16="http://schemas.microsoft.com/office/drawing/2014/main" id="{E27F1D34-D2FA-41B0-AFD2-C3383DFC339B}"/>
              </a:ext>
            </a:extLst>
          </p:cNvPr>
          <p:cNvSpPr>
            <a:spLocks xmlns:a="http://schemas.openxmlformats.org/drawingml/2006/main" noGrp="1"/>
          </p:cNvSpPr>
          <p:nvPr/>
        </p:nvSpPr>
        <p:spPr>
          <a:xfrm xmlns:a="http://schemas.openxmlformats.org/drawingml/2006/main">
            <a:off x="8705850" y="14199534"/>
            <a:ext cx="1104900" cy="110490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AC700C09-7A77-4E31-91FF-2B807E1369F2}"/>
              </a:ext>
            </a:extLst>
          </p:cNvPr>
          <p:cNvPicPr>
            <a:picLocks xmlns:a="http://schemas.openxmlformats.org/drawingml/2006/main" noChangeAspect="1"/>
          </p:cNvPicPr>
          <p:nvPr/>
        </p:nvPicPr>
        <p:blipFill>
          <a:blip xmlns:r="http://schemas.openxmlformats.org/officeDocument/2006/relationships" xmlns:a="http://schemas.openxmlformats.org/drawingml/2006/main" r:embed="R111b1b7671ed4896"/>
          <a:stretch xmlns:a="http://schemas.openxmlformats.org/drawingml/2006/main"/>
        </p:blipFill>
        <p:spPr>
          <a:xfrm xmlns:a="http://schemas.openxmlformats.org/drawingml/2006/main">
            <a:off x="8753475" y="14247159"/>
            <a:ext cx="1009650" cy="1009650"/>
          </a:xfrm>
          <a:prstGeom xmlns:a="http://schemas.openxmlformats.org/drawingml/2006/main" prst="rect">
            <a:avLst/>
          </a:prstGeom>
        </p:spPr>
      </p:pic>
    </p:spTree>
    <p:extLst>
      <p:ext uri="{BB962C8B-B14F-4D97-AF65-F5344CB8AC3E}">
        <p14:creationId xmlns:p14="http://schemas.microsoft.com/office/powerpoint/2010/main" val="1787853290"/>
      </p:ext>
    </p:extLst>
  </p:cSld>
</p:sld>
</file>

<file path=ppt/slides/slide4.xml><?xml version="1.0" encoding="utf-8"?>
<p:sld xmlns:p="http://schemas.openxmlformats.org/presentationml/2006/main">
  <p:cSld>
    <p:bg>
      <p:bgPr>
        <a:solidFill xmlns:a="http://schemas.openxmlformats.org/drawingml/2006/main">
          <a:srgbClr val="7926CB"/>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9B87C3E1-A547-4BF0-8E85-0AE2ECB3572A}"/>
              </a:ext>
            </a:extLst>
          </p:cNvPr>
          <p:cNvPicPr>
            <a:picLocks xmlns:a="http://schemas.openxmlformats.org/drawingml/2006/main" noChangeAspect="1"/>
          </p:cNvPicPr>
          <p:nvPr/>
        </p:nvPicPr>
        <p:blipFill>
          <a:blip xmlns:r="http://schemas.openxmlformats.org/officeDocument/2006/relationships" xmlns:a="http://schemas.openxmlformats.org/drawingml/2006/main" r:embed="Rbb2df251965b462e"/>
          <a:srcRect xmlns:a="http://schemas.openxmlformats.org/drawingml/2006/main" l="23620" t="0" r="23620" b="0"/>
          <a:stretch xmlns:a="http://schemas.openxmlformats.org/drawingml/2006/main">
            <a:fillRect l="0" t="0" r="0" b="0"/>
          </a:stretch>
        </p:blipFill>
        <p:spPr>
          <a:xfrm xmlns:a="http://schemas.openxmlformats.org/drawingml/2006/main">
            <a:off x="0" y="0"/>
            <a:ext cx="5895975" cy="13963650"/>
          </a:xfrm>
          <a:prstGeom xmlns:a="http://schemas.openxmlformats.org/drawingml/2006/main" prst="rect">
            <a:avLst/>
          </a:prstGeom>
        </p:spPr>
      </p:pic>
      <p:sp>
        <p:nvSpPr>
          <p:cNvPr id="2" name="Portrait headline field">
            <a:extLst xmlns:a="http://schemas.openxmlformats.org/drawingml/2006/main">
              <a:ext uri="{FF2B5EF4-FFF2-40B4-BE49-F238E27FC236}">
                <a16:creationId xmlns:a16="http://schemas.microsoft.com/office/drawing/2014/main" id="{09466F2A-7D40-46BD-BC8C-FE6B548704A3}"/>
              </a:ext>
            </a:extLst>
          </p:cNvPr>
          <p:cNvSpPr>
            <a:spLocks xmlns:a="http://schemas.openxmlformats.org/drawingml/2006/main" noGrp="1"/>
          </p:cNvSpPr>
          <p:nvPr/>
        </p:nvSpPr>
        <p:spPr>
          <a:xfrm xmlns:a="http://schemas.openxmlformats.org/drawingml/2006/main">
            <a:off x="5895975" y="0"/>
            <a:ext cx="4162425" cy="13963650"/>
          </a:xfrm>
          <a:prstGeom xmlns:a="http://schemas.openxmlformats.org/drawingml/2006/main" prst="rect">
            <a:avLst/>
          </a:prstGeom>
          <a:solidFill xmlns:a="http://schemas.openxmlformats.org/drawingml/2006/main">
            <a:srgbClr val="35125F"/>
          </a:solidFill>
          <a:ln xmlns:a="http://schemas.openxmlformats.org/drawingml/2006/main" w="0">
            <a:noFill/>
          </a:ln>
        </p:spPr>
      </p:sp>
      <p:sp>
        <p:nvSpPr>
          <p:cNvPr id="3" name="Campaign label">
            <a:extLst xmlns:a="http://schemas.openxmlformats.org/drawingml/2006/main">
              <a:ext uri="{FF2B5EF4-FFF2-40B4-BE49-F238E27FC236}">
                <a16:creationId xmlns:a16="http://schemas.microsoft.com/office/drawing/2014/main" id="{16E2AF56-1DA9-424B-BBDC-54327270F0F2}"/>
              </a:ext>
            </a:extLst>
          </p:cNvPr>
          <p:cNvSpPr>
            <a:spLocks xmlns:a="http://schemas.openxmlformats.org/drawingml/2006/main" noGrp="1"/>
          </p:cNvSpPr>
          <p:nvPr/>
        </p:nvSpPr>
        <p:spPr>
          <a:xfrm xmlns:a="http://schemas.openxmlformats.org/drawingml/2006/main">
            <a:off x="6238875" y="619125"/>
            <a:ext cx="34766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4" b="1">
                <a:solidFill>
                  <a:srgbClr val="FF0180"/>
                </a:solidFill>
                <a:latin typeface="Space Grotesk"/>
                <a:ea typeface="Space Grotesk"/>
                <a:cs typeface="Space Grotesk"/>
              </a:defRPr>
            </a:defPPr>
            <a:lvl1pPr>
              <a:defRPr sz="1424" b="1">
                <a:solidFill>
                  <a:srgbClr val="FF0180"/>
                </a:solidFill>
                <a:latin typeface="Space Grotesk"/>
                <a:ea typeface="Space Grotesk"/>
                <a:cs typeface="Space Grotesk"/>
              </a:defRPr>
            </a:lvl1pPr>
            <a:lvl2pPr>
              <a:defRPr sz="1424" b="1">
                <a:solidFill>
                  <a:srgbClr val="FF0180"/>
                </a:solidFill>
                <a:latin typeface="Space Grotesk"/>
                <a:ea typeface="Space Grotesk"/>
                <a:cs typeface="Space Grotesk"/>
              </a:defRPr>
            </a:lvl2pPr>
            <a:lvl3pPr>
              <a:defRPr sz="1424" b="1">
                <a:solidFill>
                  <a:srgbClr val="FF0180"/>
                </a:solidFill>
                <a:latin typeface="Space Grotesk"/>
                <a:ea typeface="Space Grotesk"/>
                <a:cs typeface="Space Grotesk"/>
              </a:defRPr>
            </a:lvl3pPr>
            <a:lvl4pPr>
              <a:defRPr sz="1424" b="1">
                <a:solidFill>
                  <a:srgbClr val="FF0180"/>
                </a:solidFill>
                <a:latin typeface="Space Grotesk"/>
                <a:ea typeface="Space Grotesk"/>
                <a:cs typeface="Space Grotesk"/>
              </a:defRPr>
            </a:lvl4pPr>
            <a:lvl5pPr>
              <a:defRPr sz="1424" b="1">
                <a:solidFill>
                  <a:srgbClr val="FF0180"/>
                </a:solidFill>
                <a:latin typeface="Space Grotesk"/>
                <a:ea typeface="Space Grotesk"/>
                <a:cs typeface="Space Grotesk"/>
              </a:defRPr>
            </a:lvl5pPr>
            <a:lvl6pPr>
              <a:defRPr sz="1424" b="1">
                <a:solidFill>
                  <a:srgbClr val="FF0180"/>
                </a:solidFill>
                <a:latin typeface="Space Grotesk"/>
                <a:ea typeface="Space Grotesk"/>
                <a:cs typeface="Space Grotesk"/>
              </a:defRPr>
            </a:lvl6pPr>
            <a:lvl7pPr>
              <a:defRPr sz="1424" b="1">
                <a:solidFill>
                  <a:srgbClr val="FF0180"/>
                </a:solidFill>
                <a:latin typeface="Space Grotesk"/>
                <a:ea typeface="Space Grotesk"/>
                <a:cs typeface="Space Grotesk"/>
              </a:defRPr>
            </a:lvl7pPr>
            <a:lvl8pPr>
              <a:defRPr sz="1424" b="1">
                <a:solidFill>
                  <a:srgbClr val="FF0180"/>
                </a:solidFill>
                <a:latin typeface="Space Grotesk"/>
                <a:ea typeface="Space Grotesk"/>
                <a:cs typeface="Space Grotesk"/>
              </a:defRPr>
            </a:lvl8pPr>
            <a:lvl9pPr>
              <a:defRPr sz="1424" b="1">
                <a:solidFill>
                  <a:srgbClr val="FF0180"/>
                </a:solidFill>
                <a:latin typeface="Space Grotesk"/>
                <a:ea typeface="Space Grotesk"/>
                <a:cs typeface="Space Grotesk"/>
              </a:defRPr>
            </a:lvl9pPr>
          </a:lstStyle>
          <a:p xmlns:a="http://schemas.openxmlformats.org/drawingml/2006/main">
            <a:pPr>
              <a:lnSpc>
                <a:spcPct val="98000"/>
              </a:lnSpc>
              <a:buNone/>
              <a:defRPr sz="1424" b="1">
                <a:solidFill>
                  <a:srgbClr val="FF0180"/>
                </a:solidFill>
                <a:latin typeface="Space Grotesk"/>
                <a:ea typeface="Space Grotesk"/>
                <a:cs typeface="Space Grotesk"/>
              </a:defRPr>
            </a:pPr>
            <a:r>
              <a:rPr sz="1424" b="1">
                <a:solidFill>
                  <a:srgbClr val="FF0180"/>
                </a:solidFill>
                <a:latin typeface="Space Grotesk"/>
                <a:ea typeface="Space Grotesk"/>
                <a:cs typeface="Space Grotesk"/>
              </a:rPr>
              <a:t>3 FEET PLEASE</a:t>
            </a:r>
          </a:p>
        </p:txBody>
      </p:sp>
      <p:sp>
        <p:nvSpPr>
          <p:cNvPr id="4" name="Relationship headline">
            <a:extLst xmlns:a="http://schemas.openxmlformats.org/drawingml/2006/main">
              <a:ext uri="{FF2B5EF4-FFF2-40B4-BE49-F238E27FC236}">
                <a16:creationId xmlns:a16="http://schemas.microsoft.com/office/drawing/2014/main" id="{443F9DAF-B26D-4362-A4E5-78049F3B93B8}"/>
              </a:ext>
            </a:extLst>
          </p:cNvPr>
          <p:cNvSpPr>
            <a:spLocks xmlns:a="http://schemas.openxmlformats.org/drawingml/2006/main" noGrp="1"/>
          </p:cNvSpPr>
          <p:nvPr/>
        </p:nvSpPr>
        <p:spPr>
          <a:xfrm xmlns:a="http://schemas.openxmlformats.org/drawingml/2006/main">
            <a:off x="6238875" y="2057400"/>
            <a:ext cx="3476625" cy="3914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271" b="1">
                <a:solidFill>
                  <a:srgbClr val="FFFFFF"/>
                </a:solidFill>
                <a:latin typeface="Space Grotesk"/>
                <a:ea typeface="Space Grotesk"/>
                <a:cs typeface="Space Grotesk"/>
              </a:defRPr>
            </a:defPPr>
            <a:lvl1pPr>
              <a:defRPr sz="4271" b="1">
                <a:solidFill>
                  <a:srgbClr val="FFFFFF"/>
                </a:solidFill>
                <a:latin typeface="Space Grotesk"/>
                <a:ea typeface="Space Grotesk"/>
                <a:cs typeface="Space Grotesk"/>
              </a:defRPr>
            </a:lvl1pPr>
            <a:lvl2pPr>
              <a:defRPr sz="4271" b="1">
                <a:solidFill>
                  <a:srgbClr val="FFFFFF"/>
                </a:solidFill>
                <a:latin typeface="Space Grotesk"/>
                <a:ea typeface="Space Grotesk"/>
                <a:cs typeface="Space Grotesk"/>
              </a:defRPr>
            </a:lvl2pPr>
            <a:lvl3pPr>
              <a:defRPr sz="4271" b="1">
                <a:solidFill>
                  <a:srgbClr val="FFFFFF"/>
                </a:solidFill>
                <a:latin typeface="Space Grotesk"/>
                <a:ea typeface="Space Grotesk"/>
                <a:cs typeface="Space Grotesk"/>
              </a:defRPr>
            </a:lvl3pPr>
            <a:lvl4pPr>
              <a:defRPr sz="4271" b="1">
                <a:solidFill>
                  <a:srgbClr val="FFFFFF"/>
                </a:solidFill>
                <a:latin typeface="Space Grotesk"/>
                <a:ea typeface="Space Grotesk"/>
                <a:cs typeface="Space Grotesk"/>
              </a:defRPr>
            </a:lvl4pPr>
            <a:lvl5pPr>
              <a:defRPr sz="4271" b="1">
                <a:solidFill>
                  <a:srgbClr val="FFFFFF"/>
                </a:solidFill>
                <a:latin typeface="Space Grotesk"/>
                <a:ea typeface="Space Grotesk"/>
                <a:cs typeface="Space Grotesk"/>
              </a:defRPr>
            </a:lvl5pPr>
            <a:lvl6pPr>
              <a:defRPr sz="4271" b="1">
                <a:solidFill>
                  <a:srgbClr val="FFFFFF"/>
                </a:solidFill>
                <a:latin typeface="Space Grotesk"/>
                <a:ea typeface="Space Grotesk"/>
                <a:cs typeface="Space Grotesk"/>
              </a:defRPr>
            </a:lvl6pPr>
            <a:lvl7pPr>
              <a:defRPr sz="4271" b="1">
                <a:solidFill>
                  <a:srgbClr val="FFFFFF"/>
                </a:solidFill>
                <a:latin typeface="Space Grotesk"/>
                <a:ea typeface="Space Grotesk"/>
                <a:cs typeface="Space Grotesk"/>
              </a:defRPr>
            </a:lvl7pPr>
            <a:lvl8pPr>
              <a:defRPr sz="4271" b="1">
                <a:solidFill>
                  <a:srgbClr val="FFFFFF"/>
                </a:solidFill>
                <a:latin typeface="Space Grotesk"/>
                <a:ea typeface="Space Grotesk"/>
                <a:cs typeface="Space Grotesk"/>
              </a:defRPr>
            </a:lvl8pPr>
            <a:lvl9pPr>
              <a:defRPr sz="4271" b="1">
                <a:solidFill>
                  <a:srgbClr val="FFFFFF"/>
                </a:solidFill>
                <a:latin typeface="Space Grotesk"/>
                <a:ea typeface="Space Grotesk"/>
                <a:cs typeface="Space Grotesk"/>
              </a:defRPr>
            </a:lvl9pPr>
          </a:lstStyle>
          <a:p xmlns:a="http://schemas.openxmlformats.org/drawingml/2006/main">
            <a:pPr>
              <a:lnSpc>
                <a:spcPct val="98000"/>
              </a:lnSpc>
              <a:buNone/>
              <a:defRPr sz="4271" b="1">
                <a:solidFill>
                  <a:srgbClr val="FFFFFF"/>
                </a:solidFill>
                <a:latin typeface="Space Grotesk"/>
                <a:ea typeface="Space Grotesk"/>
                <a:cs typeface="Space Grotesk"/>
              </a:defRPr>
            </a:pPr>
            <a:r>
              <a:rPr sz="4271" b="1">
                <a:solidFill>
                  <a:srgbClr val="FFFFFF"/>
                </a:solidFill>
                <a:latin typeface="Space Grotesk"/>
                <a:ea typeface="Space Grotesk"/>
                <a:cs typeface="Space Grotesk"/>
              </a:rPr>
              <a:t>THAT’S A BROTHER YOU’RE PASSING.</a:t>
            </a:r>
          </a:p>
        </p:txBody>
      </p:sp>
      <p:sp>
        <p:nvSpPr>
          <p:cNvPr id="5" name="Driver action">
            <a:extLst xmlns:a="http://schemas.openxmlformats.org/drawingml/2006/main">
              <a:ext uri="{FF2B5EF4-FFF2-40B4-BE49-F238E27FC236}">
                <a16:creationId xmlns:a16="http://schemas.microsoft.com/office/drawing/2014/main" id="{F7BB3C54-AB29-43F8-898C-F7596B314DE2}"/>
              </a:ext>
            </a:extLst>
          </p:cNvPr>
          <p:cNvSpPr>
            <a:spLocks xmlns:a="http://schemas.openxmlformats.org/drawingml/2006/main" noGrp="1"/>
          </p:cNvSpPr>
          <p:nvPr/>
        </p:nvSpPr>
        <p:spPr>
          <a:xfrm xmlns:a="http://schemas.openxmlformats.org/drawingml/2006/main">
            <a:off x="6238875" y="6353175"/>
            <a:ext cx="3476625" cy="2181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659" b="1">
                <a:solidFill>
                  <a:srgbClr val="FFFF0A"/>
                </a:solidFill>
                <a:latin typeface="Space Grotesk"/>
                <a:ea typeface="Space Grotesk"/>
                <a:cs typeface="Space Grotesk"/>
              </a:defRPr>
            </a:defPPr>
            <a:lvl1pPr>
              <a:defRPr sz="4659" b="1">
                <a:solidFill>
                  <a:srgbClr val="FFFF0A"/>
                </a:solidFill>
                <a:latin typeface="Space Grotesk"/>
                <a:ea typeface="Space Grotesk"/>
                <a:cs typeface="Space Grotesk"/>
              </a:defRPr>
            </a:lvl1pPr>
            <a:lvl2pPr>
              <a:defRPr sz="4659" b="1">
                <a:solidFill>
                  <a:srgbClr val="FFFF0A"/>
                </a:solidFill>
                <a:latin typeface="Space Grotesk"/>
                <a:ea typeface="Space Grotesk"/>
                <a:cs typeface="Space Grotesk"/>
              </a:defRPr>
            </a:lvl2pPr>
            <a:lvl3pPr>
              <a:defRPr sz="4659" b="1">
                <a:solidFill>
                  <a:srgbClr val="FFFF0A"/>
                </a:solidFill>
                <a:latin typeface="Space Grotesk"/>
                <a:ea typeface="Space Grotesk"/>
                <a:cs typeface="Space Grotesk"/>
              </a:defRPr>
            </a:lvl3pPr>
            <a:lvl4pPr>
              <a:defRPr sz="4659" b="1">
                <a:solidFill>
                  <a:srgbClr val="FFFF0A"/>
                </a:solidFill>
                <a:latin typeface="Space Grotesk"/>
                <a:ea typeface="Space Grotesk"/>
                <a:cs typeface="Space Grotesk"/>
              </a:defRPr>
            </a:lvl4pPr>
            <a:lvl5pPr>
              <a:defRPr sz="4659" b="1">
                <a:solidFill>
                  <a:srgbClr val="FFFF0A"/>
                </a:solidFill>
                <a:latin typeface="Space Grotesk"/>
                <a:ea typeface="Space Grotesk"/>
                <a:cs typeface="Space Grotesk"/>
              </a:defRPr>
            </a:lvl5pPr>
            <a:lvl6pPr>
              <a:defRPr sz="4659" b="1">
                <a:solidFill>
                  <a:srgbClr val="FFFF0A"/>
                </a:solidFill>
                <a:latin typeface="Space Grotesk"/>
                <a:ea typeface="Space Grotesk"/>
                <a:cs typeface="Space Grotesk"/>
              </a:defRPr>
            </a:lvl6pPr>
            <a:lvl7pPr>
              <a:defRPr sz="4659" b="1">
                <a:solidFill>
                  <a:srgbClr val="FFFF0A"/>
                </a:solidFill>
                <a:latin typeface="Space Grotesk"/>
                <a:ea typeface="Space Grotesk"/>
                <a:cs typeface="Space Grotesk"/>
              </a:defRPr>
            </a:lvl7pPr>
            <a:lvl8pPr>
              <a:defRPr sz="4659" b="1">
                <a:solidFill>
                  <a:srgbClr val="FFFF0A"/>
                </a:solidFill>
                <a:latin typeface="Space Grotesk"/>
                <a:ea typeface="Space Grotesk"/>
                <a:cs typeface="Space Grotesk"/>
              </a:defRPr>
            </a:lvl8pPr>
            <a:lvl9pPr>
              <a:defRPr sz="4659" b="1">
                <a:solidFill>
                  <a:srgbClr val="FFFF0A"/>
                </a:solidFill>
                <a:latin typeface="Space Grotesk"/>
                <a:ea typeface="Space Grotesk"/>
                <a:cs typeface="Space Grotesk"/>
              </a:defRPr>
            </a:lvl9pPr>
          </a:lstStyle>
          <a:p xmlns:a="http://schemas.openxmlformats.org/drawingml/2006/main">
            <a:pPr>
              <a:lnSpc>
                <a:spcPct val="98000"/>
              </a:lnSpc>
              <a:buNone/>
              <a:defRPr sz="4659" b="1">
                <a:solidFill>
                  <a:srgbClr val="FFFF0A"/>
                </a:solidFill>
                <a:latin typeface="Space Grotesk"/>
                <a:ea typeface="Space Grotesk"/>
                <a:cs typeface="Space Grotesk"/>
              </a:defRPr>
            </a:pPr>
            <a:r>
              <a:rPr sz="4659" b="1">
                <a:solidFill>
                  <a:srgbClr val="FFFF0A"/>
                </a:solidFill>
                <a:latin typeface="Space Grotesk"/>
                <a:ea typeface="Space Grotesk"/>
                <a:cs typeface="Space Grotesk"/>
              </a:rPr>
              <a:t>GIVE HIM ROOM.</a:t>
            </a:r>
          </a:p>
        </p:txBody>
      </p:sp>
      <p:sp>
        <p:nvSpPr>
          <p:cNvPr id="6" name="Safe passing guidance">
            <a:extLst xmlns:a="http://schemas.openxmlformats.org/drawingml/2006/main">
              <a:ext uri="{FF2B5EF4-FFF2-40B4-BE49-F238E27FC236}">
                <a16:creationId xmlns:a16="http://schemas.microsoft.com/office/drawing/2014/main" id="{5E2CEE49-568B-45C9-946A-F9BC454A4975}"/>
              </a:ext>
            </a:extLst>
          </p:cNvPr>
          <p:cNvSpPr>
            <a:spLocks xmlns:a="http://schemas.openxmlformats.org/drawingml/2006/main" noGrp="1"/>
          </p:cNvSpPr>
          <p:nvPr/>
        </p:nvSpPr>
        <p:spPr>
          <a:xfrm xmlns:a="http://schemas.openxmlformats.org/drawingml/2006/main">
            <a:off x="6238875" y="8934450"/>
            <a:ext cx="3476625" cy="3686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67" b="1">
                <a:solidFill>
                  <a:srgbClr val="FFFFFF"/>
                </a:solidFill>
                <a:latin typeface="Arial"/>
                <a:ea typeface="Arial"/>
                <a:cs typeface="Arial"/>
              </a:defRPr>
            </a:defPPr>
            <a:lvl1pPr>
              <a:defRPr sz="1967" b="1">
                <a:solidFill>
                  <a:srgbClr val="FFFFFF"/>
                </a:solidFill>
                <a:latin typeface="Arial"/>
                <a:ea typeface="Arial"/>
                <a:cs typeface="Arial"/>
              </a:defRPr>
            </a:lvl1pPr>
            <a:lvl2pPr>
              <a:defRPr sz="1967" b="1">
                <a:solidFill>
                  <a:srgbClr val="FFFFFF"/>
                </a:solidFill>
                <a:latin typeface="Arial"/>
                <a:ea typeface="Arial"/>
                <a:cs typeface="Arial"/>
              </a:defRPr>
            </a:lvl2pPr>
            <a:lvl3pPr>
              <a:defRPr sz="1967" b="1">
                <a:solidFill>
                  <a:srgbClr val="FFFFFF"/>
                </a:solidFill>
                <a:latin typeface="Arial"/>
                <a:ea typeface="Arial"/>
                <a:cs typeface="Arial"/>
              </a:defRPr>
            </a:lvl3pPr>
            <a:lvl4pPr>
              <a:defRPr sz="1967" b="1">
                <a:solidFill>
                  <a:srgbClr val="FFFFFF"/>
                </a:solidFill>
                <a:latin typeface="Arial"/>
                <a:ea typeface="Arial"/>
                <a:cs typeface="Arial"/>
              </a:defRPr>
            </a:lvl4pPr>
            <a:lvl5pPr>
              <a:defRPr sz="1967" b="1">
                <a:solidFill>
                  <a:srgbClr val="FFFFFF"/>
                </a:solidFill>
                <a:latin typeface="Arial"/>
                <a:ea typeface="Arial"/>
                <a:cs typeface="Arial"/>
              </a:defRPr>
            </a:lvl5pPr>
            <a:lvl6pPr>
              <a:defRPr sz="1967" b="1">
                <a:solidFill>
                  <a:srgbClr val="FFFFFF"/>
                </a:solidFill>
                <a:latin typeface="Arial"/>
                <a:ea typeface="Arial"/>
                <a:cs typeface="Arial"/>
              </a:defRPr>
            </a:lvl6pPr>
            <a:lvl7pPr>
              <a:defRPr sz="1967" b="1">
                <a:solidFill>
                  <a:srgbClr val="FFFFFF"/>
                </a:solidFill>
                <a:latin typeface="Arial"/>
                <a:ea typeface="Arial"/>
                <a:cs typeface="Arial"/>
              </a:defRPr>
            </a:lvl7pPr>
            <a:lvl8pPr>
              <a:defRPr sz="1967" b="1">
                <a:solidFill>
                  <a:srgbClr val="FFFFFF"/>
                </a:solidFill>
                <a:latin typeface="Arial"/>
                <a:ea typeface="Arial"/>
                <a:cs typeface="Arial"/>
              </a:defRPr>
            </a:lvl8pPr>
            <a:lvl9pPr>
              <a:defRPr sz="1967" b="1">
                <a:solidFill>
                  <a:srgbClr val="FFFFFF"/>
                </a:solidFill>
                <a:latin typeface="Arial"/>
                <a:ea typeface="Arial"/>
                <a:cs typeface="Arial"/>
              </a:defRPr>
            </a:lvl9pPr>
          </a:lstStyle>
          <a:p xmlns:a="http://schemas.openxmlformats.org/drawingml/2006/main">
            <a:pPr>
              <a:lnSpc>
                <a:spcPct val="98000"/>
              </a:lnSpc>
              <a:buNone/>
              <a:defRPr sz="1967" b="1">
                <a:solidFill>
                  <a:srgbClr val="FFFFFF"/>
                </a:solidFill>
                <a:latin typeface="Arial"/>
                <a:ea typeface="Arial"/>
                <a:cs typeface="Arial"/>
              </a:defRPr>
            </a:pPr>
            <a:r>
              <a:rPr sz="1967" b="1">
                <a:solidFill>
                  <a:srgbClr val="FFFFFF"/>
                </a:solidFill>
                <a:latin typeface="Arial"/>
                <a:ea typeface="Arial"/>
                <a:cs typeface="Arial"/>
              </a:rPr>
              <a:t>No safe room to pass? Slow down and wait behind. Pass only when there is enough room, including the space local law requires.</a:t>
            </a:r>
          </a:p>
        </p:txBody>
      </p:sp>
      <p:sp>
        <p:nvSpPr>
          <p:cNvPr id="7" name="Brand footer">
            <a:extLst xmlns:a="http://schemas.openxmlformats.org/drawingml/2006/main">
              <a:ext uri="{FF2B5EF4-FFF2-40B4-BE49-F238E27FC236}">
                <a16:creationId xmlns:a16="http://schemas.microsoft.com/office/drawing/2014/main" id="{FC4EAA27-F1B2-47C1-9705-0B3C4B98627A}"/>
              </a:ext>
            </a:extLst>
          </p:cNvPr>
          <p:cNvSpPr>
            <a:spLocks xmlns:a="http://schemas.openxmlformats.org/drawingml/2006/main" noGrp="1"/>
          </p:cNvSpPr>
          <p:nvPr/>
        </p:nvSpPr>
        <p:spPr>
          <a:xfrm xmlns:a="http://schemas.openxmlformats.org/drawingml/2006/main">
            <a:off x="0" y="13963650"/>
            <a:ext cx="10058400" cy="1581150"/>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8" name="">
            <a:extLst xmlns:a="http://schemas.openxmlformats.org/drawingml/2006/main">
              <a:ext uri="{FF2B5EF4-FFF2-40B4-BE49-F238E27FC236}">
                <a16:creationId xmlns:a16="http://schemas.microsoft.com/office/drawing/2014/main" id="{25038A56-1E7B-4783-A3F8-84339DF82BD8}"/>
              </a:ext>
            </a:extLst>
          </p:cNvPr>
          <p:cNvPicPr>
            <a:picLocks xmlns:a="http://schemas.openxmlformats.org/drawingml/2006/main" noChangeAspect="1"/>
          </p:cNvPicPr>
          <p:nvPr/>
        </p:nvPicPr>
        <p:blipFill>
          <a:blip xmlns:r="http://schemas.openxmlformats.org/officeDocument/2006/relationships" xmlns:a="http://schemas.openxmlformats.org/drawingml/2006/main" r:embed="R7731d41a47ec4d15"/>
          <a:stretch xmlns:a="http://schemas.openxmlformats.org/drawingml/2006/main"/>
        </p:blipFill>
        <p:spPr>
          <a:xfrm xmlns:a="http://schemas.openxmlformats.org/drawingml/2006/main">
            <a:off x="514350" y="14354175"/>
            <a:ext cx="790575" cy="790575"/>
          </a:xfrm>
          <a:prstGeom xmlns:a="http://schemas.openxmlformats.org/drawingml/2006/main" prst="rect">
            <a:avLst/>
          </a:prstGeom>
        </p:spPr>
      </p:pic>
      <p:sp>
        <p:nvSpPr>
          <p:cNvPr id="9" name="Readable URL">
            <a:extLst xmlns:a="http://schemas.openxmlformats.org/drawingml/2006/main">
              <a:ext uri="{FF2B5EF4-FFF2-40B4-BE49-F238E27FC236}">
                <a16:creationId xmlns:a16="http://schemas.microsoft.com/office/drawing/2014/main" id="{C85CF7BE-61CC-483E-B5DB-FBBF311692B8}"/>
              </a:ext>
            </a:extLst>
          </p:cNvPr>
          <p:cNvSpPr>
            <a:spLocks xmlns:a="http://schemas.openxmlformats.org/drawingml/2006/main" noGrp="1"/>
          </p:cNvSpPr>
          <p:nvPr/>
        </p:nvSpPr>
        <p:spPr>
          <a:xfrm xmlns:a="http://schemas.openxmlformats.org/drawingml/2006/main">
            <a:off x="1628775" y="14182725"/>
            <a:ext cx="69437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65" b="1">
                <a:solidFill>
                  <a:srgbClr val="FFFF0A"/>
                </a:solidFill>
                <a:latin typeface="Space Grotesk"/>
                <a:ea typeface="Space Grotesk"/>
                <a:cs typeface="Space Grotesk"/>
              </a:defRPr>
            </a:defPPr>
            <a:lvl1pPr>
              <a:defRPr sz="3365" b="1">
                <a:solidFill>
                  <a:srgbClr val="FFFF0A"/>
                </a:solidFill>
                <a:latin typeface="Space Grotesk"/>
                <a:ea typeface="Space Grotesk"/>
                <a:cs typeface="Space Grotesk"/>
              </a:defRPr>
            </a:lvl1pPr>
            <a:lvl2pPr>
              <a:defRPr sz="3365" b="1">
                <a:solidFill>
                  <a:srgbClr val="FFFF0A"/>
                </a:solidFill>
                <a:latin typeface="Space Grotesk"/>
                <a:ea typeface="Space Grotesk"/>
                <a:cs typeface="Space Grotesk"/>
              </a:defRPr>
            </a:lvl2pPr>
            <a:lvl3pPr>
              <a:defRPr sz="3365" b="1">
                <a:solidFill>
                  <a:srgbClr val="FFFF0A"/>
                </a:solidFill>
                <a:latin typeface="Space Grotesk"/>
                <a:ea typeface="Space Grotesk"/>
                <a:cs typeface="Space Grotesk"/>
              </a:defRPr>
            </a:lvl3pPr>
            <a:lvl4pPr>
              <a:defRPr sz="3365" b="1">
                <a:solidFill>
                  <a:srgbClr val="FFFF0A"/>
                </a:solidFill>
                <a:latin typeface="Space Grotesk"/>
                <a:ea typeface="Space Grotesk"/>
                <a:cs typeface="Space Grotesk"/>
              </a:defRPr>
            </a:lvl4pPr>
            <a:lvl5pPr>
              <a:defRPr sz="3365" b="1">
                <a:solidFill>
                  <a:srgbClr val="FFFF0A"/>
                </a:solidFill>
                <a:latin typeface="Space Grotesk"/>
                <a:ea typeface="Space Grotesk"/>
                <a:cs typeface="Space Grotesk"/>
              </a:defRPr>
            </a:lvl5pPr>
            <a:lvl6pPr>
              <a:defRPr sz="3365" b="1">
                <a:solidFill>
                  <a:srgbClr val="FFFF0A"/>
                </a:solidFill>
                <a:latin typeface="Space Grotesk"/>
                <a:ea typeface="Space Grotesk"/>
                <a:cs typeface="Space Grotesk"/>
              </a:defRPr>
            </a:lvl6pPr>
            <a:lvl7pPr>
              <a:defRPr sz="3365" b="1">
                <a:solidFill>
                  <a:srgbClr val="FFFF0A"/>
                </a:solidFill>
                <a:latin typeface="Space Grotesk"/>
                <a:ea typeface="Space Grotesk"/>
                <a:cs typeface="Space Grotesk"/>
              </a:defRPr>
            </a:lvl7pPr>
            <a:lvl8pPr>
              <a:defRPr sz="3365" b="1">
                <a:solidFill>
                  <a:srgbClr val="FFFF0A"/>
                </a:solidFill>
                <a:latin typeface="Space Grotesk"/>
                <a:ea typeface="Space Grotesk"/>
                <a:cs typeface="Space Grotesk"/>
              </a:defRPr>
            </a:lvl8pPr>
            <a:lvl9pPr>
              <a:defRPr sz="3365" b="1">
                <a:solidFill>
                  <a:srgbClr val="FFFF0A"/>
                </a:solidFill>
                <a:latin typeface="Space Grotesk"/>
                <a:ea typeface="Space Grotesk"/>
                <a:cs typeface="Space Grotesk"/>
              </a:defRPr>
            </a:lvl9pPr>
          </a:lstStyle>
          <a:p xmlns:a="http://schemas.openxmlformats.org/drawingml/2006/main">
            <a:pPr>
              <a:lnSpc>
                <a:spcPct val="98000"/>
              </a:lnSpc>
              <a:buNone/>
              <a:defRPr sz="3365" b="1">
                <a:solidFill>
                  <a:srgbClr val="FFFF0A"/>
                </a:solidFill>
                <a:latin typeface="Space Grotesk"/>
                <a:ea typeface="Space Grotesk"/>
                <a:cs typeface="Space Grotesk"/>
              </a:defRPr>
            </a:pPr>
            <a:r>
              <a:rPr sz="3365" b="1">
                <a:solidFill>
                  <a:srgbClr val="FFFF0A"/>
                </a:solidFill>
                <a:latin typeface="Space Grotesk"/>
                <a:ea typeface="Space Grotesk"/>
                <a:cs typeface="Space Grotesk"/>
              </a:rPr>
              <a:t>3fp.org</a:t>
            </a:r>
          </a:p>
        </p:txBody>
      </p:sp>
      <p:sp>
        <p:nvSpPr>
          <p:cNvPr id="10" name="Community invitation">
            <a:extLst xmlns:a="http://schemas.openxmlformats.org/drawingml/2006/main">
              <a:ext uri="{FF2B5EF4-FFF2-40B4-BE49-F238E27FC236}">
                <a16:creationId xmlns:a16="http://schemas.microsoft.com/office/drawing/2014/main" id="{2D7A50EA-2377-4AE9-8ED2-FBEDDA768C54}"/>
              </a:ext>
            </a:extLst>
          </p:cNvPr>
          <p:cNvSpPr>
            <a:spLocks xmlns:a="http://schemas.openxmlformats.org/drawingml/2006/main" noGrp="1"/>
          </p:cNvSpPr>
          <p:nvPr/>
        </p:nvSpPr>
        <p:spPr>
          <a:xfrm xmlns:a="http://schemas.openxmlformats.org/drawingml/2006/main">
            <a:off x="1628775" y="14849475"/>
            <a:ext cx="69437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41" b="1">
                <a:solidFill>
                  <a:srgbClr val="FFFFFF"/>
                </a:solidFill>
                <a:latin typeface="Arial"/>
                <a:ea typeface="Arial"/>
                <a:cs typeface="Arial"/>
              </a:defRPr>
            </a:defPPr>
            <a:lvl1pPr>
              <a:defRPr sz="1941" b="1">
                <a:solidFill>
                  <a:srgbClr val="FFFFFF"/>
                </a:solidFill>
                <a:latin typeface="Arial"/>
                <a:ea typeface="Arial"/>
                <a:cs typeface="Arial"/>
              </a:defRPr>
            </a:lvl1pPr>
            <a:lvl2pPr>
              <a:defRPr sz="1941" b="1">
                <a:solidFill>
                  <a:srgbClr val="FFFFFF"/>
                </a:solidFill>
                <a:latin typeface="Arial"/>
                <a:ea typeface="Arial"/>
                <a:cs typeface="Arial"/>
              </a:defRPr>
            </a:lvl2pPr>
            <a:lvl3pPr>
              <a:defRPr sz="1941" b="1">
                <a:solidFill>
                  <a:srgbClr val="FFFFFF"/>
                </a:solidFill>
                <a:latin typeface="Arial"/>
                <a:ea typeface="Arial"/>
                <a:cs typeface="Arial"/>
              </a:defRPr>
            </a:lvl3pPr>
            <a:lvl4pPr>
              <a:defRPr sz="1941" b="1">
                <a:solidFill>
                  <a:srgbClr val="FFFFFF"/>
                </a:solidFill>
                <a:latin typeface="Arial"/>
                <a:ea typeface="Arial"/>
                <a:cs typeface="Arial"/>
              </a:defRPr>
            </a:lvl4pPr>
            <a:lvl5pPr>
              <a:defRPr sz="1941" b="1">
                <a:solidFill>
                  <a:srgbClr val="FFFFFF"/>
                </a:solidFill>
                <a:latin typeface="Arial"/>
                <a:ea typeface="Arial"/>
                <a:cs typeface="Arial"/>
              </a:defRPr>
            </a:lvl5pPr>
            <a:lvl6pPr>
              <a:defRPr sz="1941" b="1">
                <a:solidFill>
                  <a:srgbClr val="FFFFFF"/>
                </a:solidFill>
                <a:latin typeface="Arial"/>
                <a:ea typeface="Arial"/>
                <a:cs typeface="Arial"/>
              </a:defRPr>
            </a:lvl6pPr>
            <a:lvl7pPr>
              <a:defRPr sz="1941" b="1">
                <a:solidFill>
                  <a:srgbClr val="FFFFFF"/>
                </a:solidFill>
                <a:latin typeface="Arial"/>
                <a:ea typeface="Arial"/>
                <a:cs typeface="Arial"/>
              </a:defRPr>
            </a:lvl7pPr>
            <a:lvl8pPr>
              <a:defRPr sz="1941" b="1">
                <a:solidFill>
                  <a:srgbClr val="FFFFFF"/>
                </a:solidFill>
                <a:latin typeface="Arial"/>
                <a:ea typeface="Arial"/>
                <a:cs typeface="Arial"/>
              </a:defRPr>
            </a:lvl8pPr>
            <a:lvl9pPr>
              <a:defRPr sz="1941" b="1">
                <a:solidFill>
                  <a:srgbClr val="FFFFFF"/>
                </a:solidFill>
                <a:latin typeface="Arial"/>
                <a:ea typeface="Arial"/>
                <a:cs typeface="Arial"/>
              </a:defRPr>
            </a:lvl9pPr>
          </a:lstStyle>
          <a:p xmlns:a="http://schemas.openxmlformats.org/drawingml/2006/main">
            <a:pPr>
              <a:lnSpc>
                <a:spcPct val="98000"/>
              </a:lnSpc>
              <a:buNone/>
              <a:defRPr sz="1941" b="1">
                <a:solidFill>
                  <a:srgbClr val="FFFFFF"/>
                </a:solidFill>
                <a:latin typeface="Arial"/>
                <a:ea typeface="Arial"/>
                <a:cs typeface="Arial"/>
              </a:defRPr>
            </a:pPr>
            <a:r>
              <a:rPr sz="1941" b="1">
                <a:solidFill>
                  <a:srgbClr val="FFFFFF"/>
                </a:solidFill>
                <a:latin typeface="Arial"/>
                <a:ea typeface="Arial"/>
                <a:cs typeface="Arial"/>
              </a:rPr>
              <a:t>Find groups and rides.</a:t>
            </a:r>
          </a:p>
        </p:txBody>
      </p:sp>
      <p:sp>
        <p:nvSpPr>
          <p:cNvPr id="11" name="QR quiet zone">
            <a:extLst xmlns:a="http://schemas.openxmlformats.org/drawingml/2006/main">
              <a:ext uri="{FF2B5EF4-FFF2-40B4-BE49-F238E27FC236}">
                <a16:creationId xmlns:a16="http://schemas.microsoft.com/office/drawing/2014/main" id="{AA655DEA-88FE-4390-BF5D-F0B7EEAEAC70}"/>
              </a:ext>
            </a:extLst>
          </p:cNvPr>
          <p:cNvSpPr>
            <a:spLocks xmlns:a="http://schemas.openxmlformats.org/drawingml/2006/main" noGrp="1"/>
          </p:cNvSpPr>
          <p:nvPr/>
        </p:nvSpPr>
        <p:spPr>
          <a:xfrm xmlns:a="http://schemas.openxmlformats.org/drawingml/2006/main">
            <a:off x="8705850" y="14199534"/>
            <a:ext cx="1104900" cy="110490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86FBE77B-B835-4FC7-BD61-43652F53DC4D}"/>
              </a:ext>
            </a:extLst>
          </p:cNvPr>
          <p:cNvPicPr>
            <a:picLocks xmlns:a="http://schemas.openxmlformats.org/drawingml/2006/main" noChangeAspect="1"/>
          </p:cNvPicPr>
          <p:nvPr/>
        </p:nvPicPr>
        <p:blipFill>
          <a:blip xmlns:r="http://schemas.openxmlformats.org/officeDocument/2006/relationships" xmlns:a="http://schemas.openxmlformats.org/drawingml/2006/main" r:embed="Rb293b4287d5340a7"/>
          <a:stretch xmlns:a="http://schemas.openxmlformats.org/drawingml/2006/main"/>
        </p:blipFill>
        <p:spPr>
          <a:xfrm xmlns:a="http://schemas.openxmlformats.org/drawingml/2006/main">
            <a:off x="8753475" y="14247159"/>
            <a:ext cx="1009650" cy="1009650"/>
          </a:xfrm>
          <a:prstGeom xmlns:a="http://schemas.openxmlformats.org/drawingml/2006/main" prst="rect">
            <a:avLst/>
          </a:prstGeom>
        </p:spPr>
      </p:pic>
    </p:spTree>
    <p:extLst>
      <p:ext uri="{BB962C8B-B14F-4D97-AF65-F5344CB8AC3E}">
        <p14:creationId xmlns:p14="http://schemas.microsoft.com/office/powerpoint/2010/main" val="532323092"/>
      </p:ext>
    </p:extLst>
  </p:cSld>
</p:sld>
</file>

<file path=ppt/slides/slide5.xml><?xml version="1.0" encoding="utf-8"?>
<p:sld xmlns:p="http://schemas.openxmlformats.org/presentationml/2006/main">
  <p:cSld>
    <p:bg>
      <p:bgPr>
        <a:solidFill xmlns:a="http://schemas.openxmlformats.org/drawingml/2006/main">
          <a:srgbClr val="7926CB"/>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F759EE01-B537-4B43-9370-4312E6414663}"/>
              </a:ext>
            </a:extLst>
          </p:cNvPr>
          <p:cNvPicPr>
            <a:picLocks xmlns:a="http://schemas.openxmlformats.org/drawingml/2006/main" noChangeAspect="1"/>
          </p:cNvPicPr>
          <p:nvPr/>
        </p:nvPicPr>
        <p:blipFill>
          <a:blip xmlns:r="http://schemas.openxmlformats.org/officeDocument/2006/relationships" xmlns:a="http://schemas.openxmlformats.org/drawingml/2006/main" r:embed="R58c57dbbd56742ee"/>
          <a:srcRect xmlns:a="http://schemas.openxmlformats.org/drawingml/2006/main" l="23620" t="0" r="23620" b="0"/>
          <a:stretch xmlns:a="http://schemas.openxmlformats.org/drawingml/2006/main">
            <a:fillRect l="0" t="0" r="0" b="0"/>
          </a:stretch>
        </p:blipFill>
        <p:spPr>
          <a:xfrm xmlns:a="http://schemas.openxmlformats.org/drawingml/2006/main">
            <a:off x="0" y="0"/>
            <a:ext cx="5895975" cy="13963650"/>
          </a:xfrm>
          <a:prstGeom xmlns:a="http://schemas.openxmlformats.org/drawingml/2006/main" prst="rect">
            <a:avLst/>
          </a:prstGeom>
        </p:spPr>
      </p:pic>
      <p:sp>
        <p:nvSpPr>
          <p:cNvPr id="2" name="Portrait headline field">
            <a:extLst xmlns:a="http://schemas.openxmlformats.org/drawingml/2006/main">
              <a:ext uri="{FF2B5EF4-FFF2-40B4-BE49-F238E27FC236}">
                <a16:creationId xmlns:a16="http://schemas.microsoft.com/office/drawing/2014/main" id="{7D9C2DFB-B40E-44F4-99F9-26AF63EBA9F2}"/>
              </a:ext>
            </a:extLst>
          </p:cNvPr>
          <p:cNvSpPr>
            <a:spLocks xmlns:a="http://schemas.openxmlformats.org/drawingml/2006/main" noGrp="1"/>
          </p:cNvSpPr>
          <p:nvPr/>
        </p:nvSpPr>
        <p:spPr>
          <a:xfrm xmlns:a="http://schemas.openxmlformats.org/drawingml/2006/main">
            <a:off x="5895975" y="0"/>
            <a:ext cx="4162425" cy="13963650"/>
          </a:xfrm>
          <a:prstGeom xmlns:a="http://schemas.openxmlformats.org/drawingml/2006/main" prst="rect">
            <a:avLst/>
          </a:prstGeom>
          <a:solidFill xmlns:a="http://schemas.openxmlformats.org/drawingml/2006/main">
            <a:srgbClr val="35125F"/>
          </a:solidFill>
          <a:ln xmlns:a="http://schemas.openxmlformats.org/drawingml/2006/main" w="0">
            <a:noFill/>
          </a:ln>
        </p:spPr>
      </p:sp>
      <p:sp>
        <p:nvSpPr>
          <p:cNvPr id="3" name="Campaign label">
            <a:extLst xmlns:a="http://schemas.openxmlformats.org/drawingml/2006/main">
              <a:ext uri="{FF2B5EF4-FFF2-40B4-BE49-F238E27FC236}">
                <a16:creationId xmlns:a16="http://schemas.microsoft.com/office/drawing/2014/main" id="{D6EF52F0-CBE2-4473-9FB8-449702E2BC69}"/>
              </a:ext>
            </a:extLst>
          </p:cNvPr>
          <p:cNvSpPr>
            <a:spLocks xmlns:a="http://schemas.openxmlformats.org/drawingml/2006/main" noGrp="1"/>
          </p:cNvSpPr>
          <p:nvPr/>
        </p:nvSpPr>
        <p:spPr>
          <a:xfrm xmlns:a="http://schemas.openxmlformats.org/drawingml/2006/main">
            <a:off x="6238875" y="619125"/>
            <a:ext cx="34766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4" b="1">
                <a:solidFill>
                  <a:srgbClr val="FF0180"/>
                </a:solidFill>
                <a:latin typeface="Space Grotesk"/>
                <a:ea typeface="Space Grotesk"/>
                <a:cs typeface="Space Grotesk"/>
              </a:defRPr>
            </a:defPPr>
            <a:lvl1pPr>
              <a:defRPr sz="1424" b="1">
                <a:solidFill>
                  <a:srgbClr val="FF0180"/>
                </a:solidFill>
                <a:latin typeface="Space Grotesk"/>
                <a:ea typeface="Space Grotesk"/>
                <a:cs typeface="Space Grotesk"/>
              </a:defRPr>
            </a:lvl1pPr>
            <a:lvl2pPr>
              <a:defRPr sz="1424" b="1">
                <a:solidFill>
                  <a:srgbClr val="FF0180"/>
                </a:solidFill>
                <a:latin typeface="Space Grotesk"/>
                <a:ea typeface="Space Grotesk"/>
                <a:cs typeface="Space Grotesk"/>
              </a:defRPr>
            </a:lvl2pPr>
            <a:lvl3pPr>
              <a:defRPr sz="1424" b="1">
                <a:solidFill>
                  <a:srgbClr val="FF0180"/>
                </a:solidFill>
                <a:latin typeface="Space Grotesk"/>
                <a:ea typeface="Space Grotesk"/>
                <a:cs typeface="Space Grotesk"/>
              </a:defRPr>
            </a:lvl3pPr>
            <a:lvl4pPr>
              <a:defRPr sz="1424" b="1">
                <a:solidFill>
                  <a:srgbClr val="FF0180"/>
                </a:solidFill>
                <a:latin typeface="Space Grotesk"/>
                <a:ea typeface="Space Grotesk"/>
                <a:cs typeface="Space Grotesk"/>
              </a:defRPr>
            </a:lvl4pPr>
            <a:lvl5pPr>
              <a:defRPr sz="1424" b="1">
                <a:solidFill>
                  <a:srgbClr val="FF0180"/>
                </a:solidFill>
                <a:latin typeface="Space Grotesk"/>
                <a:ea typeface="Space Grotesk"/>
                <a:cs typeface="Space Grotesk"/>
              </a:defRPr>
            </a:lvl5pPr>
            <a:lvl6pPr>
              <a:defRPr sz="1424" b="1">
                <a:solidFill>
                  <a:srgbClr val="FF0180"/>
                </a:solidFill>
                <a:latin typeface="Space Grotesk"/>
                <a:ea typeface="Space Grotesk"/>
                <a:cs typeface="Space Grotesk"/>
              </a:defRPr>
            </a:lvl6pPr>
            <a:lvl7pPr>
              <a:defRPr sz="1424" b="1">
                <a:solidFill>
                  <a:srgbClr val="FF0180"/>
                </a:solidFill>
                <a:latin typeface="Space Grotesk"/>
                <a:ea typeface="Space Grotesk"/>
                <a:cs typeface="Space Grotesk"/>
              </a:defRPr>
            </a:lvl7pPr>
            <a:lvl8pPr>
              <a:defRPr sz="1424" b="1">
                <a:solidFill>
                  <a:srgbClr val="FF0180"/>
                </a:solidFill>
                <a:latin typeface="Space Grotesk"/>
                <a:ea typeface="Space Grotesk"/>
                <a:cs typeface="Space Grotesk"/>
              </a:defRPr>
            </a:lvl8pPr>
            <a:lvl9pPr>
              <a:defRPr sz="1424" b="1">
                <a:solidFill>
                  <a:srgbClr val="FF0180"/>
                </a:solidFill>
                <a:latin typeface="Space Grotesk"/>
                <a:ea typeface="Space Grotesk"/>
                <a:cs typeface="Space Grotesk"/>
              </a:defRPr>
            </a:lvl9pPr>
          </a:lstStyle>
          <a:p xmlns:a="http://schemas.openxmlformats.org/drawingml/2006/main">
            <a:pPr>
              <a:lnSpc>
                <a:spcPct val="98000"/>
              </a:lnSpc>
              <a:buNone/>
              <a:defRPr sz="1424" b="1">
                <a:solidFill>
                  <a:srgbClr val="FF0180"/>
                </a:solidFill>
                <a:latin typeface="Space Grotesk"/>
                <a:ea typeface="Space Grotesk"/>
                <a:cs typeface="Space Grotesk"/>
              </a:defRPr>
            </a:pPr>
            <a:r>
              <a:rPr sz="1424" b="1">
                <a:solidFill>
                  <a:srgbClr val="FF0180"/>
                </a:solidFill>
                <a:latin typeface="Space Grotesk"/>
                <a:ea typeface="Space Grotesk"/>
                <a:cs typeface="Space Grotesk"/>
              </a:rPr>
              <a:t>3 FEET PLEASE</a:t>
            </a:r>
          </a:p>
        </p:txBody>
      </p:sp>
      <p:sp>
        <p:nvSpPr>
          <p:cNvPr id="4" name="Relationship headline">
            <a:extLst xmlns:a="http://schemas.openxmlformats.org/drawingml/2006/main">
              <a:ext uri="{FF2B5EF4-FFF2-40B4-BE49-F238E27FC236}">
                <a16:creationId xmlns:a16="http://schemas.microsoft.com/office/drawing/2014/main" id="{209F1F44-A62A-4DDE-BA36-5A0A32F69CFD}"/>
              </a:ext>
            </a:extLst>
          </p:cNvPr>
          <p:cNvSpPr>
            <a:spLocks xmlns:a="http://schemas.openxmlformats.org/drawingml/2006/main" noGrp="1"/>
          </p:cNvSpPr>
          <p:nvPr/>
        </p:nvSpPr>
        <p:spPr>
          <a:xfrm xmlns:a="http://schemas.openxmlformats.org/drawingml/2006/main">
            <a:off x="6238875" y="2057400"/>
            <a:ext cx="3476625" cy="3914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271" b="1">
                <a:solidFill>
                  <a:srgbClr val="FFFFFF"/>
                </a:solidFill>
                <a:latin typeface="Space Grotesk"/>
                <a:ea typeface="Space Grotesk"/>
                <a:cs typeface="Space Grotesk"/>
              </a:defRPr>
            </a:defPPr>
            <a:lvl1pPr>
              <a:defRPr sz="4271" b="1">
                <a:solidFill>
                  <a:srgbClr val="FFFFFF"/>
                </a:solidFill>
                <a:latin typeface="Space Grotesk"/>
                <a:ea typeface="Space Grotesk"/>
                <a:cs typeface="Space Grotesk"/>
              </a:defRPr>
            </a:lvl1pPr>
            <a:lvl2pPr>
              <a:defRPr sz="4271" b="1">
                <a:solidFill>
                  <a:srgbClr val="FFFFFF"/>
                </a:solidFill>
                <a:latin typeface="Space Grotesk"/>
                <a:ea typeface="Space Grotesk"/>
                <a:cs typeface="Space Grotesk"/>
              </a:defRPr>
            </a:lvl2pPr>
            <a:lvl3pPr>
              <a:defRPr sz="4271" b="1">
                <a:solidFill>
                  <a:srgbClr val="FFFFFF"/>
                </a:solidFill>
                <a:latin typeface="Space Grotesk"/>
                <a:ea typeface="Space Grotesk"/>
                <a:cs typeface="Space Grotesk"/>
              </a:defRPr>
            </a:lvl3pPr>
            <a:lvl4pPr>
              <a:defRPr sz="4271" b="1">
                <a:solidFill>
                  <a:srgbClr val="FFFFFF"/>
                </a:solidFill>
                <a:latin typeface="Space Grotesk"/>
                <a:ea typeface="Space Grotesk"/>
                <a:cs typeface="Space Grotesk"/>
              </a:defRPr>
            </a:lvl4pPr>
            <a:lvl5pPr>
              <a:defRPr sz="4271" b="1">
                <a:solidFill>
                  <a:srgbClr val="FFFFFF"/>
                </a:solidFill>
                <a:latin typeface="Space Grotesk"/>
                <a:ea typeface="Space Grotesk"/>
                <a:cs typeface="Space Grotesk"/>
              </a:defRPr>
            </a:lvl5pPr>
            <a:lvl6pPr>
              <a:defRPr sz="4271" b="1">
                <a:solidFill>
                  <a:srgbClr val="FFFFFF"/>
                </a:solidFill>
                <a:latin typeface="Space Grotesk"/>
                <a:ea typeface="Space Grotesk"/>
                <a:cs typeface="Space Grotesk"/>
              </a:defRPr>
            </a:lvl6pPr>
            <a:lvl7pPr>
              <a:defRPr sz="4271" b="1">
                <a:solidFill>
                  <a:srgbClr val="FFFFFF"/>
                </a:solidFill>
                <a:latin typeface="Space Grotesk"/>
                <a:ea typeface="Space Grotesk"/>
                <a:cs typeface="Space Grotesk"/>
              </a:defRPr>
            </a:lvl7pPr>
            <a:lvl8pPr>
              <a:defRPr sz="4271" b="1">
                <a:solidFill>
                  <a:srgbClr val="FFFFFF"/>
                </a:solidFill>
                <a:latin typeface="Space Grotesk"/>
                <a:ea typeface="Space Grotesk"/>
                <a:cs typeface="Space Grotesk"/>
              </a:defRPr>
            </a:lvl8pPr>
            <a:lvl9pPr>
              <a:defRPr sz="4271" b="1">
                <a:solidFill>
                  <a:srgbClr val="FFFFFF"/>
                </a:solidFill>
                <a:latin typeface="Space Grotesk"/>
                <a:ea typeface="Space Grotesk"/>
                <a:cs typeface="Space Grotesk"/>
              </a:defRPr>
            </a:lvl9pPr>
          </a:lstStyle>
          <a:p xmlns:a="http://schemas.openxmlformats.org/drawingml/2006/main">
            <a:pPr>
              <a:lnSpc>
                <a:spcPct val="98000"/>
              </a:lnSpc>
              <a:buNone/>
              <a:defRPr sz="4271" b="1">
                <a:solidFill>
                  <a:srgbClr val="FFFFFF"/>
                </a:solidFill>
                <a:latin typeface="Space Grotesk"/>
                <a:ea typeface="Space Grotesk"/>
                <a:cs typeface="Space Grotesk"/>
              </a:defRPr>
            </a:pPr>
            <a:r>
              <a:rPr sz="4271" b="1">
                <a:solidFill>
                  <a:srgbClr val="FFFFFF"/>
                </a:solidFill>
                <a:latin typeface="Space Grotesk"/>
                <a:ea typeface="Space Grotesk"/>
                <a:cs typeface="Space Grotesk"/>
              </a:rPr>
              <a:t>THAT’S A TEACHER YOU’RE PASSING.</a:t>
            </a:r>
          </a:p>
        </p:txBody>
      </p:sp>
      <p:sp>
        <p:nvSpPr>
          <p:cNvPr id="5" name="Driver action">
            <a:extLst xmlns:a="http://schemas.openxmlformats.org/drawingml/2006/main">
              <a:ext uri="{FF2B5EF4-FFF2-40B4-BE49-F238E27FC236}">
                <a16:creationId xmlns:a16="http://schemas.microsoft.com/office/drawing/2014/main" id="{EA20886F-3F5E-4A2D-94E9-76C5AF8940B7}"/>
              </a:ext>
            </a:extLst>
          </p:cNvPr>
          <p:cNvSpPr>
            <a:spLocks xmlns:a="http://schemas.openxmlformats.org/drawingml/2006/main" noGrp="1"/>
          </p:cNvSpPr>
          <p:nvPr/>
        </p:nvSpPr>
        <p:spPr>
          <a:xfrm xmlns:a="http://schemas.openxmlformats.org/drawingml/2006/main">
            <a:off x="6238875" y="6353175"/>
            <a:ext cx="3476625" cy="2181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659" b="1">
                <a:solidFill>
                  <a:srgbClr val="FFFF0A"/>
                </a:solidFill>
                <a:latin typeface="Space Grotesk"/>
                <a:ea typeface="Space Grotesk"/>
                <a:cs typeface="Space Grotesk"/>
              </a:defRPr>
            </a:defPPr>
            <a:lvl1pPr>
              <a:defRPr sz="4659" b="1">
                <a:solidFill>
                  <a:srgbClr val="FFFF0A"/>
                </a:solidFill>
                <a:latin typeface="Space Grotesk"/>
                <a:ea typeface="Space Grotesk"/>
                <a:cs typeface="Space Grotesk"/>
              </a:defRPr>
            </a:lvl1pPr>
            <a:lvl2pPr>
              <a:defRPr sz="4659" b="1">
                <a:solidFill>
                  <a:srgbClr val="FFFF0A"/>
                </a:solidFill>
                <a:latin typeface="Space Grotesk"/>
                <a:ea typeface="Space Grotesk"/>
                <a:cs typeface="Space Grotesk"/>
              </a:defRPr>
            </a:lvl2pPr>
            <a:lvl3pPr>
              <a:defRPr sz="4659" b="1">
                <a:solidFill>
                  <a:srgbClr val="FFFF0A"/>
                </a:solidFill>
                <a:latin typeface="Space Grotesk"/>
                <a:ea typeface="Space Grotesk"/>
                <a:cs typeface="Space Grotesk"/>
              </a:defRPr>
            </a:lvl3pPr>
            <a:lvl4pPr>
              <a:defRPr sz="4659" b="1">
                <a:solidFill>
                  <a:srgbClr val="FFFF0A"/>
                </a:solidFill>
                <a:latin typeface="Space Grotesk"/>
                <a:ea typeface="Space Grotesk"/>
                <a:cs typeface="Space Grotesk"/>
              </a:defRPr>
            </a:lvl4pPr>
            <a:lvl5pPr>
              <a:defRPr sz="4659" b="1">
                <a:solidFill>
                  <a:srgbClr val="FFFF0A"/>
                </a:solidFill>
                <a:latin typeface="Space Grotesk"/>
                <a:ea typeface="Space Grotesk"/>
                <a:cs typeface="Space Grotesk"/>
              </a:defRPr>
            </a:lvl5pPr>
            <a:lvl6pPr>
              <a:defRPr sz="4659" b="1">
                <a:solidFill>
                  <a:srgbClr val="FFFF0A"/>
                </a:solidFill>
                <a:latin typeface="Space Grotesk"/>
                <a:ea typeface="Space Grotesk"/>
                <a:cs typeface="Space Grotesk"/>
              </a:defRPr>
            </a:lvl6pPr>
            <a:lvl7pPr>
              <a:defRPr sz="4659" b="1">
                <a:solidFill>
                  <a:srgbClr val="FFFF0A"/>
                </a:solidFill>
                <a:latin typeface="Space Grotesk"/>
                <a:ea typeface="Space Grotesk"/>
                <a:cs typeface="Space Grotesk"/>
              </a:defRPr>
            </a:lvl7pPr>
            <a:lvl8pPr>
              <a:defRPr sz="4659" b="1">
                <a:solidFill>
                  <a:srgbClr val="FFFF0A"/>
                </a:solidFill>
                <a:latin typeface="Space Grotesk"/>
                <a:ea typeface="Space Grotesk"/>
                <a:cs typeface="Space Grotesk"/>
              </a:defRPr>
            </a:lvl8pPr>
            <a:lvl9pPr>
              <a:defRPr sz="4659" b="1">
                <a:solidFill>
                  <a:srgbClr val="FFFF0A"/>
                </a:solidFill>
                <a:latin typeface="Space Grotesk"/>
                <a:ea typeface="Space Grotesk"/>
                <a:cs typeface="Space Grotesk"/>
              </a:defRPr>
            </a:lvl9pPr>
          </a:lstStyle>
          <a:p xmlns:a="http://schemas.openxmlformats.org/drawingml/2006/main">
            <a:pPr>
              <a:lnSpc>
                <a:spcPct val="98000"/>
              </a:lnSpc>
              <a:buNone/>
              <a:defRPr sz="4659" b="1">
                <a:solidFill>
                  <a:srgbClr val="FFFF0A"/>
                </a:solidFill>
                <a:latin typeface="Space Grotesk"/>
                <a:ea typeface="Space Grotesk"/>
                <a:cs typeface="Space Grotesk"/>
              </a:defRPr>
            </a:pPr>
            <a:r>
              <a:rPr sz="4659" b="1">
                <a:solidFill>
                  <a:srgbClr val="FFFF0A"/>
                </a:solidFill>
                <a:latin typeface="Space Grotesk"/>
                <a:ea typeface="Space Grotesk"/>
                <a:cs typeface="Space Grotesk"/>
              </a:rPr>
              <a:t>GIVE HER ROOM.</a:t>
            </a:r>
          </a:p>
        </p:txBody>
      </p:sp>
      <p:sp>
        <p:nvSpPr>
          <p:cNvPr id="6" name="Safe passing guidance">
            <a:extLst xmlns:a="http://schemas.openxmlformats.org/drawingml/2006/main">
              <a:ext uri="{FF2B5EF4-FFF2-40B4-BE49-F238E27FC236}">
                <a16:creationId xmlns:a16="http://schemas.microsoft.com/office/drawing/2014/main" id="{90850376-56C2-4F69-9F82-B25E23D01B1D}"/>
              </a:ext>
            </a:extLst>
          </p:cNvPr>
          <p:cNvSpPr>
            <a:spLocks xmlns:a="http://schemas.openxmlformats.org/drawingml/2006/main" noGrp="1"/>
          </p:cNvSpPr>
          <p:nvPr/>
        </p:nvSpPr>
        <p:spPr>
          <a:xfrm xmlns:a="http://schemas.openxmlformats.org/drawingml/2006/main">
            <a:off x="6238875" y="8934450"/>
            <a:ext cx="3476625" cy="3686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67" b="1">
                <a:solidFill>
                  <a:srgbClr val="FFFFFF"/>
                </a:solidFill>
                <a:latin typeface="Arial"/>
                <a:ea typeface="Arial"/>
                <a:cs typeface="Arial"/>
              </a:defRPr>
            </a:defPPr>
            <a:lvl1pPr>
              <a:defRPr sz="1967" b="1">
                <a:solidFill>
                  <a:srgbClr val="FFFFFF"/>
                </a:solidFill>
                <a:latin typeface="Arial"/>
                <a:ea typeface="Arial"/>
                <a:cs typeface="Arial"/>
              </a:defRPr>
            </a:lvl1pPr>
            <a:lvl2pPr>
              <a:defRPr sz="1967" b="1">
                <a:solidFill>
                  <a:srgbClr val="FFFFFF"/>
                </a:solidFill>
                <a:latin typeface="Arial"/>
                <a:ea typeface="Arial"/>
                <a:cs typeface="Arial"/>
              </a:defRPr>
            </a:lvl2pPr>
            <a:lvl3pPr>
              <a:defRPr sz="1967" b="1">
                <a:solidFill>
                  <a:srgbClr val="FFFFFF"/>
                </a:solidFill>
                <a:latin typeface="Arial"/>
                <a:ea typeface="Arial"/>
                <a:cs typeface="Arial"/>
              </a:defRPr>
            </a:lvl3pPr>
            <a:lvl4pPr>
              <a:defRPr sz="1967" b="1">
                <a:solidFill>
                  <a:srgbClr val="FFFFFF"/>
                </a:solidFill>
                <a:latin typeface="Arial"/>
                <a:ea typeface="Arial"/>
                <a:cs typeface="Arial"/>
              </a:defRPr>
            </a:lvl4pPr>
            <a:lvl5pPr>
              <a:defRPr sz="1967" b="1">
                <a:solidFill>
                  <a:srgbClr val="FFFFFF"/>
                </a:solidFill>
                <a:latin typeface="Arial"/>
                <a:ea typeface="Arial"/>
                <a:cs typeface="Arial"/>
              </a:defRPr>
            </a:lvl5pPr>
            <a:lvl6pPr>
              <a:defRPr sz="1967" b="1">
                <a:solidFill>
                  <a:srgbClr val="FFFFFF"/>
                </a:solidFill>
                <a:latin typeface="Arial"/>
                <a:ea typeface="Arial"/>
                <a:cs typeface="Arial"/>
              </a:defRPr>
            </a:lvl6pPr>
            <a:lvl7pPr>
              <a:defRPr sz="1967" b="1">
                <a:solidFill>
                  <a:srgbClr val="FFFFFF"/>
                </a:solidFill>
                <a:latin typeface="Arial"/>
                <a:ea typeface="Arial"/>
                <a:cs typeface="Arial"/>
              </a:defRPr>
            </a:lvl7pPr>
            <a:lvl8pPr>
              <a:defRPr sz="1967" b="1">
                <a:solidFill>
                  <a:srgbClr val="FFFFFF"/>
                </a:solidFill>
                <a:latin typeface="Arial"/>
                <a:ea typeface="Arial"/>
                <a:cs typeface="Arial"/>
              </a:defRPr>
            </a:lvl8pPr>
            <a:lvl9pPr>
              <a:defRPr sz="1967" b="1">
                <a:solidFill>
                  <a:srgbClr val="FFFFFF"/>
                </a:solidFill>
                <a:latin typeface="Arial"/>
                <a:ea typeface="Arial"/>
                <a:cs typeface="Arial"/>
              </a:defRPr>
            </a:lvl9pPr>
          </a:lstStyle>
          <a:p xmlns:a="http://schemas.openxmlformats.org/drawingml/2006/main">
            <a:pPr>
              <a:lnSpc>
                <a:spcPct val="98000"/>
              </a:lnSpc>
              <a:buNone/>
              <a:defRPr sz="1967" b="1">
                <a:solidFill>
                  <a:srgbClr val="FFFFFF"/>
                </a:solidFill>
                <a:latin typeface="Arial"/>
                <a:ea typeface="Arial"/>
                <a:cs typeface="Arial"/>
              </a:defRPr>
            </a:pPr>
            <a:r>
              <a:rPr sz="1967" b="1">
                <a:solidFill>
                  <a:srgbClr val="FFFFFF"/>
                </a:solidFill>
                <a:latin typeface="Arial"/>
                <a:ea typeface="Arial"/>
                <a:cs typeface="Arial"/>
              </a:rPr>
              <a:t>No safe room to pass? Slow down and wait behind. Pass only when there is enough room, including the space local law requires.</a:t>
            </a:r>
          </a:p>
        </p:txBody>
      </p:sp>
      <p:sp>
        <p:nvSpPr>
          <p:cNvPr id="7" name="Brand footer">
            <a:extLst xmlns:a="http://schemas.openxmlformats.org/drawingml/2006/main">
              <a:ext uri="{FF2B5EF4-FFF2-40B4-BE49-F238E27FC236}">
                <a16:creationId xmlns:a16="http://schemas.microsoft.com/office/drawing/2014/main" id="{87DA9FA3-08B6-46FD-A882-1C56D6E71E0E}"/>
              </a:ext>
            </a:extLst>
          </p:cNvPr>
          <p:cNvSpPr>
            <a:spLocks xmlns:a="http://schemas.openxmlformats.org/drawingml/2006/main" noGrp="1"/>
          </p:cNvSpPr>
          <p:nvPr/>
        </p:nvSpPr>
        <p:spPr>
          <a:xfrm xmlns:a="http://schemas.openxmlformats.org/drawingml/2006/main">
            <a:off x="0" y="13963650"/>
            <a:ext cx="10058400" cy="1581150"/>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8" name="">
            <a:extLst xmlns:a="http://schemas.openxmlformats.org/drawingml/2006/main">
              <a:ext uri="{FF2B5EF4-FFF2-40B4-BE49-F238E27FC236}">
                <a16:creationId xmlns:a16="http://schemas.microsoft.com/office/drawing/2014/main" id="{87C63C91-284D-4C97-8339-3B130BB8014A}"/>
              </a:ext>
            </a:extLst>
          </p:cNvPr>
          <p:cNvPicPr>
            <a:picLocks xmlns:a="http://schemas.openxmlformats.org/drawingml/2006/main" noChangeAspect="1"/>
          </p:cNvPicPr>
          <p:nvPr/>
        </p:nvPicPr>
        <p:blipFill>
          <a:blip xmlns:r="http://schemas.openxmlformats.org/officeDocument/2006/relationships" xmlns:a="http://schemas.openxmlformats.org/drawingml/2006/main" r:embed="R18522530373a42d2"/>
          <a:stretch xmlns:a="http://schemas.openxmlformats.org/drawingml/2006/main"/>
        </p:blipFill>
        <p:spPr>
          <a:xfrm xmlns:a="http://schemas.openxmlformats.org/drawingml/2006/main">
            <a:off x="514350" y="14354175"/>
            <a:ext cx="790575" cy="790575"/>
          </a:xfrm>
          <a:prstGeom xmlns:a="http://schemas.openxmlformats.org/drawingml/2006/main" prst="rect">
            <a:avLst/>
          </a:prstGeom>
        </p:spPr>
      </p:pic>
      <p:sp>
        <p:nvSpPr>
          <p:cNvPr id="9" name="Readable URL">
            <a:extLst xmlns:a="http://schemas.openxmlformats.org/drawingml/2006/main">
              <a:ext uri="{FF2B5EF4-FFF2-40B4-BE49-F238E27FC236}">
                <a16:creationId xmlns:a16="http://schemas.microsoft.com/office/drawing/2014/main" id="{8926CF94-D9EC-443B-9E74-AB7F72999A81}"/>
              </a:ext>
            </a:extLst>
          </p:cNvPr>
          <p:cNvSpPr>
            <a:spLocks xmlns:a="http://schemas.openxmlformats.org/drawingml/2006/main" noGrp="1"/>
          </p:cNvSpPr>
          <p:nvPr/>
        </p:nvSpPr>
        <p:spPr>
          <a:xfrm xmlns:a="http://schemas.openxmlformats.org/drawingml/2006/main">
            <a:off x="1628775" y="14182725"/>
            <a:ext cx="69437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65" b="1">
                <a:solidFill>
                  <a:srgbClr val="FFFF0A"/>
                </a:solidFill>
                <a:latin typeface="Space Grotesk"/>
                <a:ea typeface="Space Grotesk"/>
                <a:cs typeface="Space Grotesk"/>
              </a:defRPr>
            </a:defPPr>
            <a:lvl1pPr>
              <a:defRPr sz="3365" b="1">
                <a:solidFill>
                  <a:srgbClr val="FFFF0A"/>
                </a:solidFill>
                <a:latin typeface="Space Grotesk"/>
                <a:ea typeface="Space Grotesk"/>
                <a:cs typeface="Space Grotesk"/>
              </a:defRPr>
            </a:lvl1pPr>
            <a:lvl2pPr>
              <a:defRPr sz="3365" b="1">
                <a:solidFill>
                  <a:srgbClr val="FFFF0A"/>
                </a:solidFill>
                <a:latin typeface="Space Grotesk"/>
                <a:ea typeface="Space Grotesk"/>
                <a:cs typeface="Space Grotesk"/>
              </a:defRPr>
            </a:lvl2pPr>
            <a:lvl3pPr>
              <a:defRPr sz="3365" b="1">
                <a:solidFill>
                  <a:srgbClr val="FFFF0A"/>
                </a:solidFill>
                <a:latin typeface="Space Grotesk"/>
                <a:ea typeface="Space Grotesk"/>
                <a:cs typeface="Space Grotesk"/>
              </a:defRPr>
            </a:lvl3pPr>
            <a:lvl4pPr>
              <a:defRPr sz="3365" b="1">
                <a:solidFill>
                  <a:srgbClr val="FFFF0A"/>
                </a:solidFill>
                <a:latin typeface="Space Grotesk"/>
                <a:ea typeface="Space Grotesk"/>
                <a:cs typeface="Space Grotesk"/>
              </a:defRPr>
            </a:lvl4pPr>
            <a:lvl5pPr>
              <a:defRPr sz="3365" b="1">
                <a:solidFill>
                  <a:srgbClr val="FFFF0A"/>
                </a:solidFill>
                <a:latin typeface="Space Grotesk"/>
                <a:ea typeface="Space Grotesk"/>
                <a:cs typeface="Space Grotesk"/>
              </a:defRPr>
            </a:lvl5pPr>
            <a:lvl6pPr>
              <a:defRPr sz="3365" b="1">
                <a:solidFill>
                  <a:srgbClr val="FFFF0A"/>
                </a:solidFill>
                <a:latin typeface="Space Grotesk"/>
                <a:ea typeface="Space Grotesk"/>
                <a:cs typeface="Space Grotesk"/>
              </a:defRPr>
            </a:lvl6pPr>
            <a:lvl7pPr>
              <a:defRPr sz="3365" b="1">
                <a:solidFill>
                  <a:srgbClr val="FFFF0A"/>
                </a:solidFill>
                <a:latin typeface="Space Grotesk"/>
                <a:ea typeface="Space Grotesk"/>
                <a:cs typeface="Space Grotesk"/>
              </a:defRPr>
            </a:lvl7pPr>
            <a:lvl8pPr>
              <a:defRPr sz="3365" b="1">
                <a:solidFill>
                  <a:srgbClr val="FFFF0A"/>
                </a:solidFill>
                <a:latin typeface="Space Grotesk"/>
                <a:ea typeface="Space Grotesk"/>
                <a:cs typeface="Space Grotesk"/>
              </a:defRPr>
            </a:lvl8pPr>
            <a:lvl9pPr>
              <a:defRPr sz="3365" b="1">
                <a:solidFill>
                  <a:srgbClr val="FFFF0A"/>
                </a:solidFill>
                <a:latin typeface="Space Grotesk"/>
                <a:ea typeface="Space Grotesk"/>
                <a:cs typeface="Space Grotesk"/>
              </a:defRPr>
            </a:lvl9pPr>
          </a:lstStyle>
          <a:p xmlns:a="http://schemas.openxmlformats.org/drawingml/2006/main">
            <a:pPr>
              <a:lnSpc>
                <a:spcPct val="98000"/>
              </a:lnSpc>
              <a:buNone/>
              <a:defRPr sz="3365" b="1">
                <a:solidFill>
                  <a:srgbClr val="FFFF0A"/>
                </a:solidFill>
                <a:latin typeface="Space Grotesk"/>
                <a:ea typeface="Space Grotesk"/>
                <a:cs typeface="Space Grotesk"/>
              </a:defRPr>
            </a:pPr>
            <a:r>
              <a:rPr sz="3365" b="1">
                <a:solidFill>
                  <a:srgbClr val="FFFF0A"/>
                </a:solidFill>
                <a:latin typeface="Space Grotesk"/>
                <a:ea typeface="Space Grotesk"/>
                <a:cs typeface="Space Grotesk"/>
              </a:rPr>
              <a:t>3fp.org</a:t>
            </a:r>
          </a:p>
        </p:txBody>
      </p:sp>
      <p:sp>
        <p:nvSpPr>
          <p:cNvPr id="10" name="Community invitation">
            <a:extLst xmlns:a="http://schemas.openxmlformats.org/drawingml/2006/main">
              <a:ext uri="{FF2B5EF4-FFF2-40B4-BE49-F238E27FC236}">
                <a16:creationId xmlns:a16="http://schemas.microsoft.com/office/drawing/2014/main" id="{3808E152-A3E5-4CE0-9DBE-5700D07115DA}"/>
              </a:ext>
            </a:extLst>
          </p:cNvPr>
          <p:cNvSpPr>
            <a:spLocks xmlns:a="http://schemas.openxmlformats.org/drawingml/2006/main" noGrp="1"/>
          </p:cNvSpPr>
          <p:nvPr/>
        </p:nvSpPr>
        <p:spPr>
          <a:xfrm xmlns:a="http://schemas.openxmlformats.org/drawingml/2006/main">
            <a:off x="1628775" y="14849475"/>
            <a:ext cx="69437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41" b="1">
                <a:solidFill>
                  <a:srgbClr val="FFFFFF"/>
                </a:solidFill>
                <a:latin typeface="Arial"/>
                <a:ea typeface="Arial"/>
                <a:cs typeface="Arial"/>
              </a:defRPr>
            </a:defPPr>
            <a:lvl1pPr>
              <a:defRPr sz="1941" b="1">
                <a:solidFill>
                  <a:srgbClr val="FFFFFF"/>
                </a:solidFill>
                <a:latin typeface="Arial"/>
                <a:ea typeface="Arial"/>
                <a:cs typeface="Arial"/>
              </a:defRPr>
            </a:lvl1pPr>
            <a:lvl2pPr>
              <a:defRPr sz="1941" b="1">
                <a:solidFill>
                  <a:srgbClr val="FFFFFF"/>
                </a:solidFill>
                <a:latin typeface="Arial"/>
                <a:ea typeface="Arial"/>
                <a:cs typeface="Arial"/>
              </a:defRPr>
            </a:lvl2pPr>
            <a:lvl3pPr>
              <a:defRPr sz="1941" b="1">
                <a:solidFill>
                  <a:srgbClr val="FFFFFF"/>
                </a:solidFill>
                <a:latin typeface="Arial"/>
                <a:ea typeface="Arial"/>
                <a:cs typeface="Arial"/>
              </a:defRPr>
            </a:lvl3pPr>
            <a:lvl4pPr>
              <a:defRPr sz="1941" b="1">
                <a:solidFill>
                  <a:srgbClr val="FFFFFF"/>
                </a:solidFill>
                <a:latin typeface="Arial"/>
                <a:ea typeface="Arial"/>
                <a:cs typeface="Arial"/>
              </a:defRPr>
            </a:lvl4pPr>
            <a:lvl5pPr>
              <a:defRPr sz="1941" b="1">
                <a:solidFill>
                  <a:srgbClr val="FFFFFF"/>
                </a:solidFill>
                <a:latin typeface="Arial"/>
                <a:ea typeface="Arial"/>
                <a:cs typeface="Arial"/>
              </a:defRPr>
            </a:lvl5pPr>
            <a:lvl6pPr>
              <a:defRPr sz="1941" b="1">
                <a:solidFill>
                  <a:srgbClr val="FFFFFF"/>
                </a:solidFill>
                <a:latin typeface="Arial"/>
                <a:ea typeface="Arial"/>
                <a:cs typeface="Arial"/>
              </a:defRPr>
            </a:lvl6pPr>
            <a:lvl7pPr>
              <a:defRPr sz="1941" b="1">
                <a:solidFill>
                  <a:srgbClr val="FFFFFF"/>
                </a:solidFill>
                <a:latin typeface="Arial"/>
                <a:ea typeface="Arial"/>
                <a:cs typeface="Arial"/>
              </a:defRPr>
            </a:lvl7pPr>
            <a:lvl8pPr>
              <a:defRPr sz="1941" b="1">
                <a:solidFill>
                  <a:srgbClr val="FFFFFF"/>
                </a:solidFill>
                <a:latin typeface="Arial"/>
                <a:ea typeface="Arial"/>
                <a:cs typeface="Arial"/>
              </a:defRPr>
            </a:lvl8pPr>
            <a:lvl9pPr>
              <a:defRPr sz="1941" b="1">
                <a:solidFill>
                  <a:srgbClr val="FFFFFF"/>
                </a:solidFill>
                <a:latin typeface="Arial"/>
                <a:ea typeface="Arial"/>
                <a:cs typeface="Arial"/>
              </a:defRPr>
            </a:lvl9pPr>
          </a:lstStyle>
          <a:p xmlns:a="http://schemas.openxmlformats.org/drawingml/2006/main">
            <a:pPr>
              <a:lnSpc>
                <a:spcPct val="98000"/>
              </a:lnSpc>
              <a:buNone/>
              <a:defRPr sz="1941" b="1">
                <a:solidFill>
                  <a:srgbClr val="FFFFFF"/>
                </a:solidFill>
                <a:latin typeface="Arial"/>
                <a:ea typeface="Arial"/>
                <a:cs typeface="Arial"/>
              </a:defRPr>
            </a:pPr>
            <a:r>
              <a:rPr sz="1941" b="1">
                <a:solidFill>
                  <a:srgbClr val="FFFFFF"/>
                </a:solidFill>
                <a:latin typeface="Arial"/>
                <a:ea typeface="Arial"/>
                <a:cs typeface="Arial"/>
              </a:rPr>
              <a:t>Find groups and rides.</a:t>
            </a:r>
          </a:p>
        </p:txBody>
      </p:sp>
      <p:sp>
        <p:nvSpPr>
          <p:cNvPr id="11" name="QR quiet zone">
            <a:extLst xmlns:a="http://schemas.openxmlformats.org/drawingml/2006/main">
              <a:ext uri="{FF2B5EF4-FFF2-40B4-BE49-F238E27FC236}">
                <a16:creationId xmlns:a16="http://schemas.microsoft.com/office/drawing/2014/main" id="{17320629-C5A0-479C-A16D-59BA697767C9}"/>
              </a:ext>
            </a:extLst>
          </p:cNvPr>
          <p:cNvSpPr>
            <a:spLocks xmlns:a="http://schemas.openxmlformats.org/drawingml/2006/main" noGrp="1"/>
          </p:cNvSpPr>
          <p:nvPr/>
        </p:nvSpPr>
        <p:spPr>
          <a:xfrm xmlns:a="http://schemas.openxmlformats.org/drawingml/2006/main">
            <a:off x="8705850" y="14199534"/>
            <a:ext cx="1104900" cy="110490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E2016674-42C9-4A3E-8930-3D4535581B99}"/>
              </a:ext>
            </a:extLst>
          </p:cNvPr>
          <p:cNvPicPr>
            <a:picLocks xmlns:a="http://schemas.openxmlformats.org/drawingml/2006/main" noChangeAspect="1"/>
          </p:cNvPicPr>
          <p:nvPr/>
        </p:nvPicPr>
        <p:blipFill>
          <a:blip xmlns:r="http://schemas.openxmlformats.org/officeDocument/2006/relationships" xmlns:a="http://schemas.openxmlformats.org/drawingml/2006/main" r:embed="Re015abe7a9414d2a"/>
          <a:stretch xmlns:a="http://schemas.openxmlformats.org/drawingml/2006/main"/>
        </p:blipFill>
        <p:spPr>
          <a:xfrm xmlns:a="http://schemas.openxmlformats.org/drawingml/2006/main">
            <a:off x="8753475" y="14247159"/>
            <a:ext cx="1009650" cy="1009650"/>
          </a:xfrm>
          <a:prstGeom xmlns:a="http://schemas.openxmlformats.org/drawingml/2006/main" prst="rect">
            <a:avLst/>
          </a:prstGeom>
        </p:spPr>
      </p:pic>
    </p:spTree>
    <p:extLst>
      <p:ext uri="{BB962C8B-B14F-4D97-AF65-F5344CB8AC3E}">
        <p14:creationId xmlns:p14="http://schemas.microsoft.com/office/powerpoint/2010/main" val="4678166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2026-10-29T13:47:39.0320000Z</dcterms:created>
  <dcterms:modified xsi:type="dcterms:W3CDTF">2026-10-29T13:47:39.0320000Z</dcterms:modified>
</coreProperties>
</file>