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8fffa18984442e4" /><Relationship Type="http://schemas.openxmlformats.org/officeDocument/2006/relationships/extended-properties" Target="/docProps/app.xml" Id="Rcda56c5308e2496a" /><Relationship Type="http://schemas.openxmlformats.org/officeDocument/2006/relationships/officeDocument" Target="/ppt/presentation.xml" Id="R6fcb77467e304662" /></Relationships>
</file>

<file path=ppt/presentation.xml><?xml version="1.0" encoding="utf-8"?>
<p:presentation xmlns:p="http://schemas.openxmlformats.org/presentationml/2006/main">
  <p:sldMasterIdLst>
    <p:sldMasterId xmlns:r="http://schemas.openxmlformats.org/officeDocument/2006/relationships" id="2147483648" r:id="R0077c3b77d6c40ab"/>
  </p:sldMasterIdLst>
  <p:notesMasterIdLst>
    <p:notesMasterId xmlns:r="http://schemas.openxmlformats.org/officeDocument/2006/relationships" r:id="R2d1b29947a9c4f03"/>
  </p:notesMasterIdLst>
  <p:sldIdLst>
    <p:sldId xmlns:r="http://schemas.openxmlformats.org/officeDocument/2006/relationships" id="256" r:id="R21db57554c1d4b18"/>
    <p:sldId xmlns:r="http://schemas.openxmlformats.org/officeDocument/2006/relationships" id="257" r:id="R450003ee87ab4195"/>
  </p:sldIdLst>
  <p:sldSz cx="3657600" cy="54864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20e2d9d27264360" /><Relationship Type="http://schemas.openxmlformats.org/officeDocument/2006/relationships/slideMaster" Target="/ppt/slideMasters/slideMaster1.xml" Id="R0077c3b77d6c40ab" /><Relationship Type="http://schemas.openxmlformats.org/officeDocument/2006/relationships/notesMaster" Target="/ppt/notesMasters/notesMaster1.xml" Id="R2d1b29947a9c4f03" /><Relationship Type="http://schemas.openxmlformats.org/officeDocument/2006/relationships/presProps" Target="/ppt/presProps.xml" Id="R641f746dff9c446c" /><Relationship Type="http://schemas.openxmlformats.org/officeDocument/2006/relationships/tableStyles" Target="/ppt/tableStyles.xml" Id="R8de3b0e4a21d458e" /><Relationship Type="http://schemas.openxmlformats.org/officeDocument/2006/relationships/slide" Target="/ppt/slides/slide1.xml" Id="R21db57554c1d4b18" /><Relationship Type="http://schemas.openxmlformats.org/officeDocument/2006/relationships/slide" Target="/ppt/slides/slide2.xml" Id="R450003ee87ab419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61b334e247347e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3edcad902064be4" /><Relationship Type="http://schemas.openxmlformats.org/officeDocument/2006/relationships/notesMaster" Target="/ppt/notesMasters/notesMaster1.xml" Id="Rbb99ef2e252b4d52" /></Relationships>
</file>

<file path=ppt/notesSlides/_rels/notesSlide2.xml.rels>&#65279;<?xml version="1.0" encoding="utf-8"?><Relationships xmlns="http://schemas.openxmlformats.org/package/2006/relationships"><Relationship Type="http://schemas.openxmlformats.org/officeDocument/2006/relationships/slide" Target="/ppt/slides/slide2.xml" Id="R051e432a63e74184" /><Relationship Type="http://schemas.openxmlformats.org/officeDocument/2006/relationships/notesMaster" Target="/ppt/notesMasters/notesMaster1.xml" Id="R019fae37f8e44b9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Front: questions to help a rider decide whether a listed public ride fits. Confirm current details with the host. QR opens 3fp.org.</a:t>
            </a:r>
          </a:p>
          <a:p xmlns:a="http://schemas.openxmlformats.org/drawingml/2006/main">
            <a:r>
              <a:t>VERSION REVIEW: v8 local edition; reviewed 2026-10-22. Exact 3FP message/artwork remains untested.</a:t>
            </a:r>
          </a:p>
          <a:p xmlns:a="http://schemas.openxmlformats.org/drawingml/2006/main">
            <a:r>
              <a:t>Emotional copy: “Meet your next riding buddy.” is a creative proposal informed by audience and behavior guidance. The exact print copy is untested and has not demonstrated crash reduction or crash prevention.</a:t>
            </a:r>
          </a:p>
          <a:p xmlns:a="http://schemas.openxmlformats.org/drawingml/2006/main">
            <a:r>
              <a:t>Evidence and endpoint: these materials help people find current listings; participation and listing use are access outcomes, not a safety intervention or proof of safety-in-numbers effects.</a:t>
            </a:r>
          </a:p>
          <a:p xmlns:a="http://schemas.openxmlformats.org/drawingml/2006/main">
            <a:r>
              <a:t>Practitioner delivery: confirm listings and direct participants to each host for current route, pace, access, regrouping, and format. Record successful navigation and participation separately from behavior and safety.</a:t>
            </a:r>
          </a:p>
          <a:p xmlns:a="http://schemas.openxmlformats.org/drawingml/2006/main">
            <a:r>
              <a:t>CAST (Delhomme et al., 2009) and NASEM (2025) evaluation practice: pretest with the intended audience; plan evaluation before delivery; separate process/reach, comprehension, behavior, safety, and economic outcomes; select a design suited to the campaign and any concurrent enforcement, education, equipment, or infrastructure.</a:t>
            </a:r>
          </a:p>
          <a:p xmlns:a="http://schemas.openxmlformats.org/drawingml/2006/main">
            <a:r>
              <a:t>Phillips et al. (2011) pooled estimate is from heterogeneous campaigns and is not a cyclist-print forecast. Public research review: output/public-safety-review/REPORT.md.</a:t>
            </a:r>
          </a:p>
          <a:p xmlns:a="http://schemas.openxmlformats.org/drawingml/2006/main">
            <a:r>
              <a:t>Source references:</a:t>
            </a:r>
          </a:p>
          <a:p xmlns:a="http://schemas.openxmlformats.org/drawingml/2006/main">
            <a:r>
              <a:t>3FP public ride directory: https://3fp.org/ride</a:t>
            </a:r>
          </a:p>
          <a:p xmlns:a="http://schemas.openxmlformats.org/drawingml/2006/main">
            <a:r>
              <a:t>League of American Bicyclists ABC Quick Check: https://bikeleague.org/videos/basic-bike-check/</a:t>
            </a:r>
          </a:p>
          <a:p xmlns:a="http://schemas.openxmlformats.org/drawingml/2006/main">
            <a:r>
              <a:t>NHTSA Bicycle Safety: https://www.nhtsa.gov/road-safety/bicycle-safety</a:t>
            </a:r>
          </a:p>
          <a:p xmlns:a="http://schemas.openxmlformats.org/drawingml/2006/main">
            <a:r>
              <a:t>Relationship roles in campaign copy and generated artwork are illustrative, not biographies or testimonials.</a:t>
            </a:r>
          </a:p>
          <a:p xmlns:a="http://schemas.openxmlformats.org/drawingml/2006/main">
            <a:r>
              <a:t>CAST manual: https://www.vias.be/storage/main/cast-wp3-deliverable-3.2b.pdf</a:t>
            </a:r>
          </a:p>
          <a:p xmlns:a="http://schemas.openxmlformats.org/drawingml/2006/main">
            <a:r>
              <a:t>NASEM guide: https://www.nationalacademies.org/publications/29154</a:t>
            </a:r>
          </a:p>
          <a:p xmlns:a="http://schemas.openxmlformats.org/drawingml/2006/main">
            <a:r>
              <a:t>Phillips et al.: https://doi.org/10.1016/j.aap.2011.01.002</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 practical guidance for any group ride. It makes no promise about pace, leader, sweep, or no-drop format. QR code on the front opens 3fp.org.</a:t>
            </a:r>
          </a:p>
          <a:p xmlns:a="http://schemas.openxmlformats.org/drawingml/2006/main">
            <a:r>
              <a:t>VERSION REVIEW: v8 local edition; reviewed 2026-10-22. Exact 3FP message/artwork remains untested.</a:t>
            </a:r>
          </a:p>
          <a:p xmlns:a="http://schemas.openxmlformats.org/drawingml/2006/main">
            <a:r>
              <a:t>Creative proposal boundary: exact emotional print copy is untested and has not demonstrated crash reduction or crash prevention.</a:t>
            </a:r>
          </a:p>
          <a:p xmlns:a="http://schemas.openxmlformats.org/drawingml/2006/main">
            <a:r>
              <a:t>Evidence and endpoint: these materials help people find current listings; participation and listing use are access outcomes, not a safety intervention or proof of safety-in-numbers effects.</a:t>
            </a:r>
          </a:p>
          <a:p xmlns:a="http://schemas.openxmlformats.org/drawingml/2006/main">
            <a:r>
              <a:t>Practitioner delivery: confirm listings and direct participants to each host for current route, pace, access, regrouping, and format. Record successful navigation and participation separately from behavior and safety.</a:t>
            </a:r>
          </a:p>
          <a:p xmlns:a="http://schemas.openxmlformats.org/drawingml/2006/main">
            <a:r>
              <a:t>CAST (Delhomme et al., 2009) and NASEM (2025) evaluation practice: pretest with the intended audience; plan evaluation before delivery; separate process/reach, comprehension, behavior, safety, and economic outcomes; select a design suited to the campaign and any concurrent enforcement, education, equipment, or infrastructure.</a:t>
            </a:r>
          </a:p>
          <a:p xmlns:a="http://schemas.openxmlformats.org/drawingml/2006/main">
            <a:r>
              <a:t>Phillips et al. (2011) pooled estimate is from heterogeneous campaigns and is not a cyclist-print forecast. Public research review: output/public-safety-review/REPORT.md.</a:t>
            </a:r>
          </a:p>
          <a:p xmlns:a="http://schemas.openxmlformats.org/drawingml/2006/main">
            <a:r>
              <a:t>Source references:</a:t>
            </a:r>
          </a:p>
          <a:p xmlns:a="http://schemas.openxmlformats.org/drawingml/2006/main">
            <a:r>
              <a:t>3FP public ride directory: https://3fp.org/ride</a:t>
            </a:r>
          </a:p>
          <a:p xmlns:a="http://schemas.openxmlformats.org/drawingml/2006/main">
            <a:r>
              <a:t>League of American Bicyclists ABC Quick Check: https://bikeleague.org/videos/basic-bike-check/</a:t>
            </a:r>
          </a:p>
          <a:p xmlns:a="http://schemas.openxmlformats.org/drawingml/2006/main">
            <a:r>
              <a:t>NHTSA Bicycle Safety: https://www.nhtsa.gov/road-safety/bicycle-safety</a:t>
            </a:r>
          </a:p>
          <a:p xmlns:a="http://schemas.openxmlformats.org/drawingml/2006/main">
            <a:r>
              <a:t>Relationship roles in campaign copy and generated artwork are illustrative, not biographies or testimonials.</a:t>
            </a:r>
          </a:p>
          <a:p xmlns:a="http://schemas.openxmlformats.org/drawingml/2006/main">
            <a:r>
              <a:t>CAST manual: https://www.vias.be/storage/main/cast-wp3-deliverable-3.2b.pdf</a:t>
            </a:r>
          </a:p>
          <a:p xmlns:a="http://schemas.openxmlformats.org/drawingml/2006/main">
            <a:r>
              <a:t>NASEM guide: https://www.nationalacademies.org/publications/29154</a:t>
            </a:r>
          </a:p>
          <a:p xmlns:a="http://schemas.openxmlformats.org/drawingml/2006/main">
            <a:r>
              <a:t>Phillips et al.: https://doi.org/10.1016/j.aap.2011.01.002</a:t>
            </a:r>
          </a:p>
          <a:p xmlns:a="http://schemas.openxmlformats.org/drawingml/2006/main">
            <a:r>
              <a:t>Revision v9, 29 October 2026. Applied Safer Cycling, Better Messages public report edition4.4. Exact creative remains a draft for local comprehension and behavior testing. Safer road design and speed management remain priorities. Use the adjoining campaign guide to arrange delivery, appropriate support, and evaluation. Printed content is national unless marked Arizona. 3fp.org finds groups and public rides; do not promise unlisted services.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b42920ee1af408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d43cf848f464ea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3163ed8dfae401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0498e4dd067477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6abe859db39456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7d522107ee541b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73D2FD6-7F57-4059-A7D1-74243AB4136C}"/>
              </a:ext>
            </a:extLst>
          </p:cNvPr>
          <p:cNvSpPr>
            <a:spLocks xmlns:a="http://schemas.openxmlformats.org/drawingml/2006/main" noGrp="1"/>
          </p:cNvSpPr>
          <p:nvPr>
            <p:ph type="title" idx="0"/>
          </p:nvPr>
        </p:nvSpPr>
        <p:spPr>
          <a:xfrm xmlns:a="http://schemas.openxmlformats.org/drawingml/2006/main">
            <a:off x="365760" y="2072640"/>
            <a:ext cx="2926080" cy="79248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440" b="1">
                <a:solidFill>
                  <a:schemeClr val="tx1"/>
                </a:solidFill>
                <a:latin typeface="+mj-lt"/>
                <a:ea typeface="+mj-lt"/>
                <a:cs typeface="+mj-lt"/>
              </a:defRPr>
            </a:defPPr>
            <a:lvl1pPr marL="0" indent="0" algn="ctr">
              <a:lnSpc>
                <a:spcPct val="110000"/>
              </a:lnSpc>
              <a:spcBef>
                <a:spcPts val="0"/>
              </a:spcBef>
              <a:spcAft>
                <a:spcPts val="0"/>
              </a:spcAft>
              <a:buNone/>
              <a:defRPr sz="1440" b="1">
                <a:solidFill>
                  <a:schemeClr val="tx1"/>
                </a:solidFill>
                <a:latin typeface="+mj-lt"/>
                <a:ea typeface="+mj-lt"/>
                <a:cs typeface="+mj-lt"/>
              </a:defRPr>
            </a:lvl1pPr>
            <a:lvl2pPr marL="0" indent="0" algn="ctr">
              <a:lnSpc>
                <a:spcPct val="110000"/>
              </a:lnSpc>
              <a:spcBef>
                <a:spcPts val="0"/>
              </a:spcBef>
              <a:spcAft>
                <a:spcPts val="0"/>
              </a:spcAft>
              <a:buNone/>
              <a:defRPr sz="1440" b="1">
                <a:solidFill>
                  <a:schemeClr val="tx1"/>
                </a:solidFill>
                <a:latin typeface="+mj-lt"/>
                <a:ea typeface="+mj-lt"/>
                <a:cs typeface="+mj-lt"/>
              </a:defRPr>
            </a:lvl2pPr>
            <a:lvl3pPr marL="0" indent="0" algn="ctr">
              <a:lnSpc>
                <a:spcPct val="110000"/>
              </a:lnSpc>
              <a:spcBef>
                <a:spcPts val="0"/>
              </a:spcBef>
              <a:spcAft>
                <a:spcPts val="0"/>
              </a:spcAft>
              <a:buNone/>
              <a:defRPr sz="1440" b="1">
                <a:solidFill>
                  <a:schemeClr val="tx1"/>
                </a:solidFill>
                <a:latin typeface="+mj-lt"/>
                <a:ea typeface="+mj-lt"/>
                <a:cs typeface="+mj-lt"/>
              </a:defRPr>
            </a:lvl3pPr>
            <a:lvl4pPr marL="0" indent="0" algn="ctr">
              <a:lnSpc>
                <a:spcPct val="110000"/>
              </a:lnSpc>
              <a:spcBef>
                <a:spcPts val="0"/>
              </a:spcBef>
              <a:spcAft>
                <a:spcPts val="0"/>
              </a:spcAft>
              <a:buNone/>
              <a:defRPr sz="1440" b="1">
                <a:solidFill>
                  <a:schemeClr val="tx1"/>
                </a:solidFill>
                <a:latin typeface="+mj-lt"/>
                <a:ea typeface="+mj-lt"/>
                <a:cs typeface="+mj-lt"/>
              </a:defRPr>
            </a:lvl4pPr>
            <a:lvl5pPr marL="0" indent="0" algn="ctr">
              <a:lnSpc>
                <a:spcPct val="110000"/>
              </a:lnSpc>
              <a:spcBef>
                <a:spcPts val="0"/>
              </a:spcBef>
              <a:spcAft>
                <a:spcPts val="0"/>
              </a:spcAft>
              <a:buNone/>
              <a:defRPr sz="1440" b="1">
                <a:solidFill>
                  <a:schemeClr val="tx1"/>
                </a:solidFill>
                <a:latin typeface="+mj-lt"/>
                <a:ea typeface="+mj-lt"/>
                <a:cs typeface="+mj-lt"/>
              </a:defRPr>
            </a:lvl5pPr>
            <a:lvl6pPr marL="0" indent="0" algn="ctr">
              <a:lnSpc>
                <a:spcPct val="110000"/>
              </a:lnSpc>
              <a:spcBef>
                <a:spcPts val="0"/>
              </a:spcBef>
              <a:spcAft>
                <a:spcPts val="0"/>
              </a:spcAft>
              <a:buNone/>
              <a:defRPr sz="1440" b="1">
                <a:solidFill>
                  <a:schemeClr val="tx1"/>
                </a:solidFill>
                <a:latin typeface="+mj-lt"/>
                <a:ea typeface="+mj-lt"/>
                <a:cs typeface="+mj-lt"/>
              </a:defRPr>
            </a:lvl6pPr>
            <a:lvl7pPr marL="0" indent="0" algn="ctr">
              <a:lnSpc>
                <a:spcPct val="110000"/>
              </a:lnSpc>
              <a:spcBef>
                <a:spcPts val="0"/>
              </a:spcBef>
              <a:spcAft>
                <a:spcPts val="0"/>
              </a:spcAft>
              <a:buNone/>
              <a:defRPr sz="1440" b="1">
                <a:solidFill>
                  <a:schemeClr val="tx1"/>
                </a:solidFill>
                <a:latin typeface="+mj-lt"/>
                <a:ea typeface="+mj-lt"/>
                <a:cs typeface="+mj-lt"/>
              </a:defRPr>
            </a:lvl7pPr>
            <a:lvl8pPr marL="0" indent="0" algn="ctr">
              <a:lnSpc>
                <a:spcPct val="110000"/>
              </a:lnSpc>
              <a:spcBef>
                <a:spcPts val="0"/>
              </a:spcBef>
              <a:spcAft>
                <a:spcPts val="0"/>
              </a:spcAft>
              <a:buNone/>
              <a:defRPr sz="1440" b="1">
                <a:solidFill>
                  <a:schemeClr val="tx1"/>
                </a:solidFill>
                <a:latin typeface="+mj-lt"/>
                <a:ea typeface="+mj-lt"/>
                <a:cs typeface="+mj-lt"/>
              </a:defRPr>
            </a:lvl8pPr>
            <a:lvl9pPr marL="0" indent="0" algn="ctr">
              <a:lnSpc>
                <a:spcPct val="110000"/>
              </a:lnSpc>
              <a:spcBef>
                <a:spcPts val="0"/>
              </a:spcBef>
              <a:spcAft>
                <a:spcPts val="0"/>
              </a:spcAft>
              <a:buNone/>
              <a:defRPr sz="144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85613050-F6A6-46DA-82F4-6B6C00E1AC28}"/>
              </a:ext>
            </a:extLst>
          </p:cNvPr>
          <p:cNvSpPr>
            <a:spLocks xmlns:a="http://schemas.openxmlformats.org/drawingml/2006/main" noGrp="1"/>
          </p:cNvSpPr>
          <p:nvPr>
            <p:ph type="subTitle" idx="1"/>
          </p:nvPr>
        </p:nvSpPr>
        <p:spPr>
          <a:xfrm xmlns:a="http://schemas.openxmlformats.org/drawingml/2006/main">
            <a:off x="548640" y="3017520"/>
            <a:ext cx="2560320" cy="609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 b="0">
                <a:solidFill>
                  <a:schemeClr val="tx1"/>
                </a:solidFill>
                <a:latin typeface="+mn-lt"/>
                <a:ea typeface="+mn-lt"/>
                <a:cs typeface="+mn-lt"/>
              </a:defRPr>
            </a:defPPr>
            <a:lvl1pPr marL="0" indent="0" algn="ctr">
              <a:lnSpc>
                <a:spcPct val="110000"/>
              </a:lnSpc>
              <a:spcBef>
                <a:spcPts val="0"/>
              </a:spcBef>
              <a:spcAft>
                <a:spcPts val="0"/>
              </a:spcAft>
              <a:buNone/>
              <a:defRPr sz="630" b="0">
                <a:solidFill>
                  <a:schemeClr val="tx1"/>
                </a:solidFill>
                <a:latin typeface="+mn-lt"/>
                <a:ea typeface="+mn-lt"/>
                <a:cs typeface="+mn-lt"/>
              </a:defRPr>
            </a:lvl1pPr>
            <a:lvl2pPr marL="0" indent="0" algn="ctr">
              <a:lnSpc>
                <a:spcPct val="110000"/>
              </a:lnSpc>
              <a:spcBef>
                <a:spcPts val="0"/>
              </a:spcBef>
              <a:spcAft>
                <a:spcPts val="0"/>
              </a:spcAft>
              <a:buNone/>
              <a:defRPr sz="630" b="0">
                <a:solidFill>
                  <a:schemeClr val="tx1"/>
                </a:solidFill>
                <a:latin typeface="+mn-lt"/>
                <a:ea typeface="+mn-lt"/>
                <a:cs typeface="+mn-lt"/>
              </a:defRPr>
            </a:lvl2pPr>
            <a:lvl3pPr marL="0" indent="0" algn="ctr">
              <a:lnSpc>
                <a:spcPct val="110000"/>
              </a:lnSpc>
              <a:spcBef>
                <a:spcPts val="0"/>
              </a:spcBef>
              <a:spcAft>
                <a:spcPts val="0"/>
              </a:spcAft>
              <a:buNone/>
              <a:defRPr sz="630" b="0">
                <a:solidFill>
                  <a:schemeClr val="tx1"/>
                </a:solidFill>
                <a:latin typeface="+mn-lt"/>
                <a:ea typeface="+mn-lt"/>
                <a:cs typeface="+mn-lt"/>
              </a:defRPr>
            </a:lvl3pPr>
            <a:lvl4pPr marL="0" indent="0" algn="ctr">
              <a:lnSpc>
                <a:spcPct val="110000"/>
              </a:lnSpc>
              <a:spcBef>
                <a:spcPts val="0"/>
              </a:spcBef>
              <a:spcAft>
                <a:spcPts val="0"/>
              </a:spcAft>
              <a:buNone/>
              <a:defRPr sz="630" b="0">
                <a:solidFill>
                  <a:schemeClr val="tx1"/>
                </a:solidFill>
                <a:latin typeface="+mn-lt"/>
                <a:ea typeface="+mn-lt"/>
                <a:cs typeface="+mn-lt"/>
              </a:defRPr>
            </a:lvl4pPr>
            <a:lvl5pPr marL="0" indent="0" algn="ctr">
              <a:lnSpc>
                <a:spcPct val="110000"/>
              </a:lnSpc>
              <a:spcBef>
                <a:spcPts val="0"/>
              </a:spcBef>
              <a:spcAft>
                <a:spcPts val="0"/>
              </a:spcAft>
              <a:buNone/>
              <a:defRPr sz="630" b="0">
                <a:solidFill>
                  <a:schemeClr val="tx1"/>
                </a:solidFill>
                <a:latin typeface="+mn-lt"/>
                <a:ea typeface="+mn-lt"/>
                <a:cs typeface="+mn-lt"/>
              </a:defRPr>
            </a:lvl5pPr>
            <a:lvl6pPr marL="0" indent="0" algn="ctr">
              <a:lnSpc>
                <a:spcPct val="110000"/>
              </a:lnSpc>
              <a:spcBef>
                <a:spcPts val="0"/>
              </a:spcBef>
              <a:spcAft>
                <a:spcPts val="0"/>
              </a:spcAft>
              <a:buNone/>
              <a:defRPr sz="630" b="0">
                <a:solidFill>
                  <a:schemeClr val="tx1"/>
                </a:solidFill>
                <a:latin typeface="+mn-lt"/>
                <a:ea typeface="+mn-lt"/>
                <a:cs typeface="+mn-lt"/>
              </a:defRPr>
            </a:lvl6pPr>
            <a:lvl7pPr marL="0" indent="0" algn="ctr">
              <a:lnSpc>
                <a:spcPct val="110000"/>
              </a:lnSpc>
              <a:spcBef>
                <a:spcPts val="0"/>
              </a:spcBef>
              <a:spcAft>
                <a:spcPts val="0"/>
              </a:spcAft>
              <a:buNone/>
              <a:defRPr sz="630" b="0">
                <a:solidFill>
                  <a:schemeClr val="tx1"/>
                </a:solidFill>
                <a:latin typeface="+mn-lt"/>
                <a:ea typeface="+mn-lt"/>
                <a:cs typeface="+mn-lt"/>
              </a:defRPr>
            </a:lvl7pPr>
            <a:lvl8pPr marL="0" indent="0" algn="ctr">
              <a:lnSpc>
                <a:spcPct val="110000"/>
              </a:lnSpc>
              <a:spcBef>
                <a:spcPts val="0"/>
              </a:spcBef>
              <a:spcAft>
                <a:spcPts val="0"/>
              </a:spcAft>
              <a:buNone/>
              <a:defRPr sz="630" b="0">
                <a:solidFill>
                  <a:schemeClr val="tx1"/>
                </a:solidFill>
                <a:latin typeface="+mn-lt"/>
                <a:ea typeface="+mn-lt"/>
                <a:cs typeface="+mn-lt"/>
              </a:defRPr>
            </a:lvl8pPr>
            <a:lvl9pPr marL="0" indent="0" algn="ctr">
              <a:lnSpc>
                <a:spcPct val="110000"/>
              </a:lnSpc>
              <a:spcBef>
                <a:spcPts val="0"/>
              </a:spcBef>
              <a:spcAft>
                <a:spcPts val="0"/>
              </a:spcAft>
              <a:buNone/>
              <a:defRPr sz="63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D4EE3CF-A90B-40DA-9872-F10644869B3B}"/>
              </a:ext>
            </a:extLst>
          </p:cNvPr>
          <p:cNvSpPr>
            <a:spLocks xmlns:a="http://schemas.openxmlformats.org/drawingml/2006/main" noGrp="1"/>
          </p:cNvSpPr>
          <p:nvPr>
            <p:ph type="title" idx="0"/>
          </p:nvPr>
        </p:nvSpPr>
        <p:spPr>
          <a:xfrm xmlns:a="http://schemas.openxmlformats.org/drawingml/2006/main">
            <a:off x="365760" y="2286000"/>
            <a:ext cx="2926080" cy="914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260" b="1">
                <a:solidFill>
                  <a:schemeClr val="tx1"/>
                </a:solidFill>
                <a:latin typeface="+mj-lt"/>
                <a:ea typeface="+mj-lt"/>
                <a:cs typeface="+mj-lt"/>
              </a:defRPr>
            </a:defPPr>
            <a:lvl1pPr marL="0" indent="0" algn="ctr">
              <a:lnSpc>
                <a:spcPct val="110000"/>
              </a:lnSpc>
              <a:spcBef>
                <a:spcPts val="0"/>
              </a:spcBef>
              <a:spcAft>
                <a:spcPts val="0"/>
              </a:spcAft>
              <a:buNone/>
              <a:defRPr sz="1260" b="1">
                <a:solidFill>
                  <a:schemeClr val="tx1"/>
                </a:solidFill>
                <a:latin typeface="+mj-lt"/>
                <a:ea typeface="+mj-lt"/>
                <a:cs typeface="+mj-lt"/>
              </a:defRPr>
            </a:lvl1pPr>
            <a:lvl2pPr marL="0" indent="0" algn="ctr">
              <a:lnSpc>
                <a:spcPct val="110000"/>
              </a:lnSpc>
              <a:spcBef>
                <a:spcPts val="0"/>
              </a:spcBef>
              <a:spcAft>
                <a:spcPts val="0"/>
              </a:spcAft>
              <a:buNone/>
              <a:defRPr sz="1260" b="1">
                <a:solidFill>
                  <a:schemeClr val="tx1"/>
                </a:solidFill>
                <a:latin typeface="+mj-lt"/>
                <a:ea typeface="+mj-lt"/>
                <a:cs typeface="+mj-lt"/>
              </a:defRPr>
            </a:lvl2pPr>
            <a:lvl3pPr marL="0" indent="0" algn="ctr">
              <a:lnSpc>
                <a:spcPct val="110000"/>
              </a:lnSpc>
              <a:spcBef>
                <a:spcPts val="0"/>
              </a:spcBef>
              <a:spcAft>
                <a:spcPts val="0"/>
              </a:spcAft>
              <a:buNone/>
              <a:defRPr sz="1260" b="1">
                <a:solidFill>
                  <a:schemeClr val="tx1"/>
                </a:solidFill>
                <a:latin typeface="+mj-lt"/>
                <a:ea typeface="+mj-lt"/>
                <a:cs typeface="+mj-lt"/>
              </a:defRPr>
            </a:lvl3pPr>
            <a:lvl4pPr marL="0" indent="0" algn="ctr">
              <a:lnSpc>
                <a:spcPct val="110000"/>
              </a:lnSpc>
              <a:spcBef>
                <a:spcPts val="0"/>
              </a:spcBef>
              <a:spcAft>
                <a:spcPts val="0"/>
              </a:spcAft>
              <a:buNone/>
              <a:defRPr sz="1260" b="1">
                <a:solidFill>
                  <a:schemeClr val="tx1"/>
                </a:solidFill>
                <a:latin typeface="+mj-lt"/>
                <a:ea typeface="+mj-lt"/>
                <a:cs typeface="+mj-lt"/>
              </a:defRPr>
            </a:lvl4pPr>
            <a:lvl5pPr marL="0" indent="0" algn="ctr">
              <a:lnSpc>
                <a:spcPct val="110000"/>
              </a:lnSpc>
              <a:spcBef>
                <a:spcPts val="0"/>
              </a:spcBef>
              <a:spcAft>
                <a:spcPts val="0"/>
              </a:spcAft>
              <a:buNone/>
              <a:defRPr sz="1260" b="1">
                <a:solidFill>
                  <a:schemeClr val="tx1"/>
                </a:solidFill>
                <a:latin typeface="+mj-lt"/>
                <a:ea typeface="+mj-lt"/>
                <a:cs typeface="+mj-lt"/>
              </a:defRPr>
            </a:lvl5pPr>
            <a:lvl6pPr marL="0" indent="0" algn="ctr">
              <a:lnSpc>
                <a:spcPct val="110000"/>
              </a:lnSpc>
              <a:spcBef>
                <a:spcPts val="0"/>
              </a:spcBef>
              <a:spcAft>
                <a:spcPts val="0"/>
              </a:spcAft>
              <a:buNone/>
              <a:defRPr sz="1260" b="1">
                <a:solidFill>
                  <a:schemeClr val="tx1"/>
                </a:solidFill>
                <a:latin typeface="+mj-lt"/>
                <a:ea typeface="+mj-lt"/>
                <a:cs typeface="+mj-lt"/>
              </a:defRPr>
            </a:lvl6pPr>
            <a:lvl7pPr marL="0" indent="0" algn="ctr">
              <a:lnSpc>
                <a:spcPct val="110000"/>
              </a:lnSpc>
              <a:spcBef>
                <a:spcPts val="0"/>
              </a:spcBef>
              <a:spcAft>
                <a:spcPts val="0"/>
              </a:spcAft>
              <a:buNone/>
              <a:defRPr sz="1260" b="1">
                <a:solidFill>
                  <a:schemeClr val="tx1"/>
                </a:solidFill>
                <a:latin typeface="+mj-lt"/>
                <a:ea typeface="+mj-lt"/>
                <a:cs typeface="+mj-lt"/>
              </a:defRPr>
            </a:lvl7pPr>
            <a:lvl8pPr marL="0" indent="0" algn="ctr">
              <a:lnSpc>
                <a:spcPct val="110000"/>
              </a:lnSpc>
              <a:spcBef>
                <a:spcPts val="0"/>
              </a:spcBef>
              <a:spcAft>
                <a:spcPts val="0"/>
              </a:spcAft>
              <a:buNone/>
              <a:defRPr sz="1260" b="1">
                <a:solidFill>
                  <a:schemeClr val="tx1"/>
                </a:solidFill>
                <a:latin typeface="+mj-lt"/>
                <a:ea typeface="+mj-lt"/>
                <a:cs typeface="+mj-lt"/>
              </a:defRPr>
            </a:lvl8pPr>
            <a:lvl9pPr marL="0" indent="0" algn="ctr">
              <a:lnSpc>
                <a:spcPct val="110000"/>
              </a:lnSpc>
              <a:spcBef>
                <a:spcPts val="0"/>
              </a:spcBef>
              <a:spcAft>
                <a:spcPts val="0"/>
              </a:spcAft>
              <a:buNone/>
              <a:defRPr sz="126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488C371-AAF5-482F-ACED-D389A73AD57E}"/>
              </a:ext>
            </a:extLst>
          </p:cNvPr>
          <p:cNvSpPr>
            <a:spLocks xmlns:a="http://schemas.openxmlformats.org/drawingml/2006/main" noGrp="1"/>
          </p:cNvSpPr>
          <p:nvPr>
            <p:ph type="title" idx="0"/>
          </p:nvPr>
        </p:nvSpPr>
        <p:spPr>
          <a:xfrm xmlns:a="http://schemas.openxmlformats.org/drawingml/2006/main">
            <a:off x="205740" y="426720"/>
            <a:ext cx="3246120" cy="670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990" b="1">
                <a:solidFill>
                  <a:schemeClr val="tx1"/>
                </a:solidFill>
                <a:latin typeface="+mj-lt"/>
                <a:ea typeface="+mj-lt"/>
                <a:cs typeface="+mj-lt"/>
              </a:defRPr>
            </a:defPPr>
            <a:lvl1pPr marL="0" indent="0" algn="l">
              <a:lnSpc>
                <a:spcPct val="110000"/>
              </a:lnSpc>
              <a:spcBef>
                <a:spcPts val="0"/>
              </a:spcBef>
              <a:spcAft>
                <a:spcPts val="0"/>
              </a:spcAft>
              <a:buNone/>
              <a:defRPr sz="990" b="1">
                <a:solidFill>
                  <a:schemeClr val="tx1"/>
                </a:solidFill>
                <a:latin typeface="+mj-lt"/>
                <a:ea typeface="+mj-lt"/>
                <a:cs typeface="+mj-lt"/>
              </a:defRPr>
            </a:lvl1pPr>
            <a:lvl2pPr marL="0" indent="0" algn="l">
              <a:lnSpc>
                <a:spcPct val="110000"/>
              </a:lnSpc>
              <a:spcBef>
                <a:spcPts val="0"/>
              </a:spcBef>
              <a:spcAft>
                <a:spcPts val="0"/>
              </a:spcAft>
              <a:buNone/>
              <a:defRPr sz="990" b="1">
                <a:solidFill>
                  <a:schemeClr val="tx1"/>
                </a:solidFill>
                <a:latin typeface="+mj-lt"/>
                <a:ea typeface="+mj-lt"/>
                <a:cs typeface="+mj-lt"/>
              </a:defRPr>
            </a:lvl2pPr>
            <a:lvl3pPr marL="0" indent="0" algn="l">
              <a:lnSpc>
                <a:spcPct val="110000"/>
              </a:lnSpc>
              <a:spcBef>
                <a:spcPts val="0"/>
              </a:spcBef>
              <a:spcAft>
                <a:spcPts val="0"/>
              </a:spcAft>
              <a:buNone/>
              <a:defRPr sz="990" b="1">
                <a:solidFill>
                  <a:schemeClr val="tx1"/>
                </a:solidFill>
                <a:latin typeface="+mj-lt"/>
                <a:ea typeface="+mj-lt"/>
                <a:cs typeface="+mj-lt"/>
              </a:defRPr>
            </a:lvl3pPr>
            <a:lvl4pPr marL="0" indent="0" algn="l">
              <a:lnSpc>
                <a:spcPct val="110000"/>
              </a:lnSpc>
              <a:spcBef>
                <a:spcPts val="0"/>
              </a:spcBef>
              <a:spcAft>
                <a:spcPts val="0"/>
              </a:spcAft>
              <a:buNone/>
              <a:defRPr sz="990" b="1">
                <a:solidFill>
                  <a:schemeClr val="tx1"/>
                </a:solidFill>
                <a:latin typeface="+mj-lt"/>
                <a:ea typeface="+mj-lt"/>
                <a:cs typeface="+mj-lt"/>
              </a:defRPr>
            </a:lvl4pPr>
            <a:lvl5pPr marL="0" indent="0" algn="l">
              <a:lnSpc>
                <a:spcPct val="110000"/>
              </a:lnSpc>
              <a:spcBef>
                <a:spcPts val="0"/>
              </a:spcBef>
              <a:spcAft>
                <a:spcPts val="0"/>
              </a:spcAft>
              <a:buNone/>
              <a:defRPr sz="990" b="1">
                <a:solidFill>
                  <a:schemeClr val="tx1"/>
                </a:solidFill>
                <a:latin typeface="+mj-lt"/>
                <a:ea typeface="+mj-lt"/>
                <a:cs typeface="+mj-lt"/>
              </a:defRPr>
            </a:lvl5pPr>
            <a:lvl6pPr marL="0" indent="0" algn="l">
              <a:lnSpc>
                <a:spcPct val="110000"/>
              </a:lnSpc>
              <a:spcBef>
                <a:spcPts val="0"/>
              </a:spcBef>
              <a:spcAft>
                <a:spcPts val="0"/>
              </a:spcAft>
              <a:buNone/>
              <a:defRPr sz="990" b="1">
                <a:solidFill>
                  <a:schemeClr val="tx1"/>
                </a:solidFill>
                <a:latin typeface="+mj-lt"/>
                <a:ea typeface="+mj-lt"/>
                <a:cs typeface="+mj-lt"/>
              </a:defRPr>
            </a:lvl6pPr>
            <a:lvl7pPr marL="0" indent="0" algn="l">
              <a:lnSpc>
                <a:spcPct val="110000"/>
              </a:lnSpc>
              <a:spcBef>
                <a:spcPts val="0"/>
              </a:spcBef>
              <a:spcAft>
                <a:spcPts val="0"/>
              </a:spcAft>
              <a:buNone/>
              <a:defRPr sz="990" b="1">
                <a:solidFill>
                  <a:schemeClr val="tx1"/>
                </a:solidFill>
                <a:latin typeface="+mj-lt"/>
                <a:ea typeface="+mj-lt"/>
                <a:cs typeface="+mj-lt"/>
              </a:defRPr>
            </a:lvl7pPr>
            <a:lvl8pPr marL="0" indent="0" algn="l">
              <a:lnSpc>
                <a:spcPct val="110000"/>
              </a:lnSpc>
              <a:spcBef>
                <a:spcPts val="0"/>
              </a:spcBef>
              <a:spcAft>
                <a:spcPts val="0"/>
              </a:spcAft>
              <a:buNone/>
              <a:defRPr sz="990" b="1">
                <a:solidFill>
                  <a:schemeClr val="tx1"/>
                </a:solidFill>
                <a:latin typeface="+mj-lt"/>
                <a:ea typeface="+mj-lt"/>
                <a:cs typeface="+mj-lt"/>
              </a:defRPr>
            </a:lvl8pPr>
            <a:lvl9pPr marL="0" indent="0" algn="l">
              <a:lnSpc>
                <a:spcPct val="110000"/>
              </a:lnSpc>
              <a:spcBef>
                <a:spcPts val="0"/>
              </a:spcBef>
              <a:spcAft>
                <a:spcPts val="0"/>
              </a:spcAft>
              <a:buNone/>
              <a:defRPr sz="99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7CEAC92-B5F3-4B63-B6D4-082554B2DC75}"/>
              </a:ext>
            </a:extLst>
          </p:cNvPr>
          <p:cNvSpPr>
            <a:spLocks xmlns:a="http://schemas.openxmlformats.org/drawingml/2006/main" noGrp="1"/>
          </p:cNvSpPr>
          <p:nvPr>
            <p:ph type="body" idx="1"/>
          </p:nvPr>
        </p:nvSpPr>
        <p:spPr>
          <a:xfrm xmlns:a="http://schemas.openxmlformats.org/drawingml/2006/main">
            <a:off x="205740" y="1524000"/>
            <a:ext cx="3246120" cy="34137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75" b="0">
                <a:solidFill>
                  <a:schemeClr val="tx1"/>
                </a:solidFill>
                <a:latin typeface="+mn-lt"/>
                <a:ea typeface="+mn-lt"/>
                <a:cs typeface="+mn-lt"/>
              </a:defRPr>
            </a:defPPr>
            <a:lvl1pPr marL="68580" indent="-68580" algn="l">
              <a:lnSpc>
                <a:spcPct val="110000"/>
              </a:lnSpc>
              <a:spcBef>
                <a:spcPts val="0"/>
              </a:spcBef>
              <a:spcAft>
                <a:spcPts val="360"/>
              </a:spcAft>
              <a:buChar char="•"/>
              <a:defRPr sz="675" b="0">
                <a:solidFill>
                  <a:schemeClr val="tx1"/>
                </a:solidFill>
                <a:latin typeface="+mn-lt"/>
                <a:ea typeface="+mn-lt"/>
                <a:cs typeface="+mn-lt"/>
              </a:defRPr>
            </a:lvl1pPr>
            <a:lvl2pPr marL="160020" indent="-68580" algn="l">
              <a:lnSpc>
                <a:spcPct val="110000"/>
              </a:lnSpc>
              <a:spcBef>
                <a:spcPts val="0"/>
              </a:spcBef>
              <a:spcAft>
                <a:spcPts val="360"/>
              </a:spcAft>
              <a:buChar char="•"/>
              <a:defRPr sz="675" b="0">
                <a:solidFill>
                  <a:schemeClr val="tx1"/>
                </a:solidFill>
                <a:latin typeface="+mn-lt"/>
                <a:ea typeface="+mn-lt"/>
                <a:cs typeface="+mn-lt"/>
              </a:defRPr>
            </a:lvl2pPr>
            <a:lvl3pPr marL="251460" indent="-68580" algn="l">
              <a:lnSpc>
                <a:spcPct val="110000"/>
              </a:lnSpc>
              <a:spcBef>
                <a:spcPts val="0"/>
              </a:spcBef>
              <a:spcAft>
                <a:spcPts val="360"/>
              </a:spcAft>
              <a:buChar char="•"/>
              <a:defRPr sz="675" b="0">
                <a:solidFill>
                  <a:schemeClr val="tx1"/>
                </a:solidFill>
                <a:latin typeface="+mn-lt"/>
                <a:ea typeface="+mn-lt"/>
                <a:cs typeface="+mn-lt"/>
              </a:defRPr>
            </a:lvl3pPr>
            <a:lvl4pPr marL="342900" indent="-68580" algn="l">
              <a:lnSpc>
                <a:spcPct val="110000"/>
              </a:lnSpc>
              <a:spcBef>
                <a:spcPts val="0"/>
              </a:spcBef>
              <a:spcAft>
                <a:spcPts val="360"/>
              </a:spcAft>
              <a:buChar char="•"/>
              <a:defRPr sz="675" b="0">
                <a:solidFill>
                  <a:schemeClr val="tx1"/>
                </a:solidFill>
                <a:latin typeface="+mn-lt"/>
                <a:ea typeface="+mn-lt"/>
                <a:cs typeface="+mn-lt"/>
              </a:defRPr>
            </a:lvl4pPr>
            <a:lvl5pPr marL="434340" indent="-68580" algn="l">
              <a:lnSpc>
                <a:spcPct val="110000"/>
              </a:lnSpc>
              <a:spcBef>
                <a:spcPts val="0"/>
              </a:spcBef>
              <a:spcAft>
                <a:spcPts val="360"/>
              </a:spcAft>
              <a:buChar char="•"/>
              <a:defRPr sz="675" b="0">
                <a:solidFill>
                  <a:schemeClr val="tx1"/>
                </a:solidFill>
                <a:latin typeface="+mn-lt"/>
                <a:ea typeface="+mn-lt"/>
                <a:cs typeface="+mn-lt"/>
              </a:defRPr>
            </a:lvl5pPr>
            <a:lvl6pPr marL="525780" indent="-68580" algn="l">
              <a:lnSpc>
                <a:spcPct val="110000"/>
              </a:lnSpc>
              <a:spcBef>
                <a:spcPts val="0"/>
              </a:spcBef>
              <a:spcAft>
                <a:spcPts val="360"/>
              </a:spcAft>
              <a:buChar char="•"/>
              <a:defRPr sz="675" b="0">
                <a:solidFill>
                  <a:schemeClr val="tx1"/>
                </a:solidFill>
                <a:latin typeface="+mn-lt"/>
                <a:ea typeface="+mn-lt"/>
                <a:cs typeface="+mn-lt"/>
              </a:defRPr>
            </a:lvl6pPr>
            <a:lvl7pPr marL="617220" indent="-68580" algn="l">
              <a:lnSpc>
                <a:spcPct val="110000"/>
              </a:lnSpc>
              <a:spcBef>
                <a:spcPts val="0"/>
              </a:spcBef>
              <a:spcAft>
                <a:spcPts val="360"/>
              </a:spcAft>
              <a:buChar char="•"/>
              <a:defRPr sz="675" b="0">
                <a:solidFill>
                  <a:schemeClr val="tx1"/>
                </a:solidFill>
                <a:latin typeface="+mn-lt"/>
                <a:ea typeface="+mn-lt"/>
                <a:cs typeface="+mn-lt"/>
              </a:defRPr>
            </a:lvl7pPr>
            <a:lvl8pPr marL="708660" indent="-68580" algn="l">
              <a:lnSpc>
                <a:spcPct val="110000"/>
              </a:lnSpc>
              <a:spcBef>
                <a:spcPts val="0"/>
              </a:spcBef>
              <a:spcAft>
                <a:spcPts val="360"/>
              </a:spcAft>
              <a:buChar char="•"/>
              <a:defRPr sz="675" b="0">
                <a:solidFill>
                  <a:schemeClr val="tx1"/>
                </a:solidFill>
                <a:latin typeface="+mn-lt"/>
                <a:ea typeface="+mn-lt"/>
                <a:cs typeface="+mn-lt"/>
              </a:defRPr>
            </a:lvl8pPr>
            <a:lvl9pPr marL="800100" indent="-68580" algn="l">
              <a:lnSpc>
                <a:spcPct val="110000"/>
              </a:lnSpc>
              <a:spcBef>
                <a:spcPts val="0"/>
              </a:spcBef>
              <a:spcAft>
                <a:spcPts val="360"/>
              </a:spcAft>
              <a:buChar char="•"/>
              <a:defRPr sz="675"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1E7E92C-7C7A-4814-B9A9-032289644DE4}"/>
              </a:ext>
            </a:extLst>
          </p:cNvPr>
          <p:cNvSpPr>
            <a:spLocks xmlns:a="http://schemas.openxmlformats.org/drawingml/2006/main" noGrp="1"/>
          </p:cNvSpPr>
          <p:nvPr>
            <p:ph type="title" idx="0"/>
          </p:nvPr>
        </p:nvSpPr>
        <p:spPr>
          <a:xfrm xmlns:a="http://schemas.openxmlformats.org/drawingml/2006/main">
            <a:off x="205740" y="426720"/>
            <a:ext cx="3246120" cy="670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990" b="1">
                <a:solidFill>
                  <a:schemeClr val="tx1"/>
                </a:solidFill>
                <a:latin typeface="+mj-lt"/>
                <a:ea typeface="+mj-lt"/>
                <a:cs typeface="+mj-lt"/>
              </a:defRPr>
            </a:defPPr>
            <a:lvl1pPr marL="0" indent="0" algn="l">
              <a:lnSpc>
                <a:spcPct val="110000"/>
              </a:lnSpc>
              <a:spcBef>
                <a:spcPts val="0"/>
              </a:spcBef>
              <a:spcAft>
                <a:spcPts val="0"/>
              </a:spcAft>
              <a:buNone/>
              <a:defRPr sz="990" b="1">
                <a:solidFill>
                  <a:schemeClr val="tx1"/>
                </a:solidFill>
                <a:latin typeface="+mj-lt"/>
                <a:ea typeface="+mj-lt"/>
                <a:cs typeface="+mj-lt"/>
              </a:defRPr>
            </a:lvl1pPr>
            <a:lvl2pPr marL="0" indent="0" algn="l">
              <a:lnSpc>
                <a:spcPct val="110000"/>
              </a:lnSpc>
              <a:spcBef>
                <a:spcPts val="0"/>
              </a:spcBef>
              <a:spcAft>
                <a:spcPts val="0"/>
              </a:spcAft>
              <a:buNone/>
              <a:defRPr sz="990" b="1">
                <a:solidFill>
                  <a:schemeClr val="tx1"/>
                </a:solidFill>
                <a:latin typeface="+mj-lt"/>
                <a:ea typeface="+mj-lt"/>
                <a:cs typeface="+mj-lt"/>
              </a:defRPr>
            </a:lvl2pPr>
            <a:lvl3pPr marL="0" indent="0" algn="l">
              <a:lnSpc>
                <a:spcPct val="110000"/>
              </a:lnSpc>
              <a:spcBef>
                <a:spcPts val="0"/>
              </a:spcBef>
              <a:spcAft>
                <a:spcPts val="0"/>
              </a:spcAft>
              <a:buNone/>
              <a:defRPr sz="990" b="1">
                <a:solidFill>
                  <a:schemeClr val="tx1"/>
                </a:solidFill>
                <a:latin typeface="+mj-lt"/>
                <a:ea typeface="+mj-lt"/>
                <a:cs typeface="+mj-lt"/>
              </a:defRPr>
            </a:lvl3pPr>
            <a:lvl4pPr marL="0" indent="0" algn="l">
              <a:lnSpc>
                <a:spcPct val="110000"/>
              </a:lnSpc>
              <a:spcBef>
                <a:spcPts val="0"/>
              </a:spcBef>
              <a:spcAft>
                <a:spcPts val="0"/>
              </a:spcAft>
              <a:buNone/>
              <a:defRPr sz="990" b="1">
                <a:solidFill>
                  <a:schemeClr val="tx1"/>
                </a:solidFill>
                <a:latin typeface="+mj-lt"/>
                <a:ea typeface="+mj-lt"/>
                <a:cs typeface="+mj-lt"/>
              </a:defRPr>
            </a:lvl4pPr>
            <a:lvl5pPr marL="0" indent="0" algn="l">
              <a:lnSpc>
                <a:spcPct val="110000"/>
              </a:lnSpc>
              <a:spcBef>
                <a:spcPts val="0"/>
              </a:spcBef>
              <a:spcAft>
                <a:spcPts val="0"/>
              </a:spcAft>
              <a:buNone/>
              <a:defRPr sz="990" b="1">
                <a:solidFill>
                  <a:schemeClr val="tx1"/>
                </a:solidFill>
                <a:latin typeface="+mj-lt"/>
                <a:ea typeface="+mj-lt"/>
                <a:cs typeface="+mj-lt"/>
              </a:defRPr>
            </a:lvl5pPr>
            <a:lvl6pPr marL="0" indent="0" algn="l">
              <a:lnSpc>
                <a:spcPct val="110000"/>
              </a:lnSpc>
              <a:spcBef>
                <a:spcPts val="0"/>
              </a:spcBef>
              <a:spcAft>
                <a:spcPts val="0"/>
              </a:spcAft>
              <a:buNone/>
              <a:defRPr sz="990" b="1">
                <a:solidFill>
                  <a:schemeClr val="tx1"/>
                </a:solidFill>
                <a:latin typeface="+mj-lt"/>
                <a:ea typeface="+mj-lt"/>
                <a:cs typeface="+mj-lt"/>
              </a:defRPr>
            </a:lvl6pPr>
            <a:lvl7pPr marL="0" indent="0" algn="l">
              <a:lnSpc>
                <a:spcPct val="110000"/>
              </a:lnSpc>
              <a:spcBef>
                <a:spcPts val="0"/>
              </a:spcBef>
              <a:spcAft>
                <a:spcPts val="0"/>
              </a:spcAft>
              <a:buNone/>
              <a:defRPr sz="990" b="1">
                <a:solidFill>
                  <a:schemeClr val="tx1"/>
                </a:solidFill>
                <a:latin typeface="+mj-lt"/>
                <a:ea typeface="+mj-lt"/>
                <a:cs typeface="+mj-lt"/>
              </a:defRPr>
            </a:lvl7pPr>
            <a:lvl8pPr marL="0" indent="0" algn="l">
              <a:lnSpc>
                <a:spcPct val="110000"/>
              </a:lnSpc>
              <a:spcBef>
                <a:spcPts val="0"/>
              </a:spcBef>
              <a:spcAft>
                <a:spcPts val="0"/>
              </a:spcAft>
              <a:buNone/>
              <a:defRPr sz="990" b="1">
                <a:solidFill>
                  <a:schemeClr val="tx1"/>
                </a:solidFill>
                <a:latin typeface="+mj-lt"/>
                <a:ea typeface="+mj-lt"/>
                <a:cs typeface="+mj-lt"/>
              </a:defRPr>
            </a:lvl8pPr>
            <a:lvl9pPr marL="0" indent="0" algn="l">
              <a:lnSpc>
                <a:spcPct val="110000"/>
              </a:lnSpc>
              <a:spcBef>
                <a:spcPts val="0"/>
              </a:spcBef>
              <a:spcAft>
                <a:spcPts val="0"/>
              </a:spcAft>
              <a:buNone/>
              <a:defRPr sz="99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59C33A8-C1C1-4F95-B198-7DD7E6EDD70F}"/>
              </a:ext>
            </a:extLst>
          </p:cNvPr>
          <p:cNvSpPr>
            <a:spLocks xmlns:a="http://schemas.openxmlformats.org/drawingml/2006/main" noGrp="1"/>
          </p:cNvSpPr>
          <p:nvPr>
            <p:ph type="body" idx="1"/>
          </p:nvPr>
        </p:nvSpPr>
        <p:spPr>
          <a:xfrm xmlns:a="http://schemas.openxmlformats.org/drawingml/2006/main">
            <a:off x="205740" y="1524000"/>
            <a:ext cx="1508760" cy="34137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30" b="0">
                <a:solidFill>
                  <a:schemeClr val="tx1"/>
                </a:solidFill>
                <a:latin typeface="+mn-lt"/>
                <a:ea typeface="+mn-lt"/>
                <a:cs typeface="+mn-lt"/>
              </a:defRPr>
            </a:defPPr>
            <a:lvl1pPr marL="68580" indent="-68580" algn="l">
              <a:lnSpc>
                <a:spcPct val="110000"/>
              </a:lnSpc>
              <a:spcBef>
                <a:spcPts val="0"/>
              </a:spcBef>
              <a:spcAft>
                <a:spcPts val="360"/>
              </a:spcAft>
              <a:buChar char="•"/>
              <a:defRPr sz="630" b="0">
                <a:solidFill>
                  <a:schemeClr val="tx1"/>
                </a:solidFill>
                <a:latin typeface="+mn-lt"/>
                <a:ea typeface="+mn-lt"/>
                <a:cs typeface="+mn-lt"/>
              </a:defRPr>
            </a:lvl1pPr>
            <a:lvl2pPr marL="160020" indent="-68580" algn="l">
              <a:lnSpc>
                <a:spcPct val="110000"/>
              </a:lnSpc>
              <a:spcBef>
                <a:spcPts val="0"/>
              </a:spcBef>
              <a:spcAft>
                <a:spcPts val="360"/>
              </a:spcAft>
              <a:buChar char="•"/>
              <a:defRPr sz="630" b="0">
                <a:solidFill>
                  <a:schemeClr val="tx1"/>
                </a:solidFill>
                <a:latin typeface="+mn-lt"/>
                <a:ea typeface="+mn-lt"/>
                <a:cs typeface="+mn-lt"/>
              </a:defRPr>
            </a:lvl2pPr>
            <a:lvl3pPr marL="251460" indent="-68580" algn="l">
              <a:lnSpc>
                <a:spcPct val="110000"/>
              </a:lnSpc>
              <a:spcBef>
                <a:spcPts val="0"/>
              </a:spcBef>
              <a:spcAft>
                <a:spcPts val="360"/>
              </a:spcAft>
              <a:buChar char="•"/>
              <a:defRPr sz="630" b="0">
                <a:solidFill>
                  <a:schemeClr val="tx1"/>
                </a:solidFill>
                <a:latin typeface="+mn-lt"/>
                <a:ea typeface="+mn-lt"/>
                <a:cs typeface="+mn-lt"/>
              </a:defRPr>
            </a:lvl3pPr>
            <a:lvl4pPr marL="342900" indent="-68580" algn="l">
              <a:lnSpc>
                <a:spcPct val="110000"/>
              </a:lnSpc>
              <a:spcBef>
                <a:spcPts val="0"/>
              </a:spcBef>
              <a:spcAft>
                <a:spcPts val="360"/>
              </a:spcAft>
              <a:buChar char="•"/>
              <a:defRPr sz="630" b="0">
                <a:solidFill>
                  <a:schemeClr val="tx1"/>
                </a:solidFill>
                <a:latin typeface="+mn-lt"/>
                <a:ea typeface="+mn-lt"/>
                <a:cs typeface="+mn-lt"/>
              </a:defRPr>
            </a:lvl4pPr>
            <a:lvl5pPr marL="434340" indent="-68580" algn="l">
              <a:lnSpc>
                <a:spcPct val="110000"/>
              </a:lnSpc>
              <a:spcBef>
                <a:spcPts val="0"/>
              </a:spcBef>
              <a:spcAft>
                <a:spcPts val="360"/>
              </a:spcAft>
              <a:buChar char="•"/>
              <a:defRPr sz="630" b="0">
                <a:solidFill>
                  <a:schemeClr val="tx1"/>
                </a:solidFill>
                <a:latin typeface="+mn-lt"/>
                <a:ea typeface="+mn-lt"/>
                <a:cs typeface="+mn-lt"/>
              </a:defRPr>
            </a:lvl5pPr>
            <a:lvl6pPr marL="525780" indent="-68580" algn="l">
              <a:lnSpc>
                <a:spcPct val="110000"/>
              </a:lnSpc>
              <a:spcBef>
                <a:spcPts val="0"/>
              </a:spcBef>
              <a:spcAft>
                <a:spcPts val="360"/>
              </a:spcAft>
              <a:buChar char="•"/>
              <a:defRPr sz="630" b="0">
                <a:solidFill>
                  <a:schemeClr val="tx1"/>
                </a:solidFill>
                <a:latin typeface="+mn-lt"/>
                <a:ea typeface="+mn-lt"/>
                <a:cs typeface="+mn-lt"/>
              </a:defRPr>
            </a:lvl6pPr>
            <a:lvl7pPr marL="617220" indent="-68580" algn="l">
              <a:lnSpc>
                <a:spcPct val="110000"/>
              </a:lnSpc>
              <a:spcBef>
                <a:spcPts val="0"/>
              </a:spcBef>
              <a:spcAft>
                <a:spcPts val="360"/>
              </a:spcAft>
              <a:buChar char="•"/>
              <a:defRPr sz="630" b="0">
                <a:solidFill>
                  <a:schemeClr val="tx1"/>
                </a:solidFill>
                <a:latin typeface="+mn-lt"/>
                <a:ea typeface="+mn-lt"/>
                <a:cs typeface="+mn-lt"/>
              </a:defRPr>
            </a:lvl7pPr>
            <a:lvl8pPr marL="708660" indent="-68580" algn="l">
              <a:lnSpc>
                <a:spcPct val="110000"/>
              </a:lnSpc>
              <a:spcBef>
                <a:spcPts val="0"/>
              </a:spcBef>
              <a:spcAft>
                <a:spcPts val="360"/>
              </a:spcAft>
              <a:buChar char="•"/>
              <a:defRPr sz="630" b="0">
                <a:solidFill>
                  <a:schemeClr val="tx1"/>
                </a:solidFill>
                <a:latin typeface="+mn-lt"/>
                <a:ea typeface="+mn-lt"/>
                <a:cs typeface="+mn-lt"/>
              </a:defRPr>
            </a:lvl8pPr>
            <a:lvl9pPr marL="800100" indent="-68580" algn="l">
              <a:lnSpc>
                <a:spcPct val="110000"/>
              </a:lnSpc>
              <a:spcBef>
                <a:spcPts val="0"/>
              </a:spcBef>
              <a:spcAft>
                <a:spcPts val="360"/>
              </a:spcAft>
              <a:buChar char="•"/>
              <a:defRPr sz="63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E22C9F1-973D-44DD-BA2D-A96BB2E43A42}"/>
              </a:ext>
            </a:extLst>
          </p:cNvPr>
          <p:cNvSpPr>
            <a:spLocks xmlns:a="http://schemas.openxmlformats.org/drawingml/2006/main" noGrp="1"/>
          </p:cNvSpPr>
          <p:nvPr>
            <p:ph type="body" idx="2"/>
          </p:nvPr>
        </p:nvSpPr>
        <p:spPr>
          <a:xfrm xmlns:a="http://schemas.openxmlformats.org/drawingml/2006/main">
            <a:off x="1943100" y="1524000"/>
            <a:ext cx="1508760" cy="34137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30" b="0">
                <a:solidFill>
                  <a:schemeClr val="tx1"/>
                </a:solidFill>
                <a:latin typeface="+mn-lt"/>
                <a:ea typeface="+mn-lt"/>
                <a:cs typeface="+mn-lt"/>
              </a:defRPr>
            </a:defPPr>
            <a:lvl1pPr marL="68580" indent="-68580" algn="l">
              <a:lnSpc>
                <a:spcPct val="110000"/>
              </a:lnSpc>
              <a:spcBef>
                <a:spcPts val="0"/>
              </a:spcBef>
              <a:spcAft>
                <a:spcPts val="360"/>
              </a:spcAft>
              <a:buChar char="•"/>
              <a:defRPr sz="630" b="0">
                <a:solidFill>
                  <a:schemeClr val="tx1"/>
                </a:solidFill>
                <a:latin typeface="+mn-lt"/>
                <a:ea typeface="+mn-lt"/>
                <a:cs typeface="+mn-lt"/>
              </a:defRPr>
            </a:lvl1pPr>
            <a:lvl2pPr marL="160020" indent="-68580" algn="l">
              <a:lnSpc>
                <a:spcPct val="110000"/>
              </a:lnSpc>
              <a:spcBef>
                <a:spcPts val="0"/>
              </a:spcBef>
              <a:spcAft>
                <a:spcPts val="360"/>
              </a:spcAft>
              <a:buChar char="•"/>
              <a:defRPr sz="630" b="0">
                <a:solidFill>
                  <a:schemeClr val="tx1"/>
                </a:solidFill>
                <a:latin typeface="+mn-lt"/>
                <a:ea typeface="+mn-lt"/>
                <a:cs typeface="+mn-lt"/>
              </a:defRPr>
            </a:lvl2pPr>
            <a:lvl3pPr marL="251460" indent="-68580" algn="l">
              <a:lnSpc>
                <a:spcPct val="110000"/>
              </a:lnSpc>
              <a:spcBef>
                <a:spcPts val="0"/>
              </a:spcBef>
              <a:spcAft>
                <a:spcPts val="360"/>
              </a:spcAft>
              <a:buChar char="•"/>
              <a:defRPr sz="630" b="0">
                <a:solidFill>
                  <a:schemeClr val="tx1"/>
                </a:solidFill>
                <a:latin typeface="+mn-lt"/>
                <a:ea typeface="+mn-lt"/>
                <a:cs typeface="+mn-lt"/>
              </a:defRPr>
            </a:lvl3pPr>
            <a:lvl4pPr marL="342900" indent="-68580" algn="l">
              <a:lnSpc>
                <a:spcPct val="110000"/>
              </a:lnSpc>
              <a:spcBef>
                <a:spcPts val="0"/>
              </a:spcBef>
              <a:spcAft>
                <a:spcPts val="360"/>
              </a:spcAft>
              <a:buChar char="•"/>
              <a:defRPr sz="630" b="0">
                <a:solidFill>
                  <a:schemeClr val="tx1"/>
                </a:solidFill>
                <a:latin typeface="+mn-lt"/>
                <a:ea typeface="+mn-lt"/>
                <a:cs typeface="+mn-lt"/>
              </a:defRPr>
            </a:lvl4pPr>
            <a:lvl5pPr marL="434340" indent="-68580" algn="l">
              <a:lnSpc>
                <a:spcPct val="110000"/>
              </a:lnSpc>
              <a:spcBef>
                <a:spcPts val="0"/>
              </a:spcBef>
              <a:spcAft>
                <a:spcPts val="360"/>
              </a:spcAft>
              <a:buChar char="•"/>
              <a:defRPr sz="630" b="0">
                <a:solidFill>
                  <a:schemeClr val="tx1"/>
                </a:solidFill>
                <a:latin typeface="+mn-lt"/>
                <a:ea typeface="+mn-lt"/>
                <a:cs typeface="+mn-lt"/>
              </a:defRPr>
            </a:lvl5pPr>
            <a:lvl6pPr marL="525780" indent="-68580" algn="l">
              <a:lnSpc>
                <a:spcPct val="110000"/>
              </a:lnSpc>
              <a:spcBef>
                <a:spcPts val="0"/>
              </a:spcBef>
              <a:spcAft>
                <a:spcPts val="360"/>
              </a:spcAft>
              <a:buChar char="•"/>
              <a:defRPr sz="630" b="0">
                <a:solidFill>
                  <a:schemeClr val="tx1"/>
                </a:solidFill>
                <a:latin typeface="+mn-lt"/>
                <a:ea typeface="+mn-lt"/>
                <a:cs typeface="+mn-lt"/>
              </a:defRPr>
            </a:lvl6pPr>
            <a:lvl7pPr marL="617220" indent="-68580" algn="l">
              <a:lnSpc>
                <a:spcPct val="110000"/>
              </a:lnSpc>
              <a:spcBef>
                <a:spcPts val="0"/>
              </a:spcBef>
              <a:spcAft>
                <a:spcPts val="360"/>
              </a:spcAft>
              <a:buChar char="•"/>
              <a:defRPr sz="630" b="0">
                <a:solidFill>
                  <a:schemeClr val="tx1"/>
                </a:solidFill>
                <a:latin typeface="+mn-lt"/>
                <a:ea typeface="+mn-lt"/>
                <a:cs typeface="+mn-lt"/>
              </a:defRPr>
            </a:lvl7pPr>
            <a:lvl8pPr marL="708660" indent="-68580" algn="l">
              <a:lnSpc>
                <a:spcPct val="110000"/>
              </a:lnSpc>
              <a:spcBef>
                <a:spcPts val="0"/>
              </a:spcBef>
              <a:spcAft>
                <a:spcPts val="360"/>
              </a:spcAft>
              <a:buChar char="•"/>
              <a:defRPr sz="630" b="0">
                <a:solidFill>
                  <a:schemeClr val="tx1"/>
                </a:solidFill>
                <a:latin typeface="+mn-lt"/>
                <a:ea typeface="+mn-lt"/>
                <a:cs typeface="+mn-lt"/>
              </a:defRPr>
            </a:lvl8pPr>
            <a:lvl9pPr marL="800100" indent="-68580" algn="l">
              <a:lnSpc>
                <a:spcPct val="110000"/>
              </a:lnSpc>
              <a:spcBef>
                <a:spcPts val="0"/>
              </a:spcBef>
              <a:spcAft>
                <a:spcPts val="360"/>
              </a:spcAft>
              <a:buChar char="•"/>
              <a:defRPr sz="63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EBA48AC-37D0-4F91-B92C-2983972B64CF}"/>
              </a:ext>
            </a:extLst>
          </p:cNvPr>
          <p:cNvSpPr>
            <a:spLocks xmlns:a="http://schemas.openxmlformats.org/drawingml/2006/main" noGrp="1"/>
          </p:cNvSpPr>
          <p:nvPr>
            <p:ph type="title" idx="0"/>
          </p:nvPr>
        </p:nvSpPr>
        <p:spPr>
          <a:xfrm xmlns:a="http://schemas.openxmlformats.org/drawingml/2006/main">
            <a:off x="205740" y="426720"/>
            <a:ext cx="3246120" cy="670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990" b="1">
                <a:solidFill>
                  <a:schemeClr val="tx1"/>
                </a:solidFill>
                <a:latin typeface="+mj-lt"/>
                <a:ea typeface="+mj-lt"/>
                <a:cs typeface="+mj-lt"/>
              </a:defRPr>
            </a:defPPr>
            <a:lvl1pPr marL="0" indent="0" algn="l">
              <a:lnSpc>
                <a:spcPct val="110000"/>
              </a:lnSpc>
              <a:spcBef>
                <a:spcPts val="0"/>
              </a:spcBef>
              <a:spcAft>
                <a:spcPts val="0"/>
              </a:spcAft>
              <a:buNone/>
              <a:defRPr sz="990" b="1">
                <a:solidFill>
                  <a:schemeClr val="tx1"/>
                </a:solidFill>
                <a:latin typeface="+mj-lt"/>
                <a:ea typeface="+mj-lt"/>
                <a:cs typeface="+mj-lt"/>
              </a:defRPr>
            </a:lvl1pPr>
            <a:lvl2pPr marL="0" indent="0" algn="l">
              <a:lnSpc>
                <a:spcPct val="110000"/>
              </a:lnSpc>
              <a:spcBef>
                <a:spcPts val="0"/>
              </a:spcBef>
              <a:spcAft>
                <a:spcPts val="0"/>
              </a:spcAft>
              <a:buNone/>
              <a:defRPr sz="990" b="1">
                <a:solidFill>
                  <a:schemeClr val="tx1"/>
                </a:solidFill>
                <a:latin typeface="+mj-lt"/>
                <a:ea typeface="+mj-lt"/>
                <a:cs typeface="+mj-lt"/>
              </a:defRPr>
            </a:lvl2pPr>
            <a:lvl3pPr marL="0" indent="0" algn="l">
              <a:lnSpc>
                <a:spcPct val="110000"/>
              </a:lnSpc>
              <a:spcBef>
                <a:spcPts val="0"/>
              </a:spcBef>
              <a:spcAft>
                <a:spcPts val="0"/>
              </a:spcAft>
              <a:buNone/>
              <a:defRPr sz="990" b="1">
                <a:solidFill>
                  <a:schemeClr val="tx1"/>
                </a:solidFill>
                <a:latin typeface="+mj-lt"/>
                <a:ea typeface="+mj-lt"/>
                <a:cs typeface="+mj-lt"/>
              </a:defRPr>
            </a:lvl3pPr>
            <a:lvl4pPr marL="0" indent="0" algn="l">
              <a:lnSpc>
                <a:spcPct val="110000"/>
              </a:lnSpc>
              <a:spcBef>
                <a:spcPts val="0"/>
              </a:spcBef>
              <a:spcAft>
                <a:spcPts val="0"/>
              </a:spcAft>
              <a:buNone/>
              <a:defRPr sz="990" b="1">
                <a:solidFill>
                  <a:schemeClr val="tx1"/>
                </a:solidFill>
                <a:latin typeface="+mj-lt"/>
                <a:ea typeface="+mj-lt"/>
                <a:cs typeface="+mj-lt"/>
              </a:defRPr>
            </a:lvl4pPr>
            <a:lvl5pPr marL="0" indent="0" algn="l">
              <a:lnSpc>
                <a:spcPct val="110000"/>
              </a:lnSpc>
              <a:spcBef>
                <a:spcPts val="0"/>
              </a:spcBef>
              <a:spcAft>
                <a:spcPts val="0"/>
              </a:spcAft>
              <a:buNone/>
              <a:defRPr sz="990" b="1">
                <a:solidFill>
                  <a:schemeClr val="tx1"/>
                </a:solidFill>
                <a:latin typeface="+mj-lt"/>
                <a:ea typeface="+mj-lt"/>
                <a:cs typeface="+mj-lt"/>
              </a:defRPr>
            </a:lvl5pPr>
            <a:lvl6pPr marL="0" indent="0" algn="l">
              <a:lnSpc>
                <a:spcPct val="110000"/>
              </a:lnSpc>
              <a:spcBef>
                <a:spcPts val="0"/>
              </a:spcBef>
              <a:spcAft>
                <a:spcPts val="0"/>
              </a:spcAft>
              <a:buNone/>
              <a:defRPr sz="990" b="1">
                <a:solidFill>
                  <a:schemeClr val="tx1"/>
                </a:solidFill>
                <a:latin typeface="+mj-lt"/>
                <a:ea typeface="+mj-lt"/>
                <a:cs typeface="+mj-lt"/>
              </a:defRPr>
            </a:lvl6pPr>
            <a:lvl7pPr marL="0" indent="0" algn="l">
              <a:lnSpc>
                <a:spcPct val="110000"/>
              </a:lnSpc>
              <a:spcBef>
                <a:spcPts val="0"/>
              </a:spcBef>
              <a:spcAft>
                <a:spcPts val="0"/>
              </a:spcAft>
              <a:buNone/>
              <a:defRPr sz="990" b="1">
                <a:solidFill>
                  <a:schemeClr val="tx1"/>
                </a:solidFill>
                <a:latin typeface="+mj-lt"/>
                <a:ea typeface="+mj-lt"/>
                <a:cs typeface="+mj-lt"/>
              </a:defRPr>
            </a:lvl7pPr>
            <a:lvl8pPr marL="0" indent="0" algn="l">
              <a:lnSpc>
                <a:spcPct val="110000"/>
              </a:lnSpc>
              <a:spcBef>
                <a:spcPts val="0"/>
              </a:spcBef>
              <a:spcAft>
                <a:spcPts val="0"/>
              </a:spcAft>
              <a:buNone/>
              <a:defRPr sz="990" b="1">
                <a:solidFill>
                  <a:schemeClr val="tx1"/>
                </a:solidFill>
                <a:latin typeface="+mj-lt"/>
                <a:ea typeface="+mj-lt"/>
                <a:cs typeface="+mj-lt"/>
              </a:defRPr>
            </a:lvl8pPr>
            <a:lvl9pPr marL="0" indent="0" algn="l">
              <a:lnSpc>
                <a:spcPct val="110000"/>
              </a:lnSpc>
              <a:spcBef>
                <a:spcPts val="0"/>
              </a:spcBef>
              <a:spcAft>
                <a:spcPts val="0"/>
              </a:spcAft>
              <a:buNone/>
              <a:defRPr sz="99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1CEF2D4-9E67-4F43-BEBE-9A29D5846B3C}"/>
              </a:ext>
            </a:extLst>
          </p:cNvPr>
          <p:cNvSpPr>
            <a:spLocks xmlns:a="http://schemas.openxmlformats.org/drawingml/2006/main" noGrp="1"/>
          </p:cNvSpPr>
          <p:nvPr>
            <p:ph type="body" idx="1"/>
          </p:nvPr>
        </p:nvSpPr>
        <p:spPr>
          <a:xfrm xmlns:a="http://schemas.openxmlformats.org/drawingml/2006/main">
            <a:off x="205740" y="1524000"/>
            <a:ext cx="1508760" cy="34137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675" b="0">
                <a:solidFill>
                  <a:schemeClr val="tx1"/>
                </a:solidFill>
                <a:latin typeface="+mn-lt"/>
                <a:ea typeface="+mn-lt"/>
                <a:cs typeface="+mn-lt"/>
              </a:defRPr>
            </a:defPPr>
            <a:lvl1pPr marL="68580" indent="-68580" algn="l">
              <a:lnSpc>
                <a:spcPct val="110000"/>
              </a:lnSpc>
              <a:spcBef>
                <a:spcPts val="0"/>
              </a:spcBef>
              <a:spcAft>
                <a:spcPts val="360"/>
              </a:spcAft>
              <a:buChar char="•"/>
              <a:defRPr sz="675" b="0">
                <a:solidFill>
                  <a:schemeClr val="tx1"/>
                </a:solidFill>
                <a:latin typeface="+mn-lt"/>
                <a:ea typeface="+mn-lt"/>
                <a:cs typeface="+mn-lt"/>
              </a:defRPr>
            </a:lvl1pPr>
            <a:lvl2pPr marL="160020" indent="-68580" algn="l">
              <a:lnSpc>
                <a:spcPct val="110000"/>
              </a:lnSpc>
              <a:spcBef>
                <a:spcPts val="0"/>
              </a:spcBef>
              <a:spcAft>
                <a:spcPts val="360"/>
              </a:spcAft>
              <a:buChar char="•"/>
              <a:defRPr sz="675" b="0">
                <a:solidFill>
                  <a:schemeClr val="tx1"/>
                </a:solidFill>
                <a:latin typeface="+mn-lt"/>
                <a:ea typeface="+mn-lt"/>
                <a:cs typeface="+mn-lt"/>
              </a:defRPr>
            </a:lvl2pPr>
            <a:lvl3pPr marL="251460" indent="-68580" algn="l">
              <a:lnSpc>
                <a:spcPct val="110000"/>
              </a:lnSpc>
              <a:spcBef>
                <a:spcPts val="0"/>
              </a:spcBef>
              <a:spcAft>
                <a:spcPts val="360"/>
              </a:spcAft>
              <a:buChar char="•"/>
              <a:defRPr sz="675" b="0">
                <a:solidFill>
                  <a:schemeClr val="tx1"/>
                </a:solidFill>
                <a:latin typeface="+mn-lt"/>
                <a:ea typeface="+mn-lt"/>
                <a:cs typeface="+mn-lt"/>
              </a:defRPr>
            </a:lvl3pPr>
            <a:lvl4pPr marL="342900" indent="-68580" algn="l">
              <a:lnSpc>
                <a:spcPct val="110000"/>
              </a:lnSpc>
              <a:spcBef>
                <a:spcPts val="0"/>
              </a:spcBef>
              <a:spcAft>
                <a:spcPts val="360"/>
              </a:spcAft>
              <a:buChar char="•"/>
              <a:defRPr sz="675" b="0">
                <a:solidFill>
                  <a:schemeClr val="tx1"/>
                </a:solidFill>
                <a:latin typeface="+mn-lt"/>
                <a:ea typeface="+mn-lt"/>
                <a:cs typeface="+mn-lt"/>
              </a:defRPr>
            </a:lvl4pPr>
            <a:lvl5pPr marL="434340" indent="-68580" algn="l">
              <a:lnSpc>
                <a:spcPct val="110000"/>
              </a:lnSpc>
              <a:spcBef>
                <a:spcPts val="0"/>
              </a:spcBef>
              <a:spcAft>
                <a:spcPts val="360"/>
              </a:spcAft>
              <a:buChar char="•"/>
              <a:defRPr sz="675" b="0">
                <a:solidFill>
                  <a:schemeClr val="tx1"/>
                </a:solidFill>
                <a:latin typeface="+mn-lt"/>
                <a:ea typeface="+mn-lt"/>
                <a:cs typeface="+mn-lt"/>
              </a:defRPr>
            </a:lvl5pPr>
            <a:lvl6pPr marL="525780" indent="-68580" algn="l">
              <a:lnSpc>
                <a:spcPct val="110000"/>
              </a:lnSpc>
              <a:spcBef>
                <a:spcPts val="0"/>
              </a:spcBef>
              <a:spcAft>
                <a:spcPts val="360"/>
              </a:spcAft>
              <a:buChar char="•"/>
              <a:defRPr sz="675" b="0">
                <a:solidFill>
                  <a:schemeClr val="tx1"/>
                </a:solidFill>
                <a:latin typeface="+mn-lt"/>
                <a:ea typeface="+mn-lt"/>
                <a:cs typeface="+mn-lt"/>
              </a:defRPr>
            </a:lvl6pPr>
            <a:lvl7pPr marL="617220" indent="-68580" algn="l">
              <a:lnSpc>
                <a:spcPct val="110000"/>
              </a:lnSpc>
              <a:spcBef>
                <a:spcPts val="0"/>
              </a:spcBef>
              <a:spcAft>
                <a:spcPts val="360"/>
              </a:spcAft>
              <a:buChar char="•"/>
              <a:defRPr sz="675" b="0">
                <a:solidFill>
                  <a:schemeClr val="tx1"/>
                </a:solidFill>
                <a:latin typeface="+mn-lt"/>
                <a:ea typeface="+mn-lt"/>
                <a:cs typeface="+mn-lt"/>
              </a:defRPr>
            </a:lvl7pPr>
            <a:lvl8pPr marL="708660" indent="-68580" algn="l">
              <a:lnSpc>
                <a:spcPct val="110000"/>
              </a:lnSpc>
              <a:spcBef>
                <a:spcPts val="0"/>
              </a:spcBef>
              <a:spcAft>
                <a:spcPts val="360"/>
              </a:spcAft>
              <a:buChar char="•"/>
              <a:defRPr sz="675" b="0">
                <a:solidFill>
                  <a:schemeClr val="tx1"/>
                </a:solidFill>
                <a:latin typeface="+mn-lt"/>
                <a:ea typeface="+mn-lt"/>
                <a:cs typeface="+mn-lt"/>
              </a:defRPr>
            </a:lvl8pPr>
            <a:lvl9pPr marL="800100" indent="-68580" algn="l">
              <a:lnSpc>
                <a:spcPct val="110000"/>
              </a:lnSpc>
              <a:spcBef>
                <a:spcPts val="0"/>
              </a:spcBef>
              <a:spcAft>
                <a:spcPts val="360"/>
              </a:spcAft>
              <a:buChar char="•"/>
              <a:defRPr sz="675"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4026d460ef44cc9" /><Relationship Type="http://schemas.openxmlformats.org/officeDocument/2006/relationships/slideLayout" Target="/ppt/slideLayouts/slideLayout1.xml" Id="Rd4d89d042539469c" /><Relationship Type="http://schemas.openxmlformats.org/officeDocument/2006/relationships/slideLayout" Target="/ppt/slideLayouts/slideLayout2.xml" Id="R196cc87e8ca64029" /><Relationship Type="http://schemas.openxmlformats.org/officeDocument/2006/relationships/slideLayout" Target="/ppt/slideLayouts/slideLayout3.xml" Id="R737b9c8c137a469c" /><Relationship Type="http://schemas.openxmlformats.org/officeDocument/2006/relationships/slideLayout" Target="/ppt/slideLayouts/slideLayout4.xml" Id="R1e63d5dd8ebb4dd0" /><Relationship Type="http://schemas.openxmlformats.org/officeDocument/2006/relationships/slideLayout" Target="/ppt/slideLayouts/slideLayout5.xml" Id="R7d31a497883f481e" /><Relationship Type="http://schemas.openxmlformats.org/officeDocument/2006/relationships/slideLayout" Target="/ppt/slideLayouts/slideLayout6.xml" Id="Re56f50689ad647e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4d89d042539469c"/>
    <p:sldLayoutId xmlns:r="http://schemas.openxmlformats.org/officeDocument/2006/relationships" id="2147483650" r:id="R196cc87e8ca64029"/>
    <p:sldLayoutId xmlns:r="http://schemas.openxmlformats.org/officeDocument/2006/relationships" id="2147483651" r:id="R737b9c8c137a469c"/>
    <p:sldLayoutId xmlns:r="http://schemas.openxmlformats.org/officeDocument/2006/relationships" id="2147483652" r:id="R1e63d5dd8ebb4dd0"/>
    <p:sldLayoutId xmlns:r="http://schemas.openxmlformats.org/officeDocument/2006/relationships" id="2147483653" r:id="R7d31a497883f481e"/>
    <p:sldLayoutId xmlns:r="http://schemas.openxmlformats.org/officeDocument/2006/relationships" id="2147483654" r:id="Re56f50689ad647e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de8e1c8ae9b4221" /><Relationship Type="http://schemas.openxmlformats.org/officeDocument/2006/relationships/image" Target="/ppt/media/image.png" Id="R249df49d724d4133" /><Relationship Type="http://schemas.openxmlformats.org/officeDocument/2006/relationships/image" Target="/ppt/media/image2.png" Id="Rffb0ee9a2b4646e5" /><Relationship Type="http://schemas.openxmlformats.org/officeDocument/2006/relationships/image" Target="/ppt/media/image3.png" Id="R4891d705d12f4fdd" /><Relationship Type="http://schemas.openxmlformats.org/officeDocument/2006/relationships/notesSlide" Target="/ppt/notesSlides/notesSlide1.xml" Id="R640d0484290a424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f1b07fff3dd467b" /><Relationship Type="http://schemas.openxmlformats.org/officeDocument/2006/relationships/image" Target="/ppt/media/image4.png" Id="R2b31f884b80d483d" /><Relationship Type="http://schemas.openxmlformats.org/officeDocument/2006/relationships/notesSlide" Target="/ppt/notesSlides/notesSlide2.xml" Id="Rb58b71511c9a4ca3" /></Relationships>
</file>

<file path=ppt/slides/slide1.xml><?xml version="1.0" encoding="utf-8"?>
<p:sld xmlns:p="http://schemas.openxmlformats.org/presentationml/2006/main">
  <p:cSld>
    <p:bg>
      <p:bgPr>
        <a:solidFill xmlns:a="http://schemas.openxmlformats.org/drawingml/2006/main">
          <a:srgbClr val="FFF3DF"/>
        </a:solidFill>
      </p:bgPr>
    </p:bg>
    <p:spTree>
      <p:nvGrpSpPr>
        <p:cNvPr id="1" name=""/>
        <p:cNvGrpSpPr/>
        <p:nvPr/>
      </p:nvGrpSpPr>
      <p:grpSpPr>
        <a:xfrm xmlns:a="http://schemas.openxmlformats.org/drawingml/2006/main"/>
      </p:grpSpPr>
      <p:sp>
        <p:nvSpPr>
          <p:cNvPr id="24" name="Group front title ground">
            <a:extLst xmlns:a="http://schemas.openxmlformats.org/drawingml/2006/main">
              <a:ext uri="{FF2B5EF4-FFF2-40B4-BE49-F238E27FC236}">
                <a16:creationId xmlns:a16="http://schemas.microsoft.com/office/drawing/2014/main" id="{5A87DC3A-FA1F-4F5E-A68E-2ECCAC1212BE}"/>
              </a:ext>
            </a:extLst>
          </p:cNvPr>
          <p:cNvSpPr>
            <a:spLocks xmlns:a="http://schemas.openxmlformats.org/drawingml/2006/main" noGrp="1"/>
          </p:cNvSpPr>
          <p:nvPr/>
        </p:nvSpPr>
        <p:spPr>
          <a:xfrm xmlns:a="http://schemas.openxmlformats.org/drawingml/2006/main">
            <a:off x="0" y="0"/>
            <a:ext cx="3657600" cy="781050"/>
          </a:xfrm>
          <a:prstGeom xmlns:a="http://schemas.openxmlformats.org/drawingml/2006/main" prst="rect">
            <a:avLst/>
          </a:prstGeom>
          <a:solidFill xmlns:a="http://schemas.openxmlformats.org/drawingml/2006/main">
            <a:srgbClr val="35125F"/>
          </a:solidFill>
          <a:ln xmlns:a="http://schemas.openxmlformats.org/drawingml/2006/main" w="0">
            <a:noFill/>
            <a:prstDash val="solid"/>
          </a:ln>
        </p:spPr>
      </p:sp>
      <p:sp>
        <p:nvSpPr>
          <p:cNvPr id="2" name="Group card headline">
            <a:extLst xmlns:a="http://schemas.openxmlformats.org/drawingml/2006/main">
              <a:ext uri="{FF2B5EF4-FFF2-40B4-BE49-F238E27FC236}">
                <a16:creationId xmlns:a16="http://schemas.microsoft.com/office/drawing/2014/main" id="{75894757-64B4-4E4E-A2BF-605F41FFBE1C}"/>
              </a:ext>
            </a:extLst>
          </p:cNvPr>
          <p:cNvSpPr>
            <a:spLocks xmlns:a="http://schemas.openxmlformats.org/drawingml/2006/main" noGrp="1"/>
          </p:cNvSpPr>
          <p:nvPr/>
        </p:nvSpPr>
        <p:spPr>
          <a:xfrm xmlns:a="http://schemas.openxmlformats.org/drawingml/2006/main">
            <a:off x="171450" y="123825"/>
            <a:ext cx="33147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80" b="1">
                <a:solidFill>
                  <a:srgbClr val="FFFFFF"/>
                </a:solidFill>
                <a:latin typeface="Space Grotesk"/>
                <a:ea typeface="Space Grotesk"/>
                <a:cs typeface="Space Grotesk"/>
              </a:defRPr>
            </a:defPPr>
            <a:lvl1pPr algn="l">
              <a:defRPr sz="1680" b="1">
                <a:solidFill>
                  <a:srgbClr val="FFFFFF"/>
                </a:solidFill>
                <a:latin typeface="Space Grotesk"/>
                <a:ea typeface="Space Grotesk"/>
                <a:cs typeface="Space Grotesk"/>
              </a:defRPr>
            </a:lvl1pPr>
            <a:lvl2pPr algn="l">
              <a:defRPr sz="1680" b="1">
                <a:solidFill>
                  <a:srgbClr val="FFFFFF"/>
                </a:solidFill>
                <a:latin typeface="Space Grotesk"/>
                <a:ea typeface="Space Grotesk"/>
                <a:cs typeface="Space Grotesk"/>
              </a:defRPr>
            </a:lvl2pPr>
            <a:lvl3pPr algn="l">
              <a:defRPr sz="1680" b="1">
                <a:solidFill>
                  <a:srgbClr val="FFFFFF"/>
                </a:solidFill>
                <a:latin typeface="Space Grotesk"/>
                <a:ea typeface="Space Grotesk"/>
                <a:cs typeface="Space Grotesk"/>
              </a:defRPr>
            </a:lvl3pPr>
            <a:lvl4pPr algn="l">
              <a:defRPr sz="1680" b="1">
                <a:solidFill>
                  <a:srgbClr val="FFFFFF"/>
                </a:solidFill>
                <a:latin typeface="Space Grotesk"/>
                <a:ea typeface="Space Grotesk"/>
                <a:cs typeface="Space Grotesk"/>
              </a:defRPr>
            </a:lvl4pPr>
            <a:lvl5pPr algn="l">
              <a:defRPr sz="1680" b="1">
                <a:solidFill>
                  <a:srgbClr val="FFFFFF"/>
                </a:solidFill>
                <a:latin typeface="Space Grotesk"/>
                <a:ea typeface="Space Grotesk"/>
                <a:cs typeface="Space Grotesk"/>
              </a:defRPr>
            </a:lvl5pPr>
            <a:lvl6pPr algn="l">
              <a:defRPr sz="1680" b="1">
                <a:solidFill>
                  <a:srgbClr val="FFFFFF"/>
                </a:solidFill>
                <a:latin typeface="Space Grotesk"/>
                <a:ea typeface="Space Grotesk"/>
                <a:cs typeface="Space Grotesk"/>
              </a:defRPr>
            </a:lvl6pPr>
            <a:lvl7pPr algn="l">
              <a:defRPr sz="1680" b="1">
                <a:solidFill>
                  <a:srgbClr val="FFFFFF"/>
                </a:solidFill>
                <a:latin typeface="Space Grotesk"/>
                <a:ea typeface="Space Grotesk"/>
                <a:cs typeface="Space Grotesk"/>
              </a:defRPr>
            </a:lvl7pPr>
            <a:lvl8pPr algn="l">
              <a:defRPr sz="1680" b="1">
                <a:solidFill>
                  <a:srgbClr val="FFFFFF"/>
                </a:solidFill>
                <a:latin typeface="Space Grotesk"/>
                <a:ea typeface="Space Grotesk"/>
                <a:cs typeface="Space Grotesk"/>
              </a:defRPr>
            </a:lvl8pPr>
            <a:lvl9pPr algn="l">
              <a:defRPr sz="1680" b="1">
                <a:solidFill>
                  <a:srgbClr val="FFFFFF"/>
                </a:solidFill>
                <a:latin typeface="Space Grotesk"/>
                <a:ea typeface="Space Grotesk"/>
                <a:cs typeface="Space Grotesk"/>
              </a:defRPr>
            </a:lvl9pPr>
          </a:lstStyle>
          <a:p xmlns:a="http://schemas.openxmlformats.org/drawingml/2006/main">
            <a:pPr algn="l">
              <a:lnSpc>
                <a:spcPct val="100000"/>
              </a:lnSpc>
              <a:buNone/>
              <a:defRPr sz="1680" b="1">
                <a:solidFill>
                  <a:srgbClr val="FFFFFF"/>
                </a:solidFill>
                <a:latin typeface="Space Grotesk"/>
                <a:ea typeface="Space Grotesk"/>
                <a:cs typeface="Space Grotesk"/>
              </a:defRPr>
            </a:pPr>
            <a:r>
              <a:rPr sz="1680" b="1">
                <a:solidFill>
                  <a:srgbClr val="FFFFFF"/>
                </a:solidFill>
                <a:latin typeface="Space Grotesk"/>
                <a:ea typeface="Space Grotesk"/>
                <a:cs typeface="Space Grotesk"/>
              </a:rPr>
              <a:t>YOUR FIRST GROUP RIDE</a:t>
            </a:r>
          </a:p>
        </p:txBody>
      </p:sp>
      <p:sp>
        <p:nvSpPr>
          <p:cNvPr id="3" name="Group card subhead">
            <a:extLst xmlns:a="http://schemas.openxmlformats.org/drawingml/2006/main">
              <a:ext uri="{FF2B5EF4-FFF2-40B4-BE49-F238E27FC236}">
                <a16:creationId xmlns:a16="http://schemas.microsoft.com/office/drawing/2014/main" id="{53786E40-22FF-4013-A945-2D972F6CA807}"/>
              </a:ext>
            </a:extLst>
          </p:cNvPr>
          <p:cNvSpPr>
            <a:spLocks xmlns:a="http://schemas.openxmlformats.org/drawingml/2006/main" noGrp="1"/>
          </p:cNvSpPr>
          <p:nvPr/>
        </p:nvSpPr>
        <p:spPr>
          <a:xfrm xmlns:a="http://schemas.openxmlformats.org/drawingml/2006/main">
            <a:off x="190500" y="466725"/>
            <a:ext cx="32766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70" b="1">
                <a:solidFill>
                  <a:srgbClr val="FFFF0A"/>
                </a:solidFill>
                <a:latin typeface="Arial"/>
                <a:ea typeface="Arial"/>
                <a:cs typeface="Arial"/>
              </a:defRPr>
            </a:defPPr>
            <a:lvl1pPr algn="l">
              <a:defRPr sz="970" b="1">
                <a:solidFill>
                  <a:srgbClr val="FFFF0A"/>
                </a:solidFill>
                <a:latin typeface="Arial"/>
                <a:ea typeface="Arial"/>
                <a:cs typeface="Arial"/>
              </a:defRPr>
            </a:lvl1pPr>
            <a:lvl2pPr algn="l">
              <a:defRPr sz="970" b="1">
                <a:solidFill>
                  <a:srgbClr val="FFFF0A"/>
                </a:solidFill>
                <a:latin typeface="Arial"/>
                <a:ea typeface="Arial"/>
                <a:cs typeface="Arial"/>
              </a:defRPr>
            </a:lvl2pPr>
            <a:lvl3pPr algn="l">
              <a:defRPr sz="970" b="1">
                <a:solidFill>
                  <a:srgbClr val="FFFF0A"/>
                </a:solidFill>
                <a:latin typeface="Arial"/>
                <a:ea typeface="Arial"/>
                <a:cs typeface="Arial"/>
              </a:defRPr>
            </a:lvl3pPr>
            <a:lvl4pPr algn="l">
              <a:defRPr sz="970" b="1">
                <a:solidFill>
                  <a:srgbClr val="FFFF0A"/>
                </a:solidFill>
                <a:latin typeface="Arial"/>
                <a:ea typeface="Arial"/>
                <a:cs typeface="Arial"/>
              </a:defRPr>
            </a:lvl4pPr>
            <a:lvl5pPr algn="l">
              <a:defRPr sz="970" b="1">
                <a:solidFill>
                  <a:srgbClr val="FFFF0A"/>
                </a:solidFill>
                <a:latin typeface="Arial"/>
                <a:ea typeface="Arial"/>
                <a:cs typeface="Arial"/>
              </a:defRPr>
            </a:lvl5pPr>
            <a:lvl6pPr algn="l">
              <a:defRPr sz="970" b="1">
                <a:solidFill>
                  <a:srgbClr val="FFFF0A"/>
                </a:solidFill>
                <a:latin typeface="Arial"/>
                <a:ea typeface="Arial"/>
                <a:cs typeface="Arial"/>
              </a:defRPr>
            </a:lvl6pPr>
            <a:lvl7pPr algn="l">
              <a:defRPr sz="970" b="1">
                <a:solidFill>
                  <a:srgbClr val="FFFF0A"/>
                </a:solidFill>
                <a:latin typeface="Arial"/>
                <a:ea typeface="Arial"/>
                <a:cs typeface="Arial"/>
              </a:defRPr>
            </a:lvl7pPr>
            <a:lvl8pPr algn="l">
              <a:defRPr sz="970" b="1">
                <a:solidFill>
                  <a:srgbClr val="FFFF0A"/>
                </a:solidFill>
                <a:latin typeface="Arial"/>
                <a:ea typeface="Arial"/>
                <a:cs typeface="Arial"/>
              </a:defRPr>
            </a:lvl8pPr>
            <a:lvl9pPr algn="l">
              <a:defRPr sz="970" b="1">
                <a:solidFill>
                  <a:srgbClr val="FFFF0A"/>
                </a:solidFill>
                <a:latin typeface="Arial"/>
                <a:ea typeface="Arial"/>
                <a:cs typeface="Arial"/>
              </a:defRPr>
            </a:lvl9pPr>
          </a:lstStyle>
          <a:p xmlns:a="http://schemas.openxmlformats.org/drawingml/2006/main">
            <a:pPr algn="l">
              <a:lnSpc>
                <a:spcPct val="100000"/>
              </a:lnSpc>
              <a:buNone/>
              <a:defRPr sz="970" b="1">
                <a:solidFill>
                  <a:srgbClr val="FFFF0A"/>
                </a:solidFill>
                <a:latin typeface="Arial"/>
                <a:ea typeface="Arial"/>
                <a:cs typeface="Arial"/>
              </a:defRPr>
            </a:pPr>
            <a:r>
              <a:rPr sz="970" b="1">
                <a:solidFill>
                  <a:srgbClr val="FFFF0A"/>
                </a:solidFill>
                <a:latin typeface="Arial"/>
                <a:ea typeface="Arial"/>
                <a:cs typeface="Arial"/>
              </a:rPr>
              <a:t>Meet your next riding buddy.</a:t>
            </a:r>
          </a:p>
        </p:txBody>
      </p:sp>
      <p:pic>
        <p:nvPicPr>
          <p:cNvPr id="4" name="">
            <a:extLst xmlns:a="http://schemas.openxmlformats.org/drawingml/2006/main">
              <a:ext uri="{FF2B5EF4-FFF2-40B4-BE49-F238E27FC236}">
                <a16:creationId xmlns:a16="http://schemas.microsoft.com/office/drawing/2014/main" id="{4F72893B-2515-4E43-9D98-03D2B347C88D}"/>
              </a:ext>
            </a:extLst>
          </p:cNvPr>
          <p:cNvPicPr>
            <a:picLocks xmlns:a="http://schemas.openxmlformats.org/drawingml/2006/main" noChangeAspect="1"/>
          </p:cNvPicPr>
          <p:nvPr/>
        </p:nvPicPr>
        <p:blipFill>
          <a:blip xmlns:r="http://schemas.openxmlformats.org/officeDocument/2006/relationships" xmlns:a="http://schemas.openxmlformats.org/drawingml/2006/main" r:embed="R249df49d724d4133"/>
          <a:srcRect xmlns:a="http://schemas.openxmlformats.org/drawingml/2006/main" l="0" t="0" r="0" b="0"/>
          <a:stretch xmlns:a="http://schemas.openxmlformats.org/drawingml/2006/main">
            <a:fillRect l="0" t="0" r="0" b="0"/>
          </a:stretch>
        </p:blipFill>
        <p:spPr>
          <a:xfrm xmlns:a="http://schemas.openxmlformats.org/drawingml/2006/main">
            <a:off x="0" y="781050"/>
            <a:ext cx="1295400" cy="1943100"/>
          </a:xfrm>
          <a:prstGeom xmlns:a="http://schemas.openxmlformats.org/drawingml/2006/main" prst="rect">
            <a:avLst/>
          </a:prstGeom>
        </p:spPr>
      </p:pic>
      <p:sp>
        <p:nvSpPr>
          <p:cNvPr id="5" name="Ride questions introduction">
            <a:extLst xmlns:a="http://schemas.openxmlformats.org/drawingml/2006/main">
              <a:ext uri="{FF2B5EF4-FFF2-40B4-BE49-F238E27FC236}">
                <a16:creationId xmlns:a16="http://schemas.microsoft.com/office/drawing/2014/main" id="{1B04623D-4661-43CB-AA07-9B5BF15969CB}"/>
              </a:ext>
            </a:extLst>
          </p:cNvPr>
          <p:cNvSpPr>
            <a:spLocks xmlns:a="http://schemas.openxmlformats.org/drawingml/2006/main" noGrp="1"/>
          </p:cNvSpPr>
          <p:nvPr/>
        </p:nvSpPr>
        <p:spPr>
          <a:xfrm xmlns:a="http://schemas.openxmlformats.org/drawingml/2006/main">
            <a:off x="1466850" y="895350"/>
            <a:ext cx="2000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30" b="1">
                <a:solidFill>
                  <a:srgbClr val="23143A"/>
                </a:solidFill>
                <a:latin typeface="Arial"/>
                <a:ea typeface="Arial"/>
                <a:cs typeface="Arial"/>
              </a:defRPr>
            </a:defPPr>
            <a:lvl1pPr algn="l">
              <a:defRPr sz="930" b="1">
                <a:solidFill>
                  <a:srgbClr val="23143A"/>
                </a:solidFill>
                <a:latin typeface="Arial"/>
                <a:ea typeface="Arial"/>
                <a:cs typeface="Arial"/>
              </a:defRPr>
            </a:lvl1pPr>
            <a:lvl2pPr algn="l">
              <a:defRPr sz="930" b="1">
                <a:solidFill>
                  <a:srgbClr val="23143A"/>
                </a:solidFill>
                <a:latin typeface="Arial"/>
                <a:ea typeface="Arial"/>
                <a:cs typeface="Arial"/>
              </a:defRPr>
            </a:lvl2pPr>
            <a:lvl3pPr algn="l">
              <a:defRPr sz="930" b="1">
                <a:solidFill>
                  <a:srgbClr val="23143A"/>
                </a:solidFill>
                <a:latin typeface="Arial"/>
                <a:ea typeface="Arial"/>
                <a:cs typeface="Arial"/>
              </a:defRPr>
            </a:lvl3pPr>
            <a:lvl4pPr algn="l">
              <a:defRPr sz="930" b="1">
                <a:solidFill>
                  <a:srgbClr val="23143A"/>
                </a:solidFill>
                <a:latin typeface="Arial"/>
                <a:ea typeface="Arial"/>
                <a:cs typeface="Arial"/>
              </a:defRPr>
            </a:lvl4pPr>
            <a:lvl5pPr algn="l">
              <a:defRPr sz="930" b="1">
                <a:solidFill>
                  <a:srgbClr val="23143A"/>
                </a:solidFill>
                <a:latin typeface="Arial"/>
                <a:ea typeface="Arial"/>
                <a:cs typeface="Arial"/>
              </a:defRPr>
            </a:lvl5pPr>
            <a:lvl6pPr algn="l">
              <a:defRPr sz="930" b="1">
                <a:solidFill>
                  <a:srgbClr val="23143A"/>
                </a:solidFill>
                <a:latin typeface="Arial"/>
                <a:ea typeface="Arial"/>
                <a:cs typeface="Arial"/>
              </a:defRPr>
            </a:lvl6pPr>
            <a:lvl7pPr algn="l">
              <a:defRPr sz="930" b="1">
                <a:solidFill>
                  <a:srgbClr val="23143A"/>
                </a:solidFill>
                <a:latin typeface="Arial"/>
                <a:ea typeface="Arial"/>
                <a:cs typeface="Arial"/>
              </a:defRPr>
            </a:lvl7pPr>
            <a:lvl8pPr algn="l">
              <a:defRPr sz="930" b="1">
                <a:solidFill>
                  <a:srgbClr val="23143A"/>
                </a:solidFill>
                <a:latin typeface="Arial"/>
                <a:ea typeface="Arial"/>
                <a:cs typeface="Arial"/>
              </a:defRPr>
            </a:lvl8pPr>
            <a:lvl9pPr algn="l">
              <a:defRPr sz="930" b="1">
                <a:solidFill>
                  <a:srgbClr val="23143A"/>
                </a:solidFill>
                <a:latin typeface="Arial"/>
                <a:ea typeface="Arial"/>
                <a:cs typeface="Arial"/>
              </a:defRPr>
            </a:lvl9pPr>
          </a:lstStyle>
          <a:p xmlns:a="http://schemas.openxmlformats.org/drawingml/2006/main">
            <a:pPr algn="l">
              <a:lnSpc>
                <a:spcPct val="100000"/>
              </a:lnSpc>
              <a:buNone/>
              <a:defRPr sz="930" b="1">
                <a:solidFill>
                  <a:srgbClr val="23143A"/>
                </a:solidFill>
                <a:latin typeface="Arial"/>
                <a:ea typeface="Arial"/>
                <a:cs typeface="Arial"/>
              </a:defRPr>
            </a:pPr>
            <a:r>
              <a:rPr sz="930" b="1">
                <a:solidFill>
                  <a:srgbClr val="23143A"/>
                </a:solidFill>
                <a:latin typeface="Arial"/>
                <a:ea typeface="Arial"/>
                <a:cs typeface="Arial"/>
              </a:rPr>
              <a:t>Before you head out, check the listing and ask the host:</a:t>
            </a:r>
          </a:p>
        </p:txBody>
      </p:sp>
      <p:sp>
        <p:nvSpPr>
          <p:cNvPr id="6" name="Ride question number 1">
            <a:extLst xmlns:a="http://schemas.openxmlformats.org/drawingml/2006/main">
              <a:ext uri="{FF2B5EF4-FFF2-40B4-BE49-F238E27FC236}">
                <a16:creationId xmlns:a16="http://schemas.microsoft.com/office/drawing/2014/main" id="{86A47A32-FC72-47A9-A82E-4E63418D2664}"/>
              </a:ext>
            </a:extLst>
          </p:cNvPr>
          <p:cNvSpPr>
            <a:spLocks xmlns:a="http://schemas.openxmlformats.org/drawingml/2006/main" noGrp="1"/>
          </p:cNvSpPr>
          <p:nvPr/>
        </p:nvSpPr>
        <p:spPr>
          <a:xfrm xmlns:a="http://schemas.openxmlformats.org/drawingml/2006/main">
            <a:off x="1466850" y="1381125"/>
            <a:ext cx="1714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40" b="1">
                <a:solidFill>
                  <a:srgbClr val="FF0180"/>
                </a:solidFill>
                <a:latin typeface="Space Grotesk"/>
                <a:ea typeface="Space Grotesk"/>
                <a:cs typeface="Space Grotesk"/>
              </a:defRPr>
            </a:defPPr>
            <a:lvl1pPr algn="l">
              <a:defRPr sz="940" b="1">
                <a:solidFill>
                  <a:srgbClr val="FF0180"/>
                </a:solidFill>
                <a:latin typeface="Space Grotesk"/>
                <a:ea typeface="Space Grotesk"/>
                <a:cs typeface="Space Grotesk"/>
              </a:defRPr>
            </a:lvl1pPr>
            <a:lvl2pPr algn="l">
              <a:defRPr sz="940" b="1">
                <a:solidFill>
                  <a:srgbClr val="FF0180"/>
                </a:solidFill>
                <a:latin typeface="Space Grotesk"/>
                <a:ea typeface="Space Grotesk"/>
                <a:cs typeface="Space Grotesk"/>
              </a:defRPr>
            </a:lvl2pPr>
            <a:lvl3pPr algn="l">
              <a:defRPr sz="940" b="1">
                <a:solidFill>
                  <a:srgbClr val="FF0180"/>
                </a:solidFill>
                <a:latin typeface="Space Grotesk"/>
                <a:ea typeface="Space Grotesk"/>
                <a:cs typeface="Space Grotesk"/>
              </a:defRPr>
            </a:lvl3pPr>
            <a:lvl4pPr algn="l">
              <a:defRPr sz="940" b="1">
                <a:solidFill>
                  <a:srgbClr val="FF0180"/>
                </a:solidFill>
                <a:latin typeface="Space Grotesk"/>
                <a:ea typeface="Space Grotesk"/>
                <a:cs typeface="Space Grotesk"/>
              </a:defRPr>
            </a:lvl4pPr>
            <a:lvl5pPr algn="l">
              <a:defRPr sz="940" b="1">
                <a:solidFill>
                  <a:srgbClr val="FF0180"/>
                </a:solidFill>
                <a:latin typeface="Space Grotesk"/>
                <a:ea typeface="Space Grotesk"/>
                <a:cs typeface="Space Grotesk"/>
              </a:defRPr>
            </a:lvl5pPr>
            <a:lvl6pPr algn="l">
              <a:defRPr sz="940" b="1">
                <a:solidFill>
                  <a:srgbClr val="FF0180"/>
                </a:solidFill>
                <a:latin typeface="Space Grotesk"/>
                <a:ea typeface="Space Grotesk"/>
                <a:cs typeface="Space Grotesk"/>
              </a:defRPr>
            </a:lvl6pPr>
            <a:lvl7pPr algn="l">
              <a:defRPr sz="940" b="1">
                <a:solidFill>
                  <a:srgbClr val="FF0180"/>
                </a:solidFill>
                <a:latin typeface="Space Grotesk"/>
                <a:ea typeface="Space Grotesk"/>
                <a:cs typeface="Space Grotesk"/>
              </a:defRPr>
            </a:lvl7pPr>
            <a:lvl8pPr algn="l">
              <a:defRPr sz="940" b="1">
                <a:solidFill>
                  <a:srgbClr val="FF0180"/>
                </a:solidFill>
                <a:latin typeface="Space Grotesk"/>
                <a:ea typeface="Space Grotesk"/>
                <a:cs typeface="Space Grotesk"/>
              </a:defRPr>
            </a:lvl8pPr>
            <a:lvl9pPr algn="l">
              <a:defRPr sz="940" b="1">
                <a:solidFill>
                  <a:srgbClr val="FF0180"/>
                </a:solidFill>
                <a:latin typeface="Space Grotesk"/>
                <a:ea typeface="Space Grotesk"/>
                <a:cs typeface="Space Grotesk"/>
              </a:defRPr>
            </a:lvl9pPr>
          </a:lstStyle>
          <a:p xmlns:a="http://schemas.openxmlformats.org/drawingml/2006/main">
            <a:pPr algn="l">
              <a:lnSpc>
                <a:spcPct val="100000"/>
              </a:lnSpc>
              <a:buNone/>
              <a:defRPr sz="940" b="1">
                <a:solidFill>
                  <a:srgbClr val="FF0180"/>
                </a:solidFill>
                <a:latin typeface="Space Grotesk"/>
                <a:ea typeface="Space Grotesk"/>
                <a:cs typeface="Space Grotesk"/>
              </a:defRPr>
            </a:pPr>
            <a:r>
              <a:rPr sz="940" b="1">
                <a:solidFill>
                  <a:srgbClr val="FF0180"/>
                </a:solidFill>
                <a:latin typeface="Space Grotesk"/>
                <a:ea typeface="Space Grotesk"/>
                <a:cs typeface="Space Grotesk"/>
              </a:rPr>
              <a:t>1</a:t>
            </a:r>
          </a:p>
        </p:txBody>
      </p:sp>
      <p:sp>
        <p:nvSpPr>
          <p:cNvPr id="7" name="Ride question 1">
            <a:extLst xmlns:a="http://schemas.openxmlformats.org/drawingml/2006/main">
              <a:ext uri="{FF2B5EF4-FFF2-40B4-BE49-F238E27FC236}">
                <a16:creationId xmlns:a16="http://schemas.microsoft.com/office/drawing/2014/main" id="{4AD13AB8-79E9-40F7-960A-2626DD55C0D2}"/>
              </a:ext>
            </a:extLst>
          </p:cNvPr>
          <p:cNvSpPr>
            <a:spLocks xmlns:a="http://schemas.openxmlformats.org/drawingml/2006/main" noGrp="1"/>
          </p:cNvSpPr>
          <p:nvPr/>
        </p:nvSpPr>
        <p:spPr>
          <a:xfrm xmlns:a="http://schemas.openxmlformats.org/drawingml/2006/main">
            <a:off x="1676400" y="1381125"/>
            <a:ext cx="17907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80" b="0">
                <a:solidFill>
                  <a:srgbClr val="23143A"/>
                </a:solidFill>
                <a:latin typeface="Arial"/>
                <a:ea typeface="Arial"/>
                <a:cs typeface="Arial"/>
              </a:defRPr>
            </a:defPPr>
            <a:lvl1pPr algn="l">
              <a:defRPr sz="880" b="0">
                <a:solidFill>
                  <a:srgbClr val="23143A"/>
                </a:solidFill>
                <a:latin typeface="Arial"/>
                <a:ea typeface="Arial"/>
                <a:cs typeface="Arial"/>
              </a:defRPr>
            </a:lvl1pPr>
            <a:lvl2pPr algn="l">
              <a:defRPr sz="880" b="0">
                <a:solidFill>
                  <a:srgbClr val="23143A"/>
                </a:solidFill>
                <a:latin typeface="Arial"/>
                <a:ea typeface="Arial"/>
                <a:cs typeface="Arial"/>
              </a:defRPr>
            </a:lvl2pPr>
            <a:lvl3pPr algn="l">
              <a:defRPr sz="880" b="0">
                <a:solidFill>
                  <a:srgbClr val="23143A"/>
                </a:solidFill>
                <a:latin typeface="Arial"/>
                <a:ea typeface="Arial"/>
                <a:cs typeface="Arial"/>
              </a:defRPr>
            </a:lvl3pPr>
            <a:lvl4pPr algn="l">
              <a:defRPr sz="880" b="0">
                <a:solidFill>
                  <a:srgbClr val="23143A"/>
                </a:solidFill>
                <a:latin typeface="Arial"/>
                <a:ea typeface="Arial"/>
                <a:cs typeface="Arial"/>
              </a:defRPr>
            </a:lvl4pPr>
            <a:lvl5pPr algn="l">
              <a:defRPr sz="880" b="0">
                <a:solidFill>
                  <a:srgbClr val="23143A"/>
                </a:solidFill>
                <a:latin typeface="Arial"/>
                <a:ea typeface="Arial"/>
                <a:cs typeface="Arial"/>
              </a:defRPr>
            </a:lvl5pPr>
            <a:lvl6pPr algn="l">
              <a:defRPr sz="880" b="0">
                <a:solidFill>
                  <a:srgbClr val="23143A"/>
                </a:solidFill>
                <a:latin typeface="Arial"/>
                <a:ea typeface="Arial"/>
                <a:cs typeface="Arial"/>
              </a:defRPr>
            </a:lvl6pPr>
            <a:lvl7pPr algn="l">
              <a:defRPr sz="880" b="0">
                <a:solidFill>
                  <a:srgbClr val="23143A"/>
                </a:solidFill>
                <a:latin typeface="Arial"/>
                <a:ea typeface="Arial"/>
                <a:cs typeface="Arial"/>
              </a:defRPr>
            </a:lvl7pPr>
            <a:lvl8pPr algn="l">
              <a:defRPr sz="880" b="0">
                <a:solidFill>
                  <a:srgbClr val="23143A"/>
                </a:solidFill>
                <a:latin typeface="Arial"/>
                <a:ea typeface="Arial"/>
                <a:cs typeface="Arial"/>
              </a:defRPr>
            </a:lvl8pPr>
            <a:lvl9pPr algn="l">
              <a:defRPr sz="880" b="0">
                <a:solidFill>
                  <a:srgbClr val="23143A"/>
                </a:solidFill>
                <a:latin typeface="Arial"/>
                <a:ea typeface="Arial"/>
                <a:cs typeface="Arial"/>
              </a:defRPr>
            </a:lvl9pPr>
          </a:lstStyle>
          <a:p xmlns:a="http://schemas.openxmlformats.org/drawingml/2006/main">
            <a:pPr algn="l">
              <a:lnSpc>
                <a:spcPct val="100000"/>
              </a:lnSpc>
              <a:buNone/>
              <a:defRPr sz="880" b="0">
                <a:solidFill>
                  <a:srgbClr val="23143A"/>
                </a:solidFill>
                <a:latin typeface="Arial"/>
                <a:ea typeface="Arial"/>
                <a:cs typeface="Arial"/>
              </a:defRPr>
            </a:pPr>
            <a:r>
              <a:rPr sz="880" b="0">
                <a:solidFill>
                  <a:srgbClr val="23143A"/>
                </a:solidFill>
                <a:latin typeface="Arial"/>
                <a:ea typeface="Arial"/>
                <a:cs typeface="Arial"/>
              </a:rPr>
              <a:t>Where and when does the ride start?</a:t>
            </a:r>
          </a:p>
        </p:txBody>
      </p:sp>
      <p:sp>
        <p:nvSpPr>
          <p:cNvPr id="8" name="Ride question number 2">
            <a:extLst xmlns:a="http://schemas.openxmlformats.org/drawingml/2006/main">
              <a:ext uri="{FF2B5EF4-FFF2-40B4-BE49-F238E27FC236}">
                <a16:creationId xmlns:a16="http://schemas.microsoft.com/office/drawing/2014/main" id="{5D1B0ED4-760F-4C6F-B9B9-5F8A659848B1}"/>
              </a:ext>
            </a:extLst>
          </p:cNvPr>
          <p:cNvSpPr>
            <a:spLocks xmlns:a="http://schemas.openxmlformats.org/drawingml/2006/main" noGrp="1"/>
          </p:cNvSpPr>
          <p:nvPr/>
        </p:nvSpPr>
        <p:spPr>
          <a:xfrm xmlns:a="http://schemas.openxmlformats.org/drawingml/2006/main">
            <a:off x="1466850" y="1666875"/>
            <a:ext cx="1714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40" b="1">
                <a:solidFill>
                  <a:srgbClr val="FF0180"/>
                </a:solidFill>
                <a:latin typeface="Space Grotesk"/>
                <a:ea typeface="Space Grotesk"/>
                <a:cs typeface="Space Grotesk"/>
              </a:defRPr>
            </a:defPPr>
            <a:lvl1pPr algn="l">
              <a:defRPr sz="940" b="1">
                <a:solidFill>
                  <a:srgbClr val="FF0180"/>
                </a:solidFill>
                <a:latin typeface="Space Grotesk"/>
                <a:ea typeface="Space Grotesk"/>
                <a:cs typeface="Space Grotesk"/>
              </a:defRPr>
            </a:lvl1pPr>
            <a:lvl2pPr algn="l">
              <a:defRPr sz="940" b="1">
                <a:solidFill>
                  <a:srgbClr val="FF0180"/>
                </a:solidFill>
                <a:latin typeface="Space Grotesk"/>
                <a:ea typeface="Space Grotesk"/>
                <a:cs typeface="Space Grotesk"/>
              </a:defRPr>
            </a:lvl2pPr>
            <a:lvl3pPr algn="l">
              <a:defRPr sz="940" b="1">
                <a:solidFill>
                  <a:srgbClr val="FF0180"/>
                </a:solidFill>
                <a:latin typeface="Space Grotesk"/>
                <a:ea typeface="Space Grotesk"/>
                <a:cs typeface="Space Grotesk"/>
              </a:defRPr>
            </a:lvl3pPr>
            <a:lvl4pPr algn="l">
              <a:defRPr sz="940" b="1">
                <a:solidFill>
                  <a:srgbClr val="FF0180"/>
                </a:solidFill>
                <a:latin typeface="Space Grotesk"/>
                <a:ea typeface="Space Grotesk"/>
                <a:cs typeface="Space Grotesk"/>
              </a:defRPr>
            </a:lvl4pPr>
            <a:lvl5pPr algn="l">
              <a:defRPr sz="940" b="1">
                <a:solidFill>
                  <a:srgbClr val="FF0180"/>
                </a:solidFill>
                <a:latin typeface="Space Grotesk"/>
                <a:ea typeface="Space Grotesk"/>
                <a:cs typeface="Space Grotesk"/>
              </a:defRPr>
            </a:lvl5pPr>
            <a:lvl6pPr algn="l">
              <a:defRPr sz="940" b="1">
                <a:solidFill>
                  <a:srgbClr val="FF0180"/>
                </a:solidFill>
                <a:latin typeface="Space Grotesk"/>
                <a:ea typeface="Space Grotesk"/>
                <a:cs typeface="Space Grotesk"/>
              </a:defRPr>
            </a:lvl6pPr>
            <a:lvl7pPr algn="l">
              <a:defRPr sz="940" b="1">
                <a:solidFill>
                  <a:srgbClr val="FF0180"/>
                </a:solidFill>
                <a:latin typeface="Space Grotesk"/>
                <a:ea typeface="Space Grotesk"/>
                <a:cs typeface="Space Grotesk"/>
              </a:defRPr>
            </a:lvl7pPr>
            <a:lvl8pPr algn="l">
              <a:defRPr sz="940" b="1">
                <a:solidFill>
                  <a:srgbClr val="FF0180"/>
                </a:solidFill>
                <a:latin typeface="Space Grotesk"/>
                <a:ea typeface="Space Grotesk"/>
                <a:cs typeface="Space Grotesk"/>
              </a:defRPr>
            </a:lvl8pPr>
            <a:lvl9pPr algn="l">
              <a:defRPr sz="940" b="1">
                <a:solidFill>
                  <a:srgbClr val="FF0180"/>
                </a:solidFill>
                <a:latin typeface="Space Grotesk"/>
                <a:ea typeface="Space Grotesk"/>
                <a:cs typeface="Space Grotesk"/>
              </a:defRPr>
            </a:lvl9pPr>
          </a:lstStyle>
          <a:p xmlns:a="http://schemas.openxmlformats.org/drawingml/2006/main">
            <a:pPr algn="l">
              <a:lnSpc>
                <a:spcPct val="100000"/>
              </a:lnSpc>
              <a:buNone/>
              <a:defRPr sz="940" b="1">
                <a:solidFill>
                  <a:srgbClr val="FF0180"/>
                </a:solidFill>
                <a:latin typeface="Space Grotesk"/>
                <a:ea typeface="Space Grotesk"/>
                <a:cs typeface="Space Grotesk"/>
              </a:defRPr>
            </a:pPr>
            <a:r>
              <a:rPr sz="940" b="1">
                <a:solidFill>
                  <a:srgbClr val="FF0180"/>
                </a:solidFill>
                <a:latin typeface="Space Grotesk"/>
                <a:ea typeface="Space Grotesk"/>
                <a:cs typeface="Space Grotesk"/>
              </a:rPr>
              <a:t>2</a:t>
            </a:r>
          </a:p>
        </p:txBody>
      </p:sp>
      <p:sp>
        <p:nvSpPr>
          <p:cNvPr id="9" name="Ride question 2">
            <a:extLst xmlns:a="http://schemas.openxmlformats.org/drawingml/2006/main">
              <a:ext uri="{FF2B5EF4-FFF2-40B4-BE49-F238E27FC236}">
                <a16:creationId xmlns:a16="http://schemas.microsoft.com/office/drawing/2014/main" id="{72A201D8-8D90-4AD4-8E42-54D443EDE2F0}"/>
              </a:ext>
            </a:extLst>
          </p:cNvPr>
          <p:cNvSpPr>
            <a:spLocks xmlns:a="http://schemas.openxmlformats.org/drawingml/2006/main" noGrp="1"/>
          </p:cNvSpPr>
          <p:nvPr/>
        </p:nvSpPr>
        <p:spPr>
          <a:xfrm xmlns:a="http://schemas.openxmlformats.org/drawingml/2006/main">
            <a:off x="1676400" y="1666875"/>
            <a:ext cx="17907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80" b="0">
                <a:solidFill>
                  <a:srgbClr val="23143A"/>
                </a:solidFill>
                <a:latin typeface="Arial"/>
                <a:ea typeface="Arial"/>
                <a:cs typeface="Arial"/>
              </a:defRPr>
            </a:defPPr>
            <a:lvl1pPr algn="l">
              <a:defRPr sz="880" b="0">
                <a:solidFill>
                  <a:srgbClr val="23143A"/>
                </a:solidFill>
                <a:latin typeface="Arial"/>
                <a:ea typeface="Arial"/>
                <a:cs typeface="Arial"/>
              </a:defRPr>
            </a:lvl1pPr>
            <a:lvl2pPr algn="l">
              <a:defRPr sz="880" b="0">
                <a:solidFill>
                  <a:srgbClr val="23143A"/>
                </a:solidFill>
                <a:latin typeface="Arial"/>
                <a:ea typeface="Arial"/>
                <a:cs typeface="Arial"/>
              </a:defRPr>
            </a:lvl2pPr>
            <a:lvl3pPr algn="l">
              <a:defRPr sz="880" b="0">
                <a:solidFill>
                  <a:srgbClr val="23143A"/>
                </a:solidFill>
                <a:latin typeface="Arial"/>
                <a:ea typeface="Arial"/>
                <a:cs typeface="Arial"/>
              </a:defRPr>
            </a:lvl3pPr>
            <a:lvl4pPr algn="l">
              <a:defRPr sz="880" b="0">
                <a:solidFill>
                  <a:srgbClr val="23143A"/>
                </a:solidFill>
                <a:latin typeface="Arial"/>
                <a:ea typeface="Arial"/>
                <a:cs typeface="Arial"/>
              </a:defRPr>
            </a:lvl4pPr>
            <a:lvl5pPr algn="l">
              <a:defRPr sz="880" b="0">
                <a:solidFill>
                  <a:srgbClr val="23143A"/>
                </a:solidFill>
                <a:latin typeface="Arial"/>
                <a:ea typeface="Arial"/>
                <a:cs typeface="Arial"/>
              </a:defRPr>
            </a:lvl5pPr>
            <a:lvl6pPr algn="l">
              <a:defRPr sz="880" b="0">
                <a:solidFill>
                  <a:srgbClr val="23143A"/>
                </a:solidFill>
                <a:latin typeface="Arial"/>
                <a:ea typeface="Arial"/>
                <a:cs typeface="Arial"/>
              </a:defRPr>
            </a:lvl6pPr>
            <a:lvl7pPr algn="l">
              <a:defRPr sz="880" b="0">
                <a:solidFill>
                  <a:srgbClr val="23143A"/>
                </a:solidFill>
                <a:latin typeface="Arial"/>
                <a:ea typeface="Arial"/>
                <a:cs typeface="Arial"/>
              </a:defRPr>
            </a:lvl7pPr>
            <a:lvl8pPr algn="l">
              <a:defRPr sz="880" b="0">
                <a:solidFill>
                  <a:srgbClr val="23143A"/>
                </a:solidFill>
                <a:latin typeface="Arial"/>
                <a:ea typeface="Arial"/>
                <a:cs typeface="Arial"/>
              </a:defRPr>
            </a:lvl8pPr>
            <a:lvl9pPr algn="l">
              <a:defRPr sz="880" b="0">
                <a:solidFill>
                  <a:srgbClr val="23143A"/>
                </a:solidFill>
                <a:latin typeface="Arial"/>
                <a:ea typeface="Arial"/>
                <a:cs typeface="Arial"/>
              </a:defRPr>
            </a:lvl9pPr>
          </a:lstStyle>
          <a:p xmlns:a="http://schemas.openxmlformats.org/drawingml/2006/main">
            <a:pPr algn="l">
              <a:lnSpc>
                <a:spcPct val="100000"/>
              </a:lnSpc>
              <a:buNone/>
              <a:defRPr sz="880" b="0">
                <a:solidFill>
                  <a:srgbClr val="23143A"/>
                </a:solidFill>
                <a:latin typeface="Arial"/>
                <a:ea typeface="Arial"/>
                <a:cs typeface="Arial"/>
              </a:defRPr>
            </a:pPr>
            <a:r>
              <a:rPr sz="880" b="0">
                <a:solidFill>
                  <a:srgbClr val="23143A"/>
                </a:solidFill>
                <a:latin typeface="Arial"/>
                <a:ea typeface="Arial"/>
                <a:cs typeface="Arial"/>
              </a:rPr>
              <a:t>How far is it, and what pace and route should I expect?</a:t>
            </a:r>
          </a:p>
        </p:txBody>
      </p:sp>
      <p:sp>
        <p:nvSpPr>
          <p:cNvPr id="10" name="Ride question number 3">
            <a:extLst xmlns:a="http://schemas.openxmlformats.org/drawingml/2006/main">
              <a:ext uri="{FF2B5EF4-FFF2-40B4-BE49-F238E27FC236}">
                <a16:creationId xmlns:a16="http://schemas.microsoft.com/office/drawing/2014/main" id="{CC935933-CBBE-4FE0-9E4B-23CF988A60FF}"/>
              </a:ext>
            </a:extLst>
          </p:cNvPr>
          <p:cNvSpPr>
            <a:spLocks xmlns:a="http://schemas.openxmlformats.org/drawingml/2006/main" noGrp="1"/>
          </p:cNvSpPr>
          <p:nvPr/>
        </p:nvSpPr>
        <p:spPr>
          <a:xfrm xmlns:a="http://schemas.openxmlformats.org/drawingml/2006/main">
            <a:off x="1466850" y="1952625"/>
            <a:ext cx="1714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40" b="1">
                <a:solidFill>
                  <a:srgbClr val="FF0180"/>
                </a:solidFill>
                <a:latin typeface="Space Grotesk"/>
                <a:ea typeface="Space Grotesk"/>
                <a:cs typeface="Space Grotesk"/>
              </a:defRPr>
            </a:defPPr>
            <a:lvl1pPr algn="l">
              <a:defRPr sz="940" b="1">
                <a:solidFill>
                  <a:srgbClr val="FF0180"/>
                </a:solidFill>
                <a:latin typeface="Space Grotesk"/>
                <a:ea typeface="Space Grotesk"/>
                <a:cs typeface="Space Grotesk"/>
              </a:defRPr>
            </a:lvl1pPr>
            <a:lvl2pPr algn="l">
              <a:defRPr sz="940" b="1">
                <a:solidFill>
                  <a:srgbClr val="FF0180"/>
                </a:solidFill>
                <a:latin typeface="Space Grotesk"/>
                <a:ea typeface="Space Grotesk"/>
                <a:cs typeface="Space Grotesk"/>
              </a:defRPr>
            </a:lvl2pPr>
            <a:lvl3pPr algn="l">
              <a:defRPr sz="940" b="1">
                <a:solidFill>
                  <a:srgbClr val="FF0180"/>
                </a:solidFill>
                <a:latin typeface="Space Grotesk"/>
                <a:ea typeface="Space Grotesk"/>
                <a:cs typeface="Space Grotesk"/>
              </a:defRPr>
            </a:lvl3pPr>
            <a:lvl4pPr algn="l">
              <a:defRPr sz="940" b="1">
                <a:solidFill>
                  <a:srgbClr val="FF0180"/>
                </a:solidFill>
                <a:latin typeface="Space Grotesk"/>
                <a:ea typeface="Space Grotesk"/>
                <a:cs typeface="Space Grotesk"/>
              </a:defRPr>
            </a:lvl4pPr>
            <a:lvl5pPr algn="l">
              <a:defRPr sz="940" b="1">
                <a:solidFill>
                  <a:srgbClr val="FF0180"/>
                </a:solidFill>
                <a:latin typeface="Space Grotesk"/>
                <a:ea typeface="Space Grotesk"/>
                <a:cs typeface="Space Grotesk"/>
              </a:defRPr>
            </a:lvl5pPr>
            <a:lvl6pPr algn="l">
              <a:defRPr sz="940" b="1">
                <a:solidFill>
                  <a:srgbClr val="FF0180"/>
                </a:solidFill>
                <a:latin typeface="Space Grotesk"/>
                <a:ea typeface="Space Grotesk"/>
                <a:cs typeface="Space Grotesk"/>
              </a:defRPr>
            </a:lvl6pPr>
            <a:lvl7pPr algn="l">
              <a:defRPr sz="940" b="1">
                <a:solidFill>
                  <a:srgbClr val="FF0180"/>
                </a:solidFill>
                <a:latin typeface="Space Grotesk"/>
                <a:ea typeface="Space Grotesk"/>
                <a:cs typeface="Space Grotesk"/>
              </a:defRPr>
            </a:lvl7pPr>
            <a:lvl8pPr algn="l">
              <a:defRPr sz="940" b="1">
                <a:solidFill>
                  <a:srgbClr val="FF0180"/>
                </a:solidFill>
                <a:latin typeface="Space Grotesk"/>
                <a:ea typeface="Space Grotesk"/>
                <a:cs typeface="Space Grotesk"/>
              </a:defRPr>
            </a:lvl8pPr>
            <a:lvl9pPr algn="l">
              <a:defRPr sz="940" b="1">
                <a:solidFill>
                  <a:srgbClr val="FF0180"/>
                </a:solidFill>
                <a:latin typeface="Space Grotesk"/>
                <a:ea typeface="Space Grotesk"/>
                <a:cs typeface="Space Grotesk"/>
              </a:defRPr>
            </a:lvl9pPr>
          </a:lstStyle>
          <a:p xmlns:a="http://schemas.openxmlformats.org/drawingml/2006/main">
            <a:pPr algn="l">
              <a:lnSpc>
                <a:spcPct val="100000"/>
              </a:lnSpc>
              <a:buNone/>
              <a:defRPr sz="940" b="1">
                <a:solidFill>
                  <a:srgbClr val="FF0180"/>
                </a:solidFill>
                <a:latin typeface="Space Grotesk"/>
                <a:ea typeface="Space Grotesk"/>
                <a:cs typeface="Space Grotesk"/>
              </a:defRPr>
            </a:pPr>
            <a:r>
              <a:rPr sz="940" b="1">
                <a:solidFill>
                  <a:srgbClr val="FF0180"/>
                </a:solidFill>
                <a:latin typeface="Space Grotesk"/>
                <a:ea typeface="Space Grotesk"/>
                <a:cs typeface="Space Grotesk"/>
              </a:rPr>
              <a:t>3</a:t>
            </a:r>
          </a:p>
        </p:txBody>
      </p:sp>
      <p:sp>
        <p:nvSpPr>
          <p:cNvPr id="11" name="Ride question 3">
            <a:extLst xmlns:a="http://schemas.openxmlformats.org/drawingml/2006/main">
              <a:ext uri="{FF2B5EF4-FFF2-40B4-BE49-F238E27FC236}">
                <a16:creationId xmlns:a16="http://schemas.microsoft.com/office/drawing/2014/main" id="{85D326FE-BF35-4F0B-824B-EC3D78084E9D}"/>
              </a:ext>
            </a:extLst>
          </p:cNvPr>
          <p:cNvSpPr>
            <a:spLocks xmlns:a="http://schemas.openxmlformats.org/drawingml/2006/main" noGrp="1"/>
          </p:cNvSpPr>
          <p:nvPr/>
        </p:nvSpPr>
        <p:spPr>
          <a:xfrm xmlns:a="http://schemas.openxmlformats.org/drawingml/2006/main">
            <a:off x="1676400" y="1952625"/>
            <a:ext cx="17907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80" b="0">
                <a:solidFill>
                  <a:srgbClr val="23143A"/>
                </a:solidFill>
                <a:latin typeface="Arial"/>
                <a:ea typeface="Arial"/>
                <a:cs typeface="Arial"/>
              </a:defRPr>
            </a:defPPr>
            <a:lvl1pPr algn="l">
              <a:defRPr sz="880" b="0">
                <a:solidFill>
                  <a:srgbClr val="23143A"/>
                </a:solidFill>
                <a:latin typeface="Arial"/>
                <a:ea typeface="Arial"/>
                <a:cs typeface="Arial"/>
              </a:defRPr>
            </a:lvl1pPr>
            <a:lvl2pPr algn="l">
              <a:defRPr sz="880" b="0">
                <a:solidFill>
                  <a:srgbClr val="23143A"/>
                </a:solidFill>
                <a:latin typeface="Arial"/>
                <a:ea typeface="Arial"/>
                <a:cs typeface="Arial"/>
              </a:defRPr>
            </a:lvl2pPr>
            <a:lvl3pPr algn="l">
              <a:defRPr sz="880" b="0">
                <a:solidFill>
                  <a:srgbClr val="23143A"/>
                </a:solidFill>
                <a:latin typeface="Arial"/>
                <a:ea typeface="Arial"/>
                <a:cs typeface="Arial"/>
              </a:defRPr>
            </a:lvl3pPr>
            <a:lvl4pPr algn="l">
              <a:defRPr sz="880" b="0">
                <a:solidFill>
                  <a:srgbClr val="23143A"/>
                </a:solidFill>
                <a:latin typeface="Arial"/>
                <a:ea typeface="Arial"/>
                <a:cs typeface="Arial"/>
              </a:defRPr>
            </a:lvl4pPr>
            <a:lvl5pPr algn="l">
              <a:defRPr sz="880" b="0">
                <a:solidFill>
                  <a:srgbClr val="23143A"/>
                </a:solidFill>
                <a:latin typeface="Arial"/>
                <a:ea typeface="Arial"/>
                <a:cs typeface="Arial"/>
              </a:defRPr>
            </a:lvl5pPr>
            <a:lvl6pPr algn="l">
              <a:defRPr sz="880" b="0">
                <a:solidFill>
                  <a:srgbClr val="23143A"/>
                </a:solidFill>
                <a:latin typeface="Arial"/>
                <a:ea typeface="Arial"/>
                <a:cs typeface="Arial"/>
              </a:defRPr>
            </a:lvl6pPr>
            <a:lvl7pPr algn="l">
              <a:defRPr sz="880" b="0">
                <a:solidFill>
                  <a:srgbClr val="23143A"/>
                </a:solidFill>
                <a:latin typeface="Arial"/>
                <a:ea typeface="Arial"/>
                <a:cs typeface="Arial"/>
              </a:defRPr>
            </a:lvl7pPr>
            <a:lvl8pPr algn="l">
              <a:defRPr sz="880" b="0">
                <a:solidFill>
                  <a:srgbClr val="23143A"/>
                </a:solidFill>
                <a:latin typeface="Arial"/>
                <a:ea typeface="Arial"/>
                <a:cs typeface="Arial"/>
              </a:defRPr>
            </a:lvl8pPr>
            <a:lvl9pPr algn="l">
              <a:defRPr sz="880" b="0">
                <a:solidFill>
                  <a:srgbClr val="23143A"/>
                </a:solidFill>
                <a:latin typeface="Arial"/>
                <a:ea typeface="Arial"/>
                <a:cs typeface="Arial"/>
              </a:defRPr>
            </a:lvl9pPr>
          </a:lstStyle>
          <a:p xmlns:a="http://schemas.openxmlformats.org/drawingml/2006/main">
            <a:pPr algn="l">
              <a:lnSpc>
                <a:spcPct val="100000"/>
              </a:lnSpc>
              <a:buNone/>
              <a:defRPr sz="880" b="0">
                <a:solidFill>
                  <a:srgbClr val="23143A"/>
                </a:solidFill>
                <a:latin typeface="Arial"/>
                <a:ea typeface="Arial"/>
                <a:cs typeface="Arial"/>
              </a:defRPr>
            </a:pPr>
            <a:r>
              <a:rPr sz="880" b="0">
                <a:solidFill>
                  <a:srgbClr val="23143A"/>
                </a:solidFill>
                <a:latin typeface="Arial"/>
                <a:ea typeface="Arial"/>
                <a:cs typeface="Arial"/>
              </a:rPr>
              <a:t>What is the surface like? Are there hills or busy streets?</a:t>
            </a:r>
          </a:p>
        </p:txBody>
      </p:sp>
      <p:sp>
        <p:nvSpPr>
          <p:cNvPr id="12" name="Ride question number 4">
            <a:extLst xmlns:a="http://schemas.openxmlformats.org/drawingml/2006/main">
              <a:ext uri="{FF2B5EF4-FFF2-40B4-BE49-F238E27FC236}">
                <a16:creationId xmlns:a16="http://schemas.microsoft.com/office/drawing/2014/main" id="{73E1AE35-682B-415E-AD59-D1A09B6B2126}"/>
              </a:ext>
            </a:extLst>
          </p:cNvPr>
          <p:cNvSpPr>
            <a:spLocks xmlns:a="http://schemas.openxmlformats.org/drawingml/2006/main" noGrp="1"/>
          </p:cNvSpPr>
          <p:nvPr/>
        </p:nvSpPr>
        <p:spPr>
          <a:xfrm xmlns:a="http://schemas.openxmlformats.org/drawingml/2006/main">
            <a:off x="1466850" y="2238375"/>
            <a:ext cx="1714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40" b="1">
                <a:solidFill>
                  <a:srgbClr val="FF0180"/>
                </a:solidFill>
                <a:latin typeface="Space Grotesk"/>
                <a:ea typeface="Space Grotesk"/>
                <a:cs typeface="Space Grotesk"/>
              </a:defRPr>
            </a:defPPr>
            <a:lvl1pPr algn="l">
              <a:defRPr sz="940" b="1">
                <a:solidFill>
                  <a:srgbClr val="FF0180"/>
                </a:solidFill>
                <a:latin typeface="Space Grotesk"/>
                <a:ea typeface="Space Grotesk"/>
                <a:cs typeface="Space Grotesk"/>
              </a:defRPr>
            </a:lvl1pPr>
            <a:lvl2pPr algn="l">
              <a:defRPr sz="940" b="1">
                <a:solidFill>
                  <a:srgbClr val="FF0180"/>
                </a:solidFill>
                <a:latin typeface="Space Grotesk"/>
                <a:ea typeface="Space Grotesk"/>
                <a:cs typeface="Space Grotesk"/>
              </a:defRPr>
            </a:lvl2pPr>
            <a:lvl3pPr algn="l">
              <a:defRPr sz="940" b="1">
                <a:solidFill>
                  <a:srgbClr val="FF0180"/>
                </a:solidFill>
                <a:latin typeface="Space Grotesk"/>
                <a:ea typeface="Space Grotesk"/>
                <a:cs typeface="Space Grotesk"/>
              </a:defRPr>
            </a:lvl3pPr>
            <a:lvl4pPr algn="l">
              <a:defRPr sz="940" b="1">
                <a:solidFill>
                  <a:srgbClr val="FF0180"/>
                </a:solidFill>
                <a:latin typeface="Space Grotesk"/>
                <a:ea typeface="Space Grotesk"/>
                <a:cs typeface="Space Grotesk"/>
              </a:defRPr>
            </a:lvl4pPr>
            <a:lvl5pPr algn="l">
              <a:defRPr sz="940" b="1">
                <a:solidFill>
                  <a:srgbClr val="FF0180"/>
                </a:solidFill>
                <a:latin typeface="Space Grotesk"/>
                <a:ea typeface="Space Grotesk"/>
                <a:cs typeface="Space Grotesk"/>
              </a:defRPr>
            </a:lvl5pPr>
            <a:lvl6pPr algn="l">
              <a:defRPr sz="940" b="1">
                <a:solidFill>
                  <a:srgbClr val="FF0180"/>
                </a:solidFill>
                <a:latin typeface="Space Grotesk"/>
                <a:ea typeface="Space Grotesk"/>
                <a:cs typeface="Space Grotesk"/>
              </a:defRPr>
            </a:lvl6pPr>
            <a:lvl7pPr algn="l">
              <a:defRPr sz="940" b="1">
                <a:solidFill>
                  <a:srgbClr val="FF0180"/>
                </a:solidFill>
                <a:latin typeface="Space Grotesk"/>
                <a:ea typeface="Space Grotesk"/>
                <a:cs typeface="Space Grotesk"/>
              </a:defRPr>
            </a:lvl7pPr>
            <a:lvl8pPr algn="l">
              <a:defRPr sz="940" b="1">
                <a:solidFill>
                  <a:srgbClr val="FF0180"/>
                </a:solidFill>
                <a:latin typeface="Space Grotesk"/>
                <a:ea typeface="Space Grotesk"/>
                <a:cs typeface="Space Grotesk"/>
              </a:defRPr>
            </a:lvl8pPr>
            <a:lvl9pPr algn="l">
              <a:defRPr sz="940" b="1">
                <a:solidFill>
                  <a:srgbClr val="FF0180"/>
                </a:solidFill>
                <a:latin typeface="Space Grotesk"/>
                <a:ea typeface="Space Grotesk"/>
                <a:cs typeface="Space Grotesk"/>
              </a:defRPr>
            </a:lvl9pPr>
          </a:lstStyle>
          <a:p xmlns:a="http://schemas.openxmlformats.org/drawingml/2006/main">
            <a:pPr algn="l">
              <a:lnSpc>
                <a:spcPct val="100000"/>
              </a:lnSpc>
              <a:buNone/>
              <a:defRPr sz="940" b="1">
                <a:solidFill>
                  <a:srgbClr val="FF0180"/>
                </a:solidFill>
                <a:latin typeface="Space Grotesk"/>
                <a:ea typeface="Space Grotesk"/>
                <a:cs typeface="Space Grotesk"/>
              </a:defRPr>
            </a:pPr>
            <a:r>
              <a:rPr sz="940" b="1">
                <a:solidFill>
                  <a:srgbClr val="FF0180"/>
                </a:solidFill>
                <a:latin typeface="Space Grotesk"/>
                <a:ea typeface="Space Grotesk"/>
                <a:cs typeface="Space Grotesk"/>
              </a:rPr>
              <a:t>4</a:t>
            </a:r>
          </a:p>
        </p:txBody>
      </p:sp>
      <p:sp>
        <p:nvSpPr>
          <p:cNvPr id="13" name="Ride question 4">
            <a:extLst xmlns:a="http://schemas.openxmlformats.org/drawingml/2006/main">
              <a:ext uri="{FF2B5EF4-FFF2-40B4-BE49-F238E27FC236}">
                <a16:creationId xmlns:a16="http://schemas.microsoft.com/office/drawing/2014/main" id="{DBEDAD9D-0D50-46DC-8362-A514A3D677F0}"/>
              </a:ext>
            </a:extLst>
          </p:cNvPr>
          <p:cNvSpPr>
            <a:spLocks xmlns:a="http://schemas.openxmlformats.org/drawingml/2006/main" noGrp="1"/>
          </p:cNvSpPr>
          <p:nvPr/>
        </p:nvSpPr>
        <p:spPr>
          <a:xfrm xmlns:a="http://schemas.openxmlformats.org/drawingml/2006/main">
            <a:off x="1676400" y="2238375"/>
            <a:ext cx="17907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80" b="0">
                <a:solidFill>
                  <a:srgbClr val="23143A"/>
                </a:solidFill>
                <a:latin typeface="Arial"/>
                <a:ea typeface="Arial"/>
                <a:cs typeface="Arial"/>
              </a:defRPr>
            </a:defPPr>
            <a:lvl1pPr algn="l">
              <a:defRPr sz="880" b="0">
                <a:solidFill>
                  <a:srgbClr val="23143A"/>
                </a:solidFill>
                <a:latin typeface="Arial"/>
                <a:ea typeface="Arial"/>
                <a:cs typeface="Arial"/>
              </a:defRPr>
            </a:lvl1pPr>
            <a:lvl2pPr algn="l">
              <a:defRPr sz="880" b="0">
                <a:solidFill>
                  <a:srgbClr val="23143A"/>
                </a:solidFill>
                <a:latin typeface="Arial"/>
                <a:ea typeface="Arial"/>
                <a:cs typeface="Arial"/>
              </a:defRPr>
            </a:lvl2pPr>
            <a:lvl3pPr algn="l">
              <a:defRPr sz="880" b="0">
                <a:solidFill>
                  <a:srgbClr val="23143A"/>
                </a:solidFill>
                <a:latin typeface="Arial"/>
                <a:ea typeface="Arial"/>
                <a:cs typeface="Arial"/>
              </a:defRPr>
            </a:lvl3pPr>
            <a:lvl4pPr algn="l">
              <a:defRPr sz="880" b="0">
                <a:solidFill>
                  <a:srgbClr val="23143A"/>
                </a:solidFill>
                <a:latin typeface="Arial"/>
                <a:ea typeface="Arial"/>
                <a:cs typeface="Arial"/>
              </a:defRPr>
            </a:lvl4pPr>
            <a:lvl5pPr algn="l">
              <a:defRPr sz="880" b="0">
                <a:solidFill>
                  <a:srgbClr val="23143A"/>
                </a:solidFill>
                <a:latin typeface="Arial"/>
                <a:ea typeface="Arial"/>
                <a:cs typeface="Arial"/>
              </a:defRPr>
            </a:lvl5pPr>
            <a:lvl6pPr algn="l">
              <a:defRPr sz="880" b="0">
                <a:solidFill>
                  <a:srgbClr val="23143A"/>
                </a:solidFill>
                <a:latin typeface="Arial"/>
                <a:ea typeface="Arial"/>
                <a:cs typeface="Arial"/>
              </a:defRPr>
            </a:lvl6pPr>
            <a:lvl7pPr algn="l">
              <a:defRPr sz="880" b="0">
                <a:solidFill>
                  <a:srgbClr val="23143A"/>
                </a:solidFill>
                <a:latin typeface="Arial"/>
                <a:ea typeface="Arial"/>
                <a:cs typeface="Arial"/>
              </a:defRPr>
            </a:lvl7pPr>
            <a:lvl8pPr algn="l">
              <a:defRPr sz="880" b="0">
                <a:solidFill>
                  <a:srgbClr val="23143A"/>
                </a:solidFill>
                <a:latin typeface="Arial"/>
                <a:ea typeface="Arial"/>
                <a:cs typeface="Arial"/>
              </a:defRPr>
            </a:lvl8pPr>
            <a:lvl9pPr algn="l">
              <a:defRPr sz="880" b="0">
                <a:solidFill>
                  <a:srgbClr val="23143A"/>
                </a:solidFill>
                <a:latin typeface="Arial"/>
                <a:ea typeface="Arial"/>
                <a:cs typeface="Arial"/>
              </a:defRPr>
            </a:lvl9pPr>
          </a:lstStyle>
          <a:p xmlns:a="http://schemas.openxmlformats.org/drawingml/2006/main">
            <a:pPr algn="l">
              <a:lnSpc>
                <a:spcPct val="100000"/>
              </a:lnSpc>
              <a:buNone/>
              <a:defRPr sz="880" b="0">
                <a:solidFill>
                  <a:srgbClr val="23143A"/>
                </a:solidFill>
                <a:latin typeface="Arial"/>
                <a:ea typeface="Arial"/>
                <a:cs typeface="Arial"/>
              </a:defRPr>
            </a:pPr>
            <a:r>
              <a:rPr sz="880" b="0">
                <a:solidFill>
                  <a:srgbClr val="23143A"/>
                </a:solidFill>
                <a:latin typeface="Arial"/>
                <a:ea typeface="Arial"/>
                <a:cs typeface="Arial"/>
              </a:rPr>
              <a:t>Where can the group stop or regroup?</a:t>
            </a:r>
          </a:p>
        </p:txBody>
      </p:sp>
      <p:sp>
        <p:nvSpPr>
          <p:cNvPr id="14" name="Ride question number 5">
            <a:extLst xmlns:a="http://schemas.openxmlformats.org/drawingml/2006/main">
              <a:ext uri="{FF2B5EF4-FFF2-40B4-BE49-F238E27FC236}">
                <a16:creationId xmlns:a16="http://schemas.microsoft.com/office/drawing/2014/main" id="{37441554-893D-47D4-8A05-EE51356C1DFC}"/>
              </a:ext>
            </a:extLst>
          </p:cNvPr>
          <p:cNvSpPr>
            <a:spLocks xmlns:a="http://schemas.openxmlformats.org/drawingml/2006/main" noGrp="1"/>
          </p:cNvSpPr>
          <p:nvPr/>
        </p:nvSpPr>
        <p:spPr>
          <a:xfrm xmlns:a="http://schemas.openxmlformats.org/drawingml/2006/main">
            <a:off x="1466850" y="2524125"/>
            <a:ext cx="1714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40" b="1">
                <a:solidFill>
                  <a:srgbClr val="FF0180"/>
                </a:solidFill>
                <a:latin typeface="Space Grotesk"/>
                <a:ea typeface="Space Grotesk"/>
                <a:cs typeface="Space Grotesk"/>
              </a:defRPr>
            </a:defPPr>
            <a:lvl1pPr algn="l">
              <a:defRPr sz="940" b="1">
                <a:solidFill>
                  <a:srgbClr val="FF0180"/>
                </a:solidFill>
                <a:latin typeface="Space Grotesk"/>
                <a:ea typeface="Space Grotesk"/>
                <a:cs typeface="Space Grotesk"/>
              </a:defRPr>
            </a:lvl1pPr>
            <a:lvl2pPr algn="l">
              <a:defRPr sz="940" b="1">
                <a:solidFill>
                  <a:srgbClr val="FF0180"/>
                </a:solidFill>
                <a:latin typeface="Space Grotesk"/>
                <a:ea typeface="Space Grotesk"/>
                <a:cs typeface="Space Grotesk"/>
              </a:defRPr>
            </a:lvl2pPr>
            <a:lvl3pPr algn="l">
              <a:defRPr sz="940" b="1">
                <a:solidFill>
                  <a:srgbClr val="FF0180"/>
                </a:solidFill>
                <a:latin typeface="Space Grotesk"/>
                <a:ea typeface="Space Grotesk"/>
                <a:cs typeface="Space Grotesk"/>
              </a:defRPr>
            </a:lvl3pPr>
            <a:lvl4pPr algn="l">
              <a:defRPr sz="940" b="1">
                <a:solidFill>
                  <a:srgbClr val="FF0180"/>
                </a:solidFill>
                <a:latin typeface="Space Grotesk"/>
                <a:ea typeface="Space Grotesk"/>
                <a:cs typeface="Space Grotesk"/>
              </a:defRPr>
            </a:lvl4pPr>
            <a:lvl5pPr algn="l">
              <a:defRPr sz="940" b="1">
                <a:solidFill>
                  <a:srgbClr val="FF0180"/>
                </a:solidFill>
                <a:latin typeface="Space Grotesk"/>
                <a:ea typeface="Space Grotesk"/>
                <a:cs typeface="Space Grotesk"/>
              </a:defRPr>
            </a:lvl5pPr>
            <a:lvl6pPr algn="l">
              <a:defRPr sz="940" b="1">
                <a:solidFill>
                  <a:srgbClr val="FF0180"/>
                </a:solidFill>
                <a:latin typeface="Space Grotesk"/>
                <a:ea typeface="Space Grotesk"/>
                <a:cs typeface="Space Grotesk"/>
              </a:defRPr>
            </a:lvl6pPr>
            <a:lvl7pPr algn="l">
              <a:defRPr sz="940" b="1">
                <a:solidFill>
                  <a:srgbClr val="FF0180"/>
                </a:solidFill>
                <a:latin typeface="Space Grotesk"/>
                <a:ea typeface="Space Grotesk"/>
                <a:cs typeface="Space Grotesk"/>
              </a:defRPr>
            </a:lvl7pPr>
            <a:lvl8pPr algn="l">
              <a:defRPr sz="940" b="1">
                <a:solidFill>
                  <a:srgbClr val="FF0180"/>
                </a:solidFill>
                <a:latin typeface="Space Grotesk"/>
                <a:ea typeface="Space Grotesk"/>
                <a:cs typeface="Space Grotesk"/>
              </a:defRPr>
            </a:lvl8pPr>
            <a:lvl9pPr algn="l">
              <a:defRPr sz="940" b="1">
                <a:solidFill>
                  <a:srgbClr val="FF0180"/>
                </a:solidFill>
                <a:latin typeface="Space Grotesk"/>
                <a:ea typeface="Space Grotesk"/>
                <a:cs typeface="Space Grotesk"/>
              </a:defRPr>
            </a:lvl9pPr>
          </a:lstStyle>
          <a:p xmlns:a="http://schemas.openxmlformats.org/drawingml/2006/main">
            <a:pPr algn="l">
              <a:lnSpc>
                <a:spcPct val="100000"/>
              </a:lnSpc>
              <a:buNone/>
              <a:defRPr sz="940" b="1">
                <a:solidFill>
                  <a:srgbClr val="FF0180"/>
                </a:solidFill>
                <a:latin typeface="Space Grotesk"/>
                <a:ea typeface="Space Grotesk"/>
                <a:cs typeface="Space Grotesk"/>
              </a:defRPr>
            </a:pPr>
            <a:r>
              <a:rPr sz="940" b="1">
                <a:solidFill>
                  <a:srgbClr val="FF0180"/>
                </a:solidFill>
                <a:latin typeface="Space Grotesk"/>
                <a:ea typeface="Space Grotesk"/>
                <a:cs typeface="Space Grotesk"/>
              </a:rPr>
              <a:t>5</a:t>
            </a:r>
          </a:p>
        </p:txBody>
      </p:sp>
      <p:sp>
        <p:nvSpPr>
          <p:cNvPr id="15" name="Ride question 5">
            <a:extLst xmlns:a="http://schemas.openxmlformats.org/drawingml/2006/main">
              <a:ext uri="{FF2B5EF4-FFF2-40B4-BE49-F238E27FC236}">
                <a16:creationId xmlns:a16="http://schemas.microsoft.com/office/drawing/2014/main" id="{3149C0C5-E2C4-448A-9098-56BB38557D08}"/>
              </a:ext>
            </a:extLst>
          </p:cNvPr>
          <p:cNvSpPr>
            <a:spLocks xmlns:a="http://schemas.openxmlformats.org/drawingml/2006/main" noGrp="1"/>
          </p:cNvSpPr>
          <p:nvPr/>
        </p:nvSpPr>
        <p:spPr>
          <a:xfrm xmlns:a="http://schemas.openxmlformats.org/drawingml/2006/main">
            <a:off x="1676400" y="2524125"/>
            <a:ext cx="17907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80" b="0">
                <a:solidFill>
                  <a:srgbClr val="23143A"/>
                </a:solidFill>
                <a:latin typeface="Arial"/>
                <a:ea typeface="Arial"/>
                <a:cs typeface="Arial"/>
              </a:defRPr>
            </a:defPPr>
            <a:lvl1pPr algn="l">
              <a:defRPr sz="880" b="0">
                <a:solidFill>
                  <a:srgbClr val="23143A"/>
                </a:solidFill>
                <a:latin typeface="Arial"/>
                <a:ea typeface="Arial"/>
                <a:cs typeface="Arial"/>
              </a:defRPr>
            </a:lvl1pPr>
            <a:lvl2pPr algn="l">
              <a:defRPr sz="880" b="0">
                <a:solidFill>
                  <a:srgbClr val="23143A"/>
                </a:solidFill>
                <a:latin typeface="Arial"/>
                <a:ea typeface="Arial"/>
                <a:cs typeface="Arial"/>
              </a:defRPr>
            </a:lvl2pPr>
            <a:lvl3pPr algn="l">
              <a:defRPr sz="880" b="0">
                <a:solidFill>
                  <a:srgbClr val="23143A"/>
                </a:solidFill>
                <a:latin typeface="Arial"/>
                <a:ea typeface="Arial"/>
                <a:cs typeface="Arial"/>
              </a:defRPr>
            </a:lvl3pPr>
            <a:lvl4pPr algn="l">
              <a:defRPr sz="880" b="0">
                <a:solidFill>
                  <a:srgbClr val="23143A"/>
                </a:solidFill>
                <a:latin typeface="Arial"/>
                <a:ea typeface="Arial"/>
                <a:cs typeface="Arial"/>
              </a:defRPr>
            </a:lvl4pPr>
            <a:lvl5pPr algn="l">
              <a:defRPr sz="880" b="0">
                <a:solidFill>
                  <a:srgbClr val="23143A"/>
                </a:solidFill>
                <a:latin typeface="Arial"/>
                <a:ea typeface="Arial"/>
                <a:cs typeface="Arial"/>
              </a:defRPr>
            </a:lvl5pPr>
            <a:lvl6pPr algn="l">
              <a:defRPr sz="880" b="0">
                <a:solidFill>
                  <a:srgbClr val="23143A"/>
                </a:solidFill>
                <a:latin typeface="Arial"/>
                <a:ea typeface="Arial"/>
                <a:cs typeface="Arial"/>
              </a:defRPr>
            </a:lvl6pPr>
            <a:lvl7pPr algn="l">
              <a:defRPr sz="880" b="0">
                <a:solidFill>
                  <a:srgbClr val="23143A"/>
                </a:solidFill>
                <a:latin typeface="Arial"/>
                <a:ea typeface="Arial"/>
                <a:cs typeface="Arial"/>
              </a:defRPr>
            </a:lvl7pPr>
            <a:lvl8pPr algn="l">
              <a:defRPr sz="880" b="0">
                <a:solidFill>
                  <a:srgbClr val="23143A"/>
                </a:solidFill>
                <a:latin typeface="Arial"/>
                <a:ea typeface="Arial"/>
                <a:cs typeface="Arial"/>
              </a:defRPr>
            </a:lvl8pPr>
            <a:lvl9pPr algn="l">
              <a:defRPr sz="880" b="0">
                <a:solidFill>
                  <a:srgbClr val="23143A"/>
                </a:solidFill>
                <a:latin typeface="Arial"/>
                <a:ea typeface="Arial"/>
                <a:cs typeface="Arial"/>
              </a:defRPr>
            </a:lvl9pPr>
          </a:lstStyle>
          <a:p xmlns:a="http://schemas.openxmlformats.org/drawingml/2006/main">
            <a:pPr algn="l">
              <a:lnSpc>
                <a:spcPct val="100000"/>
              </a:lnSpc>
              <a:buNone/>
              <a:defRPr sz="880" b="0">
                <a:solidFill>
                  <a:srgbClr val="23143A"/>
                </a:solidFill>
                <a:latin typeface="Arial"/>
                <a:ea typeface="Arial"/>
                <a:cs typeface="Arial"/>
              </a:defRPr>
            </a:pPr>
            <a:r>
              <a:rPr sz="880" b="0">
                <a:solidFill>
                  <a:srgbClr val="23143A"/>
                </a:solidFill>
                <a:latin typeface="Arial"/>
                <a:ea typeface="Arial"/>
                <a:cs typeface="Arial"/>
              </a:rPr>
              <a:t>What should I bring? Are there access, ride, or equipment requirements?</a:t>
            </a:r>
          </a:p>
        </p:txBody>
      </p:sp>
      <p:sp>
        <p:nvSpPr>
          <p:cNvPr id="16" name="Group front QR ground">
            <a:extLst xmlns:a="http://schemas.openxmlformats.org/drawingml/2006/main">
              <a:ext uri="{FF2B5EF4-FFF2-40B4-BE49-F238E27FC236}">
                <a16:creationId xmlns:a16="http://schemas.microsoft.com/office/drawing/2014/main" id="{5A27FB18-A733-4579-8C8F-0DB8C7DDBEBF}"/>
              </a:ext>
            </a:extLst>
          </p:cNvPr>
          <p:cNvSpPr>
            <a:spLocks xmlns:a="http://schemas.openxmlformats.org/drawingml/2006/main" noGrp="1"/>
          </p:cNvSpPr>
          <p:nvPr/>
        </p:nvSpPr>
        <p:spPr>
          <a:xfrm xmlns:a="http://schemas.openxmlformats.org/drawingml/2006/main">
            <a:off x="0" y="2933700"/>
            <a:ext cx="3657600" cy="2552700"/>
          </a:xfrm>
          <a:prstGeom xmlns:a="http://schemas.openxmlformats.org/drawingml/2006/main" prst="rect">
            <a:avLst/>
          </a:prstGeom>
          <a:solidFill xmlns:a="http://schemas.openxmlformats.org/drawingml/2006/main">
            <a:srgbClr val="FFFF0A"/>
          </a:solidFill>
          <a:ln xmlns:a="http://schemas.openxmlformats.org/drawingml/2006/main" w="0">
            <a:noFill/>
            <a:prstDash val="solid"/>
          </a:ln>
        </p:spPr>
      </p:sp>
      <p:sp>
        <p:nvSpPr>
          <p:cNvPr id="17" name="Group public rides CTA">
            <a:extLst xmlns:a="http://schemas.openxmlformats.org/drawingml/2006/main">
              <a:ext uri="{FF2B5EF4-FFF2-40B4-BE49-F238E27FC236}">
                <a16:creationId xmlns:a16="http://schemas.microsoft.com/office/drawing/2014/main" id="{D63A0F32-1691-41EC-81FF-96E2E40EF89B}"/>
              </a:ext>
            </a:extLst>
          </p:cNvPr>
          <p:cNvSpPr>
            <a:spLocks xmlns:a="http://schemas.openxmlformats.org/drawingml/2006/main" noGrp="1"/>
          </p:cNvSpPr>
          <p:nvPr/>
        </p:nvSpPr>
        <p:spPr>
          <a:xfrm xmlns:a="http://schemas.openxmlformats.org/drawingml/2006/main">
            <a:off x="190500" y="3200400"/>
            <a:ext cx="28003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7926CB"/>
                </a:solidFill>
                <a:latin typeface="Space Grotesk"/>
                <a:ea typeface="Space Grotesk"/>
                <a:cs typeface="Space Grotesk"/>
              </a:defRPr>
            </a:defPPr>
            <a:lvl1pPr algn="l">
              <a:defRPr sz="1200" b="1">
                <a:solidFill>
                  <a:srgbClr val="7926CB"/>
                </a:solidFill>
                <a:latin typeface="Space Grotesk"/>
                <a:ea typeface="Space Grotesk"/>
                <a:cs typeface="Space Grotesk"/>
              </a:defRPr>
            </a:lvl1pPr>
            <a:lvl2pPr algn="l">
              <a:defRPr sz="1200" b="1">
                <a:solidFill>
                  <a:srgbClr val="7926CB"/>
                </a:solidFill>
                <a:latin typeface="Space Grotesk"/>
                <a:ea typeface="Space Grotesk"/>
                <a:cs typeface="Space Grotesk"/>
              </a:defRPr>
            </a:lvl2pPr>
            <a:lvl3pPr algn="l">
              <a:defRPr sz="1200" b="1">
                <a:solidFill>
                  <a:srgbClr val="7926CB"/>
                </a:solidFill>
                <a:latin typeface="Space Grotesk"/>
                <a:ea typeface="Space Grotesk"/>
                <a:cs typeface="Space Grotesk"/>
              </a:defRPr>
            </a:lvl3pPr>
            <a:lvl4pPr algn="l">
              <a:defRPr sz="1200" b="1">
                <a:solidFill>
                  <a:srgbClr val="7926CB"/>
                </a:solidFill>
                <a:latin typeface="Space Grotesk"/>
                <a:ea typeface="Space Grotesk"/>
                <a:cs typeface="Space Grotesk"/>
              </a:defRPr>
            </a:lvl4pPr>
            <a:lvl5pPr algn="l">
              <a:defRPr sz="1200" b="1">
                <a:solidFill>
                  <a:srgbClr val="7926CB"/>
                </a:solidFill>
                <a:latin typeface="Space Grotesk"/>
                <a:ea typeface="Space Grotesk"/>
                <a:cs typeface="Space Grotesk"/>
              </a:defRPr>
            </a:lvl5pPr>
            <a:lvl6pPr algn="l">
              <a:defRPr sz="1200" b="1">
                <a:solidFill>
                  <a:srgbClr val="7926CB"/>
                </a:solidFill>
                <a:latin typeface="Space Grotesk"/>
                <a:ea typeface="Space Grotesk"/>
                <a:cs typeface="Space Grotesk"/>
              </a:defRPr>
            </a:lvl6pPr>
            <a:lvl7pPr algn="l">
              <a:defRPr sz="1200" b="1">
                <a:solidFill>
                  <a:srgbClr val="7926CB"/>
                </a:solidFill>
                <a:latin typeface="Space Grotesk"/>
                <a:ea typeface="Space Grotesk"/>
                <a:cs typeface="Space Grotesk"/>
              </a:defRPr>
            </a:lvl7pPr>
            <a:lvl8pPr algn="l">
              <a:defRPr sz="1200" b="1">
                <a:solidFill>
                  <a:srgbClr val="7926CB"/>
                </a:solidFill>
                <a:latin typeface="Space Grotesk"/>
                <a:ea typeface="Space Grotesk"/>
                <a:cs typeface="Space Grotesk"/>
              </a:defRPr>
            </a:lvl8pPr>
            <a:lvl9pPr algn="l">
              <a:defRPr sz="1200" b="1">
                <a:solidFill>
                  <a:srgbClr val="7926CB"/>
                </a:solidFill>
                <a:latin typeface="Space Grotesk"/>
                <a:ea typeface="Space Grotesk"/>
                <a:cs typeface="Space Grotesk"/>
              </a:defRPr>
            </a:lvl9pPr>
          </a:lstStyle>
          <a:p xmlns:a="http://schemas.openxmlformats.org/drawingml/2006/main">
            <a:pPr algn="l">
              <a:lnSpc>
                <a:spcPct val="100000"/>
              </a:lnSpc>
              <a:buNone/>
              <a:defRPr sz="1200" b="1">
                <a:solidFill>
                  <a:srgbClr val="7926CB"/>
                </a:solidFill>
                <a:latin typeface="Space Grotesk"/>
                <a:ea typeface="Space Grotesk"/>
                <a:cs typeface="Space Grotesk"/>
              </a:defRPr>
            </a:pPr>
            <a:r>
              <a:rPr sz="1200" b="1">
                <a:solidFill>
                  <a:srgbClr val="7926CB"/>
                </a:solidFill>
                <a:latin typeface="Space Grotesk"/>
                <a:ea typeface="Space Grotesk"/>
                <a:cs typeface="Space Grotesk"/>
              </a:rPr>
              <a:t>FIND PUBLIC RIDES</a:t>
            </a:r>
          </a:p>
        </p:txBody>
      </p:sp>
      <p:sp>
        <p:nvSpPr>
          <p:cNvPr id="18" name="Group public rides URL">
            <a:extLst xmlns:a="http://schemas.openxmlformats.org/drawingml/2006/main">
              <a:ext uri="{FF2B5EF4-FFF2-40B4-BE49-F238E27FC236}">
                <a16:creationId xmlns:a16="http://schemas.microsoft.com/office/drawing/2014/main" id="{E6A5C2BE-43B2-4E9B-ADB0-F092CB6FFAAE}"/>
              </a:ext>
            </a:extLst>
          </p:cNvPr>
          <p:cNvSpPr>
            <a:spLocks xmlns:a="http://schemas.openxmlformats.org/drawingml/2006/main" noGrp="1"/>
          </p:cNvSpPr>
          <p:nvPr/>
        </p:nvSpPr>
        <p:spPr>
          <a:xfrm xmlns:a="http://schemas.openxmlformats.org/drawingml/2006/main">
            <a:off x="190500" y="3457575"/>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35125F"/>
                </a:solidFill>
                <a:latin typeface="Space Grotesk"/>
                <a:ea typeface="Space Grotesk"/>
                <a:cs typeface="Space Grotesk"/>
              </a:defRPr>
            </a:defPPr>
            <a:lvl1pPr algn="l">
              <a:defRPr sz="1650" b="1">
                <a:solidFill>
                  <a:srgbClr val="35125F"/>
                </a:solidFill>
                <a:latin typeface="Space Grotesk"/>
                <a:ea typeface="Space Grotesk"/>
                <a:cs typeface="Space Grotesk"/>
              </a:defRPr>
            </a:lvl1pPr>
            <a:lvl2pPr algn="l">
              <a:defRPr sz="1650" b="1">
                <a:solidFill>
                  <a:srgbClr val="35125F"/>
                </a:solidFill>
                <a:latin typeface="Space Grotesk"/>
                <a:ea typeface="Space Grotesk"/>
                <a:cs typeface="Space Grotesk"/>
              </a:defRPr>
            </a:lvl2pPr>
            <a:lvl3pPr algn="l">
              <a:defRPr sz="1650" b="1">
                <a:solidFill>
                  <a:srgbClr val="35125F"/>
                </a:solidFill>
                <a:latin typeface="Space Grotesk"/>
                <a:ea typeface="Space Grotesk"/>
                <a:cs typeface="Space Grotesk"/>
              </a:defRPr>
            </a:lvl3pPr>
            <a:lvl4pPr algn="l">
              <a:defRPr sz="1650" b="1">
                <a:solidFill>
                  <a:srgbClr val="35125F"/>
                </a:solidFill>
                <a:latin typeface="Space Grotesk"/>
                <a:ea typeface="Space Grotesk"/>
                <a:cs typeface="Space Grotesk"/>
              </a:defRPr>
            </a:lvl4pPr>
            <a:lvl5pPr algn="l">
              <a:defRPr sz="1650" b="1">
                <a:solidFill>
                  <a:srgbClr val="35125F"/>
                </a:solidFill>
                <a:latin typeface="Space Grotesk"/>
                <a:ea typeface="Space Grotesk"/>
                <a:cs typeface="Space Grotesk"/>
              </a:defRPr>
            </a:lvl5pPr>
            <a:lvl6pPr algn="l">
              <a:defRPr sz="1650" b="1">
                <a:solidFill>
                  <a:srgbClr val="35125F"/>
                </a:solidFill>
                <a:latin typeface="Space Grotesk"/>
                <a:ea typeface="Space Grotesk"/>
                <a:cs typeface="Space Grotesk"/>
              </a:defRPr>
            </a:lvl6pPr>
            <a:lvl7pPr algn="l">
              <a:defRPr sz="1650" b="1">
                <a:solidFill>
                  <a:srgbClr val="35125F"/>
                </a:solidFill>
                <a:latin typeface="Space Grotesk"/>
                <a:ea typeface="Space Grotesk"/>
                <a:cs typeface="Space Grotesk"/>
              </a:defRPr>
            </a:lvl7pPr>
            <a:lvl8pPr algn="l">
              <a:defRPr sz="1650" b="1">
                <a:solidFill>
                  <a:srgbClr val="35125F"/>
                </a:solidFill>
                <a:latin typeface="Space Grotesk"/>
                <a:ea typeface="Space Grotesk"/>
                <a:cs typeface="Space Grotesk"/>
              </a:defRPr>
            </a:lvl8pPr>
            <a:lvl9pPr algn="l">
              <a:defRPr sz="1650" b="1">
                <a:solidFill>
                  <a:srgbClr val="35125F"/>
                </a:solidFill>
                <a:latin typeface="Space Grotesk"/>
                <a:ea typeface="Space Grotesk"/>
                <a:cs typeface="Space Grotesk"/>
              </a:defRPr>
            </a:lvl9pPr>
          </a:lstStyle>
          <a:p xmlns:a="http://schemas.openxmlformats.org/drawingml/2006/main">
            <a:pPr algn="l">
              <a:lnSpc>
                <a:spcPct val="100000"/>
              </a:lnSpc>
              <a:buNone/>
              <a:defRPr sz="1650" b="1">
                <a:solidFill>
                  <a:srgbClr val="35125F"/>
                </a:solidFill>
                <a:latin typeface="Space Grotesk"/>
                <a:ea typeface="Space Grotesk"/>
                <a:cs typeface="Space Grotesk"/>
              </a:defRPr>
            </a:pPr>
            <a:r>
              <a:rPr sz="1650" b="1">
                <a:solidFill>
                  <a:srgbClr val="35125F"/>
                </a:solidFill>
                <a:latin typeface="Space Grotesk"/>
                <a:ea typeface="Space Grotesk"/>
                <a:cs typeface="Space Grotesk"/>
              </a:rPr>
              <a:t>3fp.org/ride</a:t>
            </a:r>
          </a:p>
        </p:txBody>
      </p:sp>
      <p:sp>
        <p:nvSpPr>
          <p:cNvPr id="19" name="Group host reminder">
            <a:extLst xmlns:a="http://schemas.openxmlformats.org/drawingml/2006/main">
              <a:ext uri="{FF2B5EF4-FFF2-40B4-BE49-F238E27FC236}">
                <a16:creationId xmlns:a16="http://schemas.microsoft.com/office/drawing/2014/main" id="{2DFF0068-CD7C-42E3-837B-37D81C9E8ED2}"/>
              </a:ext>
            </a:extLst>
          </p:cNvPr>
          <p:cNvSpPr>
            <a:spLocks xmlns:a="http://schemas.openxmlformats.org/drawingml/2006/main" noGrp="1"/>
          </p:cNvSpPr>
          <p:nvPr/>
        </p:nvSpPr>
        <p:spPr>
          <a:xfrm xmlns:a="http://schemas.openxmlformats.org/drawingml/2006/main">
            <a:off x="190500" y="3800475"/>
            <a:ext cx="25527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50" b="1">
                <a:solidFill>
                  <a:srgbClr val="23143A"/>
                </a:solidFill>
                <a:latin typeface="Arial"/>
                <a:ea typeface="Arial"/>
                <a:cs typeface="Arial"/>
              </a:defRPr>
            </a:defPPr>
            <a:lvl1pPr algn="l">
              <a:defRPr sz="950" b="1">
                <a:solidFill>
                  <a:srgbClr val="23143A"/>
                </a:solidFill>
                <a:latin typeface="Arial"/>
                <a:ea typeface="Arial"/>
                <a:cs typeface="Arial"/>
              </a:defRPr>
            </a:lvl1pPr>
            <a:lvl2pPr algn="l">
              <a:defRPr sz="950" b="1">
                <a:solidFill>
                  <a:srgbClr val="23143A"/>
                </a:solidFill>
                <a:latin typeface="Arial"/>
                <a:ea typeface="Arial"/>
                <a:cs typeface="Arial"/>
              </a:defRPr>
            </a:lvl2pPr>
            <a:lvl3pPr algn="l">
              <a:defRPr sz="950" b="1">
                <a:solidFill>
                  <a:srgbClr val="23143A"/>
                </a:solidFill>
                <a:latin typeface="Arial"/>
                <a:ea typeface="Arial"/>
                <a:cs typeface="Arial"/>
              </a:defRPr>
            </a:lvl3pPr>
            <a:lvl4pPr algn="l">
              <a:defRPr sz="950" b="1">
                <a:solidFill>
                  <a:srgbClr val="23143A"/>
                </a:solidFill>
                <a:latin typeface="Arial"/>
                <a:ea typeface="Arial"/>
                <a:cs typeface="Arial"/>
              </a:defRPr>
            </a:lvl4pPr>
            <a:lvl5pPr algn="l">
              <a:defRPr sz="950" b="1">
                <a:solidFill>
                  <a:srgbClr val="23143A"/>
                </a:solidFill>
                <a:latin typeface="Arial"/>
                <a:ea typeface="Arial"/>
                <a:cs typeface="Arial"/>
              </a:defRPr>
            </a:lvl5pPr>
            <a:lvl6pPr algn="l">
              <a:defRPr sz="950" b="1">
                <a:solidFill>
                  <a:srgbClr val="23143A"/>
                </a:solidFill>
                <a:latin typeface="Arial"/>
                <a:ea typeface="Arial"/>
                <a:cs typeface="Arial"/>
              </a:defRPr>
            </a:lvl6pPr>
            <a:lvl7pPr algn="l">
              <a:defRPr sz="950" b="1">
                <a:solidFill>
                  <a:srgbClr val="23143A"/>
                </a:solidFill>
                <a:latin typeface="Arial"/>
                <a:ea typeface="Arial"/>
                <a:cs typeface="Arial"/>
              </a:defRPr>
            </a:lvl7pPr>
            <a:lvl8pPr algn="l">
              <a:defRPr sz="950" b="1">
                <a:solidFill>
                  <a:srgbClr val="23143A"/>
                </a:solidFill>
                <a:latin typeface="Arial"/>
                <a:ea typeface="Arial"/>
                <a:cs typeface="Arial"/>
              </a:defRPr>
            </a:lvl8pPr>
            <a:lvl9pPr algn="l">
              <a:defRPr sz="950" b="1">
                <a:solidFill>
                  <a:srgbClr val="23143A"/>
                </a:solidFill>
                <a:latin typeface="Arial"/>
                <a:ea typeface="Arial"/>
                <a:cs typeface="Arial"/>
              </a:defRPr>
            </a:lvl9pPr>
          </a:lstStyle>
          <a:p xmlns:a="http://schemas.openxmlformats.org/drawingml/2006/main">
            <a:pPr algn="l">
              <a:lnSpc>
                <a:spcPct val="100000"/>
              </a:lnSpc>
              <a:buNone/>
              <a:defRPr sz="950" b="1">
                <a:solidFill>
                  <a:srgbClr val="23143A"/>
                </a:solidFill>
                <a:latin typeface="Arial"/>
                <a:ea typeface="Arial"/>
                <a:cs typeface="Arial"/>
              </a:defRPr>
            </a:pPr>
            <a:r>
              <a:rPr sz="950" b="1">
                <a:solidFill>
                  <a:srgbClr val="23143A"/>
                </a:solidFill>
                <a:latin typeface="Arial"/>
                <a:ea typeface="Arial"/>
                <a:cs typeface="Arial"/>
              </a:rPr>
              <a:t>Check current details with the ride host.</a:t>
            </a:r>
          </a:p>
        </p:txBody>
      </p:sp>
      <p:sp>
        <p:nvSpPr>
          <p:cNvPr id="20" name="QR code white quiet zone">
            <a:extLst xmlns:a="http://schemas.openxmlformats.org/drawingml/2006/main">
              <a:ext uri="{FF2B5EF4-FFF2-40B4-BE49-F238E27FC236}">
                <a16:creationId xmlns:a16="http://schemas.microsoft.com/office/drawing/2014/main" id="{8555B4E3-B112-496C-8103-BC51F8B93D5B}"/>
              </a:ext>
            </a:extLst>
          </p:cNvPr>
          <p:cNvSpPr>
            <a:spLocks xmlns:a="http://schemas.openxmlformats.org/drawingml/2006/main" noGrp="1"/>
          </p:cNvSpPr>
          <p:nvPr/>
        </p:nvSpPr>
        <p:spPr>
          <a:xfrm xmlns:a="http://schemas.openxmlformats.org/drawingml/2006/main">
            <a:off x="2762250" y="3162300"/>
            <a:ext cx="762000" cy="762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pic>
        <p:nvPicPr>
          <p:cNvPr id="21" name="">
            <a:extLst xmlns:a="http://schemas.openxmlformats.org/drawingml/2006/main">
              <a:ext uri="{FF2B5EF4-FFF2-40B4-BE49-F238E27FC236}">
                <a16:creationId xmlns:a16="http://schemas.microsoft.com/office/drawing/2014/main" id="{63AAF120-A1EC-41E0-B9DC-FF8B672800A9}"/>
              </a:ext>
            </a:extLst>
          </p:cNvPr>
          <p:cNvPicPr>
            <a:picLocks xmlns:a="http://schemas.openxmlformats.org/drawingml/2006/main" noChangeAspect="1"/>
          </p:cNvPicPr>
          <p:nvPr/>
        </p:nvPicPr>
        <p:blipFill>
          <a:blip xmlns:r="http://schemas.openxmlformats.org/officeDocument/2006/relationships" xmlns:a="http://schemas.openxmlformats.org/drawingml/2006/main" r:embed="Rffb0ee9a2b4646e5"/>
          <a:stretch xmlns:a="http://schemas.openxmlformats.org/drawingml/2006/main"/>
        </p:blipFill>
        <p:spPr>
          <a:xfrm xmlns:a="http://schemas.openxmlformats.org/drawingml/2006/main">
            <a:off x="2800350" y="3200400"/>
            <a:ext cx="685800" cy="685800"/>
          </a:xfrm>
          <a:prstGeom xmlns:a="http://schemas.openxmlformats.org/drawingml/2006/main" prst="rect">
            <a:avLst/>
          </a:prstGeom>
        </p:spPr>
      </p:pic>
      <p:pic>
        <p:nvPicPr>
          <p:cNvPr id="22" name="">
            <a:extLst xmlns:a="http://schemas.openxmlformats.org/drawingml/2006/main">
              <a:ext uri="{FF2B5EF4-FFF2-40B4-BE49-F238E27FC236}">
                <a16:creationId xmlns:a16="http://schemas.microsoft.com/office/drawing/2014/main" id="{F08B11E7-6A89-45D2-9F64-F81CE1D9802F}"/>
              </a:ext>
            </a:extLst>
          </p:cNvPr>
          <p:cNvPicPr>
            <a:picLocks xmlns:a="http://schemas.openxmlformats.org/drawingml/2006/main" noChangeAspect="1"/>
          </p:cNvPicPr>
          <p:nvPr/>
        </p:nvPicPr>
        <p:blipFill>
          <a:blip xmlns:r="http://schemas.openxmlformats.org/officeDocument/2006/relationships" xmlns:a="http://schemas.openxmlformats.org/drawingml/2006/main" r:embed="R4891d705d12f4fdd"/>
          <a:stretch xmlns:a="http://schemas.openxmlformats.org/drawingml/2006/main"/>
        </p:blipFill>
        <p:spPr>
          <a:xfrm xmlns:a="http://schemas.openxmlformats.org/drawingml/2006/main">
            <a:off x="190500" y="4629150"/>
            <a:ext cx="457200" cy="457200"/>
          </a:xfrm>
          <a:prstGeom xmlns:a="http://schemas.openxmlformats.org/drawingml/2006/main" prst="rect">
            <a:avLst/>
          </a:prstGeom>
        </p:spPr>
      </p:pic>
      <p:sp>
        <p:nvSpPr>
          <p:cNvPr id="23" name="Group front website">
            <a:extLst xmlns:a="http://schemas.openxmlformats.org/drawingml/2006/main">
              <a:ext uri="{FF2B5EF4-FFF2-40B4-BE49-F238E27FC236}">
                <a16:creationId xmlns:a16="http://schemas.microsoft.com/office/drawing/2014/main" id="{32730DB3-F56E-4F9C-88D8-E934291D0952}"/>
              </a:ext>
            </a:extLst>
          </p:cNvPr>
          <p:cNvSpPr>
            <a:spLocks xmlns:a="http://schemas.openxmlformats.org/drawingml/2006/main" noGrp="1"/>
          </p:cNvSpPr>
          <p:nvPr/>
        </p:nvSpPr>
        <p:spPr>
          <a:xfrm xmlns:a="http://schemas.openxmlformats.org/drawingml/2006/main">
            <a:off x="781050" y="4762500"/>
            <a:ext cx="2628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50" b="1">
                <a:solidFill>
                  <a:srgbClr val="7926CB"/>
                </a:solidFill>
                <a:latin typeface="Space Grotesk"/>
                <a:ea typeface="Space Grotesk"/>
                <a:cs typeface="Space Grotesk"/>
              </a:defRPr>
            </a:defPPr>
            <a:lvl1pPr algn="l">
              <a:defRPr sz="950" b="1">
                <a:solidFill>
                  <a:srgbClr val="7926CB"/>
                </a:solidFill>
                <a:latin typeface="Space Grotesk"/>
                <a:ea typeface="Space Grotesk"/>
                <a:cs typeface="Space Grotesk"/>
              </a:defRPr>
            </a:lvl1pPr>
            <a:lvl2pPr algn="l">
              <a:defRPr sz="950" b="1">
                <a:solidFill>
                  <a:srgbClr val="7926CB"/>
                </a:solidFill>
                <a:latin typeface="Space Grotesk"/>
                <a:ea typeface="Space Grotesk"/>
                <a:cs typeface="Space Grotesk"/>
              </a:defRPr>
            </a:lvl2pPr>
            <a:lvl3pPr algn="l">
              <a:defRPr sz="950" b="1">
                <a:solidFill>
                  <a:srgbClr val="7926CB"/>
                </a:solidFill>
                <a:latin typeface="Space Grotesk"/>
                <a:ea typeface="Space Grotesk"/>
                <a:cs typeface="Space Grotesk"/>
              </a:defRPr>
            </a:lvl3pPr>
            <a:lvl4pPr algn="l">
              <a:defRPr sz="950" b="1">
                <a:solidFill>
                  <a:srgbClr val="7926CB"/>
                </a:solidFill>
                <a:latin typeface="Space Grotesk"/>
                <a:ea typeface="Space Grotesk"/>
                <a:cs typeface="Space Grotesk"/>
              </a:defRPr>
            </a:lvl4pPr>
            <a:lvl5pPr algn="l">
              <a:defRPr sz="950" b="1">
                <a:solidFill>
                  <a:srgbClr val="7926CB"/>
                </a:solidFill>
                <a:latin typeface="Space Grotesk"/>
                <a:ea typeface="Space Grotesk"/>
                <a:cs typeface="Space Grotesk"/>
              </a:defRPr>
            </a:lvl5pPr>
            <a:lvl6pPr algn="l">
              <a:defRPr sz="950" b="1">
                <a:solidFill>
                  <a:srgbClr val="7926CB"/>
                </a:solidFill>
                <a:latin typeface="Space Grotesk"/>
                <a:ea typeface="Space Grotesk"/>
                <a:cs typeface="Space Grotesk"/>
              </a:defRPr>
            </a:lvl6pPr>
            <a:lvl7pPr algn="l">
              <a:defRPr sz="950" b="1">
                <a:solidFill>
                  <a:srgbClr val="7926CB"/>
                </a:solidFill>
                <a:latin typeface="Space Grotesk"/>
                <a:ea typeface="Space Grotesk"/>
                <a:cs typeface="Space Grotesk"/>
              </a:defRPr>
            </a:lvl7pPr>
            <a:lvl8pPr algn="l">
              <a:defRPr sz="950" b="1">
                <a:solidFill>
                  <a:srgbClr val="7926CB"/>
                </a:solidFill>
                <a:latin typeface="Space Grotesk"/>
                <a:ea typeface="Space Grotesk"/>
                <a:cs typeface="Space Grotesk"/>
              </a:defRPr>
            </a:lvl8pPr>
            <a:lvl9pPr algn="l">
              <a:defRPr sz="950" b="1">
                <a:solidFill>
                  <a:srgbClr val="7926CB"/>
                </a:solidFill>
                <a:latin typeface="Space Grotesk"/>
                <a:ea typeface="Space Grotesk"/>
                <a:cs typeface="Space Grotesk"/>
              </a:defRPr>
            </a:lvl9pPr>
          </a:lstStyle>
          <a:p xmlns:a="http://schemas.openxmlformats.org/drawingml/2006/main">
            <a:pPr algn="l">
              <a:lnSpc>
                <a:spcPct val="100000"/>
              </a:lnSpc>
              <a:buNone/>
              <a:defRPr sz="950" b="1">
                <a:solidFill>
                  <a:srgbClr val="7926CB"/>
                </a:solidFill>
                <a:latin typeface="Space Grotesk"/>
                <a:ea typeface="Space Grotesk"/>
                <a:cs typeface="Space Grotesk"/>
              </a:defRPr>
            </a:pPr>
            <a:r>
              <a:rPr sz="950" b="1">
                <a:solidFill>
                  <a:srgbClr val="7926CB"/>
                </a:solidFill>
                <a:latin typeface="Space Grotesk"/>
                <a:ea typeface="Space Grotesk"/>
                <a:cs typeface="Space Grotesk"/>
              </a:rPr>
              <a:t>3fp.org · Find groups and public rides.</a:t>
            </a:r>
          </a:p>
        </p:txBody>
      </p:sp>
    </p:spTree>
    <p:extLst>
      <p:ext uri="{BB962C8B-B14F-4D97-AF65-F5344CB8AC3E}">
        <p14:creationId xmlns:p14="http://schemas.microsoft.com/office/powerpoint/2010/main" val="401379100"/>
      </p:ext>
    </p:extLst>
  </p:cSld>
</p:sld>
</file>

<file path=ppt/slides/slide2.xml><?xml version="1.0" encoding="utf-8"?>
<p:sld xmlns:p="http://schemas.openxmlformats.org/presentationml/2006/main">
  <p:cSld>
    <p:bg>
      <p:bgPr>
        <a:solidFill xmlns:a="http://schemas.openxmlformats.org/drawingml/2006/main">
          <a:srgbClr val="FFF3DF"/>
        </a:solidFill>
      </p:bgPr>
    </p:bg>
    <p:spTree>
      <p:nvGrpSpPr>
        <p:cNvPr id="1" name=""/>
        <p:cNvGrpSpPr/>
        <p:nvPr/>
      </p:nvGrpSpPr>
      <p:grpSpPr>
        <a:xfrm xmlns:a="http://schemas.openxmlformats.org/drawingml/2006/main"/>
      </p:grpSpPr>
      <p:pic>
        <p:nvPicPr>
          <p:cNvPr id="14" name="">
            <a:extLst xmlns:a="http://schemas.openxmlformats.org/drawingml/2006/main">
              <a:ext uri="{FF2B5EF4-FFF2-40B4-BE49-F238E27FC236}">
                <a16:creationId xmlns:a16="http://schemas.microsoft.com/office/drawing/2014/main" id="{C3451542-F7B9-4691-8667-CD702E0F7606}"/>
              </a:ext>
            </a:extLst>
          </p:cNvPr>
          <p:cNvPicPr>
            <a:picLocks xmlns:a="http://schemas.openxmlformats.org/drawingml/2006/main" noChangeAspect="1"/>
          </p:cNvPicPr>
          <p:nvPr/>
        </p:nvPicPr>
        <p:blipFill>
          <a:blip xmlns:r="http://schemas.openxmlformats.org/officeDocument/2006/relationships" xmlns:a="http://schemas.openxmlformats.org/drawingml/2006/main" r:embed="R2b31f884b80d483d"/>
          <a:srcRect xmlns:a="http://schemas.openxmlformats.org/drawingml/2006/main" l="0" t="34000" r="0" b="48000"/>
          <a:stretch xmlns:a="http://schemas.openxmlformats.org/drawingml/2006/main"/>
        </p:blipFill>
        <p:spPr>
          <a:xfrm xmlns:a="http://schemas.openxmlformats.org/drawingml/2006/main">
            <a:off x="0" y="0"/>
            <a:ext cx="3657600" cy="1009650"/>
          </a:xfrm>
          <a:prstGeom xmlns:a="http://schemas.openxmlformats.org/drawingml/2006/main" prst="rect">
            <a:avLst/>
          </a:prstGeom>
        </p:spPr>
      </p:pic>
      <p:sp>
        <p:nvSpPr>
          <p:cNvPr id="2" name="Group back title ground">
            <a:extLst xmlns:a="http://schemas.openxmlformats.org/drawingml/2006/main">
              <a:ext uri="{FF2B5EF4-FFF2-40B4-BE49-F238E27FC236}">
                <a16:creationId xmlns:a16="http://schemas.microsoft.com/office/drawing/2014/main" id="{45ACCD40-E5B0-49EC-A199-12950FD45386}"/>
              </a:ext>
            </a:extLst>
          </p:cNvPr>
          <p:cNvSpPr>
            <a:spLocks xmlns:a="http://schemas.openxmlformats.org/drawingml/2006/main" noGrp="1"/>
          </p:cNvSpPr>
          <p:nvPr/>
        </p:nvSpPr>
        <p:spPr>
          <a:xfrm xmlns:a="http://schemas.openxmlformats.org/drawingml/2006/main">
            <a:off x="0" y="1009650"/>
            <a:ext cx="3657600" cy="552450"/>
          </a:xfrm>
          <a:prstGeom xmlns:a="http://schemas.openxmlformats.org/drawingml/2006/main" prst="rect">
            <a:avLst/>
          </a:prstGeom>
          <a:solidFill xmlns:a="http://schemas.openxmlformats.org/drawingml/2006/main">
            <a:srgbClr val="7926CB"/>
          </a:solidFill>
          <a:ln xmlns:a="http://schemas.openxmlformats.org/drawingml/2006/main" w="0">
            <a:noFill/>
            <a:prstDash val="solid"/>
          </a:ln>
        </p:spPr>
      </p:sp>
      <p:sp>
        <p:nvSpPr>
          <p:cNvPr id="3" name="Group back title">
            <a:extLst xmlns:a="http://schemas.openxmlformats.org/drawingml/2006/main">
              <a:ext uri="{FF2B5EF4-FFF2-40B4-BE49-F238E27FC236}">
                <a16:creationId xmlns:a16="http://schemas.microsoft.com/office/drawing/2014/main" id="{A741ABBF-CB1F-4794-B19A-1E15A0D0A4C6}"/>
              </a:ext>
            </a:extLst>
          </p:cNvPr>
          <p:cNvSpPr>
            <a:spLocks xmlns:a="http://schemas.openxmlformats.org/drawingml/2006/main" noGrp="1"/>
          </p:cNvSpPr>
          <p:nvPr/>
        </p:nvSpPr>
        <p:spPr>
          <a:xfrm xmlns:a="http://schemas.openxmlformats.org/drawingml/2006/main">
            <a:off x="171450" y="1152525"/>
            <a:ext cx="33147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00" b="1">
                <a:solidFill>
                  <a:srgbClr val="FFFF0A"/>
                </a:solidFill>
                <a:latin typeface="Space Grotesk"/>
                <a:ea typeface="Space Grotesk"/>
                <a:cs typeface="Space Grotesk"/>
              </a:defRPr>
            </a:defPPr>
            <a:lvl1pPr algn="l">
              <a:defRPr sz="1400" b="1">
                <a:solidFill>
                  <a:srgbClr val="FFFF0A"/>
                </a:solidFill>
                <a:latin typeface="Space Grotesk"/>
                <a:ea typeface="Space Grotesk"/>
                <a:cs typeface="Space Grotesk"/>
              </a:defRPr>
            </a:lvl1pPr>
            <a:lvl2pPr algn="l">
              <a:defRPr sz="1400" b="1">
                <a:solidFill>
                  <a:srgbClr val="FFFF0A"/>
                </a:solidFill>
                <a:latin typeface="Space Grotesk"/>
                <a:ea typeface="Space Grotesk"/>
                <a:cs typeface="Space Grotesk"/>
              </a:defRPr>
            </a:lvl2pPr>
            <a:lvl3pPr algn="l">
              <a:defRPr sz="1400" b="1">
                <a:solidFill>
                  <a:srgbClr val="FFFF0A"/>
                </a:solidFill>
                <a:latin typeface="Space Grotesk"/>
                <a:ea typeface="Space Grotesk"/>
                <a:cs typeface="Space Grotesk"/>
              </a:defRPr>
            </a:lvl3pPr>
            <a:lvl4pPr algn="l">
              <a:defRPr sz="1400" b="1">
                <a:solidFill>
                  <a:srgbClr val="FFFF0A"/>
                </a:solidFill>
                <a:latin typeface="Space Grotesk"/>
                <a:ea typeface="Space Grotesk"/>
                <a:cs typeface="Space Grotesk"/>
              </a:defRPr>
            </a:lvl4pPr>
            <a:lvl5pPr algn="l">
              <a:defRPr sz="1400" b="1">
                <a:solidFill>
                  <a:srgbClr val="FFFF0A"/>
                </a:solidFill>
                <a:latin typeface="Space Grotesk"/>
                <a:ea typeface="Space Grotesk"/>
                <a:cs typeface="Space Grotesk"/>
              </a:defRPr>
            </a:lvl5pPr>
            <a:lvl6pPr algn="l">
              <a:defRPr sz="1400" b="1">
                <a:solidFill>
                  <a:srgbClr val="FFFF0A"/>
                </a:solidFill>
                <a:latin typeface="Space Grotesk"/>
                <a:ea typeface="Space Grotesk"/>
                <a:cs typeface="Space Grotesk"/>
              </a:defRPr>
            </a:lvl6pPr>
            <a:lvl7pPr algn="l">
              <a:defRPr sz="1400" b="1">
                <a:solidFill>
                  <a:srgbClr val="FFFF0A"/>
                </a:solidFill>
                <a:latin typeface="Space Grotesk"/>
                <a:ea typeface="Space Grotesk"/>
                <a:cs typeface="Space Grotesk"/>
              </a:defRPr>
            </a:lvl7pPr>
            <a:lvl8pPr algn="l">
              <a:defRPr sz="1400" b="1">
                <a:solidFill>
                  <a:srgbClr val="FFFF0A"/>
                </a:solidFill>
                <a:latin typeface="Space Grotesk"/>
                <a:ea typeface="Space Grotesk"/>
                <a:cs typeface="Space Grotesk"/>
              </a:defRPr>
            </a:lvl8pPr>
            <a:lvl9pPr algn="l">
              <a:defRPr sz="1400" b="1">
                <a:solidFill>
                  <a:srgbClr val="FFFF0A"/>
                </a:solidFill>
                <a:latin typeface="Space Grotesk"/>
                <a:ea typeface="Space Grotesk"/>
                <a:cs typeface="Space Grotesk"/>
              </a:defRPr>
            </a:lvl9pPr>
          </a:lstStyle>
          <a:p xmlns:a="http://schemas.openxmlformats.org/drawingml/2006/main">
            <a:pPr algn="l">
              <a:lnSpc>
                <a:spcPct val="100000"/>
              </a:lnSpc>
              <a:buNone/>
              <a:defRPr sz="1400" b="1">
                <a:solidFill>
                  <a:srgbClr val="FFFF0A"/>
                </a:solidFill>
                <a:latin typeface="Space Grotesk"/>
                <a:ea typeface="Space Grotesk"/>
                <a:cs typeface="Space Grotesk"/>
              </a:defRPr>
            </a:pPr>
            <a:r>
              <a:rPr sz="1400" b="1">
                <a:solidFill>
                  <a:srgbClr val="FFFF0A"/>
                </a:solidFill>
                <a:latin typeface="Space Grotesk"/>
                <a:ea typeface="Space Grotesk"/>
                <a:cs typeface="Space Grotesk"/>
              </a:rPr>
              <a:t>BEFORE, DURING, AFTER</a:t>
            </a:r>
          </a:p>
        </p:txBody>
      </p:sp>
      <p:sp>
        <p:nvSpPr>
          <p:cNvPr id="4" name="BEFORE YOU ROLL heading">
            <a:extLst xmlns:a="http://schemas.openxmlformats.org/drawingml/2006/main">
              <a:ext uri="{FF2B5EF4-FFF2-40B4-BE49-F238E27FC236}">
                <a16:creationId xmlns:a16="http://schemas.microsoft.com/office/drawing/2014/main" id="{78B5858E-8FCB-4D8F-8309-4E260A84029C}"/>
              </a:ext>
            </a:extLst>
          </p:cNvPr>
          <p:cNvSpPr>
            <a:spLocks xmlns:a="http://schemas.openxmlformats.org/drawingml/2006/main" noGrp="1"/>
          </p:cNvSpPr>
          <p:nvPr/>
        </p:nvSpPr>
        <p:spPr>
          <a:xfrm xmlns:a="http://schemas.openxmlformats.org/drawingml/2006/main">
            <a:off x="190500" y="1752600"/>
            <a:ext cx="3276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7926CB"/>
                </a:solidFill>
                <a:latin typeface="Space Grotesk"/>
                <a:ea typeface="Space Grotesk"/>
                <a:cs typeface="Space Grotesk"/>
              </a:defRPr>
            </a:defPPr>
            <a:lvl1pPr algn="l">
              <a:defRPr sz="1050" b="1">
                <a:solidFill>
                  <a:srgbClr val="7926CB"/>
                </a:solidFill>
                <a:latin typeface="Space Grotesk"/>
                <a:ea typeface="Space Grotesk"/>
                <a:cs typeface="Space Grotesk"/>
              </a:defRPr>
            </a:lvl1pPr>
            <a:lvl2pPr algn="l">
              <a:defRPr sz="1050" b="1">
                <a:solidFill>
                  <a:srgbClr val="7926CB"/>
                </a:solidFill>
                <a:latin typeface="Space Grotesk"/>
                <a:ea typeface="Space Grotesk"/>
                <a:cs typeface="Space Grotesk"/>
              </a:defRPr>
            </a:lvl2pPr>
            <a:lvl3pPr algn="l">
              <a:defRPr sz="1050" b="1">
                <a:solidFill>
                  <a:srgbClr val="7926CB"/>
                </a:solidFill>
                <a:latin typeface="Space Grotesk"/>
                <a:ea typeface="Space Grotesk"/>
                <a:cs typeface="Space Grotesk"/>
              </a:defRPr>
            </a:lvl3pPr>
            <a:lvl4pPr algn="l">
              <a:defRPr sz="1050" b="1">
                <a:solidFill>
                  <a:srgbClr val="7926CB"/>
                </a:solidFill>
                <a:latin typeface="Space Grotesk"/>
                <a:ea typeface="Space Grotesk"/>
                <a:cs typeface="Space Grotesk"/>
              </a:defRPr>
            </a:lvl4pPr>
            <a:lvl5pPr algn="l">
              <a:defRPr sz="1050" b="1">
                <a:solidFill>
                  <a:srgbClr val="7926CB"/>
                </a:solidFill>
                <a:latin typeface="Space Grotesk"/>
                <a:ea typeface="Space Grotesk"/>
                <a:cs typeface="Space Grotesk"/>
              </a:defRPr>
            </a:lvl5pPr>
            <a:lvl6pPr algn="l">
              <a:defRPr sz="1050" b="1">
                <a:solidFill>
                  <a:srgbClr val="7926CB"/>
                </a:solidFill>
                <a:latin typeface="Space Grotesk"/>
                <a:ea typeface="Space Grotesk"/>
                <a:cs typeface="Space Grotesk"/>
              </a:defRPr>
            </a:lvl6pPr>
            <a:lvl7pPr algn="l">
              <a:defRPr sz="1050" b="1">
                <a:solidFill>
                  <a:srgbClr val="7926CB"/>
                </a:solidFill>
                <a:latin typeface="Space Grotesk"/>
                <a:ea typeface="Space Grotesk"/>
                <a:cs typeface="Space Grotesk"/>
              </a:defRPr>
            </a:lvl7pPr>
            <a:lvl8pPr algn="l">
              <a:defRPr sz="1050" b="1">
                <a:solidFill>
                  <a:srgbClr val="7926CB"/>
                </a:solidFill>
                <a:latin typeface="Space Grotesk"/>
                <a:ea typeface="Space Grotesk"/>
                <a:cs typeface="Space Grotesk"/>
              </a:defRPr>
            </a:lvl8pPr>
            <a:lvl9pPr algn="l">
              <a:defRPr sz="1050" b="1">
                <a:solidFill>
                  <a:srgbClr val="7926CB"/>
                </a:solidFill>
                <a:latin typeface="Space Grotesk"/>
                <a:ea typeface="Space Grotesk"/>
                <a:cs typeface="Space Grotesk"/>
              </a:defRPr>
            </a:lvl9pPr>
          </a:lstStyle>
          <a:p xmlns:a="http://schemas.openxmlformats.org/drawingml/2006/main">
            <a:pPr algn="l">
              <a:lnSpc>
                <a:spcPct val="97000"/>
              </a:lnSpc>
              <a:buNone/>
              <a:defRPr sz="1050" b="1">
                <a:solidFill>
                  <a:srgbClr val="7926CB"/>
                </a:solidFill>
                <a:latin typeface="Space Grotesk"/>
                <a:ea typeface="Space Grotesk"/>
                <a:cs typeface="Space Grotesk"/>
              </a:defRPr>
            </a:pPr>
            <a:r>
              <a:rPr sz="1050" b="1">
                <a:solidFill>
                  <a:srgbClr val="7926CB"/>
                </a:solidFill>
                <a:latin typeface="Space Grotesk"/>
                <a:ea typeface="Space Grotesk"/>
                <a:cs typeface="Space Grotesk"/>
              </a:rPr>
              <a:t>BEFORE YOU ROLL</a:t>
            </a:r>
          </a:p>
        </p:txBody>
      </p:sp>
      <p:sp>
        <p:nvSpPr>
          <p:cNvPr id="5" name="BEFORE YOU ROLL copy">
            <a:extLst xmlns:a="http://schemas.openxmlformats.org/drawingml/2006/main">
              <a:ext uri="{FF2B5EF4-FFF2-40B4-BE49-F238E27FC236}">
                <a16:creationId xmlns:a16="http://schemas.microsoft.com/office/drawing/2014/main" id="{82BF4F1E-FFE7-4021-B362-B3E75CB354AB}"/>
              </a:ext>
            </a:extLst>
          </p:cNvPr>
          <p:cNvSpPr>
            <a:spLocks xmlns:a="http://schemas.openxmlformats.org/drawingml/2006/main" noGrp="1"/>
          </p:cNvSpPr>
          <p:nvPr/>
        </p:nvSpPr>
        <p:spPr>
          <a:xfrm xmlns:a="http://schemas.openxmlformats.org/drawingml/2006/main">
            <a:off x="190500" y="1924050"/>
            <a:ext cx="32766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30" b="0">
                <a:solidFill>
                  <a:srgbClr val="23143A"/>
                </a:solidFill>
                <a:latin typeface="Arial"/>
                <a:ea typeface="Arial"/>
                <a:cs typeface="Arial"/>
              </a:defRPr>
            </a:defPPr>
            <a:lvl1pPr algn="l">
              <a:defRPr sz="930" b="0">
                <a:solidFill>
                  <a:srgbClr val="23143A"/>
                </a:solidFill>
                <a:latin typeface="Arial"/>
                <a:ea typeface="Arial"/>
                <a:cs typeface="Arial"/>
              </a:defRPr>
            </a:lvl1pPr>
            <a:lvl2pPr algn="l">
              <a:defRPr sz="930" b="0">
                <a:solidFill>
                  <a:srgbClr val="23143A"/>
                </a:solidFill>
                <a:latin typeface="Arial"/>
                <a:ea typeface="Arial"/>
                <a:cs typeface="Arial"/>
              </a:defRPr>
            </a:lvl2pPr>
            <a:lvl3pPr algn="l">
              <a:defRPr sz="930" b="0">
                <a:solidFill>
                  <a:srgbClr val="23143A"/>
                </a:solidFill>
                <a:latin typeface="Arial"/>
                <a:ea typeface="Arial"/>
                <a:cs typeface="Arial"/>
              </a:defRPr>
            </a:lvl3pPr>
            <a:lvl4pPr algn="l">
              <a:defRPr sz="930" b="0">
                <a:solidFill>
                  <a:srgbClr val="23143A"/>
                </a:solidFill>
                <a:latin typeface="Arial"/>
                <a:ea typeface="Arial"/>
                <a:cs typeface="Arial"/>
              </a:defRPr>
            </a:lvl4pPr>
            <a:lvl5pPr algn="l">
              <a:defRPr sz="930" b="0">
                <a:solidFill>
                  <a:srgbClr val="23143A"/>
                </a:solidFill>
                <a:latin typeface="Arial"/>
                <a:ea typeface="Arial"/>
                <a:cs typeface="Arial"/>
              </a:defRPr>
            </a:lvl5pPr>
            <a:lvl6pPr algn="l">
              <a:defRPr sz="930" b="0">
                <a:solidFill>
                  <a:srgbClr val="23143A"/>
                </a:solidFill>
                <a:latin typeface="Arial"/>
                <a:ea typeface="Arial"/>
                <a:cs typeface="Arial"/>
              </a:defRPr>
            </a:lvl6pPr>
            <a:lvl7pPr algn="l">
              <a:defRPr sz="930" b="0">
                <a:solidFill>
                  <a:srgbClr val="23143A"/>
                </a:solidFill>
                <a:latin typeface="Arial"/>
                <a:ea typeface="Arial"/>
                <a:cs typeface="Arial"/>
              </a:defRPr>
            </a:lvl7pPr>
            <a:lvl8pPr algn="l">
              <a:defRPr sz="930" b="0">
                <a:solidFill>
                  <a:srgbClr val="23143A"/>
                </a:solidFill>
                <a:latin typeface="Arial"/>
                <a:ea typeface="Arial"/>
                <a:cs typeface="Arial"/>
              </a:defRPr>
            </a:lvl8pPr>
            <a:lvl9pPr algn="l">
              <a:defRPr sz="930" b="0">
                <a:solidFill>
                  <a:srgbClr val="23143A"/>
                </a:solidFill>
                <a:latin typeface="Arial"/>
                <a:ea typeface="Arial"/>
                <a:cs typeface="Arial"/>
              </a:defRPr>
            </a:lvl9pPr>
          </a:lstStyle>
          <a:p xmlns:a="http://schemas.openxmlformats.org/drawingml/2006/main">
            <a:pPr algn="l">
              <a:lnSpc>
                <a:spcPct val="102000"/>
              </a:lnSpc>
              <a:buNone/>
              <a:defRPr sz="930" b="0">
                <a:solidFill>
                  <a:srgbClr val="23143A"/>
                </a:solidFill>
                <a:latin typeface="Arial"/>
                <a:ea typeface="Arial"/>
                <a:cs typeface="Arial"/>
              </a:defRPr>
            </a:pPr>
            <a:r>
              <a:rPr sz="930" b="0">
                <a:solidFill>
                  <a:srgbClr val="23143A"/>
                </a:solidFill>
                <a:latin typeface="Arial"/>
                <a:ea typeface="Arial"/>
                <a:cs typeface="Arial"/>
              </a:rPr>
              <a:t>Do an ABC Quick Check. Bring water, a charged phone, and supplies that fit the route and weather. Arrive with time to find the group and introduce yourself.</a:t>
            </a:r>
          </a:p>
        </p:txBody>
      </p:sp>
      <p:sp>
        <p:nvSpPr>
          <p:cNvPr id="6" name="DURING THE RIDE heading">
            <a:extLst xmlns:a="http://schemas.openxmlformats.org/drawingml/2006/main">
              <a:ext uri="{FF2B5EF4-FFF2-40B4-BE49-F238E27FC236}">
                <a16:creationId xmlns:a16="http://schemas.microsoft.com/office/drawing/2014/main" id="{886E02DC-930A-406F-986E-464789F8C0E0}"/>
              </a:ext>
            </a:extLst>
          </p:cNvPr>
          <p:cNvSpPr>
            <a:spLocks xmlns:a="http://schemas.openxmlformats.org/drawingml/2006/main" noGrp="1"/>
          </p:cNvSpPr>
          <p:nvPr/>
        </p:nvSpPr>
        <p:spPr>
          <a:xfrm xmlns:a="http://schemas.openxmlformats.org/drawingml/2006/main">
            <a:off x="190500" y="2705100"/>
            <a:ext cx="3276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7926CB"/>
                </a:solidFill>
                <a:latin typeface="Space Grotesk"/>
                <a:ea typeface="Space Grotesk"/>
                <a:cs typeface="Space Grotesk"/>
              </a:defRPr>
            </a:defPPr>
            <a:lvl1pPr algn="l">
              <a:defRPr sz="1050" b="1">
                <a:solidFill>
                  <a:srgbClr val="7926CB"/>
                </a:solidFill>
                <a:latin typeface="Space Grotesk"/>
                <a:ea typeface="Space Grotesk"/>
                <a:cs typeface="Space Grotesk"/>
              </a:defRPr>
            </a:lvl1pPr>
            <a:lvl2pPr algn="l">
              <a:defRPr sz="1050" b="1">
                <a:solidFill>
                  <a:srgbClr val="7926CB"/>
                </a:solidFill>
                <a:latin typeface="Space Grotesk"/>
                <a:ea typeface="Space Grotesk"/>
                <a:cs typeface="Space Grotesk"/>
              </a:defRPr>
            </a:lvl2pPr>
            <a:lvl3pPr algn="l">
              <a:defRPr sz="1050" b="1">
                <a:solidFill>
                  <a:srgbClr val="7926CB"/>
                </a:solidFill>
                <a:latin typeface="Space Grotesk"/>
                <a:ea typeface="Space Grotesk"/>
                <a:cs typeface="Space Grotesk"/>
              </a:defRPr>
            </a:lvl3pPr>
            <a:lvl4pPr algn="l">
              <a:defRPr sz="1050" b="1">
                <a:solidFill>
                  <a:srgbClr val="7926CB"/>
                </a:solidFill>
                <a:latin typeface="Space Grotesk"/>
                <a:ea typeface="Space Grotesk"/>
                <a:cs typeface="Space Grotesk"/>
              </a:defRPr>
            </a:lvl4pPr>
            <a:lvl5pPr algn="l">
              <a:defRPr sz="1050" b="1">
                <a:solidFill>
                  <a:srgbClr val="7926CB"/>
                </a:solidFill>
                <a:latin typeface="Space Grotesk"/>
                <a:ea typeface="Space Grotesk"/>
                <a:cs typeface="Space Grotesk"/>
              </a:defRPr>
            </a:lvl5pPr>
            <a:lvl6pPr algn="l">
              <a:defRPr sz="1050" b="1">
                <a:solidFill>
                  <a:srgbClr val="7926CB"/>
                </a:solidFill>
                <a:latin typeface="Space Grotesk"/>
                <a:ea typeface="Space Grotesk"/>
                <a:cs typeface="Space Grotesk"/>
              </a:defRPr>
            </a:lvl6pPr>
            <a:lvl7pPr algn="l">
              <a:defRPr sz="1050" b="1">
                <a:solidFill>
                  <a:srgbClr val="7926CB"/>
                </a:solidFill>
                <a:latin typeface="Space Grotesk"/>
                <a:ea typeface="Space Grotesk"/>
                <a:cs typeface="Space Grotesk"/>
              </a:defRPr>
            </a:lvl7pPr>
            <a:lvl8pPr algn="l">
              <a:defRPr sz="1050" b="1">
                <a:solidFill>
                  <a:srgbClr val="7926CB"/>
                </a:solidFill>
                <a:latin typeface="Space Grotesk"/>
                <a:ea typeface="Space Grotesk"/>
                <a:cs typeface="Space Grotesk"/>
              </a:defRPr>
            </a:lvl8pPr>
            <a:lvl9pPr algn="l">
              <a:defRPr sz="1050" b="1">
                <a:solidFill>
                  <a:srgbClr val="7926CB"/>
                </a:solidFill>
                <a:latin typeface="Space Grotesk"/>
                <a:ea typeface="Space Grotesk"/>
                <a:cs typeface="Space Grotesk"/>
              </a:defRPr>
            </a:lvl9pPr>
          </a:lstStyle>
          <a:p xmlns:a="http://schemas.openxmlformats.org/drawingml/2006/main">
            <a:pPr algn="l">
              <a:lnSpc>
                <a:spcPct val="97000"/>
              </a:lnSpc>
              <a:buNone/>
              <a:defRPr sz="1050" b="1">
                <a:solidFill>
                  <a:srgbClr val="7926CB"/>
                </a:solidFill>
                <a:latin typeface="Space Grotesk"/>
                <a:ea typeface="Space Grotesk"/>
                <a:cs typeface="Space Grotesk"/>
              </a:defRPr>
            </a:pPr>
            <a:r>
              <a:rPr sz="1050" b="1">
                <a:solidFill>
                  <a:srgbClr val="7926CB"/>
                </a:solidFill>
                <a:latin typeface="Space Grotesk"/>
                <a:ea typeface="Space Grotesk"/>
                <a:cs typeface="Space Grotesk"/>
              </a:rPr>
              <a:t>DURING THE RIDE</a:t>
            </a:r>
          </a:p>
        </p:txBody>
      </p:sp>
      <p:sp>
        <p:nvSpPr>
          <p:cNvPr id="7" name="DURING THE RIDE copy">
            <a:extLst xmlns:a="http://schemas.openxmlformats.org/drawingml/2006/main">
              <a:ext uri="{FF2B5EF4-FFF2-40B4-BE49-F238E27FC236}">
                <a16:creationId xmlns:a16="http://schemas.microsoft.com/office/drawing/2014/main" id="{9A693489-471A-4985-B5A8-69CF4A483A76}"/>
              </a:ext>
            </a:extLst>
          </p:cNvPr>
          <p:cNvSpPr>
            <a:spLocks xmlns:a="http://schemas.openxmlformats.org/drawingml/2006/main" noGrp="1"/>
          </p:cNvSpPr>
          <p:nvPr/>
        </p:nvSpPr>
        <p:spPr>
          <a:xfrm xmlns:a="http://schemas.openxmlformats.org/drawingml/2006/main">
            <a:off x="190500" y="2876550"/>
            <a:ext cx="32766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30" b="0">
                <a:solidFill>
                  <a:srgbClr val="23143A"/>
                </a:solidFill>
                <a:latin typeface="Arial"/>
                <a:ea typeface="Arial"/>
                <a:cs typeface="Arial"/>
              </a:defRPr>
            </a:defPPr>
            <a:lvl1pPr algn="l">
              <a:defRPr sz="930" b="0">
                <a:solidFill>
                  <a:srgbClr val="23143A"/>
                </a:solidFill>
                <a:latin typeface="Arial"/>
                <a:ea typeface="Arial"/>
                <a:cs typeface="Arial"/>
              </a:defRPr>
            </a:lvl1pPr>
            <a:lvl2pPr algn="l">
              <a:defRPr sz="930" b="0">
                <a:solidFill>
                  <a:srgbClr val="23143A"/>
                </a:solidFill>
                <a:latin typeface="Arial"/>
                <a:ea typeface="Arial"/>
                <a:cs typeface="Arial"/>
              </a:defRPr>
            </a:lvl2pPr>
            <a:lvl3pPr algn="l">
              <a:defRPr sz="930" b="0">
                <a:solidFill>
                  <a:srgbClr val="23143A"/>
                </a:solidFill>
                <a:latin typeface="Arial"/>
                <a:ea typeface="Arial"/>
                <a:cs typeface="Arial"/>
              </a:defRPr>
            </a:lvl3pPr>
            <a:lvl4pPr algn="l">
              <a:defRPr sz="930" b="0">
                <a:solidFill>
                  <a:srgbClr val="23143A"/>
                </a:solidFill>
                <a:latin typeface="Arial"/>
                <a:ea typeface="Arial"/>
                <a:cs typeface="Arial"/>
              </a:defRPr>
            </a:lvl4pPr>
            <a:lvl5pPr algn="l">
              <a:defRPr sz="930" b="0">
                <a:solidFill>
                  <a:srgbClr val="23143A"/>
                </a:solidFill>
                <a:latin typeface="Arial"/>
                <a:ea typeface="Arial"/>
                <a:cs typeface="Arial"/>
              </a:defRPr>
            </a:lvl5pPr>
            <a:lvl6pPr algn="l">
              <a:defRPr sz="930" b="0">
                <a:solidFill>
                  <a:srgbClr val="23143A"/>
                </a:solidFill>
                <a:latin typeface="Arial"/>
                <a:ea typeface="Arial"/>
                <a:cs typeface="Arial"/>
              </a:defRPr>
            </a:lvl6pPr>
            <a:lvl7pPr algn="l">
              <a:defRPr sz="930" b="0">
                <a:solidFill>
                  <a:srgbClr val="23143A"/>
                </a:solidFill>
                <a:latin typeface="Arial"/>
                <a:ea typeface="Arial"/>
                <a:cs typeface="Arial"/>
              </a:defRPr>
            </a:lvl7pPr>
            <a:lvl8pPr algn="l">
              <a:defRPr sz="930" b="0">
                <a:solidFill>
                  <a:srgbClr val="23143A"/>
                </a:solidFill>
                <a:latin typeface="Arial"/>
                <a:ea typeface="Arial"/>
                <a:cs typeface="Arial"/>
              </a:defRPr>
            </a:lvl8pPr>
            <a:lvl9pPr algn="l">
              <a:defRPr sz="930" b="0">
                <a:solidFill>
                  <a:srgbClr val="23143A"/>
                </a:solidFill>
                <a:latin typeface="Arial"/>
                <a:ea typeface="Arial"/>
                <a:cs typeface="Arial"/>
              </a:defRPr>
            </a:lvl9pPr>
          </a:lstStyle>
          <a:p xmlns:a="http://schemas.openxmlformats.org/drawingml/2006/main">
            <a:pPr algn="l">
              <a:lnSpc>
                <a:spcPct val="102000"/>
              </a:lnSpc>
              <a:buNone/>
              <a:defRPr sz="930" b="0">
                <a:solidFill>
                  <a:srgbClr val="23143A"/>
                </a:solidFill>
                <a:latin typeface="Arial"/>
                <a:ea typeface="Arial"/>
                <a:cs typeface="Arial"/>
              </a:defRPr>
            </a:pPr>
            <a:r>
              <a:rPr sz="930" b="0">
                <a:solidFill>
                  <a:srgbClr val="23143A"/>
                </a:solidFill>
                <a:latin typeface="Arial"/>
                <a:ea typeface="Arial"/>
                <a:cs typeface="Arial"/>
              </a:rPr>
              <a:t>Listen to the host’s ride plan. Ride at a pace you can manage. Signal when safe; move only when clear. Call out hazards you notice and tell the host if you need a break or plan to leave.</a:t>
            </a:r>
          </a:p>
        </p:txBody>
      </p:sp>
      <p:sp>
        <p:nvSpPr>
          <p:cNvPr id="8" name="AFTER THE RIDE heading">
            <a:extLst xmlns:a="http://schemas.openxmlformats.org/drawingml/2006/main">
              <a:ext uri="{FF2B5EF4-FFF2-40B4-BE49-F238E27FC236}">
                <a16:creationId xmlns:a16="http://schemas.microsoft.com/office/drawing/2014/main" id="{C16E8C6B-2843-4A97-9208-C1B252D5D13C}"/>
              </a:ext>
            </a:extLst>
          </p:cNvPr>
          <p:cNvSpPr>
            <a:spLocks xmlns:a="http://schemas.openxmlformats.org/drawingml/2006/main" noGrp="1"/>
          </p:cNvSpPr>
          <p:nvPr/>
        </p:nvSpPr>
        <p:spPr>
          <a:xfrm xmlns:a="http://schemas.openxmlformats.org/drawingml/2006/main">
            <a:off x="190500" y="3714750"/>
            <a:ext cx="32766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1">
                <a:solidFill>
                  <a:srgbClr val="7926CB"/>
                </a:solidFill>
                <a:latin typeface="Space Grotesk"/>
                <a:ea typeface="Space Grotesk"/>
                <a:cs typeface="Space Grotesk"/>
              </a:defRPr>
            </a:defPPr>
            <a:lvl1pPr algn="l">
              <a:defRPr sz="1050" b="1">
                <a:solidFill>
                  <a:srgbClr val="7926CB"/>
                </a:solidFill>
                <a:latin typeface="Space Grotesk"/>
                <a:ea typeface="Space Grotesk"/>
                <a:cs typeface="Space Grotesk"/>
              </a:defRPr>
            </a:lvl1pPr>
            <a:lvl2pPr algn="l">
              <a:defRPr sz="1050" b="1">
                <a:solidFill>
                  <a:srgbClr val="7926CB"/>
                </a:solidFill>
                <a:latin typeface="Space Grotesk"/>
                <a:ea typeface="Space Grotesk"/>
                <a:cs typeface="Space Grotesk"/>
              </a:defRPr>
            </a:lvl2pPr>
            <a:lvl3pPr algn="l">
              <a:defRPr sz="1050" b="1">
                <a:solidFill>
                  <a:srgbClr val="7926CB"/>
                </a:solidFill>
                <a:latin typeface="Space Grotesk"/>
                <a:ea typeface="Space Grotesk"/>
                <a:cs typeface="Space Grotesk"/>
              </a:defRPr>
            </a:lvl3pPr>
            <a:lvl4pPr algn="l">
              <a:defRPr sz="1050" b="1">
                <a:solidFill>
                  <a:srgbClr val="7926CB"/>
                </a:solidFill>
                <a:latin typeface="Space Grotesk"/>
                <a:ea typeface="Space Grotesk"/>
                <a:cs typeface="Space Grotesk"/>
              </a:defRPr>
            </a:lvl4pPr>
            <a:lvl5pPr algn="l">
              <a:defRPr sz="1050" b="1">
                <a:solidFill>
                  <a:srgbClr val="7926CB"/>
                </a:solidFill>
                <a:latin typeface="Space Grotesk"/>
                <a:ea typeface="Space Grotesk"/>
                <a:cs typeface="Space Grotesk"/>
              </a:defRPr>
            </a:lvl5pPr>
            <a:lvl6pPr algn="l">
              <a:defRPr sz="1050" b="1">
                <a:solidFill>
                  <a:srgbClr val="7926CB"/>
                </a:solidFill>
                <a:latin typeface="Space Grotesk"/>
                <a:ea typeface="Space Grotesk"/>
                <a:cs typeface="Space Grotesk"/>
              </a:defRPr>
            </a:lvl6pPr>
            <a:lvl7pPr algn="l">
              <a:defRPr sz="1050" b="1">
                <a:solidFill>
                  <a:srgbClr val="7926CB"/>
                </a:solidFill>
                <a:latin typeface="Space Grotesk"/>
                <a:ea typeface="Space Grotesk"/>
                <a:cs typeface="Space Grotesk"/>
              </a:defRPr>
            </a:lvl7pPr>
            <a:lvl8pPr algn="l">
              <a:defRPr sz="1050" b="1">
                <a:solidFill>
                  <a:srgbClr val="7926CB"/>
                </a:solidFill>
                <a:latin typeface="Space Grotesk"/>
                <a:ea typeface="Space Grotesk"/>
                <a:cs typeface="Space Grotesk"/>
              </a:defRPr>
            </a:lvl8pPr>
            <a:lvl9pPr algn="l">
              <a:defRPr sz="1050" b="1">
                <a:solidFill>
                  <a:srgbClr val="7926CB"/>
                </a:solidFill>
                <a:latin typeface="Space Grotesk"/>
                <a:ea typeface="Space Grotesk"/>
                <a:cs typeface="Space Grotesk"/>
              </a:defRPr>
            </a:lvl9pPr>
          </a:lstStyle>
          <a:p xmlns:a="http://schemas.openxmlformats.org/drawingml/2006/main">
            <a:pPr algn="l">
              <a:lnSpc>
                <a:spcPct val="97000"/>
              </a:lnSpc>
              <a:buNone/>
              <a:defRPr sz="1050" b="1">
                <a:solidFill>
                  <a:srgbClr val="7926CB"/>
                </a:solidFill>
                <a:latin typeface="Space Grotesk"/>
                <a:ea typeface="Space Grotesk"/>
                <a:cs typeface="Space Grotesk"/>
              </a:defRPr>
            </a:pPr>
            <a:r>
              <a:rPr sz="1050" b="1">
                <a:solidFill>
                  <a:srgbClr val="7926CB"/>
                </a:solidFill>
                <a:latin typeface="Space Grotesk"/>
                <a:ea typeface="Space Grotesk"/>
                <a:cs typeface="Space Grotesk"/>
              </a:rPr>
              <a:t>AFTER THE RIDE</a:t>
            </a:r>
          </a:p>
        </p:txBody>
      </p:sp>
      <p:sp>
        <p:nvSpPr>
          <p:cNvPr id="9" name="AFTER THE RIDE copy">
            <a:extLst xmlns:a="http://schemas.openxmlformats.org/drawingml/2006/main">
              <a:ext uri="{FF2B5EF4-FFF2-40B4-BE49-F238E27FC236}">
                <a16:creationId xmlns:a16="http://schemas.microsoft.com/office/drawing/2014/main" id="{56B45C77-0542-4E95-83EC-07C349DDF8F0}"/>
              </a:ext>
            </a:extLst>
          </p:cNvPr>
          <p:cNvSpPr>
            <a:spLocks xmlns:a="http://schemas.openxmlformats.org/drawingml/2006/main" noGrp="1"/>
          </p:cNvSpPr>
          <p:nvPr/>
        </p:nvSpPr>
        <p:spPr>
          <a:xfrm xmlns:a="http://schemas.openxmlformats.org/drawingml/2006/main">
            <a:off x="190500" y="3886200"/>
            <a:ext cx="32766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30" b="0">
                <a:solidFill>
                  <a:srgbClr val="23143A"/>
                </a:solidFill>
                <a:latin typeface="Arial"/>
                <a:ea typeface="Arial"/>
                <a:cs typeface="Arial"/>
              </a:defRPr>
            </a:defPPr>
            <a:lvl1pPr algn="l">
              <a:defRPr sz="930" b="0">
                <a:solidFill>
                  <a:srgbClr val="23143A"/>
                </a:solidFill>
                <a:latin typeface="Arial"/>
                <a:ea typeface="Arial"/>
                <a:cs typeface="Arial"/>
              </a:defRPr>
            </a:lvl1pPr>
            <a:lvl2pPr algn="l">
              <a:defRPr sz="930" b="0">
                <a:solidFill>
                  <a:srgbClr val="23143A"/>
                </a:solidFill>
                <a:latin typeface="Arial"/>
                <a:ea typeface="Arial"/>
                <a:cs typeface="Arial"/>
              </a:defRPr>
            </a:lvl2pPr>
            <a:lvl3pPr algn="l">
              <a:defRPr sz="930" b="0">
                <a:solidFill>
                  <a:srgbClr val="23143A"/>
                </a:solidFill>
                <a:latin typeface="Arial"/>
                <a:ea typeface="Arial"/>
                <a:cs typeface="Arial"/>
              </a:defRPr>
            </a:lvl3pPr>
            <a:lvl4pPr algn="l">
              <a:defRPr sz="930" b="0">
                <a:solidFill>
                  <a:srgbClr val="23143A"/>
                </a:solidFill>
                <a:latin typeface="Arial"/>
                <a:ea typeface="Arial"/>
                <a:cs typeface="Arial"/>
              </a:defRPr>
            </a:lvl4pPr>
            <a:lvl5pPr algn="l">
              <a:defRPr sz="930" b="0">
                <a:solidFill>
                  <a:srgbClr val="23143A"/>
                </a:solidFill>
                <a:latin typeface="Arial"/>
                <a:ea typeface="Arial"/>
                <a:cs typeface="Arial"/>
              </a:defRPr>
            </a:lvl5pPr>
            <a:lvl6pPr algn="l">
              <a:defRPr sz="930" b="0">
                <a:solidFill>
                  <a:srgbClr val="23143A"/>
                </a:solidFill>
                <a:latin typeface="Arial"/>
                <a:ea typeface="Arial"/>
                <a:cs typeface="Arial"/>
              </a:defRPr>
            </a:lvl6pPr>
            <a:lvl7pPr algn="l">
              <a:defRPr sz="930" b="0">
                <a:solidFill>
                  <a:srgbClr val="23143A"/>
                </a:solidFill>
                <a:latin typeface="Arial"/>
                <a:ea typeface="Arial"/>
                <a:cs typeface="Arial"/>
              </a:defRPr>
            </a:lvl7pPr>
            <a:lvl8pPr algn="l">
              <a:defRPr sz="930" b="0">
                <a:solidFill>
                  <a:srgbClr val="23143A"/>
                </a:solidFill>
                <a:latin typeface="Arial"/>
                <a:ea typeface="Arial"/>
                <a:cs typeface="Arial"/>
              </a:defRPr>
            </a:lvl8pPr>
            <a:lvl9pPr algn="l">
              <a:defRPr sz="930" b="0">
                <a:solidFill>
                  <a:srgbClr val="23143A"/>
                </a:solidFill>
                <a:latin typeface="Arial"/>
                <a:ea typeface="Arial"/>
                <a:cs typeface="Arial"/>
              </a:defRPr>
            </a:lvl9pPr>
          </a:lstStyle>
          <a:p xmlns:a="http://schemas.openxmlformats.org/drawingml/2006/main">
            <a:pPr algn="l">
              <a:lnSpc>
                <a:spcPct val="102000"/>
              </a:lnSpc>
              <a:buNone/>
              <a:defRPr sz="930" b="0">
                <a:solidFill>
                  <a:srgbClr val="23143A"/>
                </a:solidFill>
                <a:latin typeface="Arial"/>
                <a:ea typeface="Arial"/>
                <a:cs typeface="Arial"/>
              </a:defRPr>
            </a:pPr>
            <a:r>
              <a:rPr sz="930" b="0">
                <a:solidFill>
                  <a:srgbClr val="23143A"/>
                </a:solidFill>
                <a:latin typeface="Arial"/>
                <a:ea typeface="Arial"/>
                <a:cs typeface="Arial"/>
              </a:rPr>
              <a:t>Thank your host. Save the group or ride page if you want to check for another outing.</a:t>
            </a:r>
          </a:p>
        </p:txBody>
      </p:sp>
      <p:sp>
        <p:nvSpPr>
          <p:cNvPr id="10" name="Group back CTA">
            <a:extLst xmlns:a="http://schemas.openxmlformats.org/drawingml/2006/main">
              <a:ext uri="{FF2B5EF4-FFF2-40B4-BE49-F238E27FC236}">
                <a16:creationId xmlns:a16="http://schemas.microsoft.com/office/drawing/2014/main" id="{1C0508BF-5F94-4A74-B5DE-8935A9FF5425}"/>
              </a:ext>
            </a:extLst>
          </p:cNvPr>
          <p:cNvSpPr>
            <a:spLocks xmlns:a="http://schemas.openxmlformats.org/drawingml/2006/main" noGrp="1"/>
          </p:cNvSpPr>
          <p:nvPr/>
        </p:nvSpPr>
        <p:spPr>
          <a:xfrm xmlns:a="http://schemas.openxmlformats.org/drawingml/2006/main">
            <a:off x="190500" y="4419600"/>
            <a:ext cx="32766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00" b="1">
                <a:solidFill>
                  <a:srgbClr val="7926CB"/>
                </a:solidFill>
                <a:latin typeface="Space Grotesk"/>
                <a:ea typeface="Space Grotesk"/>
                <a:cs typeface="Space Grotesk"/>
              </a:defRPr>
            </a:defPPr>
            <a:lvl1pPr algn="l">
              <a:defRPr sz="1100" b="1">
                <a:solidFill>
                  <a:srgbClr val="7926CB"/>
                </a:solidFill>
                <a:latin typeface="Space Grotesk"/>
                <a:ea typeface="Space Grotesk"/>
                <a:cs typeface="Space Grotesk"/>
              </a:defRPr>
            </a:lvl1pPr>
            <a:lvl2pPr algn="l">
              <a:defRPr sz="1100" b="1">
                <a:solidFill>
                  <a:srgbClr val="7926CB"/>
                </a:solidFill>
                <a:latin typeface="Space Grotesk"/>
                <a:ea typeface="Space Grotesk"/>
                <a:cs typeface="Space Grotesk"/>
              </a:defRPr>
            </a:lvl2pPr>
            <a:lvl3pPr algn="l">
              <a:defRPr sz="1100" b="1">
                <a:solidFill>
                  <a:srgbClr val="7926CB"/>
                </a:solidFill>
                <a:latin typeface="Space Grotesk"/>
                <a:ea typeface="Space Grotesk"/>
                <a:cs typeface="Space Grotesk"/>
              </a:defRPr>
            </a:lvl3pPr>
            <a:lvl4pPr algn="l">
              <a:defRPr sz="1100" b="1">
                <a:solidFill>
                  <a:srgbClr val="7926CB"/>
                </a:solidFill>
                <a:latin typeface="Space Grotesk"/>
                <a:ea typeface="Space Grotesk"/>
                <a:cs typeface="Space Grotesk"/>
              </a:defRPr>
            </a:lvl4pPr>
            <a:lvl5pPr algn="l">
              <a:defRPr sz="1100" b="1">
                <a:solidFill>
                  <a:srgbClr val="7926CB"/>
                </a:solidFill>
                <a:latin typeface="Space Grotesk"/>
                <a:ea typeface="Space Grotesk"/>
                <a:cs typeface="Space Grotesk"/>
              </a:defRPr>
            </a:lvl5pPr>
            <a:lvl6pPr algn="l">
              <a:defRPr sz="1100" b="1">
                <a:solidFill>
                  <a:srgbClr val="7926CB"/>
                </a:solidFill>
                <a:latin typeface="Space Grotesk"/>
                <a:ea typeface="Space Grotesk"/>
                <a:cs typeface="Space Grotesk"/>
              </a:defRPr>
            </a:lvl6pPr>
            <a:lvl7pPr algn="l">
              <a:defRPr sz="1100" b="1">
                <a:solidFill>
                  <a:srgbClr val="7926CB"/>
                </a:solidFill>
                <a:latin typeface="Space Grotesk"/>
                <a:ea typeface="Space Grotesk"/>
                <a:cs typeface="Space Grotesk"/>
              </a:defRPr>
            </a:lvl7pPr>
            <a:lvl8pPr algn="l">
              <a:defRPr sz="1100" b="1">
                <a:solidFill>
                  <a:srgbClr val="7926CB"/>
                </a:solidFill>
                <a:latin typeface="Space Grotesk"/>
                <a:ea typeface="Space Grotesk"/>
                <a:cs typeface="Space Grotesk"/>
              </a:defRPr>
            </a:lvl8pPr>
            <a:lvl9pPr algn="l">
              <a:defRPr sz="1100" b="1">
                <a:solidFill>
                  <a:srgbClr val="7926CB"/>
                </a:solidFill>
                <a:latin typeface="Space Grotesk"/>
                <a:ea typeface="Space Grotesk"/>
                <a:cs typeface="Space Grotesk"/>
              </a:defRPr>
            </a:lvl9pPr>
          </a:lstStyle>
          <a:p xmlns:a="http://schemas.openxmlformats.org/drawingml/2006/main">
            <a:pPr algn="l">
              <a:lnSpc>
                <a:spcPct val="100000"/>
              </a:lnSpc>
              <a:buNone/>
              <a:defRPr sz="1100" b="1">
                <a:solidFill>
                  <a:srgbClr val="7926CB"/>
                </a:solidFill>
                <a:latin typeface="Space Grotesk"/>
                <a:ea typeface="Space Grotesk"/>
                <a:cs typeface="Space Grotesk"/>
              </a:defRPr>
            </a:pPr>
            <a:r>
              <a:rPr sz="1100" b="1">
                <a:solidFill>
                  <a:srgbClr val="7926CB"/>
                </a:solidFill>
                <a:latin typeface="Space Grotesk"/>
                <a:ea typeface="Space Grotesk"/>
                <a:cs typeface="Space Grotesk"/>
              </a:rPr>
              <a:t>Find your next ride at 3fp.org/ride.</a:t>
            </a:r>
          </a:p>
        </p:txBody>
      </p:sp>
      <p:sp>
        <p:nvSpPr>
          <p:cNvPr id="11" name="Group back website invitation">
            <a:extLst xmlns:a="http://schemas.openxmlformats.org/drawingml/2006/main">
              <a:ext uri="{FF2B5EF4-FFF2-40B4-BE49-F238E27FC236}">
                <a16:creationId xmlns:a16="http://schemas.microsoft.com/office/drawing/2014/main" id="{02FE0E74-311D-482B-8A6B-2C4C500CFF57}"/>
              </a:ext>
            </a:extLst>
          </p:cNvPr>
          <p:cNvSpPr>
            <a:spLocks xmlns:a="http://schemas.openxmlformats.org/drawingml/2006/main" noGrp="1"/>
          </p:cNvSpPr>
          <p:nvPr/>
        </p:nvSpPr>
        <p:spPr>
          <a:xfrm xmlns:a="http://schemas.openxmlformats.org/drawingml/2006/main">
            <a:off x="190500" y="4695825"/>
            <a:ext cx="32766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10" b="0">
                <a:solidFill>
                  <a:srgbClr val="23143A"/>
                </a:solidFill>
                <a:latin typeface="Arial"/>
                <a:ea typeface="Arial"/>
                <a:cs typeface="Arial"/>
              </a:defRPr>
            </a:defPPr>
            <a:lvl1pPr algn="l">
              <a:defRPr sz="910" b="0">
                <a:solidFill>
                  <a:srgbClr val="23143A"/>
                </a:solidFill>
                <a:latin typeface="Arial"/>
                <a:ea typeface="Arial"/>
                <a:cs typeface="Arial"/>
              </a:defRPr>
            </a:lvl1pPr>
            <a:lvl2pPr algn="l">
              <a:defRPr sz="910" b="0">
                <a:solidFill>
                  <a:srgbClr val="23143A"/>
                </a:solidFill>
                <a:latin typeface="Arial"/>
                <a:ea typeface="Arial"/>
                <a:cs typeface="Arial"/>
              </a:defRPr>
            </a:lvl2pPr>
            <a:lvl3pPr algn="l">
              <a:defRPr sz="910" b="0">
                <a:solidFill>
                  <a:srgbClr val="23143A"/>
                </a:solidFill>
                <a:latin typeface="Arial"/>
                <a:ea typeface="Arial"/>
                <a:cs typeface="Arial"/>
              </a:defRPr>
            </a:lvl3pPr>
            <a:lvl4pPr algn="l">
              <a:defRPr sz="910" b="0">
                <a:solidFill>
                  <a:srgbClr val="23143A"/>
                </a:solidFill>
                <a:latin typeface="Arial"/>
                <a:ea typeface="Arial"/>
                <a:cs typeface="Arial"/>
              </a:defRPr>
            </a:lvl4pPr>
            <a:lvl5pPr algn="l">
              <a:defRPr sz="910" b="0">
                <a:solidFill>
                  <a:srgbClr val="23143A"/>
                </a:solidFill>
                <a:latin typeface="Arial"/>
                <a:ea typeface="Arial"/>
                <a:cs typeface="Arial"/>
              </a:defRPr>
            </a:lvl5pPr>
            <a:lvl6pPr algn="l">
              <a:defRPr sz="910" b="0">
                <a:solidFill>
                  <a:srgbClr val="23143A"/>
                </a:solidFill>
                <a:latin typeface="Arial"/>
                <a:ea typeface="Arial"/>
                <a:cs typeface="Arial"/>
              </a:defRPr>
            </a:lvl6pPr>
            <a:lvl7pPr algn="l">
              <a:defRPr sz="910" b="0">
                <a:solidFill>
                  <a:srgbClr val="23143A"/>
                </a:solidFill>
                <a:latin typeface="Arial"/>
                <a:ea typeface="Arial"/>
                <a:cs typeface="Arial"/>
              </a:defRPr>
            </a:lvl7pPr>
            <a:lvl8pPr algn="l">
              <a:defRPr sz="910" b="0">
                <a:solidFill>
                  <a:srgbClr val="23143A"/>
                </a:solidFill>
                <a:latin typeface="Arial"/>
                <a:ea typeface="Arial"/>
                <a:cs typeface="Arial"/>
              </a:defRPr>
            </a:lvl8pPr>
            <a:lvl9pPr algn="l">
              <a:defRPr sz="910" b="0">
                <a:solidFill>
                  <a:srgbClr val="23143A"/>
                </a:solidFill>
                <a:latin typeface="Arial"/>
                <a:ea typeface="Arial"/>
                <a:cs typeface="Arial"/>
              </a:defRPr>
            </a:lvl9pPr>
          </a:lstStyle>
          <a:p xmlns:a="http://schemas.openxmlformats.org/drawingml/2006/main">
            <a:pPr algn="l">
              <a:lnSpc>
                <a:spcPct val="100000"/>
              </a:lnSpc>
              <a:buNone/>
              <a:defRPr sz="910" b="0">
                <a:solidFill>
                  <a:srgbClr val="23143A"/>
                </a:solidFill>
                <a:latin typeface="Arial"/>
                <a:ea typeface="Arial"/>
                <a:cs typeface="Arial"/>
              </a:defRPr>
            </a:pPr>
            <a:r>
              <a:rPr sz="910" b="0">
                <a:solidFill>
                  <a:srgbClr val="23143A"/>
                </a:solidFill>
                <a:latin typeface="Arial"/>
                <a:ea typeface="Arial"/>
                <a:cs typeface="Arial"/>
              </a:rPr>
              <a:t>Each ride is different. Confirm details and expectations with its host.</a:t>
            </a:r>
          </a:p>
        </p:txBody>
      </p:sp>
      <p:sp>
        <p:nvSpPr>
          <p:cNvPr id="12" name="Group back footer">
            <a:extLst xmlns:a="http://schemas.openxmlformats.org/drawingml/2006/main">
              <a:ext uri="{FF2B5EF4-FFF2-40B4-BE49-F238E27FC236}">
                <a16:creationId xmlns:a16="http://schemas.microsoft.com/office/drawing/2014/main" id="{3092E74F-46AE-483D-A750-4C41DF8D5E33}"/>
              </a:ext>
            </a:extLst>
          </p:cNvPr>
          <p:cNvSpPr>
            <a:spLocks xmlns:a="http://schemas.openxmlformats.org/drawingml/2006/main" noGrp="1"/>
          </p:cNvSpPr>
          <p:nvPr/>
        </p:nvSpPr>
        <p:spPr>
          <a:xfrm xmlns:a="http://schemas.openxmlformats.org/drawingml/2006/main">
            <a:off x="0" y="5143500"/>
            <a:ext cx="3657600" cy="342900"/>
          </a:xfrm>
          <a:prstGeom xmlns:a="http://schemas.openxmlformats.org/drawingml/2006/main" prst="rect">
            <a:avLst/>
          </a:prstGeom>
          <a:solidFill xmlns:a="http://schemas.openxmlformats.org/drawingml/2006/main">
            <a:srgbClr val="35125F"/>
          </a:solidFill>
          <a:ln xmlns:a="http://schemas.openxmlformats.org/drawingml/2006/main" w="0">
            <a:noFill/>
            <a:prstDash val="solid"/>
          </a:ln>
        </p:spPr>
      </p:sp>
      <p:sp>
        <p:nvSpPr>
          <p:cNvPr id="13" name="Group back website">
            <a:extLst xmlns:a="http://schemas.openxmlformats.org/drawingml/2006/main">
              <a:ext uri="{FF2B5EF4-FFF2-40B4-BE49-F238E27FC236}">
                <a16:creationId xmlns:a16="http://schemas.microsoft.com/office/drawing/2014/main" id="{BF30D78A-B416-4D43-BE12-CBBE1585788B}"/>
              </a:ext>
            </a:extLst>
          </p:cNvPr>
          <p:cNvSpPr>
            <a:spLocks xmlns:a="http://schemas.openxmlformats.org/drawingml/2006/main" noGrp="1"/>
          </p:cNvSpPr>
          <p:nvPr/>
        </p:nvSpPr>
        <p:spPr>
          <a:xfrm xmlns:a="http://schemas.openxmlformats.org/drawingml/2006/main">
            <a:off x="190500" y="5238750"/>
            <a:ext cx="32766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50" b="1">
                <a:solidFill>
                  <a:srgbClr val="FFFFFF"/>
                </a:solidFill>
                <a:latin typeface="Space Grotesk"/>
                <a:ea typeface="Space Grotesk"/>
                <a:cs typeface="Space Grotesk"/>
              </a:defRPr>
            </a:defPPr>
            <a:lvl1pPr algn="l">
              <a:defRPr sz="950" b="1">
                <a:solidFill>
                  <a:srgbClr val="FFFFFF"/>
                </a:solidFill>
                <a:latin typeface="Space Grotesk"/>
                <a:ea typeface="Space Grotesk"/>
                <a:cs typeface="Space Grotesk"/>
              </a:defRPr>
            </a:lvl1pPr>
            <a:lvl2pPr algn="l">
              <a:defRPr sz="950" b="1">
                <a:solidFill>
                  <a:srgbClr val="FFFFFF"/>
                </a:solidFill>
                <a:latin typeface="Space Grotesk"/>
                <a:ea typeface="Space Grotesk"/>
                <a:cs typeface="Space Grotesk"/>
              </a:defRPr>
            </a:lvl2pPr>
            <a:lvl3pPr algn="l">
              <a:defRPr sz="950" b="1">
                <a:solidFill>
                  <a:srgbClr val="FFFFFF"/>
                </a:solidFill>
                <a:latin typeface="Space Grotesk"/>
                <a:ea typeface="Space Grotesk"/>
                <a:cs typeface="Space Grotesk"/>
              </a:defRPr>
            </a:lvl3pPr>
            <a:lvl4pPr algn="l">
              <a:defRPr sz="950" b="1">
                <a:solidFill>
                  <a:srgbClr val="FFFFFF"/>
                </a:solidFill>
                <a:latin typeface="Space Grotesk"/>
                <a:ea typeface="Space Grotesk"/>
                <a:cs typeface="Space Grotesk"/>
              </a:defRPr>
            </a:lvl4pPr>
            <a:lvl5pPr algn="l">
              <a:defRPr sz="950" b="1">
                <a:solidFill>
                  <a:srgbClr val="FFFFFF"/>
                </a:solidFill>
                <a:latin typeface="Space Grotesk"/>
                <a:ea typeface="Space Grotesk"/>
                <a:cs typeface="Space Grotesk"/>
              </a:defRPr>
            </a:lvl5pPr>
            <a:lvl6pPr algn="l">
              <a:defRPr sz="950" b="1">
                <a:solidFill>
                  <a:srgbClr val="FFFFFF"/>
                </a:solidFill>
                <a:latin typeface="Space Grotesk"/>
                <a:ea typeface="Space Grotesk"/>
                <a:cs typeface="Space Grotesk"/>
              </a:defRPr>
            </a:lvl6pPr>
            <a:lvl7pPr algn="l">
              <a:defRPr sz="950" b="1">
                <a:solidFill>
                  <a:srgbClr val="FFFFFF"/>
                </a:solidFill>
                <a:latin typeface="Space Grotesk"/>
                <a:ea typeface="Space Grotesk"/>
                <a:cs typeface="Space Grotesk"/>
              </a:defRPr>
            </a:lvl7pPr>
            <a:lvl8pPr algn="l">
              <a:defRPr sz="950" b="1">
                <a:solidFill>
                  <a:srgbClr val="FFFFFF"/>
                </a:solidFill>
                <a:latin typeface="Space Grotesk"/>
                <a:ea typeface="Space Grotesk"/>
                <a:cs typeface="Space Grotesk"/>
              </a:defRPr>
            </a:lvl8pPr>
            <a:lvl9pPr algn="l">
              <a:defRPr sz="950" b="1">
                <a:solidFill>
                  <a:srgbClr val="FFFFFF"/>
                </a:solidFill>
                <a:latin typeface="Space Grotesk"/>
                <a:ea typeface="Space Grotesk"/>
                <a:cs typeface="Space Grotesk"/>
              </a:defRPr>
            </a:lvl9pPr>
          </a:lstStyle>
          <a:p xmlns:a="http://schemas.openxmlformats.org/drawingml/2006/main">
            <a:pPr algn="l">
              <a:lnSpc>
                <a:spcPct val="100000"/>
              </a:lnSpc>
              <a:buNone/>
              <a:defRPr sz="950" b="1">
                <a:solidFill>
                  <a:srgbClr val="FFFFFF"/>
                </a:solidFill>
                <a:latin typeface="Space Grotesk"/>
                <a:ea typeface="Space Grotesk"/>
                <a:cs typeface="Space Grotesk"/>
              </a:defRPr>
            </a:pPr>
            <a:r>
              <a:rPr sz="950" b="1">
                <a:solidFill>
                  <a:srgbClr val="FFFFFF"/>
                </a:solidFill>
                <a:latin typeface="Space Grotesk"/>
                <a:ea typeface="Space Grotesk"/>
                <a:cs typeface="Space Grotesk"/>
              </a:rPr>
              <a:t>3fp.org · Find groups and public rides.</a:t>
            </a:r>
          </a:p>
        </p:txBody>
      </p:sp>
    </p:spTree>
    <p:extLst>
      <p:ext uri="{BB962C8B-B14F-4D97-AF65-F5344CB8AC3E}">
        <p14:creationId xmlns:p14="http://schemas.microsoft.com/office/powerpoint/2010/main" val="17658247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2026-10-29T13:45:16.1220000Z</dcterms:created>
  <dcterms:modified xsi:type="dcterms:W3CDTF">2026-10-29T13:45:16.1220000Z</dcterms:modified>
</coreProperties>
</file>