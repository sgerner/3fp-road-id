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5d0df5e3afc4ad0" /><Relationship Type="http://schemas.openxmlformats.org/officeDocument/2006/relationships/extended-properties" Target="/docProps/app.xml" Id="R81d0a059ce5d4c6c" /><Relationship Type="http://schemas.openxmlformats.org/officeDocument/2006/relationships/officeDocument" Target="/ppt/presentation.xml" Id="R9f06a608844745c6" /></Relationships>
</file>

<file path=ppt/presentation.xml><?xml version="1.0" encoding="utf-8"?>
<p:presentation xmlns:p="http://schemas.openxmlformats.org/presentationml/2006/main">
  <p:sldMasterIdLst>
    <p:sldMasterId xmlns:r="http://schemas.openxmlformats.org/officeDocument/2006/relationships" id="2147483648" r:id="R231b038ac006436d"/>
  </p:sldMasterIdLst>
  <p:notesMasterIdLst>
    <p:notesMasterId xmlns:r="http://schemas.openxmlformats.org/officeDocument/2006/relationships" r:id="R5a1f7786c435429b"/>
  </p:notesMasterIdLst>
  <p:sldIdLst>
    <p:sldId xmlns:r="http://schemas.openxmlformats.org/officeDocument/2006/relationships" id="256" r:id="R2d9dafe0a99d40dc"/>
    <p:sldId xmlns:r="http://schemas.openxmlformats.org/officeDocument/2006/relationships" id="257" r:id="Rc51c4ff69b3e464c"/>
  </p:sldIdLst>
  <p:sldSz cx="3657600" cy="54864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8d8798294fe43dc" /><Relationship Type="http://schemas.openxmlformats.org/officeDocument/2006/relationships/slideMaster" Target="/ppt/slideMasters/slideMaster1.xml" Id="R231b038ac006436d" /><Relationship Type="http://schemas.openxmlformats.org/officeDocument/2006/relationships/notesMaster" Target="/ppt/notesMasters/notesMaster1.xml" Id="R5a1f7786c435429b" /><Relationship Type="http://schemas.openxmlformats.org/officeDocument/2006/relationships/presProps" Target="/ppt/presProps.xml" Id="R45ee3fa06f3a4bd5" /><Relationship Type="http://schemas.openxmlformats.org/officeDocument/2006/relationships/tableStyles" Target="/ppt/tableStyles.xml" Id="Ra7777fc752c14074" /><Relationship Type="http://schemas.openxmlformats.org/officeDocument/2006/relationships/slide" Target="/ppt/slides/slide1.xml" Id="R2d9dafe0a99d40dc" /><Relationship Type="http://schemas.openxmlformats.org/officeDocument/2006/relationships/slide" Target="/ppt/slides/slide2.xml" Id="Rc51c4ff69b3e464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45e4ece6a9c4f1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9d313ae1bd54c02" /><Relationship Type="http://schemas.openxmlformats.org/officeDocument/2006/relationships/notesMaster" Target="/ppt/notesMasters/notesMaster1.xml" Id="R9afa6665336743d1" /></Relationships>
</file>

<file path=ppt/notesSlides/_rels/notesSlide2.xml.rels>&#65279;<?xml version="1.0" encoding="utf-8"?><Relationships xmlns="http://schemas.openxmlformats.org/package/2006/relationships"><Relationship Type="http://schemas.openxmlformats.org/officeDocument/2006/relationships/slide" Target="/ppt/slides/slide2.xml" Id="Reebe626285ae4904" /><Relationship Type="http://schemas.openxmlformats.org/officeDocument/2006/relationships/notesMaster" Target="/ppt/notesMasters/notesMaster1.xml" Id="R1a47c16c97c1442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card is designed to accompany a facilitator-led demonstration from a parked vehicle. Driver and passenger practice must remain inside the vehicle with doors closed. The print-v4 S.P.A.C.E. C wording is reproduced exactly. This piece and its illustration have not been evaluated for behavior or injury effects. Art is AI-generated and does not depict a documented crash or real person.</a:t>
            </a:r>
          </a:p>
          <a:p xmlns:a="http://schemas.openxmlformats.org/drawingml/2006/main">
            <a:r>
              <a:t/>
            </a:r>
          </a:p>
          <a:p xmlns:a="http://schemas.openxmlformats.org/drawingml/2006/main">
            <a:r>
              <a:t>VERSION REVIEW: v8 local edition; reviewed 2026-10-22. This exact material is not evaluated.</a:t>
            </a:r>
          </a:p>
          <a:p xmlns:a="http://schemas.openxmlformats.org/drawingml/2006/main">
            <a:r>
              <a:t>Relationship roles in campaign copy and generated artwork are illustrative, not biographies or testimonials.</a:t>
            </a:r>
          </a:p>
          <a:p xmlns:a="http://schemas.openxmlformats.org/drawingml/2006/main">
            <a:r>
              <a:t>Emotional copy: “A teacher’s riding home. Look before you open.” is a creative proposal informed by audience and behavior guidance. The exact print copy is untested and has not demonstrated crash reduction or crash prevention.</a:t>
            </a:r>
          </a:p>
          <a:p xmlns:a="http://schemas.openxmlformats.org/drawingml/2006/main">
            <a:r>
              <a:t>Evidence and endpoint: this door-check prompt is untested. Measure whether people understand the check-beside/behind and open-only-when-clear action; knowledge or teach-back does not establish real-world checking or prevented dooring.</a:t>
            </a:r>
          </a:p>
          <a:p xmlns:a="http://schemas.openxmlformats.org/drawingml/2006/main">
            <a:r>
              <a:t>Practitioner delivery: teach with a parked vehicle only, keep learners away from moving traffic, and use teach-back. Record reach and comprehension separately from observed on-road behavior and crashes.</a:t>
            </a:r>
          </a:p>
          <a:p xmlns:a="http://schemas.openxmlformats.org/drawingml/2006/main">
            <a:r>
              <a:t>CAST (Delhomme et al., 2009) and NASEM (2025) provide campaign planning and evaluation practice: pretest with the intended audience; plan evaluation before rollout; distinguish process/reach, comprehension, behavior, safety, and economic outcomes; select a design appropriate to the campaign and concurrent activities.</a:t>
            </a:r>
          </a:p>
          <a:p xmlns:a="http://schemas.openxmlformats.org/drawingml/2006/main">
            <a:r>
              <a:t>ACT humanization experiment is a separate, small immediate-rating study and does not evaluate this material. Phillips et al. (2011) pooled heterogeneous road-safety campaigns; that average is not a forecast for this print piece.</a:t>
            </a:r>
          </a:p>
          <a:p xmlns:a="http://schemas.openxmlformats.org/drawingml/2006/main">
            <a:r>
              <a:t>Public research review: output/public-safety-review/REPORT.md.</a:t>
            </a:r>
          </a:p>
          <a:p xmlns:a="http://schemas.openxmlformats.org/drawingml/2006/main">
            <a:r>
              <a:t>Source references:</a:t>
            </a:r>
          </a:p>
          <a:p xmlns:a="http://schemas.openxmlformats.org/drawingml/2006/main">
            <a:r>
              <a:t>3FP approved S.P.A.C.E. copy: output/print-v4/COPY.md, Driver handout.</a:t>
            </a:r>
          </a:p>
          <a:p xmlns:a="http://schemas.openxmlformats.org/drawingml/2006/main">
            <a:r>
              <a:t>NHTSA, Bicycle Safety: https://www.nhtsa.gov/road-safety/bicycle-safety</a:t>
            </a:r>
          </a:p>
          <a:p xmlns:a="http://schemas.openxmlformats.org/drawingml/2006/main">
            <a:r>
              <a:t>QR destination: https://3fp.org</a:t>
            </a:r>
          </a:p>
          <a:p xmlns:a="http://schemas.openxmlformats.org/drawingml/2006/main">
            <a:r>
              <a:t>CAST manual: https://www.vias.be/storage/main/cast-wp3-deliverable-3.2b.pdf</a:t>
            </a:r>
          </a:p>
          <a:p xmlns:a="http://schemas.openxmlformats.org/drawingml/2006/main">
            <a:r>
              <a:t>NASEM guide: https://www.nationalacademies.org/publications/29154</a:t>
            </a:r>
          </a:p>
          <a:p xmlns:a="http://schemas.openxmlformats.org/drawingml/2006/main">
            <a:r>
              <a:t>Phillips et al.: https://doi.org/10.1016/j.aap.2011.01.002</a:t>
            </a:r>
          </a:p>
          <a:p xmlns:a="http://schemas.openxmlformats.org/drawingml/2006/main">
            <a:r>
              <a:t>Revision v9, 29 October 2026. Applied Safer Cycling, Better Messages public report edition4.4. Exact creative remains a draft for local comprehension and behavior testing. Safer road design and speed management remain priorities. Use the adjoining campaign guide to arrange delivery, appropriate support, and evaluation. Printed content is national unless marked Arizona. 3fp.org finds groups and public rides; do not promise unlisted services.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Take-home cue uses the existing S.P.A.C.E. C action and is intentionally paired with a staff-led parked demo. Do not treat this card as evidence that a printed reminder or decal alone changes door-opening behavior. The photo/graphic humanization study does not test this illustration, this wording, or a door-check card.</a:t>
            </a:r>
          </a:p>
          <a:p xmlns:a="http://schemas.openxmlformats.org/drawingml/2006/main">
            <a:r>
              <a:t/>
            </a:r>
          </a:p>
          <a:p xmlns:a="http://schemas.openxmlformats.org/drawingml/2006/main">
            <a:r>
              <a:t>VERSION REVIEW: v8 local edition; reviewed 2026-10-22. This exact material is not evaluated.</a:t>
            </a:r>
          </a:p>
          <a:p xmlns:a="http://schemas.openxmlformats.org/drawingml/2006/main">
            <a:r>
              <a:t>Relationship roles in campaign copy and generated artwork are illustrative, not biographies or testimonials.</a:t>
            </a:r>
          </a:p>
          <a:p xmlns:a="http://schemas.openxmlformats.org/drawingml/2006/main">
            <a:r>
              <a:t>Emotional copy: “A father’s riding straight. Your turn can wait.” is a creative proposal informed by audience and behavior guidance. The exact print copy is untested and has not demonstrated crash reduction or crash prevention.</a:t>
            </a:r>
          </a:p>
          <a:p xmlns:a="http://schemas.openxmlformats.org/drawingml/2006/main">
            <a:r>
              <a:t>Evidence and endpoint: this door-check prompt is untested. Measure whether people understand the check-beside/behind and open-only-when-clear action; knowledge or teach-back does not establish real-world checking or prevented dooring.</a:t>
            </a:r>
          </a:p>
          <a:p xmlns:a="http://schemas.openxmlformats.org/drawingml/2006/main">
            <a:r>
              <a:t>Practitioner delivery: teach with a parked vehicle only, keep learners away from moving traffic, and use teach-back. Record reach and comprehension separately from observed on-road behavior and crashes.</a:t>
            </a:r>
          </a:p>
          <a:p xmlns:a="http://schemas.openxmlformats.org/drawingml/2006/main">
            <a:r>
              <a:t>CAST (Delhomme et al., 2009) and NASEM (2025) provide campaign planning and evaluation practice: pretest with the intended audience; plan evaluation before rollout; distinguish process/reach, comprehension, behavior, safety, and economic outcomes; select a design appropriate to the campaign and concurrent activities.</a:t>
            </a:r>
          </a:p>
          <a:p xmlns:a="http://schemas.openxmlformats.org/drawingml/2006/main">
            <a:r>
              <a:t>ACT humanization experiment is a separate, small immediate-rating study and does not evaluate this material. Phillips et al. (2011) pooled heterogeneous road-safety campaigns; that average is not a forecast for this print piece.</a:t>
            </a:r>
          </a:p>
          <a:p xmlns:a="http://schemas.openxmlformats.org/drawingml/2006/main">
            <a:r>
              <a:t>Public research review: output/public-safety-review/REPORT.md.</a:t>
            </a:r>
          </a:p>
          <a:p xmlns:a="http://schemas.openxmlformats.org/drawingml/2006/main">
            <a:r>
              <a:t>Source references:</a:t>
            </a:r>
          </a:p>
          <a:p xmlns:a="http://schemas.openxmlformats.org/drawingml/2006/main">
            <a:r>
              <a:t>3FP approved S.P.A.C.E. copy: output/print-v4/COPY.md, Driver handout.</a:t>
            </a:r>
          </a:p>
          <a:p xmlns:a="http://schemas.openxmlformats.org/drawingml/2006/main">
            <a:r>
              <a:t>NHTSA, Bicycle Safety: https://www.nhtsa.gov/road-safety/bicycle-safety</a:t>
            </a:r>
          </a:p>
          <a:p xmlns:a="http://schemas.openxmlformats.org/drawingml/2006/main">
            <a:r>
              <a:t>3FP messaging source audit: output/safety-messaging-audit/message-audit.md</a:t>
            </a:r>
          </a:p>
          <a:p xmlns:a="http://schemas.openxmlformats.org/drawingml/2006/main">
            <a:r>
              <a:t>QR destination: https://3fp.org</a:t>
            </a:r>
          </a:p>
          <a:p xmlns:a="http://schemas.openxmlformats.org/drawingml/2006/main">
            <a:r>
              <a:t>CAST manual: https://www.vias.be/storage/main/cast-wp3-deliverable-3.2b.pdf</a:t>
            </a:r>
          </a:p>
          <a:p xmlns:a="http://schemas.openxmlformats.org/drawingml/2006/main">
            <a:r>
              <a:t>NASEM guide: https://www.nationalacademies.org/publications/29154</a:t>
            </a:r>
          </a:p>
          <a:p xmlns:a="http://schemas.openxmlformats.org/drawingml/2006/main">
            <a:r>
              <a:t>Phillips et al.: https://doi.org/10.1016/j.aap.2011.01.002</a:t>
            </a:r>
          </a:p>
          <a:p xmlns:a="http://schemas.openxmlformats.org/drawingml/2006/main">
            <a:r>
              <a:t>Revision v9, 29 October 2026. Applied Safer Cycling, Better Messages public report edition4.4. Exact creative remains a draft for local comprehension and behavior testing. Safer road design and speed management remain priorities. Use the adjoining campaign guide to arrange delivery, appropriate support, and evaluation. Printed content is national unless marked Arizona. 3fp.org finds groups and public rides; do not promise unlisted services.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13928e9b68340a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0fd7928f959415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23afaf25b844ef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9bf0ac6282d4c7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9ff3e3ce2be405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b260f7087a7422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625748F-6548-4F2E-AFB4-5D5A10321759}"/>
              </a:ext>
            </a:extLst>
          </p:cNvPr>
          <p:cNvSpPr>
            <a:spLocks xmlns:a="http://schemas.openxmlformats.org/drawingml/2006/main" noGrp="1"/>
          </p:cNvSpPr>
          <p:nvPr>
            <p:ph type="title" idx="0"/>
          </p:nvPr>
        </p:nvSpPr>
        <p:spPr>
          <a:xfrm xmlns:a="http://schemas.openxmlformats.org/drawingml/2006/main">
            <a:off x="365760" y="2072640"/>
            <a:ext cx="2926080" cy="79248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1440" b="1">
                <a:solidFill>
                  <a:schemeClr val="tx1"/>
                </a:solidFill>
                <a:latin typeface="+mj-lt"/>
                <a:ea typeface="+mj-lt"/>
                <a:cs typeface="+mj-lt"/>
              </a:defRPr>
            </a:defPPr>
            <a:lvl1pPr marL="0" indent="0" algn="ctr">
              <a:lnSpc>
                <a:spcPct val="110000"/>
              </a:lnSpc>
              <a:spcBef>
                <a:spcPts val="0"/>
              </a:spcBef>
              <a:spcAft>
                <a:spcPts val="0"/>
              </a:spcAft>
              <a:buNone/>
              <a:defRPr sz="1440" b="1">
                <a:solidFill>
                  <a:schemeClr val="tx1"/>
                </a:solidFill>
                <a:latin typeface="+mj-lt"/>
                <a:ea typeface="+mj-lt"/>
                <a:cs typeface="+mj-lt"/>
              </a:defRPr>
            </a:lvl1pPr>
            <a:lvl2pPr marL="0" indent="0" algn="ctr">
              <a:lnSpc>
                <a:spcPct val="110000"/>
              </a:lnSpc>
              <a:spcBef>
                <a:spcPts val="0"/>
              </a:spcBef>
              <a:spcAft>
                <a:spcPts val="0"/>
              </a:spcAft>
              <a:buNone/>
              <a:defRPr sz="1440" b="1">
                <a:solidFill>
                  <a:schemeClr val="tx1"/>
                </a:solidFill>
                <a:latin typeface="+mj-lt"/>
                <a:ea typeface="+mj-lt"/>
                <a:cs typeface="+mj-lt"/>
              </a:defRPr>
            </a:lvl2pPr>
            <a:lvl3pPr marL="0" indent="0" algn="ctr">
              <a:lnSpc>
                <a:spcPct val="110000"/>
              </a:lnSpc>
              <a:spcBef>
                <a:spcPts val="0"/>
              </a:spcBef>
              <a:spcAft>
                <a:spcPts val="0"/>
              </a:spcAft>
              <a:buNone/>
              <a:defRPr sz="1440" b="1">
                <a:solidFill>
                  <a:schemeClr val="tx1"/>
                </a:solidFill>
                <a:latin typeface="+mj-lt"/>
                <a:ea typeface="+mj-lt"/>
                <a:cs typeface="+mj-lt"/>
              </a:defRPr>
            </a:lvl3pPr>
            <a:lvl4pPr marL="0" indent="0" algn="ctr">
              <a:lnSpc>
                <a:spcPct val="110000"/>
              </a:lnSpc>
              <a:spcBef>
                <a:spcPts val="0"/>
              </a:spcBef>
              <a:spcAft>
                <a:spcPts val="0"/>
              </a:spcAft>
              <a:buNone/>
              <a:defRPr sz="1440" b="1">
                <a:solidFill>
                  <a:schemeClr val="tx1"/>
                </a:solidFill>
                <a:latin typeface="+mj-lt"/>
                <a:ea typeface="+mj-lt"/>
                <a:cs typeface="+mj-lt"/>
              </a:defRPr>
            </a:lvl4pPr>
            <a:lvl5pPr marL="0" indent="0" algn="ctr">
              <a:lnSpc>
                <a:spcPct val="110000"/>
              </a:lnSpc>
              <a:spcBef>
                <a:spcPts val="0"/>
              </a:spcBef>
              <a:spcAft>
                <a:spcPts val="0"/>
              </a:spcAft>
              <a:buNone/>
              <a:defRPr sz="1440" b="1">
                <a:solidFill>
                  <a:schemeClr val="tx1"/>
                </a:solidFill>
                <a:latin typeface="+mj-lt"/>
                <a:ea typeface="+mj-lt"/>
                <a:cs typeface="+mj-lt"/>
              </a:defRPr>
            </a:lvl5pPr>
            <a:lvl6pPr marL="0" indent="0" algn="ctr">
              <a:lnSpc>
                <a:spcPct val="110000"/>
              </a:lnSpc>
              <a:spcBef>
                <a:spcPts val="0"/>
              </a:spcBef>
              <a:spcAft>
                <a:spcPts val="0"/>
              </a:spcAft>
              <a:buNone/>
              <a:defRPr sz="1440" b="1">
                <a:solidFill>
                  <a:schemeClr val="tx1"/>
                </a:solidFill>
                <a:latin typeface="+mj-lt"/>
                <a:ea typeface="+mj-lt"/>
                <a:cs typeface="+mj-lt"/>
              </a:defRPr>
            </a:lvl6pPr>
            <a:lvl7pPr marL="0" indent="0" algn="ctr">
              <a:lnSpc>
                <a:spcPct val="110000"/>
              </a:lnSpc>
              <a:spcBef>
                <a:spcPts val="0"/>
              </a:spcBef>
              <a:spcAft>
                <a:spcPts val="0"/>
              </a:spcAft>
              <a:buNone/>
              <a:defRPr sz="1440" b="1">
                <a:solidFill>
                  <a:schemeClr val="tx1"/>
                </a:solidFill>
                <a:latin typeface="+mj-lt"/>
                <a:ea typeface="+mj-lt"/>
                <a:cs typeface="+mj-lt"/>
              </a:defRPr>
            </a:lvl7pPr>
            <a:lvl8pPr marL="0" indent="0" algn="ctr">
              <a:lnSpc>
                <a:spcPct val="110000"/>
              </a:lnSpc>
              <a:spcBef>
                <a:spcPts val="0"/>
              </a:spcBef>
              <a:spcAft>
                <a:spcPts val="0"/>
              </a:spcAft>
              <a:buNone/>
              <a:defRPr sz="1440" b="1">
                <a:solidFill>
                  <a:schemeClr val="tx1"/>
                </a:solidFill>
                <a:latin typeface="+mj-lt"/>
                <a:ea typeface="+mj-lt"/>
                <a:cs typeface="+mj-lt"/>
              </a:defRPr>
            </a:lvl8pPr>
            <a:lvl9pPr marL="0" indent="0" algn="ctr">
              <a:lnSpc>
                <a:spcPct val="110000"/>
              </a:lnSpc>
              <a:spcBef>
                <a:spcPts val="0"/>
              </a:spcBef>
              <a:spcAft>
                <a:spcPts val="0"/>
              </a:spcAft>
              <a:buNone/>
              <a:defRPr sz="144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3D5B19C-C6D7-47A2-8919-D380AC34822C}"/>
              </a:ext>
            </a:extLst>
          </p:cNvPr>
          <p:cNvSpPr>
            <a:spLocks xmlns:a="http://schemas.openxmlformats.org/drawingml/2006/main" noGrp="1"/>
          </p:cNvSpPr>
          <p:nvPr>
            <p:ph type="subTitle" idx="1"/>
          </p:nvPr>
        </p:nvSpPr>
        <p:spPr>
          <a:xfrm xmlns:a="http://schemas.openxmlformats.org/drawingml/2006/main">
            <a:off x="548640" y="3017520"/>
            <a:ext cx="2560320" cy="609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30" b="0">
                <a:solidFill>
                  <a:schemeClr val="tx1"/>
                </a:solidFill>
                <a:latin typeface="+mn-lt"/>
                <a:ea typeface="+mn-lt"/>
                <a:cs typeface="+mn-lt"/>
              </a:defRPr>
            </a:defPPr>
            <a:lvl1pPr marL="0" indent="0" algn="ctr">
              <a:lnSpc>
                <a:spcPct val="110000"/>
              </a:lnSpc>
              <a:spcBef>
                <a:spcPts val="0"/>
              </a:spcBef>
              <a:spcAft>
                <a:spcPts val="0"/>
              </a:spcAft>
              <a:buNone/>
              <a:defRPr sz="630" b="0">
                <a:solidFill>
                  <a:schemeClr val="tx1"/>
                </a:solidFill>
                <a:latin typeface="+mn-lt"/>
                <a:ea typeface="+mn-lt"/>
                <a:cs typeface="+mn-lt"/>
              </a:defRPr>
            </a:lvl1pPr>
            <a:lvl2pPr marL="0" indent="0" algn="ctr">
              <a:lnSpc>
                <a:spcPct val="110000"/>
              </a:lnSpc>
              <a:spcBef>
                <a:spcPts val="0"/>
              </a:spcBef>
              <a:spcAft>
                <a:spcPts val="0"/>
              </a:spcAft>
              <a:buNone/>
              <a:defRPr sz="630" b="0">
                <a:solidFill>
                  <a:schemeClr val="tx1"/>
                </a:solidFill>
                <a:latin typeface="+mn-lt"/>
                <a:ea typeface="+mn-lt"/>
                <a:cs typeface="+mn-lt"/>
              </a:defRPr>
            </a:lvl2pPr>
            <a:lvl3pPr marL="0" indent="0" algn="ctr">
              <a:lnSpc>
                <a:spcPct val="110000"/>
              </a:lnSpc>
              <a:spcBef>
                <a:spcPts val="0"/>
              </a:spcBef>
              <a:spcAft>
                <a:spcPts val="0"/>
              </a:spcAft>
              <a:buNone/>
              <a:defRPr sz="630" b="0">
                <a:solidFill>
                  <a:schemeClr val="tx1"/>
                </a:solidFill>
                <a:latin typeface="+mn-lt"/>
                <a:ea typeface="+mn-lt"/>
                <a:cs typeface="+mn-lt"/>
              </a:defRPr>
            </a:lvl3pPr>
            <a:lvl4pPr marL="0" indent="0" algn="ctr">
              <a:lnSpc>
                <a:spcPct val="110000"/>
              </a:lnSpc>
              <a:spcBef>
                <a:spcPts val="0"/>
              </a:spcBef>
              <a:spcAft>
                <a:spcPts val="0"/>
              </a:spcAft>
              <a:buNone/>
              <a:defRPr sz="630" b="0">
                <a:solidFill>
                  <a:schemeClr val="tx1"/>
                </a:solidFill>
                <a:latin typeface="+mn-lt"/>
                <a:ea typeface="+mn-lt"/>
                <a:cs typeface="+mn-lt"/>
              </a:defRPr>
            </a:lvl4pPr>
            <a:lvl5pPr marL="0" indent="0" algn="ctr">
              <a:lnSpc>
                <a:spcPct val="110000"/>
              </a:lnSpc>
              <a:spcBef>
                <a:spcPts val="0"/>
              </a:spcBef>
              <a:spcAft>
                <a:spcPts val="0"/>
              </a:spcAft>
              <a:buNone/>
              <a:defRPr sz="630" b="0">
                <a:solidFill>
                  <a:schemeClr val="tx1"/>
                </a:solidFill>
                <a:latin typeface="+mn-lt"/>
                <a:ea typeface="+mn-lt"/>
                <a:cs typeface="+mn-lt"/>
              </a:defRPr>
            </a:lvl5pPr>
            <a:lvl6pPr marL="0" indent="0" algn="ctr">
              <a:lnSpc>
                <a:spcPct val="110000"/>
              </a:lnSpc>
              <a:spcBef>
                <a:spcPts val="0"/>
              </a:spcBef>
              <a:spcAft>
                <a:spcPts val="0"/>
              </a:spcAft>
              <a:buNone/>
              <a:defRPr sz="630" b="0">
                <a:solidFill>
                  <a:schemeClr val="tx1"/>
                </a:solidFill>
                <a:latin typeface="+mn-lt"/>
                <a:ea typeface="+mn-lt"/>
                <a:cs typeface="+mn-lt"/>
              </a:defRPr>
            </a:lvl6pPr>
            <a:lvl7pPr marL="0" indent="0" algn="ctr">
              <a:lnSpc>
                <a:spcPct val="110000"/>
              </a:lnSpc>
              <a:spcBef>
                <a:spcPts val="0"/>
              </a:spcBef>
              <a:spcAft>
                <a:spcPts val="0"/>
              </a:spcAft>
              <a:buNone/>
              <a:defRPr sz="630" b="0">
                <a:solidFill>
                  <a:schemeClr val="tx1"/>
                </a:solidFill>
                <a:latin typeface="+mn-lt"/>
                <a:ea typeface="+mn-lt"/>
                <a:cs typeface="+mn-lt"/>
              </a:defRPr>
            </a:lvl7pPr>
            <a:lvl8pPr marL="0" indent="0" algn="ctr">
              <a:lnSpc>
                <a:spcPct val="110000"/>
              </a:lnSpc>
              <a:spcBef>
                <a:spcPts val="0"/>
              </a:spcBef>
              <a:spcAft>
                <a:spcPts val="0"/>
              </a:spcAft>
              <a:buNone/>
              <a:defRPr sz="630" b="0">
                <a:solidFill>
                  <a:schemeClr val="tx1"/>
                </a:solidFill>
                <a:latin typeface="+mn-lt"/>
                <a:ea typeface="+mn-lt"/>
                <a:cs typeface="+mn-lt"/>
              </a:defRPr>
            </a:lvl8pPr>
            <a:lvl9pPr marL="0" indent="0" algn="ctr">
              <a:lnSpc>
                <a:spcPct val="110000"/>
              </a:lnSpc>
              <a:spcBef>
                <a:spcPts val="0"/>
              </a:spcBef>
              <a:spcAft>
                <a:spcPts val="0"/>
              </a:spcAft>
              <a:buNone/>
              <a:defRPr sz="63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F443162-3660-4C34-9FD2-4935170EE253}"/>
              </a:ext>
            </a:extLst>
          </p:cNvPr>
          <p:cNvSpPr>
            <a:spLocks xmlns:a="http://schemas.openxmlformats.org/drawingml/2006/main" noGrp="1"/>
          </p:cNvSpPr>
          <p:nvPr>
            <p:ph type="title" idx="0"/>
          </p:nvPr>
        </p:nvSpPr>
        <p:spPr>
          <a:xfrm xmlns:a="http://schemas.openxmlformats.org/drawingml/2006/main">
            <a:off x="365760" y="2286000"/>
            <a:ext cx="2926080" cy="9144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1260" b="1">
                <a:solidFill>
                  <a:schemeClr val="tx1"/>
                </a:solidFill>
                <a:latin typeface="+mj-lt"/>
                <a:ea typeface="+mj-lt"/>
                <a:cs typeface="+mj-lt"/>
              </a:defRPr>
            </a:defPPr>
            <a:lvl1pPr marL="0" indent="0" algn="ctr">
              <a:lnSpc>
                <a:spcPct val="110000"/>
              </a:lnSpc>
              <a:spcBef>
                <a:spcPts val="0"/>
              </a:spcBef>
              <a:spcAft>
                <a:spcPts val="0"/>
              </a:spcAft>
              <a:buNone/>
              <a:defRPr sz="1260" b="1">
                <a:solidFill>
                  <a:schemeClr val="tx1"/>
                </a:solidFill>
                <a:latin typeface="+mj-lt"/>
                <a:ea typeface="+mj-lt"/>
                <a:cs typeface="+mj-lt"/>
              </a:defRPr>
            </a:lvl1pPr>
            <a:lvl2pPr marL="0" indent="0" algn="ctr">
              <a:lnSpc>
                <a:spcPct val="110000"/>
              </a:lnSpc>
              <a:spcBef>
                <a:spcPts val="0"/>
              </a:spcBef>
              <a:spcAft>
                <a:spcPts val="0"/>
              </a:spcAft>
              <a:buNone/>
              <a:defRPr sz="1260" b="1">
                <a:solidFill>
                  <a:schemeClr val="tx1"/>
                </a:solidFill>
                <a:latin typeface="+mj-lt"/>
                <a:ea typeface="+mj-lt"/>
                <a:cs typeface="+mj-lt"/>
              </a:defRPr>
            </a:lvl2pPr>
            <a:lvl3pPr marL="0" indent="0" algn="ctr">
              <a:lnSpc>
                <a:spcPct val="110000"/>
              </a:lnSpc>
              <a:spcBef>
                <a:spcPts val="0"/>
              </a:spcBef>
              <a:spcAft>
                <a:spcPts val="0"/>
              </a:spcAft>
              <a:buNone/>
              <a:defRPr sz="1260" b="1">
                <a:solidFill>
                  <a:schemeClr val="tx1"/>
                </a:solidFill>
                <a:latin typeface="+mj-lt"/>
                <a:ea typeface="+mj-lt"/>
                <a:cs typeface="+mj-lt"/>
              </a:defRPr>
            </a:lvl3pPr>
            <a:lvl4pPr marL="0" indent="0" algn="ctr">
              <a:lnSpc>
                <a:spcPct val="110000"/>
              </a:lnSpc>
              <a:spcBef>
                <a:spcPts val="0"/>
              </a:spcBef>
              <a:spcAft>
                <a:spcPts val="0"/>
              </a:spcAft>
              <a:buNone/>
              <a:defRPr sz="1260" b="1">
                <a:solidFill>
                  <a:schemeClr val="tx1"/>
                </a:solidFill>
                <a:latin typeface="+mj-lt"/>
                <a:ea typeface="+mj-lt"/>
                <a:cs typeface="+mj-lt"/>
              </a:defRPr>
            </a:lvl4pPr>
            <a:lvl5pPr marL="0" indent="0" algn="ctr">
              <a:lnSpc>
                <a:spcPct val="110000"/>
              </a:lnSpc>
              <a:spcBef>
                <a:spcPts val="0"/>
              </a:spcBef>
              <a:spcAft>
                <a:spcPts val="0"/>
              </a:spcAft>
              <a:buNone/>
              <a:defRPr sz="1260" b="1">
                <a:solidFill>
                  <a:schemeClr val="tx1"/>
                </a:solidFill>
                <a:latin typeface="+mj-lt"/>
                <a:ea typeface="+mj-lt"/>
                <a:cs typeface="+mj-lt"/>
              </a:defRPr>
            </a:lvl5pPr>
            <a:lvl6pPr marL="0" indent="0" algn="ctr">
              <a:lnSpc>
                <a:spcPct val="110000"/>
              </a:lnSpc>
              <a:spcBef>
                <a:spcPts val="0"/>
              </a:spcBef>
              <a:spcAft>
                <a:spcPts val="0"/>
              </a:spcAft>
              <a:buNone/>
              <a:defRPr sz="1260" b="1">
                <a:solidFill>
                  <a:schemeClr val="tx1"/>
                </a:solidFill>
                <a:latin typeface="+mj-lt"/>
                <a:ea typeface="+mj-lt"/>
                <a:cs typeface="+mj-lt"/>
              </a:defRPr>
            </a:lvl6pPr>
            <a:lvl7pPr marL="0" indent="0" algn="ctr">
              <a:lnSpc>
                <a:spcPct val="110000"/>
              </a:lnSpc>
              <a:spcBef>
                <a:spcPts val="0"/>
              </a:spcBef>
              <a:spcAft>
                <a:spcPts val="0"/>
              </a:spcAft>
              <a:buNone/>
              <a:defRPr sz="1260" b="1">
                <a:solidFill>
                  <a:schemeClr val="tx1"/>
                </a:solidFill>
                <a:latin typeface="+mj-lt"/>
                <a:ea typeface="+mj-lt"/>
                <a:cs typeface="+mj-lt"/>
              </a:defRPr>
            </a:lvl7pPr>
            <a:lvl8pPr marL="0" indent="0" algn="ctr">
              <a:lnSpc>
                <a:spcPct val="110000"/>
              </a:lnSpc>
              <a:spcBef>
                <a:spcPts val="0"/>
              </a:spcBef>
              <a:spcAft>
                <a:spcPts val="0"/>
              </a:spcAft>
              <a:buNone/>
              <a:defRPr sz="1260" b="1">
                <a:solidFill>
                  <a:schemeClr val="tx1"/>
                </a:solidFill>
                <a:latin typeface="+mj-lt"/>
                <a:ea typeface="+mj-lt"/>
                <a:cs typeface="+mj-lt"/>
              </a:defRPr>
            </a:lvl8pPr>
            <a:lvl9pPr marL="0" indent="0" algn="ctr">
              <a:lnSpc>
                <a:spcPct val="110000"/>
              </a:lnSpc>
              <a:spcBef>
                <a:spcPts val="0"/>
              </a:spcBef>
              <a:spcAft>
                <a:spcPts val="0"/>
              </a:spcAft>
              <a:buNone/>
              <a:defRPr sz="126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6A62BDB-8DD7-4AB1-BFB1-F1BA034725AD}"/>
              </a:ext>
            </a:extLst>
          </p:cNvPr>
          <p:cNvSpPr>
            <a:spLocks xmlns:a="http://schemas.openxmlformats.org/drawingml/2006/main" noGrp="1"/>
          </p:cNvSpPr>
          <p:nvPr>
            <p:ph type="title" idx="0"/>
          </p:nvPr>
        </p:nvSpPr>
        <p:spPr>
          <a:xfrm xmlns:a="http://schemas.openxmlformats.org/drawingml/2006/main">
            <a:off x="205740" y="426720"/>
            <a:ext cx="3246120" cy="6705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990" b="1">
                <a:solidFill>
                  <a:schemeClr val="tx1"/>
                </a:solidFill>
                <a:latin typeface="+mj-lt"/>
                <a:ea typeface="+mj-lt"/>
                <a:cs typeface="+mj-lt"/>
              </a:defRPr>
            </a:defPPr>
            <a:lvl1pPr marL="0" indent="0" algn="l">
              <a:lnSpc>
                <a:spcPct val="110000"/>
              </a:lnSpc>
              <a:spcBef>
                <a:spcPts val="0"/>
              </a:spcBef>
              <a:spcAft>
                <a:spcPts val="0"/>
              </a:spcAft>
              <a:buNone/>
              <a:defRPr sz="990" b="1">
                <a:solidFill>
                  <a:schemeClr val="tx1"/>
                </a:solidFill>
                <a:latin typeface="+mj-lt"/>
                <a:ea typeface="+mj-lt"/>
                <a:cs typeface="+mj-lt"/>
              </a:defRPr>
            </a:lvl1pPr>
            <a:lvl2pPr marL="0" indent="0" algn="l">
              <a:lnSpc>
                <a:spcPct val="110000"/>
              </a:lnSpc>
              <a:spcBef>
                <a:spcPts val="0"/>
              </a:spcBef>
              <a:spcAft>
                <a:spcPts val="0"/>
              </a:spcAft>
              <a:buNone/>
              <a:defRPr sz="990" b="1">
                <a:solidFill>
                  <a:schemeClr val="tx1"/>
                </a:solidFill>
                <a:latin typeface="+mj-lt"/>
                <a:ea typeface="+mj-lt"/>
                <a:cs typeface="+mj-lt"/>
              </a:defRPr>
            </a:lvl2pPr>
            <a:lvl3pPr marL="0" indent="0" algn="l">
              <a:lnSpc>
                <a:spcPct val="110000"/>
              </a:lnSpc>
              <a:spcBef>
                <a:spcPts val="0"/>
              </a:spcBef>
              <a:spcAft>
                <a:spcPts val="0"/>
              </a:spcAft>
              <a:buNone/>
              <a:defRPr sz="990" b="1">
                <a:solidFill>
                  <a:schemeClr val="tx1"/>
                </a:solidFill>
                <a:latin typeface="+mj-lt"/>
                <a:ea typeface="+mj-lt"/>
                <a:cs typeface="+mj-lt"/>
              </a:defRPr>
            </a:lvl3pPr>
            <a:lvl4pPr marL="0" indent="0" algn="l">
              <a:lnSpc>
                <a:spcPct val="110000"/>
              </a:lnSpc>
              <a:spcBef>
                <a:spcPts val="0"/>
              </a:spcBef>
              <a:spcAft>
                <a:spcPts val="0"/>
              </a:spcAft>
              <a:buNone/>
              <a:defRPr sz="990" b="1">
                <a:solidFill>
                  <a:schemeClr val="tx1"/>
                </a:solidFill>
                <a:latin typeface="+mj-lt"/>
                <a:ea typeface="+mj-lt"/>
                <a:cs typeface="+mj-lt"/>
              </a:defRPr>
            </a:lvl4pPr>
            <a:lvl5pPr marL="0" indent="0" algn="l">
              <a:lnSpc>
                <a:spcPct val="110000"/>
              </a:lnSpc>
              <a:spcBef>
                <a:spcPts val="0"/>
              </a:spcBef>
              <a:spcAft>
                <a:spcPts val="0"/>
              </a:spcAft>
              <a:buNone/>
              <a:defRPr sz="990" b="1">
                <a:solidFill>
                  <a:schemeClr val="tx1"/>
                </a:solidFill>
                <a:latin typeface="+mj-lt"/>
                <a:ea typeface="+mj-lt"/>
                <a:cs typeface="+mj-lt"/>
              </a:defRPr>
            </a:lvl5pPr>
            <a:lvl6pPr marL="0" indent="0" algn="l">
              <a:lnSpc>
                <a:spcPct val="110000"/>
              </a:lnSpc>
              <a:spcBef>
                <a:spcPts val="0"/>
              </a:spcBef>
              <a:spcAft>
                <a:spcPts val="0"/>
              </a:spcAft>
              <a:buNone/>
              <a:defRPr sz="990" b="1">
                <a:solidFill>
                  <a:schemeClr val="tx1"/>
                </a:solidFill>
                <a:latin typeface="+mj-lt"/>
                <a:ea typeface="+mj-lt"/>
                <a:cs typeface="+mj-lt"/>
              </a:defRPr>
            </a:lvl6pPr>
            <a:lvl7pPr marL="0" indent="0" algn="l">
              <a:lnSpc>
                <a:spcPct val="110000"/>
              </a:lnSpc>
              <a:spcBef>
                <a:spcPts val="0"/>
              </a:spcBef>
              <a:spcAft>
                <a:spcPts val="0"/>
              </a:spcAft>
              <a:buNone/>
              <a:defRPr sz="990" b="1">
                <a:solidFill>
                  <a:schemeClr val="tx1"/>
                </a:solidFill>
                <a:latin typeface="+mj-lt"/>
                <a:ea typeface="+mj-lt"/>
                <a:cs typeface="+mj-lt"/>
              </a:defRPr>
            </a:lvl7pPr>
            <a:lvl8pPr marL="0" indent="0" algn="l">
              <a:lnSpc>
                <a:spcPct val="110000"/>
              </a:lnSpc>
              <a:spcBef>
                <a:spcPts val="0"/>
              </a:spcBef>
              <a:spcAft>
                <a:spcPts val="0"/>
              </a:spcAft>
              <a:buNone/>
              <a:defRPr sz="990" b="1">
                <a:solidFill>
                  <a:schemeClr val="tx1"/>
                </a:solidFill>
                <a:latin typeface="+mj-lt"/>
                <a:ea typeface="+mj-lt"/>
                <a:cs typeface="+mj-lt"/>
              </a:defRPr>
            </a:lvl8pPr>
            <a:lvl9pPr marL="0" indent="0" algn="l">
              <a:lnSpc>
                <a:spcPct val="110000"/>
              </a:lnSpc>
              <a:spcBef>
                <a:spcPts val="0"/>
              </a:spcBef>
              <a:spcAft>
                <a:spcPts val="0"/>
              </a:spcAft>
              <a:buNone/>
              <a:defRPr sz="99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ECF0A25-970F-4A23-B60C-38891A398EA4}"/>
              </a:ext>
            </a:extLst>
          </p:cNvPr>
          <p:cNvSpPr>
            <a:spLocks xmlns:a="http://schemas.openxmlformats.org/drawingml/2006/main" noGrp="1"/>
          </p:cNvSpPr>
          <p:nvPr>
            <p:ph type="body" idx="1"/>
          </p:nvPr>
        </p:nvSpPr>
        <p:spPr>
          <a:xfrm xmlns:a="http://schemas.openxmlformats.org/drawingml/2006/main">
            <a:off x="205740" y="1524000"/>
            <a:ext cx="3246120" cy="34137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675" b="0">
                <a:solidFill>
                  <a:schemeClr val="tx1"/>
                </a:solidFill>
                <a:latin typeface="+mn-lt"/>
                <a:ea typeface="+mn-lt"/>
                <a:cs typeface="+mn-lt"/>
              </a:defRPr>
            </a:defPPr>
            <a:lvl1pPr marL="68580" indent="-68580" algn="l">
              <a:lnSpc>
                <a:spcPct val="110000"/>
              </a:lnSpc>
              <a:spcBef>
                <a:spcPts val="0"/>
              </a:spcBef>
              <a:spcAft>
                <a:spcPts val="360"/>
              </a:spcAft>
              <a:buChar char="•"/>
              <a:defRPr sz="675" b="0">
                <a:solidFill>
                  <a:schemeClr val="tx1"/>
                </a:solidFill>
                <a:latin typeface="+mn-lt"/>
                <a:ea typeface="+mn-lt"/>
                <a:cs typeface="+mn-lt"/>
              </a:defRPr>
            </a:lvl1pPr>
            <a:lvl2pPr marL="160020" indent="-68580" algn="l">
              <a:lnSpc>
                <a:spcPct val="110000"/>
              </a:lnSpc>
              <a:spcBef>
                <a:spcPts val="0"/>
              </a:spcBef>
              <a:spcAft>
                <a:spcPts val="360"/>
              </a:spcAft>
              <a:buChar char="•"/>
              <a:defRPr sz="675" b="0">
                <a:solidFill>
                  <a:schemeClr val="tx1"/>
                </a:solidFill>
                <a:latin typeface="+mn-lt"/>
                <a:ea typeface="+mn-lt"/>
                <a:cs typeface="+mn-lt"/>
              </a:defRPr>
            </a:lvl2pPr>
            <a:lvl3pPr marL="251460" indent="-68580" algn="l">
              <a:lnSpc>
                <a:spcPct val="110000"/>
              </a:lnSpc>
              <a:spcBef>
                <a:spcPts val="0"/>
              </a:spcBef>
              <a:spcAft>
                <a:spcPts val="360"/>
              </a:spcAft>
              <a:buChar char="•"/>
              <a:defRPr sz="675" b="0">
                <a:solidFill>
                  <a:schemeClr val="tx1"/>
                </a:solidFill>
                <a:latin typeface="+mn-lt"/>
                <a:ea typeface="+mn-lt"/>
                <a:cs typeface="+mn-lt"/>
              </a:defRPr>
            </a:lvl3pPr>
            <a:lvl4pPr marL="342900" indent="-68580" algn="l">
              <a:lnSpc>
                <a:spcPct val="110000"/>
              </a:lnSpc>
              <a:spcBef>
                <a:spcPts val="0"/>
              </a:spcBef>
              <a:spcAft>
                <a:spcPts val="360"/>
              </a:spcAft>
              <a:buChar char="•"/>
              <a:defRPr sz="675" b="0">
                <a:solidFill>
                  <a:schemeClr val="tx1"/>
                </a:solidFill>
                <a:latin typeface="+mn-lt"/>
                <a:ea typeface="+mn-lt"/>
                <a:cs typeface="+mn-lt"/>
              </a:defRPr>
            </a:lvl4pPr>
            <a:lvl5pPr marL="434340" indent="-68580" algn="l">
              <a:lnSpc>
                <a:spcPct val="110000"/>
              </a:lnSpc>
              <a:spcBef>
                <a:spcPts val="0"/>
              </a:spcBef>
              <a:spcAft>
                <a:spcPts val="360"/>
              </a:spcAft>
              <a:buChar char="•"/>
              <a:defRPr sz="675" b="0">
                <a:solidFill>
                  <a:schemeClr val="tx1"/>
                </a:solidFill>
                <a:latin typeface="+mn-lt"/>
                <a:ea typeface="+mn-lt"/>
                <a:cs typeface="+mn-lt"/>
              </a:defRPr>
            </a:lvl5pPr>
            <a:lvl6pPr marL="525780" indent="-68580" algn="l">
              <a:lnSpc>
                <a:spcPct val="110000"/>
              </a:lnSpc>
              <a:spcBef>
                <a:spcPts val="0"/>
              </a:spcBef>
              <a:spcAft>
                <a:spcPts val="360"/>
              </a:spcAft>
              <a:buChar char="•"/>
              <a:defRPr sz="675" b="0">
                <a:solidFill>
                  <a:schemeClr val="tx1"/>
                </a:solidFill>
                <a:latin typeface="+mn-lt"/>
                <a:ea typeface="+mn-lt"/>
                <a:cs typeface="+mn-lt"/>
              </a:defRPr>
            </a:lvl6pPr>
            <a:lvl7pPr marL="617220" indent="-68580" algn="l">
              <a:lnSpc>
                <a:spcPct val="110000"/>
              </a:lnSpc>
              <a:spcBef>
                <a:spcPts val="0"/>
              </a:spcBef>
              <a:spcAft>
                <a:spcPts val="360"/>
              </a:spcAft>
              <a:buChar char="•"/>
              <a:defRPr sz="675" b="0">
                <a:solidFill>
                  <a:schemeClr val="tx1"/>
                </a:solidFill>
                <a:latin typeface="+mn-lt"/>
                <a:ea typeface="+mn-lt"/>
                <a:cs typeface="+mn-lt"/>
              </a:defRPr>
            </a:lvl7pPr>
            <a:lvl8pPr marL="708660" indent="-68580" algn="l">
              <a:lnSpc>
                <a:spcPct val="110000"/>
              </a:lnSpc>
              <a:spcBef>
                <a:spcPts val="0"/>
              </a:spcBef>
              <a:spcAft>
                <a:spcPts val="360"/>
              </a:spcAft>
              <a:buChar char="•"/>
              <a:defRPr sz="675" b="0">
                <a:solidFill>
                  <a:schemeClr val="tx1"/>
                </a:solidFill>
                <a:latin typeface="+mn-lt"/>
                <a:ea typeface="+mn-lt"/>
                <a:cs typeface="+mn-lt"/>
              </a:defRPr>
            </a:lvl8pPr>
            <a:lvl9pPr marL="800100" indent="-68580" algn="l">
              <a:lnSpc>
                <a:spcPct val="110000"/>
              </a:lnSpc>
              <a:spcBef>
                <a:spcPts val="0"/>
              </a:spcBef>
              <a:spcAft>
                <a:spcPts val="360"/>
              </a:spcAft>
              <a:buChar char="•"/>
              <a:defRPr sz="675"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D79EE14-F1D3-452A-87C7-C4A2D34B2D61}"/>
              </a:ext>
            </a:extLst>
          </p:cNvPr>
          <p:cNvSpPr>
            <a:spLocks xmlns:a="http://schemas.openxmlformats.org/drawingml/2006/main" noGrp="1"/>
          </p:cNvSpPr>
          <p:nvPr>
            <p:ph type="title" idx="0"/>
          </p:nvPr>
        </p:nvSpPr>
        <p:spPr>
          <a:xfrm xmlns:a="http://schemas.openxmlformats.org/drawingml/2006/main">
            <a:off x="205740" y="426720"/>
            <a:ext cx="3246120" cy="6705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990" b="1">
                <a:solidFill>
                  <a:schemeClr val="tx1"/>
                </a:solidFill>
                <a:latin typeface="+mj-lt"/>
                <a:ea typeface="+mj-lt"/>
                <a:cs typeface="+mj-lt"/>
              </a:defRPr>
            </a:defPPr>
            <a:lvl1pPr marL="0" indent="0" algn="l">
              <a:lnSpc>
                <a:spcPct val="110000"/>
              </a:lnSpc>
              <a:spcBef>
                <a:spcPts val="0"/>
              </a:spcBef>
              <a:spcAft>
                <a:spcPts val="0"/>
              </a:spcAft>
              <a:buNone/>
              <a:defRPr sz="990" b="1">
                <a:solidFill>
                  <a:schemeClr val="tx1"/>
                </a:solidFill>
                <a:latin typeface="+mj-lt"/>
                <a:ea typeface="+mj-lt"/>
                <a:cs typeface="+mj-lt"/>
              </a:defRPr>
            </a:lvl1pPr>
            <a:lvl2pPr marL="0" indent="0" algn="l">
              <a:lnSpc>
                <a:spcPct val="110000"/>
              </a:lnSpc>
              <a:spcBef>
                <a:spcPts val="0"/>
              </a:spcBef>
              <a:spcAft>
                <a:spcPts val="0"/>
              </a:spcAft>
              <a:buNone/>
              <a:defRPr sz="990" b="1">
                <a:solidFill>
                  <a:schemeClr val="tx1"/>
                </a:solidFill>
                <a:latin typeface="+mj-lt"/>
                <a:ea typeface="+mj-lt"/>
                <a:cs typeface="+mj-lt"/>
              </a:defRPr>
            </a:lvl2pPr>
            <a:lvl3pPr marL="0" indent="0" algn="l">
              <a:lnSpc>
                <a:spcPct val="110000"/>
              </a:lnSpc>
              <a:spcBef>
                <a:spcPts val="0"/>
              </a:spcBef>
              <a:spcAft>
                <a:spcPts val="0"/>
              </a:spcAft>
              <a:buNone/>
              <a:defRPr sz="990" b="1">
                <a:solidFill>
                  <a:schemeClr val="tx1"/>
                </a:solidFill>
                <a:latin typeface="+mj-lt"/>
                <a:ea typeface="+mj-lt"/>
                <a:cs typeface="+mj-lt"/>
              </a:defRPr>
            </a:lvl3pPr>
            <a:lvl4pPr marL="0" indent="0" algn="l">
              <a:lnSpc>
                <a:spcPct val="110000"/>
              </a:lnSpc>
              <a:spcBef>
                <a:spcPts val="0"/>
              </a:spcBef>
              <a:spcAft>
                <a:spcPts val="0"/>
              </a:spcAft>
              <a:buNone/>
              <a:defRPr sz="990" b="1">
                <a:solidFill>
                  <a:schemeClr val="tx1"/>
                </a:solidFill>
                <a:latin typeface="+mj-lt"/>
                <a:ea typeface="+mj-lt"/>
                <a:cs typeface="+mj-lt"/>
              </a:defRPr>
            </a:lvl4pPr>
            <a:lvl5pPr marL="0" indent="0" algn="l">
              <a:lnSpc>
                <a:spcPct val="110000"/>
              </a:lnSpc>
              <a:spcBef>
                <a:spcPts val="0"/>
              </a:spcBef>
              <a:spcAft>
                <a:spcPts val="0"/>
              </a:spcAft>
              <a:buNone/>
              <a:defRPr sz="990" b="1">
                <a:solidFill>
                  <a:schemeClr val="tx1"/>
                </a:solidFill>
                <a:latin typeface="+mj-lt"/>
                <a:ea typeface="+mj-lt"/>
                <a:cs typeface="+mj-lt"/>
              </a:defRPr>
            </a:lvl5pPr>
            <a:lvl6pPr marL="0" indent="0" algn="l">
              <a:lnSpc>
                <a:spcPct val="110000"/>
              </a:lnSpc>
              <a:spcBef>
                <a:spcPts val="0"/>
              </a:spcBef>
              <a:spcAft>
                <a:spcPts val="0"/>
              </a:spcAft>
              <a:buNone/>
              <a:defRPr sz="990" b="1">
                <a:solidFill>
                  <a:schemeClr val="tx1"/>
                </a:solidFill>
                <a:latin typeface="+mj-lt"/>
                <a:ea typeface="+mj-lt"/>
                <a:cs typeface="+mj-lt"/>
              </a:defRPr>
            </a:lvl6pPr>
            <a:lvl7pPr marL="0" indent="0" algn="l">
              <a:lnSpc>
                <a:spcPct val="110000"/>
              </a:lnSpc>
              <a:spcBef>
                <a:spcPts val="0"/>
              </a:spcBef>
              <a:spcAft>
                <a:spcPts val="0"/>
              </a:spcAft>
              <a:buNone/>
              <a:defRPr sz="990" b="1">
                <a:solidFill>
                  <a:schemeClr val="tx1"/>
                </a:solidFill>
                <a:latin typeface="+mj-lt"/>
                <a:ea typeface="+mj-lt"/>
                <a:cs typeface="+mj-lt"/>
              </a:defRPr>
            </a:lvl7pPr>
            <a:lvl8pPr marL="0" indent="0" algn="l">
              <a:lnSpc>
                <a:spcPct val="110000"/>
              </a:lnSpc>
              <a:spcBef>
                <a:spcPts val="0"/>
              </a:spcBef>
              <a:spcAft>
                <a:spcPts val="0"/>
              </a:spcAft>
              <a:buNone/>
              <a:defRPr sz="990" b="1">
                <a:solidFill>
                  <a:schemeClr val="tx1"/>
                </a:solidFill>
                <a:latin typeface="+mj-lt"/>
                <a:ea typeface="+mj-lt"/>
                <a:cs typeface="+mj-lt"/>
              </a:defRPr>
            </a:lvl8pPr>
            <a:lvl9pPr marL="0" indent="0" algn="l">
              <a:lnSpc>
                <a:spcPct val="110000"/>
              </a:lnSpc>
              <a:spcBef>
                <a:spcPts val="0"/>
              </a:spcBef>
              <a:spcAft>
                <a:spcPts val="0"/>
              </a:spcAft>
              <a:buNone/>
              <a:defRPr sz="99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D7F1989-9566-4133-85C9-C98E02ABA5CF}"/>
              </a:ext>
            </a:extLst>
          </p:cNvPr>
          <p:cNvSpPr>
            <a:spLocks xmlns:a="http://schemas.openxmlformats.org/drawingml/2006/main" noGrp="1"/>
          </p:cNvSpPr>
          <p:nvPr>
            <p:ph type="body" idx="1"/>
          </p:nvPr>
        </p:nvSpPr>
        <p:spPr>
          <a:xfrm xmlns:a="http://schemas.openxmlformats.org/drawingml/2006/main">
            <a:off x="205740" y="1524000"/>
            <a:ext cx="1508760" cy="34137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630" b="0">
                <a:solidFill>
                  <a:schemeClr val="tx1"/>
                </a:solidFill>
                <a:latin typeface="+mn-lt"/>
                <a:ea typeface="+mn-lt"/>
                <a:cs typeface="+mn-lt"/>
              </a:defRPr>
            </a:defPPr>
            <a:lvl1pPr marL="68580" indent="-68580" algn="l">
              <a:lnSpc>
                <a:spcPct val="110000"/>
              </a:lnSpc>
              <a:spcBef>
                <a:spcPts val="0"/>
              </a:spcBef>
              <a:spcAft>
                <a:spcPts val="360"/>
              </a:spcAft>
              <a:buChar char="•"/>
              <a:defRPr sz="630" b="0">
                <a:solidFill>
                  <a:schemeClr val="tx1"/>
                </a:solidFill>
                <a:latin typeface="+mn-lt"/>
                <a:ea typeface="+mn-lt"/>
                <a:cs typeface="+mn-lt"/>
              </a:defRPr>
            </a:lvl1pPr>
            <a:lvl2pPr marL="160020" indent="-68580" algn="l">
              <a:lnSpc>
                <a:spcPct val="110000"/>
              </a:lnSpc>
              <a:spcBef>
                <a:spcPts val="0"/>
              </a:spcBef>
              <a:spcAft>
                <a:spcPts val="360"/>
              </a:spcAft>
              <a:buChar char="•"/>
              <a:defRPr sz="630" b="0">
                <a:solidFill>
                  <a:schemeClr val="tx1"/>
                </a:solidFill>
                <a:latin typeface="+mn-lt"/>
                <a:ea typeface="+mn-lt"/>
                <a:cs typeface="+mn-lt"/>
              </a:defRPr>
            </a:lvl2pPr>
            <a:lvl3pPr marL="251460" indent="-68580" algn="l">
              <a:lnSpc>
                <a:spcPct val="110000"/>
              </a:lnSpc>
              <a:spcBef>
                <a:spcPts val="0"/>
              </a:spcBef>
              <a:spcAft>
                <a:spcPts val="360"/>
              </a:spcAft>
              <a:buChar char="•"/>
              <a:defRPr sz="630" b="0">
                <a:solidFill>
                  <a:schemeClr val="tx1"/>
                </a:solidFill>
                <a:latin typeface="+mn-lt"/>
                <a:ea typeface="+mn-lt"/>
                <a:cs typeface="+mn-lt"/>
              </a:defRPr>
            </a:lvl3pPr>
            <a:lvl4pPr marL="342900" indent="-68580" algn="l">
              <a:lnSpc>
                <a:spcPct val="110000"/>
              </a:lnSpc>
              <a:spcBef>
                <a:spcPts val="0"/>
              </a:spcBef>
              <a:spcAft>
                <a:spcPts val="360"/>
              </a:spcAft>
              <a:buChar char="•"/>
              <a:defRPr sz="630" b="0">
                <a:solidFill>
                  <a:schemeClr val="tx1"/>
                </a:solidFill>
                <a:latin typeface="+mn-lt"/>
                <a:ea typeface="+mn-lt"/>
                <a:cs typeface="+mn-lt"/>
              </a:defRPr>
            </a:lvl4pPr>
            <a:lvl5pPr marL="434340" indent="-68580" algn="l">
              <a:lnSpc>
                <a:spcPct val="110000"/>
              </a:lnSpc>
              <a:spcBef>
                <a:spcPts val="0"/>
              </a:spcBef>
              <a:spcAft>
                <a:spcPts val="360"/>
              </a:spcAft>
              <a:buChar char="•"/>
              <a:defRPr sz="630" b="0">
                <a:solidFill>
                  <a:schemeClr val="tx1"/>
                </a:solidFill>
                <a:latin typeface="+mn-lt"/>
                <a:ea typeface="+mn-lt"/>
                <a:cs typeface="+mn-lt"/>
              </a:defRPr>
            </a:lvl5pPr>
            <a:lvl6pPr marL="525780" indent="-68580" algn="l">
              <a:lnSpc>
                <a:spcPct val="110000"/>
              </a:lnSpc>
              <a:spcBef>
                <a:spcPts val="0"/>
              </a:spcBef>
              <a:spcAft>
                <a:spcPts val="360"/>
              </a:spcAft>
              <a:buChar char="•"/>
              <a:defRPr sz="630" b="0">
                <a:solidFill>
                  <a:schemeClr val="tx1"/>
                </a:solidFill>
                <a:latin typeface="+mn-lt"/>
                <a:ea typeface="+mn-lt"/>
                <a:cs typeface="+mn-lt"/>
              </a:defRPr>
            </a:lvl6pPr>
            <a:lvl7pPr marL="617220" indent="-68580" algn="l">
              <a:lnSpc>
                <a:spcPct val="110000"/>
              </a:lnSpc>
              <a:spcBef>
                <a:spcPts val="0"/>
              </a:spcBef>
              <a:spcAft>
                <a:spcPts val="360"/>
              </a:spcAft>
              <a:buChar char="•"/>
              <a:defRPr sz="630" b="0">
                <a:solidFill>
                  <a:schemeClr val="tx1"/>
                </a:solidFill>
                <a:latin typeface="+mn-lt"/>
                <a:ea typeface="+mn-lt"/>
                <a:cs typeface="+mn-lt"/>
              </a:defRPr>
            </a:lvl7pPr>
            <a:lvl8pPr marL="708660" indent="-68580" algn="l">
              <a:lnSpc>
                <a:spcPct val="110000"/>
              </a:lnSpc>
              <a:spcBef>
                <a:spcPts val="0"/>
              </a:spcBef>
              <a:spcAft>
                <a:spcPts val="360"/>
              </a:spcAft>
              <a:buChar char="•"/>
              <a:defRPr sz="630" b="0">
                <a:solidFill>
                  <a:schemeClr val="tx1"/>
                </a:solidFill>
                <a:latin typeface="+mn-lt"/>
                <a:ea typeface="+mn-lt"/>
                <a:cs typeface="+mn-lt"/>
              </a:defRPr>
            </a:lvl8pPr>
            <a:lvl9pPr marL="800100" indent="-68580" algn="l">
              <a:lnSpc>
                <a:spcPct val="110000"/>
              </a:lnSpc>
              <a:spcBef>
                <a:spcPts val="0"/>
              </a:spcBef>
              <a:spcAft>
                <a:spcPts val="360"/>
              </a:spcAft>
              <a:buChar char="•"/>
              <a:defRPr sz="63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B99D4D3-C81B-4911-B742-AFCC64ADC6F4}"/>
              </a:ext>
            </a:extLst>
          </p:cNvPr>
          <p:cNvSpPr>
            <a:spLocks xmlns:a="http://schemas.openxmlformats.org/drawingml/2006/main" noGrp="1"/>
          </p:cNvSpPr>
          <p:nvPr>
            <p:ph type="body" idx="2"/>
          </p:nvPr>
        </p:nvSpPr>
        <p:spPr>
          <a:xfrm xmlns:a="http://schemas.openxmlformats.org/drawingml/2006/main">
            <a:off x="1943100" y="1524000"/>
            <a:ext cx="1508760" cy="34137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630" b="0">
                <a:solidFill>
                  <a:schemeClr val="tx1"/>
                </a:solidFill>
                <a:latin typeface="+mn-lt"/>
                <a:ea typeface="+mn-lt"/>
                <a:cs typeface="+mn-lt"/>
              </a:defRPr>
            </a:defPPr>
            <a:lvl1pPr marL="68580" indent="-68580" algn="l">
              <a:lnSpc>
                <a:spcPct val="110000"/>
              </a:lnSpc>
              <a:spcBef>
                <a:spcPts val="0"/>
              </a:spcBef>
              <a:spcAft>
                <a:spcPts val="360"/>
              </a:spcAft>
              <a:buChar char="•"/>
              <a:defRPr sz="630" b="0">
                <a:solidFill>
                  <a:schemeClr val="tx1"/>
                </a:solidFill>
                <a:latin typeface="+mn-lt"/>
                <a:ea typeface="+mn-lt"/>
                <a:cs typeface="+mn-lt"/>
              </a:defRPr>
            </a:lvl1pPr>
            <a:lvl2pPr marL="160020" indent="-68580" algn="l">
              <a:lnSpc>
                <a:spcPct val="110000"/>
              </a:lnSpc>
              <a:spcBef>
                <a:spcPts val="0"/>
              </a:spcBef>
              <a:spcAft>
                <a:spcPts val="360"/>
              </a:spcAft>
              <a:buChar char="•"/>
              <a:defRPr sz="630" b="0">
                <a:solidFill>
                  <a:schemeClr val="tx1"/>
                </a:solidFill>
                <a:latin typeface="+mn-lt"/>
                <a:ea typeface="+mn-lt"/>
                <a:cs typeface="+mn-lt"/>
              </a:defRPr>
            </a:lvl2pPr>
            <a:lvl3pPr marL="251460" indent="-68580" algn="l">
              <a:lnSpc>
                <a:spcPct val="110000"/>
              </a:lnSpc>
              <a:spcBef>
                <a:spcPts val="0"/>
              </a:spcBef>
              <a:spcAft>
                <a:spcPts val="360"/>
              </a:spcAft>
              <a:buChar char="•"/>
              <a:defRPr sz="630" b="0">
                <a:solidFill>
                  <a:schemeClr val="tx1"/>
                </a:solidFill>
                <a:latin typeface="+mn-lt"/>
                <a:ea typeface="+mn-lt"/>
                <a:cs typeface="+mn-lt"/>
              </a:defRPr>
            </a:lvl3pPr>
            <a:lvl4pPr marL="342900" indent="-68580" algn="l">
              <a:lnSpc>
                <a:spcPct val="110000"/>
              </a:lnSpc>
              <a:spcBef>
                <a:spcPts val="0"/>
              </a:spcBef>
              <a:spcAft>
                <a:spcPts val="360"/>
              </a:spcAft>
              <a:buChar char="•"/>
              <a:defRPr sz="630" b="0">
                <a:solidFill>
                  <a:schemeClr val="tx1"/>
                </a:solidFill>
                <a:latin typeface="+mn-lt"/>
                <a:ea typeface="+mn-lt"/>
                <a:cs typeface="+mn-lt"/>
              </a:defRPr>
            </a:lvl4pPr>
            <a:lvl5pPr marL="434340" indent="-68580" algn="l">
              <a:lnSpc>
                <a:spcPct val="110000"/>
              </a:lnSpc>
              <a:spcBef>
                <a:spcPts val="0"/>
              </a:spcBef>
              <a:spcAft>
                <a:spcPts val="360"/>
              </a:spcAft>
              <a:buChar char="•"/>
              <a:defRPr sz="630" b="0">
                <a:solidFill>
                  <a:schemeClr val="tx1"/>
                </a:solidFill>
                <a:latin typeface="+mn-lt"/>
                <a:ea typeface="+mn-lt"/>
                <a:cs typeface="+mn-lt"/>
              </a:defRPr>
            </a:lvl5pPr>
            <a:lvl6pPr marL="525780" indent="-68580" algn="l">
              <a:lnSpc>
                <a:spcPct val="110000"/>
              </a:lnSpc>
              <a:spcBef>
                <a:spcPts val="0"/>
              </a:spcBef>
              <a:spcAft>
                <a:spcPts val="360"/>
              </a:spcAft>
              <a:buChar char="•"/>
              <a:defRPr sz="630" b="0">
                <a:solidFill>
                  <a:schemeClr val="tx1"/>
                </a:solidFill>
                <a:latin typeface="+mn-lt"/>
                <a:ea typeface="+mn-lt"/>
                <a:cs typeface="+mn-lt"/>
              </a:defRPr>
            </a:lvl6pPr>
            <a:lvl7pPr marL="617220" indent="-68580" algn="l">
              <a:lnSpc>
                <a:spcPct val="110000"/>
              </a:lnSpc>
              <a:spcBef>
                <a:spcPts val="0"/>
              </a:spcBef>
              <a:spcAft>
                <a:spcPts val="360"/>
              </a:spcAft>
              <a:buChar char="•"/>
              <a:defRPr sz="630" b="0">
                <a:solidFill>
                  <a:schemeClr val="tx1"/>
                </a:solidFill>
                <a:latin typeface="+mn-lt"/>
                <a:ea typeface="+mn-lt"/>
                <a:cs typeface="+mn-lt"/>
              </a:defRPr>
            </a:lvl7pPr>
            <a:lvl8pPr marL="708660" indent="-68580" algn="l">
              <a:lnSpc>
                <a:spcPct val="110000"/>
              </a:lnSpc>
              <a:spcBef>
                <a:spcPts val="0"/>
              </a:spcBef>
              <a:spcAft>
                <a:spcPts val="360"/>
              </a:spcAft>
              <a:buChar char="•"/>
              <a:defRPr sz="630" b="0">
                <a:solidFill>
                  <a:schemeClr val="tx1"/>
                </a:solidFill>
                <a:latin typeface="+mn-lt"/>
                <a:ea typeface="+mn-lt"/>
                <a:cs typeface="+mn-lt"/>
              </a:defRPr>
            </a:lvl8pPr>
            <a:lvl9pPr marL="800100" indent="-68580" algn="l">
              <a:lnSpc>
                <a:spcPct val="110000"/>
              </a:lnSpc>
              <a:spcBef>
                <a:spcPts val="0"/>
              </a:spcBef>
              <a:spcAft>
                <a:spcPts val="360"/>
              </a:spcAft>
              <a:buChar char="•"/>
              <a:defRPr sz="63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C47956E-0F9C-4640-AEBD-4A03634B9EE7}"/>
              </a:ext>
            </a:extLst>
          </p:cNvPr>
          <p:cNvSpPr>
            <a:spLocks xmlns:a="http://schemas.openxmlformats.org/drawingml/2006/main" noGrp="1"/>
          </p:cNvSpPr>
          <p:nvPr>
            <p:ph type="title" idx="0"/>
          </p:nvPr>
        </p:nvSpPr>
        <p:spPr>
          <a:xfrm xmlns:a="http://schemas.openxmlformats.org/drawingml/2006/main">
            <a:off x="205740" y="426720"/>
            <a:ext cx="3246120" cy="6705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990" b="1">
                <a:solidFill>
                  <a:schemeClr val="tx1"/>
                </a:solidFill>
                <a:latin typeface="+mj-lt"/>
                <a:ea typeface="+mj-lt"/>
                <a:cs typeface="+mj-lt"/>
              </a:defRPr>
            </a:defPPr>
            <a:lvl1pPr marL="0" indent="0" algn="l">
              <a:lnSpc>
                <a:spcPct val="110000"/>
              </a:lnSpc>
              <a:spcBef>
                <a:spcPts val="0"/>
              </a:spcBef>
              <a:spcAft>
                <a:spcPts val="0"/>
              </a:spcAft>
              <a:buNone/>
              <a:defRPr sz="990" b="1">
                <a:solidFill>
                  <a:schemeClr val="tx1"/>
                </a:solidFill>
                <a:latin typeface="+mj-lt"/>
                <a:ea typeface="+mj-lt"/>
                <a:cs typeface="+mj-lt"/>
              </a:defRPr>
            </a:lvl1pPr>
            <a:lvl2pPr marL="0" indent="0" algn="l">
              <a:lnSpc>
                <a:spcPct val="110000"/>
              </a:lnSpc>
              <a:spcBef>
                <a:spcPts val="0"/>
              </a:spcBef>
              <a:spcAft>
                <a:spcPts val="0"/>
              </a:spcAft>
              <a:buNone/>
              <a:defRPr sz="990" b="1">
                <a:solidFill>
                  <a:schemeClr val="tx1"/>
                </a:solidFill>
                <a:latin typeface="+mj-lt"/>
                <a:ea typeface="+mj-lt"/>
                <a:cs typeface="+mj-lt"/>
              </a:defRPr>
            </a:lvl2pPr>
            <a:lvl3pPr marL="0" indent="0" algn="l">
              <a:lnSpc>
                <a:spcPct val="110000"/>
              </a:lnSpc>
              <a:spcBef>
                <a:spcPts val="0"/>
              </a:spcBef>
              <a:spcAft>
                <a:spcPts val="0"/>
              </a:spcAft>
              <a:buNone/>
              <a:defRPr sz="990" b="1">
                <a:solidFill>
                  <a:schemeClr val="tx1"/>
                </a:solidFill>
                <a:latin typeface="+mj-lt"/>
                <a:ea typeface="+mj-lt"/>
                <a:cs typeface="+mj-lt"/>
              </a:defRPr>
            </a:lvl3pPr>
            <a:lvl4pPr marL="0" indent="0" algn="l">
              <a:lnSpc>
                <a:spcPct val="110000"/>
              </a:lnSpc>
              <a:spcBef>
                <a:spcPts val="0"/>
              </a:spcBef>
              <a:spcAft>
                <a:spcPts val="0"/>
              </a:spcAft>
              <a:buNone/>
              <a:defRPr sz="990" b="1">
                <a:solidFill>
                  <a:schemeClr val="tx1"/>
                </a:solidFill>
                <a:latin typeface="+mj-lt"/>
                <a:ea typeface="+mj-lt"/>
                <a:cs typeface="+mj-lt"/>
              </a:defRPr>
            </a:lvl4pPr>
            <a:lvl5pPr marL="0" indent="0" algn="l">
              <a:lnSpc>
                <a:spcPct val="110000"/>
              </a:lnSpc>
              <a:spcBef>
                <a:spcPts val="0"/>
              </a:spcBef>
              <a:spcAft>
                <a:spcPts val="0"/>
              </a:spcAft>
              <a:buNone/>
              <a:defRPr sz="990" b="1">
                <a:solidFill>
                  <a:schemeClr val="tx1"/>
                </a:solidFill>
                <a:latin typeface="+mj-lt"/>
                <a:ea typeface="+mj-lt"/>
                <a:cs typeface="+mj-lt"/>
              </a:defRPr>
            </a:lvl5pPr>
            <a:lvl6pPr marL="0" indent="0" algn="l">
              <a:lnSpc>
                <a:spcPct val="110000"/>
              </a:lnSpc>
              <a:spcBef>
                <a:spcPts val="0"/>
              </a:spcBef>
              <a:spcAft>
                <a:spcPts val="0"/>
              </a:spcAft>
              <a:buNone/>
              <a:defRPr sz="990" b="1">
                <a:solidFill>
                  <a:schemeClr val="tx1"/>
                </a:solidFill>
                <a:latin typeface="+mj-lt"/>
                <a:ea typeface="+mj-lt"/>
                <a:cs typeface="+mj-lt"/>
              </a:defRPr>
            </a:lvl6pPr>
            <a:lvl7pPr marL="0" indent="0" algn="l">
              <a:lnSpc>
                <a:spcPct val="110000"/>
              </a:lnSpc>
              <a:spcBef>
                <a:spcPts val="0"/>
              </a:spcBef>
              <a:spcAft>
                <a:spcPts val="0"/>
              </a:spcAft>
              <a:buNone/>
              <a:defRPr sz="990" b="1">
                <a:solidFill>
                  <a:schemeClr val="tx1"/>
                </a:solidFill>
                <a:latin typeface="+mj-lt"/>
                <a:ea typeface="+mj-lt"/>
                <a:cs typeface="+mj-lt"/>
              </a:defRPr>
            </a:lvl7pPr>
            <a:lvl8pPr marL="0" indent="0" algn="l">
              <a:lnSpc>
                <a:spcPct val="110000"/>
              </a:lnSpc>
              <a:spcBef>
                <a:spcPts val="0"/>
              </a:spcBef>
              <a:spcAft>
                <a:spcPts val="0"/>
              </a:spcAft>
              <a:buNone/>
              <a:defRPr sz="990" b="1">
                <a:solidFill>
                  <a:schemeClr val="tx1"/>
                </a:solidFill>
                <a:latin typeface="+mj-lt"/>
                <a:ea typeface="+mj-lt"/>
                <a:cs typeface="+mj-lt"/>
              </a:defRPr>
            </a:lvl8pPr>
            <a:lvl9pPr marL="0" indent="0" algn="l">
              <a:lnSpc>
                <a:spcPct val="110000"/>
              </a:lnSpc>
              <a:spcBef>
                <a:spcPts val="0"/>
              </a:spcBef>
              <a:spcAft>
                <a:spcPts val="0"/>
              </a:spcAft>
              <a:buNone/>
              <a:defRPr sz="99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B370867-5E2C-41D6-A515-94A8B345FECA}"/>
              </a:ext>
            </a:extLst>
          </p:cNvPr>
          <p:cNvSpPr>
            <a:spLocks xmlns:a="http://schemas.openxmlformats.org/drawingml/2006/main" noGrp="1"/>
          </p:cNvSpPr>
          <p:nvPr>
            <p:ph type="body" idx="1"/>
          </p:nvPr>
        </p:nvSpPr>
        <p:spPr>
          <a:xfrm xmlns:a="http://schemas.openxmlformats.org/drawingml/2006/main">
            <a:off x="205740" y="1524000"/>
            <a:ext cx="1508760" cy="34137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675" b="0">
                <a:solidFill>
                  <a:schemeClr val="tx1"/>
                </a:solidFill>
                <a:latin typeface="+mn-lt"/>
                <a:ea typeface="+mn-lt"/>
                <a:cs typeface="+mn-lt"/>
              </a:defRPr>
            </a:defPPr>
            <a:lvl1pPr marL="68580" indent="-68580" algn="l">
              <a:lnSpc>
                <a:spcPct val="110000"/>
              </a:lnSpc>
              <a:spcBef>
                <a:spcPts val="0"/>
              </a:spcBef>
              <a:spcAft>
                <a:spcPts val="360"/>
              </a:spcAft>
              <a:buChar char="•"/>
              <a:defRPr sz="675" b="0">
                <a:solidFill>
                  <a:schemeClr val="tx1"/>
                </a:solidFill>
                <a:latin typeface="+mn-lt"/>
                <a:ea typeface="+mn-lt"/>
                <a:cs typeface="+mn-lt"/>
              </a:defRPr>
            </a:lvl1pPr>
            <a:lvl2pPr marL="160020" indent="-68580" algn="l">
              <a:lnSpc>
                <a:spcPct val="110000"/>
              </a:lnSpc>
              <a:spcBef>
                <a:spcPts val="0"/>
              </a:spcBef>
              <a:spcAft>
                <a:spcPts val="360"/>
              </a:spcAft>
              <a:buChar char="•"/>
              <a:defRPr sz="675" b="0">
                <a:solidFill>
                  <a:schemeClr val="tx1"/>
                </a:solidFill>
                <a:latin typeface="+mn-lt"/>
                <a:ea typeface="+mn-lt"/>
                <a:cs typeface="+mn-lt"/>
              </a:defRPr>
            </a:lvl2pPr>
            <a:lvl3pPr marL="251460" indent="-68580" algn="l">
              <a:lnSpc>
                <a:spcPct val="110000"/>
              </a:lnSpc>
              <a:spcBef>
                <a:spcPts val="0"/>
              </a:spcBef>
              <a:spcAft>
                <a:spcPts val="360"/>
              </a:spcAft>
              <a:buChar char="•"/>
              <a:defRPr sz="675" b="0">
                <a:solidFill>
                  <a:schemeClr val="tx1"/>
                </a:solidFill>
                <a:latin typeface="+mn-lt"/>
                <a:ea typeface="+mn-lt"/>
                <a:cs typeface="+mn-lt"/>
              </a:defRPr>
            </a:lvl3pPr>
            <a:lvl4pPr marL="342900" indent="-68580" algn="l">
              <a:lnSpc>
                <a:spcPct val="110000"/>
              </a:lnSpc>
              <a:spcBef>
                <a:spcPts val="0"/>
              </a:spcBef>
              <a:spcAft>
                <a:spcPts val="360"/>
              </a:spcAft>
              <a:buChar char="•"/>
              <a:defRPr sz="675" b="0">
                <a:solidFill>
                  <a:schemeClr val="tx1"/>
                </a:solidFill>
                <a:latin typeface="+mn-lt"/>
                <a:ea typeface="+mn-lt"/>
                <a:cs typeface="+mn-lt"/>
              </a:defRPr>
            </a:lvl4pPr>
            <a:lvl5pPr marL="434340" indent="-68580" algn="l">
              <a:lnSpc>
                <a:spcPct val="110000"/>
              </a:lnSpc>
              <a:spcBef>
                <a:spcPts val="0"/>
              </a:spcBef>
              <a:spcAft>
                <a:spcPts val="360"/>
              </a:spcAft>
              <a:buChar char="•"/>
              <a:defRPr sz="675" b="0">
                <a:solidFill>
                  <a:schemeClr val="tx1"/>
                </a:solidFill>
                <a:latin typeface="+mn-lt"/>
                <a:ea typeface="+mn-lt"/>
                <a:cs typeface="+mn-lt"/>
              </a:defRPr>
            </a:lvl5pPr>
            <a:lvl6pPr marL="525780" indent="-68580" algn="l">
              <a:lnSpc>
                <a:spcPct val="110000"/>
              </a:lnSpc>
              <a:spcBef>
                <a:spcPts val="0"/>
              </a:spcBef>
              <a:spcAft>
                <a:spcPts val="360"/>
              </a:spcAft>
              <a:buChar char="•"/>
              <a:defRPr sz="675" b="0">
                <a:solidFill>
                  <a:schemeClr val="tx1"/>
                </a:solidFill>
                <a:latin typeface="+mn-lt"/>
                <a:ea typeface="+mn-lt"/>
                <a:cs typeface="+mn-lt"/>
              </a:defRPr>
            </a:lvl6pPr>
            <a:lvl7pPr marL="617220" indent="-68580" algn="l">
              <a:lnSpc>
                <a:spcPct val="110000"/>
              </a:lnSpc>
              <a:spcBef>
                <a:spcPts val="0"/>
              </a:spcBef>
              <a:spcAft>
                <a:spcPts val="360"/>
              </a:spcAft>
              <a:buChar char="•"/>
              <a:defRPr sz="675" b="0">
                <a:solidFill>
                  <a:schemeClr val="tx1"/>
                </a:solidFill>
                <a:latin typeface="+mn-lt"/>
                <a:ea typeface="+mn-lt"/>
                <a:cs typeface="+mn-lt"/>
              </a:defRPr>
            </a:lvl7pPr>
            <a:lvl8pPr marL="708660" indent="-68580" algn="l">
              <a:lnSpc>
                <a:spcPct val="110000"/>
              </a:lnSpc>
              <a:spcBef>
                <a:spcPts val="0"/>
              </a:spcBef>
              <a:spcAft>
                <a:spcPts val="360"/>
              </a:spcAft>
              <a:buChar char="•"/>
              <a:defRPr sz="675" b="0">
                <a:solidFill>
                  <a:schemeClr val="tx1"/>
                </a:solidFill>
                <a:latin typeface="+mn-lt"/>
                <a:ea typeface="+mn-lt"/>
                <a:cs typeface="+mn-lt"/>
              </a:defRPr>
            </a:lvl8pPr>
            <a:lvl9pPr marL="800100" indent="-68580" algn="l">
              <a:lnSpc>
                <a:spcPct val="110000"/>
              </a:lnSpc>
              <a:spcBef>
                <a:spcPts val="0"/>
              </a:spcBef>
              <a:spcAft>
                <a:spcPts val="360"/>
              </a:spcAft>
              <a:buChar char="•"/>
              <a:defRPr sz="675"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3dee87a9836450a" /><Relationship Type="http://schemas.openxmlformats.org/officeDocument/2006/relationships/slideLayout" Target="/ppt/slideLayouts/slideLayout1.xml" Id="Rb5445f485f224dec" /><Relationship Type="http://schemas.openxmlformats.org/officeDocument/2006/relationships/slideLayout" Target="/ppt/slideLayouts/slideLayout2.xml" Id="Rdcf707eddefd4f06" /><Relationship Type="http://schemas.openxmlformats.org/officeDocument/2006/relationships/slideLayout" Target="/ppt/slideLayouts/slideLayout3.xml" Id="Raf0e47ab445d464a" /><Relationship Type="http://schemas.openxmlformats.org/officeDocument/2006/relationships/slideLayout" Target="/ppt/slideLayouts/slideLayout4.xml" Id="R5a2415db98d84d17" /><Relationship Type="http://schemas.openxmlformats.org/officeDocument/2006/relationships/slideLayout" Target="/ppt/slideLayouts/slideLayout5.xml" Id="R759892d10664411f" /><Relationship Type="http://schemas.openxmlformats.org/officeDocument/2006/relationships/slideLayout" Target="/ppt/slideLayouts/slideLayout6.xml" Id="Rb8b7d25d05894bc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5445f485f224dec"/>
    <p:sldLayoutId xmlns:r="http://schemas.openxmlformats.org/officeDocument/2006/relationships" id="2147483650" r:id="Rdcf707eddefd4f06"/>
    <p:sldLayoutId xmlns:r="http://schemas.openxmlformats.org/officeDocument/2006/relationships" id="2147483651" r:id="Raf0e47ab445d464a"/>
    <p:sldLayoutId xmlns:r="http://schemas.openxmlformats.org/officeDocument/2006/relationships" id="2147483652" r:id="R5a2415db98d84d17"/>
    <p:sldLayoutId xmlns:r="http://schemas.openxmlformats.org/officeDocument/2006/relationships" id="2147483653" r:id="R759892d10664411f"/>
    <p:sldLayoutId xmlns:r="http://schemas.openxmlformats.org/officeDocument/2006/relationships" id="2147483654" r:id="Rb8b7d25d05894bc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70bee412179492f" /><Relationship Type="http://schemas.openxmlformats.org/officeDocument/2006/relationships/image" Target="/ppt/media/image.png" Id="R399b3c5d379a43ff" /><Relationship Type="http://schemas.openxmlformats.org/officeDocument/2006/relationships/image" Target="/ppt/media/image2.png" Id="R409cc7ec6587436a" /><Relationship Type="http://schemas.openxmlformats.org/officeDocument/2006/relationships/image" Target="/ppt/media/image3.png" Id="R3b141d6b60094a54" /><Relationship Type="http://schemas.openxmlformats.org/officeDocument/2006/relationships/notesSlide" Target="/ppt/notesSlides/notesSlide1.xml" Id="R9a392dba40d1477c"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95c650eb395740ff" /><Relationship Type="http://schemas.openxmlformats.org/officeDocument/2006/relationships/image" Target="/ppt/media/image4.png" Id="Rf7fdd1a0e7d64539" /><Relationship Type="http://schemas.openxmlformats.org/officeDocument/2006/relationships/image" Target="/ppt/media/image5.png" Id="R8e6df80dc1ec4274" /><Relationship Type="http://schemas.openxmlformats.org/officeDocument/2006/relationships/notesSlide" Target="/ppt/notesSlides/notesSlide2.xml" Id="R1dbdb0c77d13431d" /></Relationships>
</file>

<file path=ppt/slides/slide1.xml><?xml version="1.0" encoding="utf-8"?>
<p:sld xmlns:p="http://schemas.openxmlformats.org/presentationml/2006/main">
  <p:cSld>
    <p:bg>
      <p:bgPr>
        <a:solidFill xmlns:a="http://schemas.openxmlformats.org/drawingml/2006/main">
          <a:srgbClr val="FFF3DF"/>
        </a:solidFill>
      </p:bgPr>
    </p:bg>
    <p:spTree>
      <p:nvGrpSpPr>
        <p:cNvPr id="1" name=""/>
        <p:cNvGrpSpPr/>
        <p:nvPr/>
      </p:nvGrpSpPr>
      <p:grpSpPr>
        <a:xfrm xmlns:a="http://schemas.openxmlformats.org/drawingml/2006/main"/>
      </p:grpSpPr>
      <p:pic>
        <p:nvPicPr>
          <p:cNvPr id="18" name="">
            <a:extLst xmlns:a="http://schemas.openxmlformats.org/drawingml/2006/main">
              <a:ext uri="{FF2B5EF4-FFF2-40B4-BE49-F238E27FC236}">
                <a16:creationId xmlns:a16="http://schemas.microsoft.com/office/drawing/2014/main" id="{228AC4C4-DE6E-4EFA-99DF-263E9F0BCDEA}"/>
              </a:ext>
            </a:extLst>
          </p:cNvPr>
          <p:cNvPicPr>
            <a:picLocks xmlns:a="http://schemas.openxmlformats.org/drawingml/2006/main" noChangeAspect="1"/>
          </p:cNvPicPr>
          <p:nvPr/>
        </p:nvPicPr>
        <p:blipFill>
          <a:blip xmlns:r="http://schemas.openxmlformats.org/officeDocument/2006/relationships" xmlns:a="http://schemas.openxmlformats.org/drawingml/2006/main" r:embed="R399b3c5d379a43ff"/>
          <a:srcRect xmlns:a="http://schemas.openxmlformats.org/drawingml/2006/main" l="0" t="0" r="0" b="0"/>
          <a:stretch xmlns:a="http://schemas.openxmlformats.org/drawingml/2006/main">
            <a:fillRect l="0" t="0" r="0" b="0"/>
          </a:stretch>
        </p:blipFill>
        <p:spPr>
          <a:xfrm xmlns:a="http://schemas.openxmlformats.org/drawingml/2006/main">
            <a:off x="0" y="0"/>
            <a:ext cx="3657600" cy="2438400"/>
          </a:xfrm>
          <a:prstGeom xmlns:a="http://schemas.openxmlformats.org/drawingml/2006/main" prst="rect">
            <a:avLst/>
          </a:prstGeom>
        </p:spPr>
      </p:pic>
      <p:sp>
        <p:nvSpPr>
          <p:cNvPr id="2" name="Door card title ground">
            <a:extLst xmlns:a="http://schemas.openxmlformats.org/drawingml/2006/main">
              <a:ext uri="{FF2B5EF4-FFF2-40B4-BE49-F238E27FC236}">
                <a16:creationId xmlns:a16="http://schemas.microsoft.com/office/drawing/2014/main" id="{75D29FD6-3B9E-43E3-A628-A575F2A2DB28}"/>
              </a:ext>
            </a:extLst>
          </p:cNvPr>
          <p:cNvSpPr>
            <a:spLocks xmlns:a="http://schemas.openxmlformats.org/drawingml/2006/main" noGrp="1"/>
          </p:cNvSpPr>
          <p:nvPr/>
        </p:nvSpPr>
        <p:spPr>
          <a:xfrm xmlns:a="http://schemas.openxmlformats.org/drawingml/2006/main">
            <a:off x="0" y="1676400"/>
            <a:ext cx="3657600" cy="762000"/>
          </a:xfrm>
          <a:prstGeom xmlns:a="http://schemas.openxmlformats.org/drawingml/2006/main" prst="rect">
            <a:avLst/>
          </a:prstGeom>
          <a:solidFill xmlns:a="http://schemas.openxmlformats.org/drawingml/2006/main">
            <a:srgbClr val="35125F">
              <a:alpha val="88000"/>
            </a:srgbClr>
          </a:solidFill>
          <a:ln xmlns:a="http://schemas.openxmlformats.org/drawingml/2006/main" w="0">
            <a:noFill/>
            <a:prstDash val="solid"/>
          </a:ln>
        </p:spPr>
      </p:sp>
      <p:sp>
        <p:nvSpPr>
          <p:cNvPr id="3" name="Door card title">
            <a:extLst xmlns:a="http://schemas.openxmlformats.org/drawingml/2006/main">
              <a:ext uri="{FF2B5EF4-FFF2-40B4-BE49-F238E27FC236}">
                <a16:creationId xmlns:a16="http://schemas.microsoft.com/office/drawing/2014/main" id="{ABC3AD44-F18E-4113-A0FA-3B1DDBCB14FC}"/>
              </a:ext>
            </a:extLst>
          </p:cNvPr>
          <p:cNvSpPr>
            <a:spLocks xmlns:a="http://schemas.openxmlformats.org/drawingml/2006/main" noGrp="1"/>
          </p:cNvSpPr>
          <p:nvPr/>
        </p:nvSpPr>
        <p:spPr>
          <a:xfrm xmlns:a="http://schemas.openxmlformats.org/drawingml/2006/main">
            <a:off x="171450" y="1724025"/>
            <a:ext cx="33337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50" b="1">
                <a:solidFill>
                  <a:srgbClr val="FFFFFF"/>
                </a:solidFill>
                <a:latin typeface="Space Grotesk"/>
                <a:ea typeface="Space Grotesk"/>
                <a:cs typeface="Space Grotesk"/>
              </a:defRPr>
            </a:defPPr>
            <a:lvl1pPr algn="l">
              <a:defRPr sz="1750" b="1">
                <a:solidFill>
                  <a:srgbClr val="FFFFFF"/>
                </a:solidFill>
                <a:latin typeface="Space Grotesk"/>
                <a:ea typeface="Space Grotesk"/>
                <a:cs typeface="Space Grotesk"/>
              </a:defRPr>
            </a:lvl1pPr>
            <a:lvl2pPr algn="l">
              <a:defRPr sz="1750" b="1">
                <a:solidFill>
                  <a:srgbClr val="FFFFFF"/>
                </a:solidFill>
                <a:latin typeface="Space Grotesk"/>
                <a:ea typeface="Space Grotesk"/>
                <a:cs typeface="Space Grotesk"/>
              </a:defRPr>
            </a:lvl2pPr>
            <a:lvl3pPr algn="l">
              <a:defRPr sz="1750" b="1">
                <a:solidFill>
                  <a:srgbClr val="FFFFFF"/>
                </a:solidFill>
                <a:latin typeface="Space Grotesk"/>
                <a:ea typeface="Space Grotesk"/>
                <a:cs typeface="Space Grotesk"/>
              </a:defRPr>
            </a:lvl3pPr>
            <a:lvl4pPr algn="l">
              <a:defRPr sz="1750" b="1">
                <a:solidFill>
                  <a:srgbClr val="FFFFFF"/>
                </a:solidFill>
                <a:latin typeface="Space Grotesk"/>
                <a:ea typeface="Space Grotesk"/>
                <a:cs typeface="Space Grotesk"/>
              </a:defRPr>
            </a:lvl4pPr>
            <a:lvl5pPr algn="l">
              <a:defRPr sz="1750" b="1">
                <a:solidFill>
                  <a:srgbClr val="FFFFFF"/>
                </a:solidFill>
                <a:latin typeface="Space Grotesk"/>
                <a:ea typeface="Space Grotesk"/>
                <a:cs typeface="Space Grotesk"/>
              </a:defRPr>
            </a:lvl5pPr>
            <a:lvl6pPr algn="l">
              <a:defRPr sz="1750" b="1">
                <a:solidFill>
                  <a:srgbClr val="FFFFFF"/>
                </a:solidFill>
                <a:latin typeface="Space Grotesk"/>
                <a:ea typeface="Space Grotesk"/>
                <a:cs typeface="Space Grotesk"/>
              </a:defRPr>
            </a:lvl6pPr>
            <a:lvl7pPr algn="l">
              <a:defRPr sz="1750" b="1">
                <a:solidFill>
                  <a:srgbClr val="FFFFFF"/>
                </a:solidFill>
                <a:latin typeface="Space Grotesk"/>
                <a:ea typeface="Space Grotesk"/>
                <a:cs typeface="Space Grotesk"/>
              </a:defRPr>
            </a:lvl7pPr>
            <a:lvl8pPr algn="l">
              <a:defRPr sz="1750" b="1">
                <a:solidFill>
                  <a:srgbClr val="FFFFFF"/>
                </a:solidFill>
                <a:latin typeface="Space Grotesk"/>
                <a:ea typeface="Space Grotesk"/>
                <a:cs typeface="Space Grotesk"/>
              </a:defRPr>
            </a:lvl8pPr>
            <a:lvl9pPr algn="l">
              <a:defRPr sz="1750" b="1">
                <a:solidFill>
                  <a:srgbClr val="FFFFFF"/>
                </a:solidFill>
                <a:latin typeface="Space Grotesk"/>
                <a:ea typeface="Space Grotesk"/>
                <a:cs typeface="Space Grotesk"/>
              </a:defRPr>
            </a:lvl9pPr>
          </a:lstStyle>
          <a:p xmlns:a="http://schemas.openxmlformats.org/drawingml/2006/main">
            <a:pPr algn="l">
              <a:lnSpc>
                <a:spcPct val="100000"/>
              </a:lnSpc>
              <a:buNone/>
              <a:defRPr sz="1750" b="1">
                <a:solidFill>
                  <a:srgbClr val="FFFFFF"/>
                </a:solidFill>
                <a:latin typeface="Space Grotesk"/>
                <a:ea typeface="Space Grotesk"/>
                <a:cs typeface="Space Grotesk"/>
              </a:defRPr>
            </a:pPr>
            <a:r>
              <a:rPr sz="1750" b="1">
                <a:solidFill>
                  <a:srgbClr val="FFFFFF"/>
                </a:solidFill>
                <a:latin typeface="Space Grotesk"/>
                <a:ea typeface="Space Grotesk"/>
                <a:cs typeface="Space Grotesk"/>
              </a:rPr>
              <a:t>A teacher riding home.</a:t>
            </a:r>
          </a:p>
        </p:txBody>
      </p:sp>
      <p:sp>
        <p:nvSpPr>
          <p:cNvPr id="4" name="Door card action headline">
            <a:extLst xmlns:a="http://schemas.openxmlformats.org/drawingml/2006/main">
              <a:ext uri="{FF2B5EF4-FFF2-40B4-BE49-F238E27FC236}">
                <a16:creationId xmlns:a16="http://schemas.microsoft.com/office/drawing/2014/main" id="{1612DC98-7BCF-4390-A714-A3DB58A519FE}"/>
              </a:ext>
            </a:extLst>
          </p:cNvPr>
          <p:cNvSpPr>
            <a:spLocks xmlns:a="http://schemas.openxmlformats.org/drawingml/2006/main" noGrp="1"/>
          </p:cNvSpPr>
          <p:nvPr/>
        </p:nvSpPr>
        <p:spPr>
          <a:xfrm xmlns:a="http://schemas.openxmlformats.org/drawingml/2006/main">
            <a:off x="171450" y="1952625"/>
            <a:ext cx="3333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20" b="1">
                <a:solidFill>
                  <a:srgbClr val="FFFF0A"/>
                </a:solidFill>
                <a:latin typeface="Space Grotesk"/>
                <a:ea typeface="Space Grotesk"/>
                <a:cs typeface="Space Grotesk"/>
              </a:defRPr>
            </a:defPPr>
            <a:lvl1pPr algn="l">
              <a:defRPr sz="1520" b="1">
                <a:solidFill>
                  <a:srgbClr val="FFFF0A"/>
                </a:solidFill>
                <a:latin typeface="Space Grotesk"/>
                <a:ea typeface="Space Grotesk"/>
                <a:cs typeface="Space Grotesk"/>
              </a:defRPr>
            </a:lvl1pPr>
            <a:lvl2pPr algn="l">
              <a:defRPr sz="1520" b="1">
                <a:solidFill>
                  <a:srgbClr val="FFFF0A"/>
                </a:solidFill>
                <a:latin typeface="Space Grotesk"/>
                <a:ea typeface="Space Grotesk"/>
                <a:cs typeface="Space Grotesk"/>
              </a:defRPr>
            </a:lvl2pPr>
            <a:lvl3pPr algn="l">
              <a:defRPr sz="1520" b="1">
                <a:solidFill>
                  <a:srgbClr val="FFFF0A"/>
                </a:solidFill>
                <a:latin typeface="Space Grotesk"/>
                <a:ea typeface="Space Grotesk"/>
                <a:cs typeface="Space Grotesk"/>
              </a:defRPr>
            </a:lvl3pPr>
            <a:lvl4pPr algn="l">
              <a:defRPr sz="1520" b="1">
                <a:solidFill>
                  <a:srgbClr val="FFFF0A"/>
                </a:solidFill>
                <a:latin typeface="Space Grotesk"/>
                <a:ea typeface="Space Grotesk"/>
                <a:cs typeface="Space Grotesk"/>
              </a:defRPr>
            </a:lvl4pPr>
            <a:lvl5pPr algn="l">
              <a:defRPr sz="1520" b="1">
                <a:solidFill>
                  <a:srgbClr val="FFFF0A"/>
                </a:solidFill>
                <a:latin typeface="Space Grotesk"/>
                <a:ea typeface="Space Grotesk"/>
                <a:cs typeface="Space Grotesk"/>
              </a:defRPr>
            </a:lvl5pPr>
            <a:lvl6pPr algn="l">
              <a:defRPr sz="1520" b="1">
                <a:solidFill>
                  <a:srgbClr val="FFFF0A"/>
                </a:solidFill>
                <a:latin typeface="Space Grotesk"/>
                <a:ea typeface="Space Grotesk"/>
                <a:cs typeface="Space Grotesk"/>
              </a:defRPr>
            </a:lvl6pPr>
            <a:lvl7pPr algn="l">
              <a:defRPr sz="1520" b="1">
                <a:solidFill>
                  <a:srgbClr val="FFFF0A"/>
                </a:solidFill>
                <a:latin typeface="Space Grotesk"/>
                <a:ea typeface="Space Grotesk"/>
                <a:cs typeface="Space Grotesk"/>
              </a:defRPr>
            </a:lvl7pPr>
            <a:lvl8pPr algn="l">
              <a:defRPr sz="1520" b="1">
                <a:solidFill>
                  <a:srgbClr val="FFFF0A"/>
                </a:solidFill>
                <a:latin typeface="Space Grotesk"/>
                <a:ea typeface="Space Grotesk"/>
                <a:cs typeface="Space Grotesk"/>
              </a:defRPr>
            </a:lvl8pPr>
            <a:lvl9pPr algn="l">
              <a:defRPr sz="1520" b="1">
                <a:solidFill>
                  <a:srgbClr val="FFFF0A"/>
                </a:solidFill>
                <a:latin typeface="Space Grotesk"/>
                <a:ea typeface="Space Grotesk"/>
                <a:cs typeface="Space Grotesk"/>
              </a:defRPr>
            </a:lvl9pPr>
          </a:lstStyle>
          <a:p xmlns:a="http://schemas.openxmlformats.org/drawingml/2006/main">
            <a:pPr algn="l">
              <a:lnSpc>
                <a:spcPct val="100000"/>
              </a:lnSpc>
              <a:buNone/>
              <a:defRPr sz="1520" b="1">
                <a:solidFill>
                  <a:srgbClr val="FFFF0A"/>
                </a:solidFill>
                <a:latin typeface="Space Grotesk"/>
                <a:ea typeface="Space Grotesk"/>
                <a:cs typeface="Space Grotesk"/>
              </a:defRPr>
            </a:pPr>
            <a:r>
              <a:rPr sz="1520" b="1">
                <a:solidFill>
                  <a:srgbClr val="FFFF0A"/>
                </a:solidFill>
                <a:latin typeface="Space Grotesk"/>
                <a:ea typeface="Space Grotesk"/>
                <a:cs typeface="Space Grotesk"/>
              </a:rPr>
              <a:t>LOOK BEFORE YOU OPEN</a:t>
            </a:r>
          </a:p>
        </p:txBody>
      </p:sp>
      <p:sp>
        <p:nvSpPr>
          <p:cNvPr id="5" name="Door card subtitle">
            <a:extLst xmlns:a="http://schemas.openxmlformats.org/drawingml/2006/main">
              <a:ext uri="{FF2B5EF4-FFF2-40B4-BE49-F238E27FC236}">
                <a16:creationId xmlns:a16="http://schemas.microsoft.com/office/drawing/2014/main" id="{8FCC790D-D316-4E00-B7A2-8524ACD0F1E8}"/>
              </a:ext>
            </a:extLst>
          </p:cNvPr>
          <p:cNvSpPr>
            <a:spLocks xmlns:a="http://schemas.openxmlformats.org/drawingml/2006/main" noGrp="1"/>
          </p:cNvSpPr>
          <p:nvPr/>
        </p:nvSpPr>
        <p:spPr>
          <a:xfrm xmlns:a="http://schemas.openxmlformats.org/drawingml/2006/main">
            <a:off x="180975" y="2181225"/>
            <a:ext cx="32956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80" b="1">
                <a:solidFill>
                  <a:srgbClr val="FFFF0A"/>
                </a:solidFill>
                <a:latin typeface="Space Grotesk"/>
                <a:ea typeface="Space Grotesk"/>
                <a:cs typeface="Space Grotesk"/>
              </a:defRPr>
            </a:defPPr>
            <a:lvl1pPr algn="l">
              <a:defRPr sz="980" b="1">
                <a:solidFill>
                  <a:srgbClr val="FFFF0A"/>
                </a:solidFill>
                <a:latin typeface="Space Grotesk"/>
                <a:ea typeface="Space Grotesk"/>
                <a:cs typeface="Space Grotesk"/>
              </a:defRPr>
            </a:lvl1pPr>
            <a:lvl2pPr algn="l">
              <a:defRPr sz="980" b="1">
                <a:solidFill>
                  <a:srgbClr val="FFFF0A"/>
                </a:solidFill>
                <a:latin typeface="Space Grotesk"/>
                <a:ea typeface="Space Grotesk"/>
                <a:cs typeface="Space Grotesk"/>
              </a:defRPr>
            </a:lvl2pPr>
            <a:lvl3pPr algn="l">
              <a:defRPr sz="980" b="1">
                <a:solidFill>
                  <a:srgbClr val="FFFF0A"/>
                </a:solidFill>
                <a:latin typeface="Space Grotesk"/>
                <a:ea typeface="Space Grotesk"/>
                <a:cs typeface="Space Grotesk"/>
              </a:defRPr>
            </a:lvl3pPr>
            <a:lvl4pPr algn="l">
              <a:defRPr sz="980" b="1">
                <a:solidFill>
                  <a:srgbClr val="FFFF0A"/>
                </a:solidFill>
                <a:latin typeface="Space Grotesk"/>
                <a:ea typeface="Space Grotesk"/>
                <a:cs typeface="Space Grotesk"/>
              </a:defRPr>
            </a:lvl4pPr>
            <a:lvl5pPr algn="l">
              <a:defRPr sz="980" b="1">
                <a:solidFill>
                  <a:srgbClr val="FFFF0A"/>
                </a:solidFill>
                <a:latin typeface="Space Grotesk"/>
                <a:ea typeface="Space Grotesk"/>
                <a:cs typeface="Space Grotesk"/>
              </a:defRPr>
            </a:lvl5pPr>
            <a:lvl6pPr algn="l">
              <a:defRPr sz="980" b="1">
                <a:solidFill>
                  <a:srgbClr val="FFFF0A"/>
                </a:solidFill>
                <a:latin typeface="Space Grotesk"/>
                <a:ea typeface="Space Grotesk"/>
                <a:cs typeface="Space Grotesk"/>
              </a:defRPr>
            </a:lvl6pPr>
            <a:lvl7pPr algn="l">
              <a:defRPr sz="980" b="1">
                <a:solidFill>
                  <a:srgbClr val="FFFF0A"/>
                </a:solidFill>
                <a:latin typeface="Space Grotesk"/>
                <a:ea typeface="Space Grotesk"/>
                <a:cs typeface="Space Grotesk"/>
              </a:defRPr>
            </a:lvl7pPr>
            <a:lvl8pPr algn="l">
              <a:defRPr sz="980" b="1">
                <a:solidFill>
                  <a:srgbClr val="FFFF0A"/>
                </a:solidFill>
                <a:latin typeface="Space Grotesk"/>
                <a:ea typeface="Space Grotesk"/>
                <a:cs typeface="Space Grotesk"/>
              </a:defRPr>
            </a:lvl8pPr>
            <a:lvl9pPr algn="l">
              <a:defRPr sz="980" b="1">
                <a:solidFill>
                  <a:srgbClr val="FFFF0A"/>
                </a:solidFill>
                <a:latin typeface="Space Grotesk"/>
                <a:ea typeface="Space Grotesk"/>
                <a:cs typeface="Space Grotesk"/>
              </a:defRPr>
            </a:lvl9pPr>
          </a:lstStyle>
          <a:p xmlns:a="http://schemas.openxmlformats.org/drawingml/2006/main">
            <a:pPr algn="l">
              <a:lnSpc>
                <a:spcPct val="100000"/>
              </a:lnSpc>
              <a:buNone/>
              <a:defRPr sz="980" b="1">
                <a:solidFill>
                  <a:srgbClr val="FFFF0A"/>
                </a:solidFill>
                <a:latin typeface="Space Grotesk"/>
                <a:ea typeface="Space Grotesk"/>
                <a:cs typeface="Space Grotesk"/>
              </a:defRPr>
            </a:pPr>
            <a:r>
              <a:rPr sz="980" b="1">
                <a:solidFill>
                  <a:srgbClr val="FFFF0A"/>
                </a:solidFill>
                <a:latin typeface="Space Grotesk"/>
                <a:ea typeface="Space Grotesk"/>
                <a:cs typeface="Space Grotesk"/>
              </a:rPr>
              <a:t>PARKED PRACTICE</a:t>
            </a:r>
          </a:p>
        </p:txBody>
      </p:sp>
      <p:sp>
        <p:nvSpPr>
          <p:cNvPr id="6" name="Door card closed practice cue">
            <a:extLst xmlns:a="http://schemas.openxmlformats.org/drawingml/2006/main">
              <a:ext uri="{FF2B5EF4-FFF2-40B4-BE49-F238E27FC236}">
                <a16:creationId xmlns:a16="http://schemas.microsoft.com/office/drawing/2014/main" id="{E6EEE182-EA35-4927-ADBB-66CC359D4002}"/>
              </a:ext>
            </a:extLst>
          </p:cNvPr>
          <p:cNvSpPr>
            <a:spLocks xmlns:a="http://schemas.openxmlformats.org/drawingml/2006/main" noGrp="1"/>
          </p:cNvSpPr>
          <p:nvPr/>
        </p:nvSpPr>
        <p:spPr>
          <a:xfrm xmlns:a="http://schemas.openxmlformats.org/drawingml/2006/main">
            <a:off x="171450" y="2514600"/>
            <a:ext cx="33147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50" b="1">
                <a:solidFill>
                  <a:srgbClr val="FF0180"/>
                </a:solidFill>
                <a:latin typeface="Space Grotesk"/>
                <a:ea typeface="Space Grotesk"/>
                <a:cs typeface="Space Grotesk"/>
              </a:defRPr>
            </a:defPPr>
            <a:lvl1pPr algn="l">
              <a:defRPr sz="1150" b="1">
                <a:solidFill>
                  <a:srgbClr val="FF0180"/>
                </a:solidFill>
                <a:latin typeface="Space Grotesk"/>
                <a:ea typeface="Space Grotesk"/>
                <a:cs typeface="Space Grotesk"/>
              </a:defRPr>
            </a:lvl1pPr>
            <a:lvl2pPr algn="l">
              <a:defRPr sz="1150" b="1">
                <a:solidFill>
                  <a:srgbClr val="FF0180"/>
                </a:solidFill>
                <a:latin typeface="Space Grotesk"/>
                <a:ea typeface="Space Grotesk"/>
                <a:cs typeface="Space Grotesk"/>
              </a:defRPr>
            </a:lvl2pPr>
            <a:lvl3pPr algn="l">
              <a:defRPr sz="1150" b="1">
                <a:solidFill>
                  <a:srgbClr val="FF0180"/>
                </a:solidFill>
                <a:latin typeface="Space Grotesk"/>
                <a:ea typeface="Space Grotesk"/>
                <a:cs typeface="Space Grotesk"/>
              </a:defRPr>
            </a:lvl3pPr>
            <a:lvl4pPr algn="l">
              <a:defRPr sz="1150" b="1">
                <a:solidFill>
                  <a:srgbClr val="FF0180"/>
                </a:solidFill>
                <a:latin typeface="Space Grotesk"/>
                <a:ea typeface="Space Grotesk"/>
                <a:cs typeface="Space Grotesk"/>
              </a:defRPr>
            </a:lvl4pPr>
            <a:lvl5pPr algn="l">
              <a:defRPr sz="1150" b="1">
                <a:solidFill>
                  <a:srgbClr val="FF0180"/>
                </a:solidFill>
                <a:latin typeface="Space Grotesk"/>
                <a:ea typeface="Space Grotesk"/>
                <a:cs typeface="Space Grotesk"/>
              </a:defRPr>
            </a:lvl5pPr>
            <a:lvl6pPr algn="l">
              <a:defRPr sz="1150" b="1">
                <a:solidFill>
                  <a:srgbClr val="FF0180"/>
                </a:solidFill>
                <a:latin typeface="Space Grotesk"/>
                <a:ea typeface="Space Grotesk"/>
                <a:cs typeface="Space Grotesk"/>
              </a:defRPr>
            </a:lvl6pPr>
            <a:lvl7pPr algn="l">
              <a:defRPr sz="1150" b="1">
                <a:solidFill>
                  <a:srgbClr val="FF0180"/>
                </a:solidFill>
                <a:latin typeface="Space Grotesk"/>
                <a:ea typeface="Space Grotesk"/>
                <a:cs typeface="Space Grotesk"/>
              </a:defRPr>
            </a:lvl7pPr>
            <a:lvl8pPr algn="l">
              <a:defRPr sz="1150" b="1">
                <a:solidFill>
                  <a:srgbClr val="FF0180"/>
                </a:solidFill>
                <a:latin typeface="Space Grotesk"/>
                <a:ea typeface="Space Grotesk"/>
                <a:cs typeface="Space Grotesk"/>
              </a:defRPr>
            </a:lvl8pPr>
            <a:lvl9pPr algn="l">
              <a:defRPr sz="1150" b="1">
                <a:solidFill>
                  <a:srgbClr val="FF0180"/>
                </a:solidFill>
                <a:latin typeface="Space Grotesk"/>
                <a:ea typeface="Space Grotesk"/>
                <a:cs typeface="Space Grotesk"/>
              </a:defRPr>
            </a:lvl9pPr>
          </a:lstStyle>
          <a:p xmlns:a="http://schemas.openxmlformats.org/drawingml/2006/main">
            <a:pPr algn="l">
              <a:lnSpc>
                <a:spcPct val="100000"/>
              </a:lnSpc>
              <a:buNone/>
              <a:defRPr sz="1150" b="1">
                <a:solidFill>
                  <a:srgbClr val="FF0180"/>
                </a:solidFill>
                <a:latin typeface="Space Grotesk"/>
                <a:ea typeface="Space Grotesk"/>
                <a:cs typeface="Space Grotesk"/>
              </a:defRPr>
            </a:pPr>
            <a:r>
              <a:rPr sz="1150" b="1">
                <a:solidFill>
                  <a:srgbClr val="FF0180"/>
                </a:solidFill>
                <a:latin typeface="Space Grotesk"/>
                <a:ea typeface="Space Grotesk"/>
                <a:cs typeface="Space Grotesk"/>
              </a:rPr>
              <a:t>Parked only. Keep the door closed.</a:t>
            </a:r>
          </a:p>
        </p:txBody>
      </p:sp>
      <p:sp>
        <p:nvSpPr>
          <p:cNvPr id="7" name="SPACE C heading">
            <a:extLst xmlns:a="http://schemas.openxmlformats.org/drawingml/2006/main">
              <a:ext uri="{FF2B5EF4-FFF2-40B4-BE49-F238E27FC236}">
                <a16:creationId xmlns:a16="http://schemas.microsoft.com/office/drawing/2014/main" id="{B6010938-F6C6-4963-8255-15EBA2DA4C63}"/>
              </a:ext>
            </a:extLst>
          </p:cNvPr>
          <p:cNvSpPr>
            <a:spLocks xmlns:a="http://schemas.openxmlformats.org/drawingml/2006/main" noGrp="1"/>
          </p:cNvSpPr>
          <p:nvPr/>
        </p:nvSpPr>
        <p:spPr>
          <a:xfrm xmlns:a="http://schemas.openxmlformats.org/drawingml/2006/main">
            <a:off x="171450" y="2819400"/>
            <a:ext cx="33147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20" b="1">
                <a:solidFill>
                  <a:srgbClr val="23143A"/>
                </a:solidFill>
                <a:latin typeface="Space Grotesk"/>
                <a:ea typeface="Space Grotesk"/>
                <a:cs typeface="Space Grotesk"/>
              </a:defRPr>
            </a:defPPr>
            <a:lvl1pPr algn="l">
              <a:defRPr sz="1520" b="1">
                <a:solidFill>
                  <a:srgbClr val="23143A"/>
                </a:solidFill>
                <a:latin typeface="Space Grotesk"/>
                <a:ea typeface="Space Grotesk"/>
                <a:cs typeface="Space Grotesk"/>
              </a:defRPr>
            </a:lvl1pPr>
            <a:lvl2pPr algn="l">
              <a:defRPr sz="1520" b="1">
                <a:solidFill>
                  <a:srgbClr val="23143A"/>
                </a:solidFill>
                <a:latin typeface="Space Grotesk"/>
                <a:ea typeface="Space Grotesk"/>
                <a:cs typeface="Space Grotesk"/>
              </a:defRPr>
            </a:lvl2pPr>
            <a:lvl3pPr algn="l">
              <a:defRPr sz="1520" b="1">
                <a:solidFill>
                  <a:srgbClr val="23143A"/>
                </a:solidFill>
                <a:latin typeface="Space Grotesk"/>
                <a:ea typeface="Space Grotesk"/>
                <a:cs typeface="Space Grotesk"/>
              </a:defRPr>
            </a:lvl3pPr>
            <a:lvl4pPr algn="l">
              <a:defRPr sz="1520" b="1">
                <a:solidFill>
                  <a:srgbClr val="23143A"/>
                </a:solidFill>
                <a:latin typeface="Space Grotesk"/>
                <a:ea typeface="Space Grotesk"/>
                <a:cs typeface="Space Grotesk"/>
              </a:defRPr>
            </a:lvl4pPr>
            <a:lvl5pPr algn="l">
              <a:defRPr sz="1520" b="1">
                <a:solidFill>
                  <a:srgbClr val="23143A"/>
                </a:solidFill>
                <a:latin typeface="Space Grotesk"/>
                <a:ea typeface="Space Grotesk"/>
                <a:cs typeface="Space Grotesk"/>
              </a:defRPr>
            </a:lvl5pPr>
            <a:lvl6pPr algn="l">
              <a:defRPr sz="1520" b="1">
                <a:solidFill>
                  <a:srgbClr val="23143A"/>
                </a:solidFill>
                <a:latin typeface="Space Grotesk"/>
                <a:ea typeface="Space Grotesk"/>
                <a:cs typeface="Space Grotesk"/>
              </a:defRPr>
            </a:lvl6pPr>
            <a:lvl7pPr algn="l">
              <a:defRPr sz="1520" b="1">
                <a:solidFill>
                  <a:srgbClr val="23143A"/>
                </a:solidFill>
                <a:latin typeface="Space Grotesk"/>
                <a:ea typeface="Space Grotesk"/>
                <a:cs typeface="Space Grotesk"/>
              </a:defRPr>
            </a:lvl7pPr>
            <a:lvl8pPr algn="l">
              <a:defRPr sz="1520" b="1">
                <a:solidFill>
                  <a:srgbClr val="23143A"/>
                </a:solidFill>
                <a:latin typeface="Space Grotesk"/>
                <a:ea typeface="Space Grotesk"/>
                <a:cs typeface="Space Grotesk"/>
              </a:defRPr>
            </a:lvl8pPr>
            <a:lvl9pPr algn="l">
              <a:defRPr sz="1520" b="1">
                <a:solidFill>
                  <a:srgbClr val="23143A"/>
                </a:solidFill>
                <a:latin typeface="Space Grotesk"/>
                <a:ea typeface="Space Grotesk"/>
                <a:cs typeface="Space Grotesk"/>
              </a:defRPr>
            </a:lvl9pPr>
          </a:lstStyle>
          <a:p xmlns:a="http://schemas.openxmlformats.org/drawingml/2006/main">
            <a:pPr algn="l">
              <a:lnSpc>
                <a:spcPct val="100000"/>
              </a:lnSpc>
              <a:buNone/>
              <a:defRPr sz="1520" b="1">
                <a:solidFill>
                  <a:srgbClr val="23143A"/>
                </a:solidFill>
                <a:latin typeface="Space Grotesk"/>
                <a:ea typeface="Space Grotesk"/>
                <a:cs typeface="Space Grotesk"/>
              </a:defRPr>
            </a:pPr>
            <a:r>
              <a:rPr sz="1520" b="1">
                <a:solidFill>
                  <a:srgbClr val="23143A"/>
                </a:solidFill>
                <a:latin typeface="Space Grotesk"/>
                <a:ea typeface="Space Grotesk"/>
                <a:cs typeface="Space Grotesk"/>
              </a:rPr>
              <a:t>Check before opening a door.</a:t>
            </a:r>
          </a:p>
        </p:txBody>
      </p:sp>
      <p:sp>
        <p:nvSpPr>
          <p:cNvPr id="8" name="Driver check label">
            <a:extLst xmlns:a="http://schemas.openxmlformats.org/drawingml/2006/main">
              <a:ext uri="{FF2B5EF4-FFF2-40B4-BE49-F238E27FC236}">
                <a16:creationId xmlns:a16="http://schemas.microsoft.com/office/drawing/2014/main" id="{4FB49162-12A8-4773-9264-BB8532AAFBF8}"/>
              </a:ext>
            </a:extLst>
          </p:cNvPr>
          <p:cNvSpPr>
            <a:spLocks xmlns:a="http://schemas.openxmlformats.org/drawingml/2006/main" noGrp="1"/>
          </p:cNvSpPr>
          <p:nvPr/>
        </p:nvSpPr>
        <p:spPr>
          <a:xfrm xmlns:a="http://schemas.openxmlformats.org/drawingml/2006/main">
            <a:off x="171450" y="3381375"/>
            <a:ext cx="3238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7926CB"/>
                </a:solidFill>
                <a:latin typeface="Space Grotesk"/>
                <a:ea typeface="Space Grotesk"/>
                <a:cs typeface="Space Grotesk"/>
              </a:defRPr>
            </a:defPPr>
            <a:lvl1pPr algn="l">
              <a:defRPr sz="1050" b="1">
                <a:solidFill>
                  <a:srgbClr val="7926CB"/>
                </a:solidFill>
                <a:latin typeface="Space Grotesk"/>
                <a:ea typeface="Space Grotesk"/>
                <a:cs typeface="Space Grotesk"/>
              </a:defRPr>
            </a:lvl1pPr>
            <a:lvl2pPr algn="l">
              <a:defRPr sz="1050" b="1">
                <a:solidFill>
                  <a:srgbClr val="7926CB"/>
                </a:solidFill>
                <a:latin typeface="Space Grotesk"/>
                <a:ea typeface="Space Grotesk"/>
                <a:cs typeface="Space Grotesk"/>
              </a:defRPr>
            </a:lvl2pPr>
            <a:lvl3pPr algn="l">
              <a:defRPr sz="1050" b="1">
                <a:solidFill>
                  <a:srgbClr val="7926CB"/>
                </a:solidFill>
                <a:latin typeface="Space Grotesk"/>
                <a:ea typeface="Space Grotesk"/>
                <a:cs typeface="Space Grotesk"/>
              </a:defRPr>
            </a:lvl3pPr>
            <a:lvl4pPr algn="l">
              <a:defRPr sz="1050" b="1">
                <a:solidFill>
                  <a:srgbClr val="7926CB"/>
                </a:solidFill>
                <a:latin typeface="Space Grotesk"/>
                <a:ea typeface="Space Grotesk"/>
                <a:cs typeface="Space Grotesk"/>
              </a:defRPr>
            </a:lvl4pPr>
            <a:lvl5pPr algn="l">
              <a:defRPr sz="1050" b="1">
                <a:solidFill>
                  <a:srgbClr val="7926CB"/>
                </a:solidFill>
                <a:latin typeface="Space Grotesk"/>
                <a:ea typeface="Space Grotesk"/>
                <a:cs typeface="Space Grotesk"/>
              </a:defRPr>
            </a:lvl5pPr>
            <a:lvl6pPr algn="l">
              <a:defRPr sz="1050" b="1">
                <a:solidFill>
                  <a:srgbClr val="7926CB"/>
                </a:solidFill>
                <a:latin typeface="Space Grotesk"/>
                <a:ea typeface="Space Grotesk"/>
                <a:cs typeface="Space Grotesk"/>
              </a:defRPr>
            </a:lvl6pPr>
            <a:lvl7pPr algn="l">
              <a:defRPr sz="1050" b="1">
                <a:solidFill>
                  <a:srgbClr val="7926CB"/>
                </a:solidFill>
                <a:latin typeface="Space Grotesk"/>
                <a:ea typeface="Space Grotesk"/>
                <a:cs typeface="Space Grotesk"/>
              </a:defRPr>
            </a:lvl7pPr>
            <a:lvl8pPr algn="l">
              <a:defRPr sz="1050" b="1">
                <a:solidFill>
                  <a:srgbClr val="7926CB"/>
                </a:solidFill>
                <a:latin typeface="Space Grotesk"/>
                <a:ea typeface="Space Grotesk"/>
                <a:cs typeface="Space Grotesk"/>
              </a:defRPr>
            </a:lvl8pPr>
            <a:lvl9pPr algn="l">
              <a:defRPr sz="1050" b="1">
                <a:solidFill>
                  <a:srgbClr val="7926CB"/>
                </a:solidFill>
                <a:latin typeface="Space Grotesk"/>
                <a:ea typeface="Space Grotesk"/>
                <a:cs typeface="Space Grotesk"/>
              </a:defRPr>
            </a:lvl9pPr>
          </a:lstStyle>
          <a:p xmlns:a="http://schemas.openxmlformats.org/drawingml/2006/main">
            <a:pPr algn="l">
              <a:lnSpc>
                <a:spcPct val="100000"/>
              </a:lnSpc>
              <a:buNone/>
              <a:defRPr sz="1050" b="1">
                <a:solidFill>
                  <a:srgbClr val="7926CB"/>
                </a:solidFill>
                <a:latin typeface="Space Grotesk"/>
                <a:ea typeface="Space Grotesk"/>
                <a:cs typeface="Space Grotesk"/>
              </a:defRPr>
            </a:pPr>
            <a:r>
              <a:rPr sz="1050" b="1">
                <a:solidFill>
                  <a:srgbClr val="7926CB"/>
                </a:solidFill>
                <a:latin typeface="Space Grotesk"/>
                <a:ea typeface="Space Grotesk"/>
                <a:cs typeface="Space Grotesk"/>
              </a:rPr>
              <a:t>DRIVER</a:t>
            </a:r>
          </a:p>
        </p:txBody>
      </p:sp>
      <p:sp>
        <p:nvSpPr>
          <p:cNvPr id="9" name="Driver check">
            <a:extLst xmlns:a="http://schemas.openxmlformats.org/drawingml/2006/main">
              <a:ext uri="{FF2B5EF4-FFF2-40B4-BE49-F238E27FC236}">
                <a16:creationId xmlns:a16="http://schemas.microsoft.com/office/drawing/2014/main" id="{2BCC5F16-9BBA-4C5F-A4DB-25F13C9B2FFE}"/>
              </a:ext>
            </a:extLst>
          </p:cNvPr>
          <p:cNvSpPr>
            <a:spLocks xmlns:a="http://schemas.openxmlformats.org/drawingml/2006/main" noGrp="1"/>
          </p:cNvSpPr>
          <p:nvPr/>
        </p:nvSpPr>
        <p:spPr>
          <a:xfrm xmlns:a="http://schemas.openxmlformats.org/drawingml/2006/main">
            <a:off x="171450" y="3600450"/>
            <a:ext cx="33147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90" b="0">
                <a:solidFill>
                  <a:srgbClr val="23143A"/>
                </a:solidFill>
                <a:latin typeface="Arial"/>
                <a:ea typeface="Arial"/>
                <a:cs typeface="Arial"/>
              </a:defRPr>
            </a:defPPr>
            <a:lvl1pPr algn="l">
              <a:defRPr sz="990" b="0">
                <a:solidFill>
                  <a:srgbClr val="23143A"/>
                </a:solidFill>
                <a:latin typeface="Arial"/>
                <a:ea typeface="Arial"/>
                <a:cs typeface="Arial"/>
              </a:defRPr>
            </a:lvl1pPr>
            <a:lvl2pPr algn="l">
              <a:defRPr sz="990" b="0">
                <a:solidFill>
                  <a:srgbClr val="23143A"/>
                </a:solidFill>
                <a:latin typeface="Arial"/>
                <a:ea typeface="Arial"/>
                <a:cs typeface="Arial"/>
              </a:defRPr>
            </a:lvl2pPr>
            <a:lvl3pPr algn="l">
              <a:defRPr sz="990" b="0">
                <a:solidFill>
                  <a:srgbClr val="23143A"/>
                </a:solidFill>
                <a:latin typeface="Arial"/>
                <a:ea typeface="Arial"/>
                <a:cs typeface="Arial"/>
              </a:defRPr>
            </a:lvl3pPr>
            <a:lvl4pPr algn="l">
              <a:defRPr sz="990" b="0">
                <a:solidFill>
                  <a:srgbClr val="23143A"/>
                </a:solidFill>
                <a:latin typeface="Arial"/>
                <a:ea typeface="Arial"/>
                <a:cs typeface="Arial"/>
              </a:defRPr>
            </a:lvl4pPr>
            <a:lvl5pPr algn="l">
              <a:defRPr sz="990" b="0">
                <a:solidFill>
                  <a:srgbClr val="23143A"/>
                </a:solidFill>
                <a:latin typeface="Arial"/>
                <a:ea typeface="Arial"/>
                <a:cs typeface="Arial"/>
              </a:defRPr>
            </a:lvl5pPr>
            <a:lvl6pPr algn="l">
              <a:defRPr sz="990" b="0">
                <a:solidFill>
                  <a:srgbClr val="23143A"/>
                </a:solidFill>
                <a:latin typeface="Arial"/>
                <a:ea typeface="Arial"/>
                <a:cs typeface="Arial"/>
              </a:defRPr>
            </a:lvl6pPr>
            <a:lvl7pPr algn="l">
              <a:defRPr sz="990" b="0">
                <a:solidFill>
                  <a:srgbClr val="23143A"/>
                </a:solidFill>
                <a:latin typeface="Arial"/>
                <a:ea typeface="Arial"/>
                <a:cs typeface="Arial"/>
              </a:defRPr>
            </a:lvl7pPr>
            <a:lvl8pPr algn="l">
              <a:defRPr sz="990" b="0">
                <a:solidFill>
                  <a:srgbClr val="23143A"/>
                </a:solidFill>
                <a:latin typeface="Arial"/>
                <a:ea typeface="Arial"/>
                <a:cs typeface="Arial"/>
              </a:defRPr>
            </a:lvl8pPr>
            <a:lvl9pPr algn="l">
              <a:defRPr sz="990" b="0">
                <a:solidFill>
                  <a:srgbClr val="23143A"/>
                </a:solidFill>
                <a:latin typeface="Arial"/>
                <a:ea typeface="Arial"/>
                <a:cs typeface="Arial"/>
              </a:defRPr>
            </a:lvl9pPr>
          </a:lstStyle>
          <a:p xmlns:a="http://schemas.openxmlformats.org/drawingml/2006/main">
            <a:pPr algn="l">
              <a:lnSpc>
                <a:spcPct val="100000"/>
              </a:lnSpc>
              <a:buNone/>
              <a:defRPr sz="990" b="0">
                <a:solidFill>
                  <a:srgbClr val="23143A"/>
                </a:solidFill>
                <a:latin typeface="Arial"/>
                <a:ea typeface="Arial"/>
                <a:cs typeface="Arial"/>
              </a:defRPr>
            </a:pPr>
            <a:r>
              <a:rPr sz="990" b="0">
                <a:solidFill>
                  <a:srgbClr val="23143A"/>
                </a:solidFill>
                <a:latin typeface="Arial"/>
                <a:ea typeface="Arial"/>
                <a:cs typeface="Arial"/>
              </a:rPr>
              <a:t>Check the mirror, then look over your shoulder. Name what could be beside or behind you.</a:t>
            </a:r>
          </a:p>
        </p:txBody>
      </p:sp>
      <p:sp>
        <p:nvSpPr>
          <p:cNvPr id="10" name="Passenger check label">
            <a:extLst xmlns:a="http://schemas.openxmlformats.org/drawingml/2006/main">
              <a:ext uri="{FF2B5EF4-FFF2-40B4-BE49-F238E27FC236}">
                <a16:creationId xmlns:a16="http://schemas.microsoft.com/office/drawing/2014/main" id="{3363C05E-55CA-438C-BAF4-9B7FC80846FD}"/>
              </a:ext>
            </a:extLst>
          </p:cNvPr>
          <p:cNvSpPr>
            <a:spLocks xmlns:a="http://schemas.openxmlformats.org/drawingml/2006/main" noGrp="1"/>
          </p:cNvSpPr>
          <p:nvPr/>
        </p:nvSpPr>
        <p:spPr>
          <a:xfrm xmlns:a="http://schemas.openxmlformats.org/drawingml/2006/main">
            <a:off x="171450" y="4067175"/>
            <a:ext cx="3238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7926CB"/>
                </a:solidFill>
                <a:latin typeface="Space Grotesk"/>
                <a:ea typeface="Space Grotesk"/>
                <a:cs typeface="Space Grotesk"/>
              </a:defRPr>
            </a:defPPr>
            <a:lvl1pPr algn="l">
              <a:defRPr sz="1050" b="1">
                <a:solidFill>
                  <a:srgbClr val="7926CB"/>
                </a:solidFill>
                <a:latin typeface="Space Grotesk"/>
                <a:ea typeface="Space Grotesk"/>
                <a:cs typeface="Space Grotesk"/>
              </a:defRPr>
            </a:lvl1pPr>
            <a:lvl2pPr algn="l">
              <a:defRPr sz="1050" b="1">
                <a:solidFill>
                  <a:srgbClr val="7926CB"/>
                </a:solidFill>
                <a:latin typeface="Space Grotesk"/>
                <a:ea typeface="Space Grotesk"/>
                <a:cs typeface="Space Grotesk"/>
              </a:defRPr>
            </a:lvl2pPr>
            <a:lvl3pPr algn="l">
              <a:defRPr sz="1050" b="1">
                <a:solidFill>
                  <a:srgbClr val="7926CB"/>
                </a:solidFill>
                <a:latin typeface="Space Grotesk"/>
                <a:ea typeface="Space Grotesk"/>
                <a:cs typeface="Space Grotesk"/>
              </a:defRPr>
            </a:lvl3pPr>
            <a:lvl4pPr algn="l">
              <a:defRPr sz="1050" b="1">
                <a:solidFill>
                  <a:srgbClr val="7926CB"/>
                </a:solidFill>
                <a:latin typeface="Space Grotesk"/>
                <a:ea typeface="Space Grotesk"/>
                <a:cs typeface="Space Grotesk"/>
              </a:defRPr>
            </a:lvl4pPr>
            <a:lvl5pPr algn="l">
              <a:defRPr sz="1050" b="1">
                <a:solidFill>
                  <a:srgbClr val="7926CB"/>
                </a:solidFill>
                <a:latin typeface="Space Grotesk"/>
                <a:ea typeface="Space Grotesk"/>
                <a:cs typeface="Space Grotesk"/>
              </a:defRPr>
            </a:lvl5pPr>
            <a:lvl6pPr algn="l">
              <a:defRPr sz="1050" b="1">
                <a:solidFill>
                  <a:srgbClr val="7926CB"/>
                </a:solidFill>
                <a:latin typeface="Space Grotesk"/>
                <a:ea typeface="Space Grotesk"/>
                <a:cs typeface="Space Grotesk"/>
              </a:defRPr>
            </a:lvl6pPr>
            <a:lvl7pPr algn="l">
              <a:defRPr sz="1050" b="1">
                <a:solidFill>
                  <a:srgbClr val="7926CB"/>
                </a:solidFill>
                <a:latin typeface="Space Grotesk"/>
                <a:ea typeface="Space Grotesk"/>
                <a:cs typeface="Space Grotesk"/>
              </a:defRPr>
            </a:lvl7pPr>
            <a:lvl8pPr algn="l">
              <a:defRPr sz="1050" b="1">
                <a:solidFill>
                  <a:srgbClr val="7926CB"/>
                </a:solidFill>
                <a:latin typeface="Space Grotesk"/>
                <a:ea typeface="Space Grotesk"/>
                <a:cs typeface="Space Grotesk"/>
              </a:defRPr>
            </a:lvl8pPr>
            <a:lvl9pPr algn="l">
              <a:defRPr sz="1050" b="1">
                <a:solidFill>
                  <a:srgbClr val="7926CB"/>
                </a:solidFill>
                <a:latin typeface="Space Grotesk"/>
                <a:ea typeface="Space Grotesk"/>
                <a:cs typeface="Space Grotesk"/>
              </a:defRPr>
            </a:lvl9pPr>
          </a:lstStyle>
          <a:p xmlns:a="http://schemas.openxmlformats.org/drawingml/2006/main">
            <a:pPr algn="l">
              <a:lnSpc>
                <a:spcPct val="100000"/>
              </a:lnSpc>
              <a:buNone/>
              <a:defRPr sz="1050" b="1">
                <a:solidFill>
                  <a:srgbClr val="7926CB"/>
                </a:solidFill>
                <a:latin typeface="Space Grotesk"/>
                <a:ea typeface="Space Grotesk"/>
                <a:cs typeface="Space Grotesk"/>
              </a:defRPr>
            </a:pPr>
            <a:r>
              <a:rPr sz="1050" b="1">
                <a:solidFill>
                  <a:srgbClr val="7926CB"/>
                </a:solidFill>
                <a:latin typeface="Space Grotesk"/>
                <a:ea typeface="Space Grotesk"/>
                <a:cs typeface="Space Grotesk"/>
              </a:rPr>
              <a:t>PASSENGER</a:t>
            </a:r>
          </a:p>
        </p:txBody>
      </p:sp>
      <p:sp>
        <p:nvSpPr>
          <p:cNvPr id="11" name="Passenger check">
            <a:extLst xmlns:a="http://schemas.openxmlformats.org/drawingml/2006/main">
              <a:ext uri="{FF2B5EF4-FFF2-40B4-BE49-F238E27FC236}">
                <a16:creationId xmlns:a16="http://schemas.microsoft.com/office/drawing/2014/main" id="{0CFF9D1B-30C5-4F7E-8886-D4F7DE07BFD0}"/>
              </a:ext>
            </a:extLst>
          </p:cNvPr>
          <p:cNvSpPr>
            <a:spLocks xmlns:a="http://schemas.openxmlformats.org/drawingml/2006/main" noGrp="1"/>
          </p:cNvSpPr>
          <p:nvPr/>
        </p:nvSpPr>
        <p:spPr>
          <a:xfrm xmlns:a="http://schemas.openxmlformats.org/drawingml/2006/main">
            <a:off x="171450" y="4286250"/>
            <a:ext cx="33147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40" b="0">
                <a:solidFill>
                  <a:srgbClr val="23143A"/>
                </a:solidFill>
                <a:latin typeface="Arial"/>
                <a:ea typeface="Arial"/>
                <a:cs typeface="Arial"/>
              </a:defRPr>
            </a:defPPr>
            <a:lvl1pPr algn="l">
              <a:defRPr sz="940" b="0">
                <a:solidFill>
                  <a:srgbClr val="23143A"/>
                </a:solidFill>
                <a:latin typeface="Arial"/>
                <a:ea typeface="Arial"/>
                <a:cs typeface="Arial"/>
              </a:defRPr>
            </a:lvl1pPr>
            <a:lvl2pPr algn="l">
              <a:defRPr sz="940" b="0">
                <a:solidFill>
                  <a:srgbClr val="23143A"/>
                </a:solidFill>
                <a:latin typeface="Arial"/>
                <a:ea typeface="Arial"/>
                <a:cs typeface="Arial"/>
              </a:defRPr>
            </a:lvl2pPr>
            <a:lvl3pPr algn="l">
              <a:defRPr sz="940" b="0">
                <a:solidFill>
                  <a:srgbClr val="23143A"/>
                </a:solidFill>
                <a:latin typeface="Arial"/>
                <a:ea typeface="Arial"/>
                <a:cs typeface="Arial"/>
              </a:defRPr>
            </a:lvl3pPr>
            <a:lvl4pPr algn="l">
              <a:defRPr sz="940" b="0">
                <a:solidFill>
                  <a:srgbClr val="23143A"/>
                </a:solidFill>
                <a:latin typeface="Arial"/>
                <a:ea typeface="Arial"/>
                <a:cs typeface="Arial"/>
              </a:defRPr>
            </a:lvl4pPr>
            <a:lvl5pPr algn="l">
              <a:defRPr sz="940" b="0">
                <a:solidFill>
                  <a:srgbClr val="23143A"/>
                </a:solidFill>
                <a:latin typeface="Arial"/>
                <a:ea typeface="Arial"/>
                <a:cs typeface="Arial"/>
              </a:defRPr>
            </a:lvl5pPr>
            <a:lvl6pPr algn="l">
              <a:defRPr sz="940" b="0">
                <a:solidFill>
                  <a:srgbClr val="23143A"/>
                </a:solidFill>
                <a:latin typeface="Arial"/>
                <a:ea typeface="Arial"/>
                <a:cs typeface="Arial"/>
              </a:defRPr>
            </a:lvl6pPr>
            <a:lvl7pPr algn="l">
              <a:defRPr sz="940" b="0">
                <a:solidFill>
                  <a:srgbClr val="23143A"/>
                </a:solidFill>
                <a:latin typeface="Arial"/>
                <a:ea typeface="Arial"/>
                <a:cs typeface="Arial"/>
              </a:defRPr>
            </a:lvl7pPr>
            <a:lvl8pPr algn="l">
              <a:defRPr sz="940" b="0">
                <a:solidFill>
                  <a:srgbClr val="23143A"/>
                </a:solidFill>
                <a:latin typeface="Arial"/>
                <a:ea typeface="Arial"/>
                <a:cs typeface="Arial"/>
              </a:defRPr>
            </a:lvl8pPr>
            <a:lvl9pPr algn="l">
              <a:defRPr sz="940" b="0">
                <a:solidFill>
                  <a:srgbClr val="23143A"/>
                </a:solidFill>
                <a:latin typeface="Arial"/>
                <a:ea typeface="Arial"/>
                <a:cs typeface="Arial"/>
              </a:defRPr>
            </a:lvl9pPr>
          </a:lstStyle>
          <a:p xmlns:a="http://schemas.openxmlformats.org/drawingml/2006/main">
            <a:pPr algn="l">
              <a:lnSpc>
                <a:spcPct val="100000"/>
              </a:lnSpc>
              <a:buNone/>
              <a:defRPr sz="940" b="0">
                <a:solidFill>
                  <a:srgbClr val="23143A"/>
                </a:solidFill>
                <a:latin typeface="Arial"/>
                <a:ea typeface="Arial"/>
                <a:cs typeface="Arial"/>
              </a:defRPr>
            </a:pPr>
            <a:r>
              <a:rPr sz="940" b="0">
                <a:solidFill>
                  <a:srgbClr val="23143A"/>
                </a:solidFill>
                <a:latin typeface="Arial"/>
                <a:ea typeface="Arial"/>
                <a:cs typeface="Arial"/>
              </a:rPr>
              <a:t>Stay seated. Look through the window or mirror, then over your shoulder toward traffic. Keep the door closed.</a:t>
            </a:r>
          </a:p>
        </p:txBody>
      </p:sp>
      <p:sp>
        <p:nvSpPr>
          <p:cNvPr id="12" name="Website and resources footer">
            <a:extLst xmlns:a="http://schemas.openxmlformats.org/drawingml/2006/main">
              <a:ext uri="{FF2B5EF4-FFF2-40B4-BE49-F238E27FC236}">
                <a16:creationId xmlns:a16="http://schemas.microsoft.com/office/drawing/2014/main" id="{3DEA5EB6-7974-4F09-9847-71FD830002B2}"/>
              </a:ext>
            </a:extLst>
          </p:cNvPr>
          <p:cNvSpPr>
            <a:spLocks xmlns:a="http://schemas.openxmlformats.org/drawingml/2006/main" noGrp="1"/>
          </p:cNvSpPr>
          <p:nvPr/>
        </p:nvSpPr>
        <p:spPr>
          <a:xfrm xmlns:a="http://schemas.openxmlformats.org/drawingml/2006/main">
            <a:off x="0" y="4724400"/>
            <a:ext cx="3657600" cy="762000"/>
          </a:xfrm>
          <a:prstGeom xmlns:a="http://schemas.openxmlformats.org/drawingml/2006/main" prst="rect">
            <a:avLst/>
          </a:prstGeom>
          <a:solidFill xmlns:a="http://schemas.openxmlformats.org/drawingml/2006/main">
            <a:srgbClr val="35125F"/>
          </a:solidFill>
          <a:ln xmlns:a="http://schemas.openxmlformats.org/drawingml/2006/main" w="0">
            <a:noFill/>
            <a:prstDash val="solid"/>
          </a:ln>
        </p:spPr>
      </p:sp>
      <p:pic>
        <p:nvPicPr>
          <p:cNvPr id="13" name="">
            <a:extLst xmlns:a="http://schemas.openxmlformats.org/drawingml/2006/main">
              <a:ext uri="{FF2B5EF4-FFF2-40B4-BE49-F238E27FC236}">
                <a16:creationId xmlns:a16="http://schemas.microsoft.com/office/drawing/2014/main" id="{F9FEB642-26C2-48FC-8551-BE550C4E829F}"/>
              </a:ext>
            </a:extLst>
          </p:cNvPr>
          <p:cNvPicPr>
            <a:picLocks xmlns:a="http://schemas.openxmlformats.org/drawingml/2006/main" noChangeAspect="1"/>
          </p:cNvPicPr>
          <p:nvPr/>
        </p:nvPicPr>
        <p:blipFill>
          <a:blip xmlns:r="http://schemas.openxmlformats.org/officeDocument/2006/relationships" xmlns:a="http://schemas.openxmlformats.org/drawingml/2006/main" r:embed="R409cc7ec6587436a"/>
          <a:stretch xmlns:a="http://schemas.openxmlformats.org/drawingml/2006/main"/>
        </p:blipFill>
        <p:spPr>
          <a:xfrm xmlns:a="http://schemas.openxmlformats.org/drawingml/2006/main">
            <a:off x="133350" y="4881563"/>
            <a:ext cx="447675" cy="447675"/>
          </a:xfrm>
          <a:prstGeom xmlns:a="http://schemas.openxmlformats.org/drawingml/2006/main" prst="rect">
            <a:avLst/>
          </a:prstGeom>
        </p:spPr>
      </p:pic>
      <p:sp>
        <p:nvSpPr>
          <p:cNvPr id="14" name="QR code quiet zone">
            <a:extLst xmlns:a="http://schemas.openxmlformats.org/drawingml/2006/main">
              <a:ext uri="{FF2B5EF4-FFF2-40B4-BE49-F238E27FC236}">
                <a16:creationId xmlns:a16="http://schemas.microsoft.com/office/drawing/2014/main" id="{632440E7-EFF1-4759-AC0E-4DDB096CB6D5}"/>
              </a:ext>
            </a:extLst>
          </p:cNvPr>
          <p:cNvSpPr>
            <a:spLocks xmlns:a="http://schemas.openxmlformats.org/drawingml/2006/main" noGrp="1"/>
          </p:cNvSpPr>
          <p:nvPr/>
        </p:nvSpPr>
        <p:spPr>
          <a:xfrm xmlns:a="http://schemas.openxmlformats.org/drawingml/2006/main">
            <a:off x="2886075" y="4762500"/>
            <a:ext cx="685800" cy="6858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pic>
        <p:nvPicPr>
          <p:cNvPr id="15" name="">
            <a:extLst xmlns:a="http://schemas.openxmlformats.org/drawingml/2006/main">
              <a:ext uri="{FF2B5EF4-FFF2-40B4-BE49-F238E27FC236}">
                <a16:creationId xmlns:a16="http://schemas.microsoft.com/office/drawing/2014/main" id="{557859A4-7DC0-4D65-A7A3-1284AA178F36}"/>
              </a:ext>
            </a:extLst>
          </p:cNvPr>
          <p:cNvPicPr>
            <a:picLocks xmlns:a="http://schemas.openxmlformats.org/drawingml/2006/main" noChangeAspect="1"/>
          </p:cNvPicPr>
          <p:nvPr/>
        </p:nvPicPr>
        <p:blipFill>
          <a:blip xmlns:r="http://schemas.openxmlformats.org/officeDocument/2006/relationships" xmlns:a="http://schemas.openxmlformats.org/drawingml/2006/main" r:embed="R3b141d6b60094a54"/>
          <a:stretch xmlns:a="http://schemas.openxmlformats.org/drawingml/2006/main"/>
        </p:blipFill>
        <p:spPr>
          <a:xfrm xmlns:a="http://schemas.openxmlformats.org/drawingml/2006/main">
            <a:off x="2914650" y="4791075"/>
            <a:ext cx="628650" cy="628650"/>
          </a:xfrm>
          <a:prstGeom xmlns:a="http://schemas.openxmlformats.org/drawingml/2006/main" prst="rect">
            <a:avLst/>
          </a:prstGeom>
        </p:spPr>
      </p:pic>
      <p:sp>
        <p:nvSpPr>
          <p:cNvPr id="16" name="Website">
            <a:extLst xmlns:a="http://schemas.openxmlformats.org/drawingml/2006/main">
              <a:ext uri="{FF2B5EF4-FFF2-40B4-BE49-F238E27FC236}">
                <a16:creationId xmlns:a16="http://schemas.microsoft.com/office/drawing/2014/main" id="{8610A0F0-4B95-4066-9AB1-13383553182E}"/>
              </a:ext>
            </a:extLst>
          </p:cNvPr>
          <p:cNvSpPr>
            <a:spLocks xmlns:a="http://schemas.openxmlformats.org/drawingml/2006/main" noGrp="1"/>
          </p:cNvSpPr>
          <p:nvPr/>
        </p:nvSpPr>
        <p:spPr>
          <a:xfrm xmlns:a="http://schemas.openxmlformats.org/drawingml/2006/main">
            <a:off x="704850" y="4848225"/>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FFFF0A"/>
                </a:solidFill>
                <a:latin typeface="Space Grotesk"/>
                <a:ea typeface="Space Grotesk"/>
                <a:cs typeface="Space Grotesk"/>
              </a:defRPr>
            </a:defPPr>
            <a:lvl1pPr algn="l">
              <a:defRPr sz="1200" b="1">
                <a:solidFill>
                  <a:srgbClr val="FFFF0A"/>
                </a:solidFill>
                <a:latin typeface="Space Grotesk"/>
                <a:ea typeface="Space Grotesk"/>
                <a:cs typeface="Space Grotesk"/>
              </a:defRPr>
            </a:lvl1pPr>
            <a:lvl2pPr algn="l">
              <a:defRPr sz="1200" b="1">
                <a:solidFill>
                  <a:srgbClr val="FFFF0A"/>
                </a:solidFill>
                <a:latin typeface="Space Grotesk"/>
                <a:ea typeface="Space Grotesk"/>
                <a:cs typeface="Space Grotesk"/>
              </a:defRPr>
            </a:lvl2pPr>
            <a:lvl3pPr algn="l">
              <a:defRPr sz="1200" b="1">
                <a:solidFill>
                  <a:srgbClr val="FFFF0A"/>
                </a:solidFill>
                <a:latin typeface="Space Grotesk"/>
                <a:ea typeface="Space Grotesk"/>
                <a:cs typeface="Space Grotesk"/>
              </a:defRPr>
            </a:lvl3pPr>
            <a:lvl4pPr algn="l">
              <a:defRPr sz="1200" b="1">
                <a:solidFill>
                  <a:srgbClr val="FFFF0A"/>
                </a:solidFill>
                <a:latin typeface="Space Grotesk"/>
                <a:ea typeface="Space Grotesk"/>
                <a:cs typeface="Space Grotesk"/>
              </a:defRPr>
            </a:lvl4pPr>
            <a:lvl5pPr algn="l">
              <a:defRPr sz="1200" b="1">
                <a:solidFill>
                  <a:srgbClr val="FFFF0A"/>
                </a:solidFill>
                <a:latin typeface="Space Grotesk"/>
                <a:ea typeface="Space Grotesk"/>
                <a:cs typeface="Space Grotesk"/>
              </a:defRPr>
            </a:lvl5pPr>
            <a:lvl6pPr algn="l">
              <a:defRPr sz="1200" b="1">
                <a:solidFill>
                  <a:srgbClr val="FFFF0A"/>
                </a:solidFill>
                <a:latin typeface="Space Grotesk"/>
                <a:ea typeface="Space Grotesk"/>
                <a:cs typeface="Space Grotesk"/>
              </a:defRPr>
            </a:lvl6pPr>
            <a:lvl7pPr algn="l">
              <a:defRPr sz="1200" b="1">
                <a:solidFill>
                  <a:srgbClr val="FFFF0A"/>
                </a:solidFill>
                <a:latin typeface="Space Grotesk"/>
                <a:ea typeface="Space Grotesk"/>
                <a:cs typeface="Space Grotesk"/>
              </a:defRPr>
            </a:lvl7pPr>
            <a:lvl8pPr algn="l">
              <a:defRPr sz="1200" b="1">
                <a:solidFill>
                  <a:srgbClr val="FFFF0A"/>
                </a:solidFill>
                <a:latin typeface="Space Grotesk"/>
                <a:ea typeface="Space Grotesk"/>
                <a:cs typeface="Space Grotesk"/>
              </a:defRPr>
            </a:lvl8pPr>
            <a:lvl9pPr algn="l">
              <a:defRPr sz="1200" b="1">
                <a:solidFill>
                  <a:srgbClr val="FFFF0A"/>
                </a:solidFill>
                <a:latin typeface="Space Grotesk"/>
                <a:ea typeface="Space Grotesk"/>
                <a:cs typeface="Space Grotesk"/>
              </a:defRPr>
            </a:lvl9pPr>
          </a:lstStyle>
          <a:p xmlns:a="http://schemas.openxmlformats.org/drawingml/2006/main">
            <a:pPr algn="l">
              <a:lnSpc>
                <a:spcPct val="100000"/>
              </a:lnSpc>
              <a:buNone/>
              <a:defRPr sz="1200" b="1">
                <a:solidFill>
                  <a:srgbClr val="FFFF0A"/>
                </a:solidFill>
                <a:latin typeface="Space Grotesk"/>
                <a:ea typeface="Space Grotesk"/>
                <a:cs typeface="Space Grotesk"/>
              </a:defRPr>
            </a:pPr>
            <a:r>
              <a:rPr sz="1200" b="1">
                <a:solidFill>
                  <a:srgbClr val="FFFF0A"/>
                </a:solidFill>
                <a:latin typeface="Space Grotesk"/>
                <a:ea typeface="Space Grotesk"/>
                <a:cs typeface="Space Grotesk"/>
              </a:rPr>
              <a:t>3fp.org</a:t>
            </a:r>
          </a:p>
        </p:txBody>
      </p:sp>
      <p:sp>
        <p:nvSpPr>
          <p:cNvPr id="17" name="Groups and public rides">
            <a:extLst xmlns:a="http://schemas.openxmlformats.org/drawingml/2006/main">
              <a:ext uri="{FF2B5EF4-FFF2-40B4-BE49-F238E27FC236}">
                <a16:creationId xmlns:a16="http://schemas.microsoft.com/office/drawing/2014/main" id="{09C6A5F2-6BCB-4C44-86A2-976D57E8F646}"/>
              </a:ext>
            </a:extLst>
          </p:cNvPr>
          <p:cNvSpPr>
            <a:spLocks xmlns:a="http://schemas.openxmlformats.org/drawingml/2006/main" noGrp="1"/>
          </p:cNvSpPr>
          <p:nvPr/>
        </p:nvSpPr>
        <p:spPr>
          <a:xfrm xmlns:a="http://schemas.openxmlformats.org/drawingml/2006/main">
            <a:off x="704850" y="5095875"/>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20" b="1">
                <a:solidFill>
                  <a:srgbClr val="FFFFFF"/>
                </a:solidFill>
                <a:latin typeface="Arial"/>
                <a:ea typeface="Arial"/>
                <a:cs typeface="Arial"/>
              </a:defRPr>
            </a:defPPr>
            <a:lvl1pPr algn="l">
              <a:defRPr sz="920" b="1">
                <a:solidFill>
                  <a:srgbClr val="FFFFFF"/>
                </a:solidFill>
                <a:latin typeface="Arial"/>
                <a:ea typeface="Arial"/>
                <a:cs typeface="Arial"/>
              </a:defRPr>
            </a:lvl1pPr>
            <a:lvl2pPr algn="l">
              <a:defRPr sz="920" b="1">
                <a:solidFill>
                  <a:srgbClr val="FFFFFF"/>
                </a:solidFill>
                <a:latin typeface="Arial"/>
                <a:ea typeface="Arial"/>
                <a:cs typeface="Arial"/>
              </a:defRPr>
            </a:lvl2pPr>
            <a:lvl3pPr algn="l">
              <a:defRPr sz="920" b="1">
                <a:solidFill>
                  <a:srgbClr val="FFFFFF"/>
                </a:solidFill>
                <a:latin typeface="Arial"/>
                <a:ea typeface="Arial"/>
                <a:cs typeface="Arial"/>
              </a:defRPr>
            </a:lvl3pPr>
            <a:lvl4pPr algn="l">
              <a:defRPr sz="920" b="1">
                <a:solidFill>
                  <a:srgbClr val="FFFFFF"/>
                </a:solidFill>
                <a:latin typeface="Arial"/>
                <a:ea typeface="Arial"/>
                <a:cs typeface="Arial"/>
              </a:defRPr>
            </a:lvl4pPr>
            <a:lvl5pPr algn="l">
              <a:defRPr sz="920" b="1">
                <a:solidFill>
                  <a:srgbClr val="FFFFFF"/>
                </a:solidFill>
                <a:latin typeface="Arial"/>
                <a:ea typeface="Arial"/>
                <a:cs typeface="Arial"/>
              </a:defRPr>
            </a:lvl5pPr>
            <a:lvl6pPr algn="l">
              <a:defRPr sz="920" b="1">
                <a:solidFill>
                  <a:srgbClr val="FFFFFF"/>
                </a:solidFill>
                <a:latin typeface="Arial"/>
                <a:ea typeface="Arial"/>
                <a:cs typeface="Arial"/>
              </a:defRPr>
            </a:lvl6pPr>
            <a:lvl7pPr algn="l">
              <a:defRPr sz="920" b="1">
                <a:solidFill>
                  <a:srgbClr val="FFFFFF"/>
                </a:solidFill>
                <a:latin typeface="Arial"/>
                <a:ea typeface="Arial"/>
                <a:cs typeface="Arial"/>
              </a:defRPr>
            </a:lvl7pPr>
            <a:lvl8pPr algn="l">
              <a:defRPr sz="920" b="1">
                <a:solidFill>
                  <a:srgbClr val="FFFFFF"/>
                </a:solidFill>
                <a:latin typeface="Arial"/>
                <a:ea typeface="Arial"/>
                <a:cs typeface="Arial"/>
              </a:defRPr>
            </a:lvl8pPr>
            <a:lvl9pPr algn="l">
              <a:defRPr sz="920" b="1">
                <a:solidFill>
                  <a:srgbClr val="FFFFFF"/>
                </a:solidFill>
                <a:latin typeface="Arial"/>
                <a:ea typeface="Arial"/>
                <a:cs typeface="Arial"/>
              </a:defRPr>
            </a:lvl9pPr>
          </a:lstStyle>
          <a:p xmlns:a="http://schemas.openxmlformats.org/drawingml/2006/main">
            <a:pPr algn="l">
              <a:lnSpc>
                <a:spcPct val="100000"/>
              </a:lnSpc>
              <a:buNone/>
              <a:defRPr sz="920" b="1">
                <a:solidFill>
                  <a:srgbClr val="FFFFFF"/>
                </a:solidFill>
                <a:latin typeface="Arial"/>
                <a:ea typeface="Arial"/>
                <a:cs typeface="Arial"/>
              </a:defRPr>
            </a:pPr>
            <a:r>
              <a:rPr sz="920" b="1">
                <a:solidFill>
                  <a:srgbClr val="FFFFFF"/>
                </a:solidFill>
                <a:latin typeface="Arial"/>
                <a:ea typeface="Arial"/>
                <a:cs typeface="Arial"/>
              </a:rPr>
              <a:t>Find groups and public rides at 3fp.org.</a:t>
            </a:r>
          </a:p>
        </p:txBody>
      </p:sp>
    </p:spTree>
    <p:extLst>
      <p:ext uri="{BB962C8B-B14F-4D97-AF65-F5344CB8AC3E}">
        <p14:creationId xmlns:p14="http://schemas.microsoft.com/office/powerpoint/2010/main" val="1255285639"/>
      </p:ext>
    </p:extLst>
  </p:cSld>
</p:sld>
</file>

<file path=ppt/slides/slide2.xml><?xml version="1.0" encoding="utf-8"?>
<p:sld xmlns:p="http://schemas.openxmlformats.org/presentationml/2006/main">
  <p:cSld>
    <p:bg>
      <p:bgPr>
        <a:solidFill xmlns:a="http://schemas.openxmlformats.org/drawingml/2006/main">
          <a:srgbClr val="35125F"/>
        </a:solidFill>
      </p:bgPr>
    </p:bg>
    <p:spTree>
      <p:nvGrpSpPr>
        <p:cNvPr id="1" name=""/>
        <p:cNvGrpSpPr/>
        <p:nvPr/>
      </p:nvGrpSpPr>
      <p:grpSpPr>
        <a:xfrm xmlns:a="http://schemas.openxmlformats.org/drawingml/2006/main"/>
      </p:grpSpPr>
      <p:sp>
        <p:nvSpPr>
          <p:cNvPr id="18" name="Door back top accent">
            <a:extLst xmlns:a="http://schemas.openxmlformats.org/drawingml/2006/main">
              <a:ext uri="{FF2B5EF4-FFF2-40B4-BE49-F238E27FC236}">
                <a16:creationId xmlns:a16="http://schemas.microsoft.com/office/drawing/2014/main" id="{1B6CF456-FD80-41D8-91E2-6F2E3C65798F}"/>
              </a:ext>
            </a:extLst>
          </p:cNvPr>
          <p:cNvSpPr>
            <a:spLocks xmlns:a="http://schemas.openxmlformats.org/drawingml/2006/main" noGrp="1"/>
          </p:cNvSpPr>
          <p:nvPr/>
        </p:nvSpPr>
        <p:spPr>
          <a:xfrm xmlns:a="http://schemas.openxmlformats.org/drawingml/2006/main">
            <a:off x="0" y="0"/>
            <a:ext cx="3657600" cy="85725"/>
          </a:xfrm>
          <a:prstGeom xmlns:a="http://schemas.openxmlformats.org/drawingml/2006/main" prst="rect">
            <a:avLst/>
          </a:prstGeom>
          <a:solidFill xmlns:a="http://schemas.openxmlformats.org/drawingml/2006/main">
            <a:srgbClr val="1FB8B2"/>
          </a:solidFill>
          <a:ln xmlns:a="http://schemas.openxmlformats.org/drawingml/2006/main" w="0">
            <a:noFill/>
            <a:prstDash val="solid"/>
          </a:ln>
        </p:spPr>
      </p:sp>
      <p:sp>
        <p:nvSpPr>
          <p:cNvPr id="2" name="Door back kicker">
            <a:extLst xmlns:a="http://schemas.openxmlformats.org/drawingml/2006/main">
              <a:ext uri="{FF2B5EF4-FFF2-40B4-BE49-F238E27FC236}">
                <a16:creationId xmlns:a16="http://schemas.microsoft.com/office/drawing/2014/main" id="{25ECF32E-D179-403F-9D44-D9B457DF2C10}"/>
              </a:ext>
            </a:extLst>
          </p:cNvPr>
          <p:cNvSpPr>
            <a:spLocks xmlns:a="http://schemas.openxmlformats.org/drawingml/2006/main" noGrp="1"/>
          </p:cNvSpPr>
          <p:nvPr/>
        </p:nvSpPr>
        <p:spPr>
          <a:xfrm xmlns:a="http://schemas.openxmlformats.org/drawingml/2006/main">
            <a:off x="180975" y="295275"/>
            <a:ext cx="3257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50" b="1">
                <a:solidFill>
                  <a:srgbClr val="FFFF0A"/>
                </a:solidFill>
                <a:latin typeface="Space Grotesk"/>
                <a:ea typeface="Space Grotesk"/>
                <a:cs typeface="Space Grotesk"/>
              </a:defRPr>
            </a:defPPr>
            <a:lvl1pPr algn="l">
              <a:defRPr sz="1250" b="1">
                <a:solidFill>
                  <a:srgbClr val="FFFF0A"/>
                </a:solidFill>
                <a:latin typeface="Space Grotesk"/>
                <a:ea typeface="Space Grotesk"/>
                <a:cs typeface="Space Grotesk"/>
              </a:defRPr>
            </a:lvl1pPr>
            <a:lvl2pPr algn="l">
              <a:defRPr sz="1250" b="1">
                <a:solidFill>
                  <a:srgbClr val="FFFF0A"/>
                </a:solidFill>
                <a:latin typeface="Space Grotesk"/>
                <a:ea typeface="Space Grotesk"/>
                <a:cs typeface="Space Grotesk"/>
              </a:defRPr>
            </a:lvl2pPr>
            <a:lvl3pPr algn="l">
              <a:defRPr sz="1250" b="1">
                <a:solidFill>
                  <a:srgbClr val="FFFF0A"/>
                </a:solidFill>
                <a:latin typeface="Space Grotesk"/>
                <a:ea typeface="Space Grotesk"/>
                <a:cs typeface="Space Grotesk"/>
              </a:defRPr>
            </a:lvl3pPr>
            <a:lvl4pPr algn="l">
              <a:defRPr sz="1250" b="1">
                <a:solidFill>
                  <a:srgbClr val="FFFF0A"/>
                </a:solidFill>
                <a:latin typeface="Space Grotesk"/>
                <a:ea typeface="Space Grotesk"/>
                <a:cs typeface="Space Grotesk"/>
              </a:defRPr>
            </a:lvl4pPr>
            <a:lvl5pPr algn="l">
              <a:defRPr sz="1250" b="1">
                <a:solidFill>
                  <a:srgbClr val="FFFF0A"/>
                </a:solidFill>
                <a:latin typeface="Space Grotesk"/>
                <a:ea typeface="Space Grotesk"/>
                <a:cs typeface="Space Grotesk"/>
              </a:defRPr>
            </a:lvl5pPr>
            <a:lvl6pPr algn="l">
              <a:defRPr sz="1250" b="1">
                <a:solidFill>
                  <a:srgbClr val="FFFF0A"/>
                </a:solidFill>
                <a:latin typeface="Space Grotesk"/>
                <a:ea typeface="Space Grotesk"/>
                <a:cs typeface="Space Grotesk"/>
              </a:defRPr>
            </a:lvl6pPr>
            <a:lvl7pPr algn="l">
              <a:defRPr sz="1250" b="1">
                <a:solidFill>
                  <a:srgbClr val="FFFF0A"/>
                </a:solidFill>
                <a:latin typeface="Space Grotesk"/>
                <a:ea typeface="Space Grotesk"/>
                <a:cs typeface="Space Grotesk"/>
              </a:defRPr>
            </a:lvl7pPr>
            <a:lvl8pPr algn="l">
              <a:defRPr sz="1250" b="1">
                <a:solidFill>
                  <a:srgbClr val="FFFF0A"/>
                </a:solidFill>
                <a:latin typeface="Space Grotesk"/>
                <a:ea typeface="Space Grotesk"/>
                <a:cs typeface="Space Grotesk"/>
              </a:defRPr>
            </a:lvl8pPr>
            <a:lvl9pPr algn="l">
              <a:defRPr sz="1250" b="1">
                <a:solidFill>
                  <a:srgbClr val="FFFF0A"/>
                </a:solidFill>
                <a:latin typeface="Space Grotesk"/>
                <a:ea typeface="Space Grotesk"/>
                <a:cs typeface="Space Grotesk"/>
              </a:defRPr>
            </a:lvl9pPr>
          </a:lstStyle>
          <a:p xmlns:a="http://schemas.openxmlformats.org/drawingml/2006/main">
            <a:pPr algn="l">
              <a:lnSpc>
                <a:spcPct val="100000"/>
              </a:lnSpc>
              <a:buNone/>
              <a:defRPr sz="1250" b="1">
                <a:solidFill>
                  <a:srgbClr val="FFFF0A"/>
                </a:solidFill>
                <a:latin typeface="Space Grotesk"/>
                <a:ea typeface="Space Grotesk"/>
                <a:cs typeface="Space Grotesk"/>
              </a:defRPr>
            </a:pPr>
            <a:r>
              <a:rPr sz="1250" b="1">
                <a:solidFill>
                  <a:srgbClr val="FFFF0A"/>
                </a:solidFill>
                <a:latin typeface="Space Grotesk"/>
                <a:ea typeface="Space Grotesk"/>
                <a:cs typeface="Space Grotesk"/>
              </a:rPr>
              <a:t>S.P.A.C.E. · C</a:t>
            </a:r>
          </a:p>
        </p:txBody>
      </p:sp>
      <p:sp>
        <p:nvSpPr>
          <p:cNvPr id="3" name="Door back relationship line">
            <a:extLst xmlns:a="http://schemas.openxmlformats.org/drawingml/2006/main">
              <a:ext uri="{FF2B5EF4-FFF2-40B4-BE49-F238E27FC236}">
                <a16:creationId xmlns:a16="http://schemas.microsoft.com/office/drawing/2014/main" id="{0951D716-417D-4526-BE6F-3892C4BCC97D}"/>
              </a:ext>
            </a:extLst>
          </p:cNvPr>
          <p:cNvSpPr>
            <a:spLocks xmlns:a="http://schemas.openxmlformats.org/drawingml/2006/main" noGrp="1"/>
          </p:cNvSpPr>
          <p:nvPr/>
        </p:nvSpPr>
        <p:spPr>
          <a:xfrm xmlns:a="http://schemas.openxmlformats.org/drawingml/2006/main">
            <a:off x="180975" y="619125"/>
            <a:ext cx="32956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50" b="1">
                <a:solidFill>
                  <a:srgbClr val="FFFFFF"/>
                </a:solidFill>
                <a:latin typeface="Space Grotesk"/>
                <a:ea typeface="Space Grotesk"/>
                <a:cs typeface="Space Grotesk"/>
              </a:defRPr>
            </a:defPPr>
            <a:lvl1pPr algn="l">
              <a:defRPr sz="1750" b="1">
                <a:solidFill>
                  <a:srgbClr val="FFFFFF"/>
                </a:solidFill>
                <a:latin typeface="Space Grotesk"/>
                <a:ea typeface="Space Grotesk"/>
                <a:cs typeface="Space Grotesk"/>
              </a:defRPr>
            </a:lvl1pPr>
            <a:lvl2pPr algn="l">
              <a:defRPr sz="1750" b="1">
                <a:solidFill>
                  <a:srgbClr val="FFFFFF"/>
                </a:solidFill>
                <a:latin typeface="Space Grotesk"/>
                <a:ea typeface="Space Grotesk"/>
                <a:cs typeface="Space Grotesk"/>
              </a:defRPr>
            </a:lvl2pPr>
            <a:lvl3pPr algn="l">
              <a:defRPr sz="1750" b="1">
                <a:solidFill>
                  <a:srgbClr val="FFFFFF"/>
                </a:solidFill>
                <a:latin typeface="Space Grotesk"/>
                <a:ea typeface="Space Grotesk"/>
                <a:cs typeface="Space Grotesk"/>
              </a:defRPr>
            </a:lvl3pPr>
            <a:lvl4pPr algn="l">
              <a:defRPr sz="1750" b="1">
                <a:solidFill>
                  <a:srgbClr val="FFFFFF"/>
                </a:solidFill>
                <a:latin typeface="Space Grotesk"/>
                <a:ea typeface="Space Grotesk"/>
                <a:cs typeface="Space Grotesk"/>
              </a:defRPr>
            </a:lvl4pPr>
            <a:lvl5pPr algn="l">
              <a:defRPr sz="1750" b="1">
                <a:solidFill>
                  <a:srgbClr val="FFFFFF"/>
                </a:solidFill>
                <a:latin typeface="Space Grotesk"/>
                <a:ea typeface="Space Grotesk"/>
                <a:cs typeface="Space Grotesk"/>
              </a:defRPr>
            </a:lvl5pPr>
            <a:lvl6pPr algn="l">
              <a:defRPr sz="1750" b="1">
                <a:solidFill>
                  <a:srgbClr val="FFFFFF"/>
                </a:solidFill>
                <a:latin typeface="Space Grotesk"/>
                <a:ea typeface="Space Grotesk"/>
                <a:cs typeface="Space Grotesk"/>
              </a:defRPr>
            </a:lvl6pPr>
            <a:lvl7pPr algn="l">
              <a:defRPr sz="1750" b="1">
                <a:solidFill>
                  <a:srgbClr val="FFFFFF"/>
                </a:solidFill>
                <a:latin typeface="Space Grotesk"/>
                <a:ea typeface="Space Grotesk"/>
                <a:cs typeface="Space Grotesk"/>
              </a:defRPr>
            </a:lvl7pPr>
            <a:lvl8pPr algn="l">
              <a:defRPr sz="1750" b="1">
                <a:solidFill>
                  <a:srgbClr val="FFFFFF"/>
                </a:solidFill>
                <a:latin typeface="Space Grotesk"/>
                <a:ea typeface="Space Grotesk"/>
                <a:cs typeface="Space Grotesk"/>
              </a:defRPr>
            </a:lvl8pPr>
            <a:lvl9pPr algn="l">
              <a:defRPr sz="1750" b="1">
                <a:solidFill>
                  <a:srgbClr val="FFFFFF"/>
                </a:solidFill>
                <a:latin typeface="Space Grotesk"/>
                <a:ea typeface="Space Grotesk"/>
                <a:cs typeface="Space Grotesk"/>
              </a:defRPr>
            </a:lvl9pPr>
          </a:lstStyle>
          <a:p xmlns:a="http://schemas.openxmlformats.org/drawingml/2006/main">
            <a:pPr algn="l">
              <a:lnSpc>
                <a:spcPct val="100000"/>
              </a:lnSpc>
              <a:buNone/>
              <a:defRPr sz="1750" b="1">
                <a:solidFill>
                  <a:srgbClr val="FFFFFF"/>
                </a:solidFill>
                <a:latin typeface="Space Grotesk"/>
                <a:ea typeface="Space Grotesk"/>
                <a:cs typeface="Space Grotesk"/>
              </a:defRPr>
            </a:pPr>
            <a:r>
              <a:rPr sz="1750" b="1">
                <a:solidFill>
                  <a:srgbClr val="FFFFFF"/>
                </a:solidFill>
                <a:latin typeface="Space Grotesk"/>
                <a:ea typeface="Space Grotesk"/>
                <a:cs typeface="Space Grotesk"/>
              </a:rPr>
              <a:t>A father riding straight.</a:t>
            </a:r>
          </a:p>
        </p:txBody>
      </p:sp>
      <p:sp>
        <p:nvSpPr>
          <p:cNvPr id="4" name="Door back action headline">
            <a:extLst xmlns:a="http://schemas.openxmlformats.org/drawingml/2006/main">
              <a:ext uri="{FF2B5EF4-FFF2-40B4-BE49-F238E27FC236}">
                <a16:creationId xmlns:a16="http://schemas.microsoft.com/office/drawing/2014/main" id="{7A718335-2D01-40A9-B3C1-6339AB6128DA}"/>
              </a:ext>
            </a:extLst>
          </p:cNvPr>
          <p:cNvSpPr>
            <a:spLocks xmlns:a="http://schemas.openxmlformats.org/drawingml/2006/main" noGrp="1"/>
          </p:cNvSpPr>
          <p:nvPr/>
        </p:nvSpPr>
        <p:spPr>
          <a:xfrm xmlns:a="http://schemas.openxmlformats.org/drawingml/2006/main">
            <a:off x="180975" y="895350"/>
            <a:ext cx="3295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50" b="1">
                <a:solidFill>
                  <a:srgbClr val="FFFF0A"/>
                </a:solidFill>
                <a:latin typeface="Space Grotesk"/>
                <a:ea typeface="Space Grotesk"/>
                <a:cs typeface="Space Grotesk"/>
              </a:defRPr>
            </a:defPPr>
            <a:lvl1pPr algn="l">
              <a:defRPr sz="1850" b="1">
                <a:solidFill>
                  <a:srgbClr val="FFFF0A"/>
                </a:solidFill>
                <a:latin typeface="Space Grotesk"/>
                <a:ea typeface="Space Grotesk"/>
                <a:cs typeface="Space Grotesk"/>
              </a:defRPr>
            </a:lvl1pPr>
            <a:lvl2pPr algn="l">
              <a:defRPr sz="1850" b="1">
                <a:solidFill>
                  <a:srgbClr val="FFFF0A"/>
                </a:solidFill>
                <a:latin typeface="Space Grotesk"/>
                <a:ea typeface="Space Grotesk"/>
                <a:cs typeface="Space Grotesk"/>
              </a:defRPr>
            </a:lvl2pPr>
            <a:lvl3pPr algn="l">
              <a:defRPr sz="1850" b="1">
                <a:solidFill>
                  <a:srgbClr val="FFFF0A"/>
                </a:solidFill>
                <a:latin typeface="Space Grotesk"/>
                <a:ea typeface="Space Grotesk"/>
                <a:cs typeface="Space Grotesk"/>
              </a:defRPr>
            </a:lvl3pPr>
            <a:lvl4pPr algn="l">
              <a:defRPr sz="1850" b="1">
                <a:solidFill>
                  <a:srgbClr val="FFFF0A"/>
                </a:solidFill>
                <a:latin typeface="Space Grotesk"/>
                <a:ea typeface="Space Grotesk"/>
                <a:cs typeface="Space Grotesk"/>
              </a:defRPr>
            </a:lvl4pPr>
            <a:lvl5pPr algn="l">
              <a:defRPr sz="1850" b="1">
                <a:solidFill>
                  <a:srgbClr val="FFFF0A"/>
                </a:solidFill>
                <a:latin typeface="Space Grotesk"/>
                <a:ea typeface="Space Grotesk"/>
                <a:cs typeface="Space Grotesk"/>
              </a:defRPr>
            </a:lvl5pPr>
            <a:lvl6pPr algn="l">
              <a:defRPr sz="1850" b="1">
                <a:solidFill>
                  <a:srgbClr val="FFFF0A"/>
                </a:solidFill>
                <a:latin typeface="Space Grotesk"/>
                <a:ea typeface="Space Grotesk"/>
                <a:cs typeface="Space Grotesk"/>
              </a:defRPr>
            </a:lvl6pPr>
            <a:lvl7pPr algn="l">
              <a:defRPr sz="1850" b="1">
                <a:solidFill>
                  <a:srgbClr val="FFFF0A"/>
                </a:solidFill>
                <a:latin typeface="Space Grotesk"/>
                <a:ea typeface="Space Grotesk"/>
                <a:cs typeface="Space Grotesk"/>
              </a:defRPr>
            </a:lvl7pPr>
            <a:lvl8pPr algn="l">
              <a:defRPr sz="1850" b="1">
                <a:solidFill>
                  <a:srgbClr val="FFFF0A"/>
                </a:solidFill>
                <a:latin typeface="Space Grotesk"/>
                <a:ea typeface="Space Grotesk"/>
                <a:cs typeface="Space Grotesk"/>
              </a:defRPr>
            </a:lvl8pPr>
            <a:lvl9pPr algn="l">
              <a:defRPr sz="1850" b="1">
                <a:solidFill>
                  <a:srgbClr val="FFFF0A"/>
                </a:solidFill>
                <a:latin typeface="Space Grotesk"/>
                <a:ea typeface="Space Grotesk"/>
                <a:cs typeface="Space Grotesk"/>
              </a:defRPr>
            </a:lvl9pPr>
          </a:lstStyle>
          <a:p xmlns:a="http://schemas.openxmlformats.org/drawingml/2006/main">
            <a:pPr algn="l">
              <a:lnSpc>
                <a:spcPct val="100000"/>
              </a:lnSpc>
              <a:buNone/>
              <a:defRPr sz="1850" b="1">
                <a:solidFill>
                  <a:srgbClr val="FFFF0A"/>
                </a:solidFill>
                <a:latin typeface="Space Grotesk"/>
                <a:ea typeface="Space Grotesk"/>
                <a:cs typeface="Space Grotesk"/>
              </a:defRPr>
            </a:pPr>
            <a:r>
              <a:rPr sz="1850" b="1">
                <a:solidFill>
                  <a:srgbClr val="FFFF0A"/>
                </a:solidFill>
                <a:latin typeface="Space Grotesk"/>
                <a:ea typeface="Space Grotesk"/>
                <a:cs typeface="Space Grotesk"/>
              </a:rPr>
              <a:t>CHECK, THEN WAIT.</a:t>
            </a:r>
          </a:p>
        </p:txBody>
      </p:sp>
      <p:sp>
        <p:nvSpPr>
          <p:cNvPr id="5" name="Door take-home cue">
            <a:extLst xmlns:a="http://schemas.openxmlformats.org/drawingml/2006/main">
              <a:ext uri="{FF2B5EF4-FFF2-40B4-BE49-F238E27FC236}">
                <a16:creationId xmlns:a16="http://schemas.microsoft.com/office/drawing/2014/main" id="{17831687-C331-4E12-BDFE-A6CAA1225A76}"/>
              </a:ext>
            </a:extLst>
          </p:cNvPr>
          <p:cNvSpPr>
            <a:spLocks xmlns:a="http://schemas.openxmlformats.org/drawingml/2006/main" noGrp="1"/>
          </p:cNvSpPr>
          <p:nvPr/>
        </p:nvSpPr>
        <p:spPr>
          <a:xfrm xmlns:a="http://schemas.openxmlformats.org/drawingml/2006/main">
            <a:off x="180975" y="1428750"/>
            <a:ext cx="32766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50" b="1">
                <a:solidFill>
                  <a:srgbClr val="FFFF0A"/>
                </a:solidFill>
                <a:latin typeface="Space Grotesk"/>
                <a:ea typeface="Space Grotesk"/>
                <a:cs typeface="Space Grotesk"/>
              </a:defRPr>
            </a:defPPr>
            <a:lvl1pPr algn="l">
              <a:defRPr sz="1550" b="1">
                <a:solidFill>
                  <a:srgbClr val="FFFF0A"/>
                </a:solidFill>
                <a:latin typeface="Space Grotesk"/>
                <a:ea typeface="Space Grotesk"/>
                <a:cs typeface="Space Grotesk"/>
              </a:defRPr>
            </a:lvl1pPr>
            <a:lvl2pPr algn="l">
              <a:defRPr sz="1550" b="1">
                <a:solidFill>
                  <a:srgbClr val="FFFF0A"/>
                </a:solidFill>
                <a:latin typeface="Space Grotesk"/>
                <a:ea typeface="Space Grotesk"/>
                <a:cs typeface="Space Grotesk"/>
              </a:defRPr>
            </a:lvl2pPr>
            <a:lvl3pPr algn="l">
              <a:defRPr sz="1550" b="1">
                <a:solidFill>
                  <a:srgbClr val="FFFF0A"/>
                </a:solidFill>
                <a:latin typeface="Space Grotesk"/>
                <a:ea typeface="Space Grotesk"/>
                <a:cs typeface="Space Grotesk"/>
              </a:defRPr>
            </a:lvl3pPr>
            <a:lvl4pPr algn="l">
              <a:defRPr sz="1550" b="1">
                <a:solidFill>
                  <a:srgbClr val="FFFF0A"/>
                </a:solidFill>
                <a:latin typeface="Space Grotesk"/>
                <a:ea typeface="Space Grotesk"/>
                <a:cs typeface="Space Grotesk"/>
              </a:defRPr>
            </a:lvl4pPr>
            <a:lvl5pPr algn="l">
              <a:defRPr sz="1550" b="1">
                <a:solidFill>
                  <a:srgbClr val="FFFF0A"/>
                </a:solidFill>
                <a:latin typeface="Space Grotesk"/>
                <a:ea typeface="Space Grotesk"/>
                <a:cs typeface="Space Grotesk"/>
              </a:defRPr>
            </a:lvl5pPr>
            <a:lvl6pPr algn="l">
              <a:defRPr sz="1550" b="1">
                <a:solidFill>
                  <a:srgbClr val="FFFF0A"/>
                </a:solidFill>
                <a:latin typeface="Space Grotesk"/>
                <a:ea typeface="Space Grotesk"/>
                <a:cs typeface="Space Grotesk"/>
              </a:defRPr>
            </a:lvl6pPr>
            <a:lvl7pPr algn="l">
              <a:defRPr sz="1550" b="1">
                <a:solidFill>
                  <a:srgbClr val="FFFF0A"/>
                </a:solidFill>
                <a:latin typeface="Space Grotesk"/>
                <a:ea typeface="Space Grotesk"/>
                <a:cs typeface="Space Grotesk"/>
              </a:defRPr>
            </a:lvl7pPr>
            <a:lvl8pPr algn="l">
              <a:defRPr sz="1550" b="1">
                <a:solidFill>
                  <a:srgbClr val="FFFF0A"/>
                </a:solidFill>
                <a:latin typeface="Space Grotesk"/>
                <a:ea typeface="Space Grotesk"/>
                <a:cs typeface="Space Grotesk"/>
              </a:defRPr>
            </a:lvl8pPr>
            <a:lvl9pPr algn="l">
              <a:defRPr sz="1550" b="1">
                <a:solidFill>
                  <a:srgbClr val="FFFF0A"/>
                </a:solidFill>
                <a:latin typeface="Space Grotesk"/>
                <a:ea typeface="Space Grotesk"/>
                <a:cs typeface="Space Grotesk"/>
              </a:defRPr>
            </a:lvl9pPr>
          </a:lstStyle>
          <a:p xmlns:a="http://schemas.openxmlformats.org/drawingml/2006/main">
            <a:pPr algn="l">
              <a:lnSpc>
                <a:spcPct val="100000"/>
              </a:lnSpc>
              <a:buNone/>
              <a:defRPr sz="1550" b="1">
                <a:solidFill>
                  <a:srgbClr val="FFFF0A"/>
                </a:solidFill>
                <a:latin typeface="Space Grotesk"/>
                <a:ea typeface="Space Grotesk"/>
                <a:cs typeface="Space Grotesk"/>
              </a:defRPr>
            </a:pPr>
            <a:r>
              <a:rPr sz="1550" b="1">
                <a:solidFill>
                  <a:srgbClr val="FFFF0A"/>
                </a:solidFill>
                <a:latin typeface="Space Grotesk"/>
                <a:ea typeface="Space Grotesk"/>
                <a:cs typeface="Space Grotesk"/>
              </a:rPr>
              <a:t>Before turning, look ahead, beside, and behind.</a:t>
            </a:r>
          </a:p>
        </p:txBody>
      </p:sp>
      <p:sp>
        <p:nvSpPr>
          <p:cNvPr id="6" name="Door back divider">
            <a:extLst xmlns:a="http://schemas.openxmlformats.org/drawingml/2006/main">
              <a:ext uri="{FF2B5EF4-FFF2-40B4-BE49-F238E27FC236}">
                <a16:creationId xmlns:a16="http://schemas.microsoft.com/office/drawing/2014/main" id="{4E557242-69F3-44E0-930A-598B3FE58D99}"/>
              </a:ext>
            </a:extLst>
          </p:cNvPr>
          <p:cNvSpPr>
            <a:spLocks xmlns:a="http://schemas.openxmlformats.org/drawingml/2006/main" noGrp="1"/>
          </p:cNvSpPr>
          <p:nvPr/>
        </p:nvSpPr>
        <p:spPr>
          <a:xfrm xmlns:a="http://schemas.openxmlformats.org/drawingml/2006/main">
            <a:off x="180975" y="2247900"/>
            <a:ext cx="3286125" cy="38100"/>
          </a:xfrm>
          <a:prstGeom xmlns:a="http://schemas.openxmlformats.org/drawingml/2006/main" prst="rect">
            <a:avLst/>
          </a:prstGeom>
          <a:solidFill xmlns:a="http://schemas.openxmlformats.org/drawingml/2006/main">
            <a:srgbClr val="FF0180"/>
          </a:solidFill>
          <a:ln xmlns:a="http://schemas.openxmlformats.org/drawingml/2006/main" w="0">
            <a:noFill/>
            <a:prstDash val="solid"/>
          </a:ln>
        </p:spPr>
      </p:sp>
      <p:sp>
        <p:nvSpPr>
          <p:cNvPr id="7" name="Turn reminder heading">
            <a:extLst xmlns:a="http://schemas.openxmlformats.org/drawingml/2006/main">
              <a:ext uri="{FF2B5EF4-FFF2-40B4-BE49-F238E27FC236}">
                <a16:creationId xmlns:a16="http://schemas.microsoft.com/office/drawing/2014/main" id="{44E54BBF-148B-4304-AD8B-8FB4160BD296}"/>
              </a:ext>
            </a:extLst>
          </p:cNvPr>
          <p:cNvSpPr>
            <a:spLocks xmlns:a="http://schemas.openxmlformats.org/drawingml/2006/main" noGrp="1"/>
          </p:cNvSpPr>
          <p:nvPr/>
        </p:nvSpPr>
        <p:spPr>
          <a:xfrm xmlns:a="http://schemas.openxmlformats.org/drawingml/2006/main">
            <a:off x="180975" y="2447925"/>
            <a:ext cx="3276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50" b="1">
                <a:solidFill>
                  <a:srgbClr val="1FB8B2"/>
                </a:solidFill>
                <a:latin typeface="Space Grotesk"/>
                <a:ea typeface="Space Grotesk"/>
                <a:cs typeface="Space Grotesk"/>
              </a:defRPr>
            </a:defPPr>
            <a:lvl1pPr algn="l">
              <a:defRPr sz="1250" b="1">
                <a:solidFill>
                  <a:srgbClr val="1FB8B2"/>
                </a:solidFill>
                <a:latin typeface="Space Grotesk"/>
                <a:ea typeface="Space Grotesk"/>
                <a:cs typeface="Space Grotesk"/>
              </a:defRPr>
            </a:lvl1pPr>
            <a:lvl2pPr algn="l">
              <a:defRPr sz="1250" b="1">
                <a:solidFill>
                  <a:srgbClr val="1FB8B2"/>
                </a:solidFill>
                <a:latin typeface="Space Grotesk"/>
                <a:ea typeface="Space Grotesk"/>
                <a:cs typeface="Space Grotesk"/>
              </a:defRPr>
            </a:lvl2pPr>
            <a:lvl3pPr algn="l">
              <a:defRPr sz="1250" b="1">
                <a:solidFill>
                  <a:srgbClr val="1FB8B2"/>
                </a:solidFill>
                <a:latin typeface="Space Grotesk"/>
                <a:ea typeface="Space Grotesk"/>
                <a:cs typeface="Space Grotesk"/>
              </a:defRPr>
            </a:lvl3pPr>
            <a:lvl4pPr algn="l">
              <a:defRPr sz="1250" b="1">
                <a:solidFill>
                  <a:srgbClr val="1FB8B2"/>
                </a:solidFill>
                <a:latin typeface="Space Grotesk"/>
                <a:ea typeface="Space Grotesk"/>
                <a:cs typeface="Space Grotesk"/>
              </a:defRPr>
            </a:lvl4pPr>
            <a:lvl5pPr algn="l">
              <a:defRPr sz="1250" b="1">
                <a:solidFill>
                  <a:srgbClr val="1FB8B2"/>
                </a:solidFill>
                <a:latin typeface="Space Grotesk"/>
                <a:ea typeface="Space Grotesk"/>
                <a:cs typeface="Space Grotesk"/>
              </a:defRPr>
            </a:lvl5pPr>
            <a:lvl6pPr algn="l">
              <a:defRPr sz="1250" b="1">
                <a:solidFill>
                  <a:srgbClr val="1FB8B2"/>
                </a:solidFill>
                <a:latin typeface="Space Grotesk"/>
                <a:ea typeface="Space Grotesk"/>
                <a:cs typeface="Space Grotesk"/>
              </a:defRPr>
            </a:lvl6pPr>
            <a:lvl7pPr algn="l">
              <a:defRPr sz="1250" b="1">
                <a:solidFill>
                  <a:srgbClr val="1FB8B2"/>
                </a:solidFill>
                <a:latin typeface="Space Grotesk"/>
                <a:ea typeface="Space Grotesk"/>
                <a:cs typeface="Space Grotesk"/>
              </a:defRPr>
            </a:lvl7pPr>
            <a:lvl8pPr algn="l">
              <a:defRPr sz="1250" b="1">
                <a:solidFill>
                  <a:srgbClr val="1FB8B2"/>
                </a:solidFill>
                <a:latin typeface="Space Grotesk"/>
                <a:ea typeface="Space Grotesk"/>
                <a:cs typeface="Space Grotesk"/>
              </a:defRPr>
            </a:lvl8pPr>
            <a:lvl9pPr algn="l">
              <a:defRPr sz="1250" b="1">
                <a:solidFill>
                  <a:srgbClr val="1FB8B2"/>
                </a:solidFill>
                <a:latin typeface="Space Grotesk"/>
                <a:ea typeface="Space Grotesk"/>
                <a:cs typeface="Space Grotesk"/>
              </a:defRPr>
            </a:lvl9pPr>
          </a:lstStyle>
          <a:p xmlns:a="http://schemas.openxmlformats.org/drawingml/2006/main">
            <a:pPr algn="l">
              <a:lnSpc>
                <a:spcPct val="100000"/>
              </a:lnSpc>
              <a:buNone/>
              <a:defRPr sz="1250" b="1">
                <a:solidFill>
                  <a:srgbClr val="1FB8B2"/>
                </a:solidFill>
                <a:latin typeface="Space Grotesk"/>
                <a:ea typeface="Space Grotesk"/>
                <a:cs typeface="Space Grotesk"/>
              </a:defRPr>
            </a:pPr>
            <a:r>
              <a:rPr sz="1250" b="1">
                <a:solidFill>
                  <a:srgbClr val="1FB8B2"/>
                </a:solidFill>
                <a:latin typeface="Space Grotesk"/>
                <a:ea typeface="Space Grotesk"/>
                <a:cs typeface="Space Grotesk"/>
              </a:rPr>
              <a:t>Before a turn</a:t>
            </a:r>
          </a:p>
        </p:txBody>
      </p:sp>
      <p:sp>
        <p:nvSpPr>
          <p:cNvPr id="8" name="Turn reminder">
            <a:extLst xmlns:a="http://schemas.openxmlformats.org/drawingml/2006/main">
              <a:ext uri="{FF2B5EF4-FFF2-40B4-BE49-F238E27FC236}">
                <a16:creationId xmlns:a16="http://schemas.microsoft.com/office/drawing/2014/main" id="{99CA1753-906C-4B0D-B30C-6809B737E240}"/>
              </a:ext>
            </a:extLst>
          </p:cNvPr>
          <p:cNvSpPr>
            <a:spLocks xmlns:a="http://schemas.openxmlformats.org/drawingml/2006/main" noGrp="1"/>
          </p:cNvSpPr>
          <p:nvPr/>
        </p:nvSpPr>
        <p:spPr>
          <a:xfrm xmlns:a="http://schemas.openxmlformats.org/drawingml/2006/main">
            <a:off x="180975" y="2743200"/>
            <a:ext cx="32766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00" b="0">
                <a:solidFill>
                  <a:srgbClr val="FFFFFF"/>
                </a:solidFill>
                <a:latin typeface="Arial"/>
                <a:ea typeface="Arial"/>
                <a:cs typeface="Arial"/>
              </a:defRPr>
            </a:defPPr>
            <a:lvl1pPr algn="l">
              <a:defRPr sz="1100" b="0">
                <a:solidFill>
                  <a:srgbClr val="FFFFFF"/>
                </a:solidFill>
                <a:latin typeface="Arial"/>
                <a:ea typeface="Arial"/>
                <a:cs typeface="Arial"/>
              </a:defRPr>
            </a:lvl1pPr>
            <a:lvl2pPr algn="l">
              <a:defRPr sz="1100" b="0">
                <a:solidFill>
                  <a:srgbClr val="FFFFFF"/>
                </a:solidFill>
                <a:latin typeface="Arial"/>
                <a:ea typeface="Arial"/>
                <a:cs typeface="Arial"/>
              </a:defRPr>
            </a:lvl2pPr>
            <a:lvl3pPr algn="l">
              <a:defRPr sz="1100" b="0">
                <a:solidFill>
                  <a:srgbClr val="FFFFFF"/>
                </a:solidFill>
                <a:latin typeface="Arial"/>
                <a:ea typeface="Arial"/>
                <a:cs typeface="Arial"/>
              </a:defRPr>
            </a:lvl3pPr>
            <a:lvl4pPr algn="l">
              <a:defRPr sz="1100" b="0">
                <a:solidFill>
                  <a:srgbClr val="FFFFFF"/>
                </a:solidFill>
                <a:latin typeface="Arial"/>
                <a:ea typeface="Arial"/>
                <a:cs typeface="Arial"/>
              </a:defRPr>
            </a:lvl4pPr>
            <a:lvl5pPr algn="l">
              <a:defRPr sz="1100" b="0">
                <a:solidFill>
                  <a:srgbClr val="FFFFFF"/>
                </a:solidFill>
                <a:latin typeface="Arial"/>
                <a:ea typeface="Arial"/>
                <a:cs typeface="Arial"/>
              </a:defRPr>
            </a:lvl5pPr>
            <a:lvl6pPr algn="l">
              <a:defRPr sz="1100" b="0">
                <a:solidFill>
                  <a:srgbClr val="FFFFFF"/>
                </a:solidFill>
                <a:latin typeface="Arial"/>
                <a:ea typeface="Arial"/>
                <a:cs typeface="Arial"/>
              </a:defRPr>
            </a:lvl6pPr>
            <a:lvl7pPr algn="l">
              <a:defRPr sz="1100" b="0">
                <a:solidFill>
                  <a:srgbClr val="FFFFFF"/>
                </a:solidFill>
                <a:latin typeface="Arial"/>
                <a:ea typeface="Arial"/>
                <a:cs typeface="Arial"/>
              </a:defRPr>
            </a:lvl7pPr>
            <a:lvl8pPr algn="l">
              <a:defRPr sz="1100" b="0">
                <a:solidFill>
                  <a:srgbClr val="FFFFFF"/>
                </a:solidFill>
                <a:latin typeface="Arial"/>
                <a:ea typeface="Arial"/>
                <a:cs typeface="Arial"/>
              </a:defRPr>
            </a:lvl8pPr>
            <a:lvl9pPr algn="l">
              <a:defRPr sz="1100" b="0">
                <a:solidFill>
                  <a:srgbClr val="FFFFFF"/>
                </a:solidFill>
                <a:latin typeface="Arial"/>
                <a:ea typeface="Arial"/>
                <a:cs typeface="Arial"/>
              </a:defRPr>
            </a:lvl9pPr>
          </a:lstStyle>
          <a:p xmlns:a="http://schemas.openxmlformats.org/drawingml/2006/main">
            <a:pPr algn="l">
              <a:lnSpc>
                <a:spcPct val="100000"/>
              </a:lnSpc>
              <a:buNone/>
              <a:defRPr sz="1100" b="0">
                <a:solidFill>
                  <a:srgbClr val="FFFFFF"/>
                </a:solidFill>
                <a:latin typeface="Arial"/>
                <a:ea typeface="Arial"/>
                <a:cs typeface="Arial"/>
              </a:defRPr>
            </a:pPr>
            <a:r>
              <a:rPr sz="1100" b="0">
                <a:solidFill>
                  <a:srgbClr val="FFFFFF"/>
                </a:solidFill>
                <a:latin typeface="Arial"/>
                <a:ea typeface="Arial"/>
                <a:cs typeface="Arial"/>
              </a:rPr>
              <a:t>Look ahead for riders, then check beside and behind. Wait until the rider clears your path before turning across it.</a:t>
            </a:r>
          </a:p>
        </p:txBody>
      </p:sp>
      <p:sp>
        <p:nvSpPr>
          <p:cNvPr id="9" name="Door reminder heading">
            <a:extLst xmlns:a="http://schemas.openxmlformats.org/drawingml/2006/main">
              <a:ext uri="{FF2B5EF4-FFF2-40B4-BE49-F238E27FC236}">
                <a16:creationId xmlns:a16="http://schemas.microsoft.com/office/drawing/2014/main" id="{37E56A2F-4A4F-479F-8578-55D63D4919AA}"/>
              </a:ext>
            </a:extLst>
          </p:cNvPr>
          <p:cNvSpPr>
            <a:spLocks xmlns:a="http://schemas.openxmlformats.org/drawingml/2006/main" noGrp="1"/>
          </p:cNvSpPr>
          <p:nvPr/>
        </p:nvSpPr>
        <p:spPr>
          <a:xfrm xmlns:a="http://schemas.openxmlformats.org/drawingml/2006/main">
            <a:off x="180975" y="3629025"/>
            <a:ext cx="3276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50" b="1">
                <a:solidFill>
                  <a:srgbClr val="1FB8B2"/>
                </a:solidFill>
                <a:latin typeface="Space Grotesk"/>
                <a:ea typeface="Space Grotesk"/>
                <a:cs typeface="Space Grotesk"/>
              </a:defRPr>
            </a:defPPr>
            <a:lvl1pPr algn="l">
              <a:defRPr sz="1250" b="1">
                <a:solidFill>
                  <a:srgbClr val="1FB8B2"/>
                </a:solidFill>
                <a:latin typeface="Space Grotesk"/>
                <a:ea typeface="Space Grotesk"/>
                <a:cs typeface="Space Grotesk"/>
              </a:defRPr>
            </a:lvl1pPr>
            <a:lvl2pPr algn="l">
              <a:defRPr sz="1250" b="1">
                <a:solidFill>
                  <a:srgbClr val="1FB8B2"/>
                </a:solidFill>
                <a:latin typeface="Space Grotesk"/>
                <a:ea typeface="Space Grotesk"/>
                <a:cs typeface="Space Grotesk"/>
              </a:defRPr>
            </a:lvl2pPr>
            <a:lvl3pPr algn="l">
              <a:defRPr sz="1250" b="1">
                <a:solidFill>
                  <a:srgbClr val="1FB8B2"/>
                </a:solidFill>
                <a:latin typeface="Space Grotesk"/>
                <a:ea typeface="Space Grotesk"/>
                <a:cs typeface="Space Grotesk"/>
              </a:defRPr>
            </a:lvl3pPr>
            <a:lvl4pPr algn="l">
              <a:defRPr sz="1250" b="1">
                <a:solidFill>
                  <a:srgbClr val="1FB8B2"/>
                </a:solidFill>
                <a:latin typeface="Space Grotesk"/>
                <a:ea typeface="Space Grotesk"/>
                <a:cs typeface="Space Grotesk"/>
              </a:defRPr>
            </a:lvl4pPr>
            <a:lvl5pPr algn="l">
              <a:defRPr sz="1250" b="1">
                <a:solidFill>
                  <a:srgbClr val="1FB8B2"/>
                </a:solidFill>
                <a:latin typeface="Space Grotesk"/>
                <a:ea typeface="Space Grotesk"/>
                <a:cs typeface="Space Grotesk"/>
              </a:defRPr>
            </a:lvl5pPr>
            <a:lvl6pPr algn="l">
              <a:defRPr sz="1250" b="1">
                <a:solidFill>
                  <a:srgbClr val="1FB8B2"/>
                </a:solidFill>
                <a:latin typeface="Space Grotesk"/>
                <a:ea typeface="Space Grotesk"/>
                <a:cs typeface="Space Grotesk"/>
              </a:defRPr>
            </a:lvl6pPr>
            <a:lvl7pPr algn="l">
              <a:defRPr sz="1250" b="1">
                <a:solidFill>
                  <a:srgbClr val="1FB8B2"/>
                </a:solidFill>
                <a:latin typeface="Space Grotesk"/>
                <a:ea typeface="Space Grotesk"/>
                <a:cs typeface="Space Grotesk"/>
              </a:defRPr>
            </a:lvl7pPr>
            <a:lvl8pPr algn="l">
              <a:defRPr sz="1250" b="1">
                <a:solidFill>
                  <a:srgbClr val="1FB8B2"/>
                </a:solidFill>
                <a:latin typeface="Space Grotesk"/>
                <a:ea typeface="Space Grotesk"/>
                <a:cs typeface="Space Grotesk"/>
              </a:defRPr>
            </a:lvl8pPr>
            <a:lvl9pPr algn="l">
              <a:defRPr sz="1250" b="1">
                <a:solidFill>
                  <a:srgbClr val="1FB8B2"/>
                </a:solidFill>
                <a:latin typeface="Space Grotesk"/>
                <a:ea typeface="Space Grotesk"/>
                <a:cs typeface="Space Grotesk"/>
              </a:defRPr>
            </a:lvl9pPr>
          </a:lstStyle>
          <a:p xmlns:a="http://schemas.openxmlformats.org/drawingml/2006/main">
            <a:pPr algn="l">
              <a:lnSpc>
                <a:spcPct val="100000"/>
              </a:lnSpc>
              <a:buNone/>
              <a:defRPr sz="1250" b="1">
                <a:solidFill>
                  <a:srgbClr val="1FB8B2"/>
                </a:solidFill>
                <a:latin typeface="Space Grotesk"/>
                <a:ea typeface="Space Grotesk"/>
                <a:cs typeface="Space Grotesk"/>
              </a:defRPr>
            </a:pPr>
            <a:r>
              <a:rPr sz="1250" b="1">
                <a:solidFill>
                  <a:srgbClr val="1FB8B2"/>
                </a:solidFill>
                <a:latin typeface="Space Grotesk"/>
                <a:ea typeface="Space Grotesk"/>
                <a:cs typeface="Space Grotesk"/>
              </a:rPr>
              <a:t>Before opening a door</a:t>
            </a:r>
          </a:p>
        </p:txBody>
      </p:sp>
      <p:sp>
        <p:nvSpPr>
          <p:cNvPr id="10" name="Door reminder">
            <a:extLst xmlns:a="http://schemas.openxmlformats.org/drawingml/2006/main">
              <a:ext uri="{FF2B5EF4-FFF2-40B4-BE49-F238E27FC236}">
                <a16:creationId xmlns:a16="http://schemas.microsoft.com/office/drawing/2014/main" id="{8B011E70-0F25-4B3E-8EFC-086EB3868231}"/>
              </a:ext>
            </a:extLst>
          </p:cNvPr>
          <p:cNvSpPr>
            <a:spLocks xmlns:a="http://schemas.openxmlformats.org/drawingml/2006/main" noGrp="1"/>
          </p:cNvSpPr>
          <p:nvPr/>
        </p:nvSpPr>
        <p:spPr>
          <a:xfrm xmlns:a="http://schemas.openxmlformats.org/drawingml/2006/main">
            <a:off x="180975" y="3914775"/>
            <a:ext cx="32766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00" b="0">
                <a:solidFill>
                  <a:srgbClr val="FFFFFF"/>
                </a:solidFill>
                <a:latin typeface="Arial"/>
                <a:ea typeface="Arial"/>
                <a:cs typeface="Arial"/>
              </a:defRPr>
            </a:defPPr>
            <a:lvl1pPr algn="l">
              <a:defRPr sz="1100" b="0">
                <a:solidFill>
                  <a:srgbClr val="FFFFFF"/>
                </a:solidFill>
                <a:latin typeface="Arial"/>
                <a:ea typeface="Arial"/>
                <a:cs typeface="Arial"/>
              </a:defRPr>
            </a:lvl1pPr>
            <a:lvl2pPr algn="l">
              <a:defRPr sz="1100" b="0">
                <a:solidFill>
                  <a:srgbClr val="FFFFFF"/>
                </a:solidFill>
                <a:latin typeface="Arial"/>
                <a:ea typeface="Arial"/>
                <a:cs typeface="Arial"/>
              </a:defRPr>
            </a:lvl2pPr>
            <a:lvl3pPr algn="l">
              <a:defRPr sz="1100" b="0">
                <a:solidFill>
                  <a:srgbClr val="FFFFFF"/>
                </a:solidFill>
                <a:latin typeface="Arial"/>
                <a:ea typeface="Arial"/>
                <a:cs typeface="Arial"/>
              </a:defRPr>
            </a:lvl3pPr>
            <a:lvl4pPr algn="l">
              <a:defRPr sz="1100" b="0">
                <a:solidFill>
                  <a:srgbClr val="FFFFFF"/>
                </a:solidFill>
                <a:latin typeface="Arial"/>
                <a:ea typeface="Arial"/>
                <a:cs typeface="Arial"/>
              </a:defRPr>
            </a:lvl4pPr>
            <a:lvl5pPr algn="l">
              <a:defRPr sz="1100" b="0">
                <a:solidFill>
                  <a:srgbClr val="FFFFFF"/>
                </a:solidFill>
                <a:latin typeface="Arial"/>
                <a:ea typeface="Arial"/>
                <a:cs typeface="Arial"/>
              </a:defRPr>
            </a:lvl5pPr>
            <a:lvl6pPr algn="l">
              <a:defRPr sz="1100" b="0">
                <a:solidFill>
                  <a:srgbClr val="FFFFFF"/>
                </a:solidFill>
                <a:latin typeface="Arial"/>
                <a:ea typeface="Arial"/>
                <a:cs typeface="Arial"/>
              </a:defRPr>
            </a:lvl6pPr>
            <a:lvl7pPr algn="l">
              <a:defRPr sz="1100" b="0">
                <a:solidFill>
                  <a:srgbClr val="FFFFFF"/>
                </a:solidFill>
                <a:latin typeface="Arial"/>
                <a:ea typeface="Arial"/>
                <a:cs typeface="Arial"/>
              </a:defRPr>
            </a:lvl7pPr>
            <a:lvl8pPr algn="l">
              <a:defRPr sz="1100" b="0">
                <a:solidFill>
                  <a:srgbClr val="FFFFFF"/>
                </a:solidFill>
                <a:latin typeface="Arial"/>
                <a:ea typeface="Arial"/>
                <a:cs typeface="Arial"/>
              </a:defRPr>
            </a:lvl8pPr>
            <a:lvl9pPr algn="l">
              <a:defRPr sz="1100" b="0">
                <a:solidFill>
                  <a:srgbClr val="FFFFFF"/>
                </a:solidFill>
                <a:latin typeface="Arial"/>
                <a:ea typeface="Arial"/>
                <a:cs typeface="Arial"/>
              </a:defRPr>
            </a:lvl9pPr>
          </a:lstStyle>
          <a:p xmlns:a="http://schemas.openxmlformats.org/drawingml/2006/main">
            <a:pPr algn="l">
              <a:lnSpc>
                <a:spcPct val="100000"/>
              </a:lnSpc>
              <a:buNone/>
              <a:defRPr sz="1100" b="0">
                <a:solidFill>
                  <a:srgbClr val="FFFFFF"/>
                </a:solidFill>
                <a:latin typeface="Arial"/>
                <a:ea typeface="Arial"/>
                <a:cs typeface="Arial"/>
              </a:defRPr>
            </a:pPr>
            <a:r>
              <a:rPr sz="1100" b="0">
                <a:solidFill>
                  <a:srgbClr val="FFFFFF"/>
                </a:solidFill>
                <a:latin typeface="Arial"/>
                <a:ea typeface="Arial"/>
                <a:cs typeface="Arial"/>
              </a:rPr>
              <a:t>Check your mirror and look over your shoulder. Open only when clear.</a:t>
            </a:r>
          </a:p>
        </p:txBody>
      </p:sp>
      <p:sp>
        <p:nvSpPr>
          <p:cNvPr id="11" name="Door demo cue">
            <a:extLst xmlns:a="http://schemas.openxmlformats.org/drawingml/2006/main">
              <a:ext uri="{FF2B5EF4-FFF2-40B4-BE49-F238E27FC236}">
                <a16:creationId xmlns:a16="http://schemas.microsoft.com/office/drawing/2014/main" id="{11052C3D-70F3-4CE0-994A-8C665F9ABB93}"/>
              </a:ext>
            </a:extLst>
          </p:cNvPr>
          <p:cNvSpPr>
            <a:spLocks xmlns:a="http://schemas.openxmlformats.org/drawingml/2006/main" noGrp="1"/>
          </p:cNvSpPr>
          <p:nvPr/>
        </p:nvSpPr>
        <p:spPr>
          <a:xfrm xmlns:a="http://schemas.openxmlformats.org/drawingml/2006/main">
            <a:off x="180975" y="4429125"/>
            <a:ext cx="3276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20" b="1">
                <a:solidFill>
                  <a:srgbClr val="FFFF0A"/>
                </a:solidFill>
                <a:latin typeface="Arial"/>
                <a:ea typeface="Arial"/>
                <a:cs typeface="Arial"/>
              </a:defRPr>
            </a:defPPr>
            <a:lvl1pPr algn="l">
              <a:defRPr sz="1020" b="1">
                <a:solidFill>
                  <a:srgbClr val="FFFF0A"/>
                </a:solidFill>
                <a:latin typeface="Arial"/>
                <a:ea typeface="Arial"/>
                <a:cs typeface="Arial"/>
              </a:defRPr>
            </a:lvl1pPr>
            <a:lvl2pPr algn="l">
              <a:defRPr sz="1020" b="1">
                <a:solidFill>
                  <a:srgbClr val="FFFF0A"/>
                </a:solidFill>
                <a:latin typeface="Arial"/>
                <a:ea typeface="Arial"/>
                <a:cs typeface="Arial"/>
              </a:defRPr>
            </a:lvl2pPr>
            <a:lvl3pPr algn="l">
              <a:defRPr sz="1020" b="1">
                <a:solidFill>
                  <a:srgbClr val="FFFF0A"/>
                </a:solidFill>
                <a:latin typeface="Arial"/>
                <a:ea typeface="Arial"/>
                <a:cs typeface="Arial"/>
              </a:defRPr>
            </a:lvl3pPr>
            <a:lvl4pPr algn="l">
              <a:defRPr sz="1020" b="1">
                <a:solidFill>
                  <a:srgbClr val="FFFF0A"/>
                </a:solidFill>
                <a:latin typeface="Arial"/>
                <a:ea typeface="Arial"/>
                <a:cs typeface="Arial"/>
              </a:defRPr>
            </a:lvl4pPr>
            <a:lvl5pPr algn="l">
              <a:defRPr sz="1020" b="1">
                <a:solidFill>
                  <a:srgbClr val="FFFF0A"/>
                </a:solidFill>
                <a:latin typeface="Arial"/>
                <a:ea typeface="Arial"/>
                <a:cs typeface="Arial"/>
              </a:defRPr>
            </a:lvl5pPr>
            <a:lvl6pPr algn="l">
              <a:defRPr sz="1020" b="1">
                <a:solidFill>
                  <a:srgbClr val="FFFF0A"/>
                </a:solidFill>
                <a:latin typeface="Arial"/>
                <a:ea typeface="Arial"/>
                <a:cs typeface="Arial"/>
              </a:defRPr>
            </a:lvl6pPr>
            <a:lvl7pPr algn="l">
              <a:defRPr sz="1020" b="1">
                <a:solidFill>
                  <a:srgbClr val="FFFF0A"/>
                </a:solidFill>
                <a:latin typeface="Arial"/>
                <a:ea typeface="Arial"/>
                <a:cs typeface="Arial"/>
              </a:defRPr>
            </a:lvl7pPr>
            <a:lvl8pPr algn="l">
              <a:defRPr sz="1020" b="1">
                <a:solidFill>
                  <a:srgbClr val="FFFF0A"/>
                </a:solidFill>
                <a:latin typeface="Arial"/>
                <a:ea typeface="Arial"/>
                <a:cs typeface="Arial"/>
              </a:defRPr>
            </a:lvl8pPr>
            <a:lvl9pPr algn="l">
              <a:defRPr sz="1020" b="1">
                <a:solidFill>
                  <a:srgbClr val="FFFF0A"/>
                </a:solidFill>
                <a:latin typeface="Arial"/>
                <a:ea typeface="Arial"/>
                <a:cs typeface="Arial"/>
              </a:defRPr>
            </a:lvl9pPr>
          </a:lstStyle>
          <a:p xmlns:a="http://schemas.openxmlformats.org/drawingml/2006/main">
            <a:pPr algn="l">
              <a:lnSpc>
                <a:spcPct val="100000"/>
              </a:lnSpc>
              <a:buNone/>
              <a:defRPr sz="1020" b="1">
                <a:solidFill>
                  <a:srgbClr val="FFFF0A"/>
                </a:solidFill>
                <a:latin typeface="Arial"/>
                <a:ea typeface="Arial"/>
                <a:cs typeface="Arial"/>
              </a:defRPr>
            </a:pPr>
            <a:r>
              <a:rPr sz="1020" b="1">
                <a:solidFill>
                  <a:srgbClr val="FFFF0A"/>
                </a:solidFill>
                <a:latin typeface="Arial"/>
                <a:ea typeface="Arial"/>
                <a:cs typeface="Arial"/>
              </a:rPr>
              <a:t>Practice while parked. Keep the door closed.</a:t>
            </a:r>
          </a:p>
        </p:txBody>
      </p:sp>
      <p:sp>
        <p:nvSpPr>
          <p:cNvPr id="12" name="Website and resources footer">
            <a:extLst xmlns:a="http://schemas.openxmlformats.org/drawingml/2006/main">
              <a:ext uri="{FF2B5EF4-FFF2-40B4-BE49-F238E27FC236}">
                <a16:creationId xmlns:a16="http://schemas.microsoft.com/office/drawing/2014/main" id="{0898415F-B6D8-4D8F-8033-5A3963C44D87}"/>
              </a:ext>
            </a:extLst>
          </p:cNvPr>
          <p:cNvSpPr>
            <a:spLocks xmlns:a="http://schemas.openxmlformats.org/drawingml/2006/main" noGrp="1"/>
          </p:cNvSpPr>
          <p:nvPr/>
        </p:nvSpPr>
        <p:spPr>
          <a:xfrm xmlns:a="http://schemas.openxmlformats.org/drawingml/2006/main">
            <a:off x="0" y="4724400"/>
            <a:ext cx="3657600" cy="762000"/>
          </a:xfrm>
          <a:prstGeom xmlns:a="http://schemas.openxmlformats.org/drawingml/2006/main" prst="rect">
            <a:avLst/>
          </a:prstGeom>
          <a:solidFill xmlns:a="http://schemas.openxmlformats.org/drawingml/2006/main">
            <a:srgbClr val="35125F"/>
          </a:solidFill>
          <a:ln xmlns:a="http://schemas.openxmlformats.org/drawingml/2006/main" w="0">
            <a:noFill/>
            <a:prstDash val="solid"/>
          </a:ln>
        </p:spPr>
      </p:sp>
      <p:pic>
        <p:nvPicPr>
          <p:cNvPr id="13" name="">
            <a:extLst xmlns:a="http://schemas.openxmlformats.org/drawingml/2006/main">
              <a:ext uri="{FF2B5EF4-FFF2-40B4-BE49-F238E27FC236}">
                <a16:creationId xmlns:a16="http://schemas.microsoft.com/office/drawing/2014/main" id="{B0FF37F7-4027-4164-A49C-E9DCC582F213}"/>
              </a:ext>
            </a:extLst>
          </p:cNvPr>
          <p:cNvPicPr>
            <a:picLocks xmlns:a="http://schemas.openxmlformats.org/drawingml/2006/main" noChangeAspect="1"/>
          </p:cNvPicPr>
          <p:nvPr/>
        </p:nvPicPr>
        <p:blipFill>
          <a:blip xmlns:r="http://schemas.openxmlformats.org/officeDocument/2006/relationships" xmlns:a="http://schemas.openxmlformats.org/drawingml/2006/main" r:embed="Rf7fdd1a0e7d64539"/>
          <a:stretch xmlns:a="http://schemas.openxmlformats.org/drawingml/2006/main"/>
        </p:blipFill>
        <p:spPr>
          <a:xfrm xmlns:a="http://schemas.openxmlformats.org/drawingml/2006/main">
            <a:off x="133350" y="4881563"/>
            <a:ext cx="447675" cy="447675"/>
          </a:xfrm>
          <a:prstGeom xmlns:a="http://schemas.openxmlformats.org/drawingml/2006/main" prst="rect">
            <a:avLst/>
          </a:prstGeom>
        </p:spPr>
      </p:pic>
      <p:sp>
        <p:nvSpPr>
          <p:cNvPr id="14" name="QR code quiet zone">
            <a:extLst xmlns:a="http://schemas.openxmlformats.org/drawingml/2006/main">
              <a:ext uri="{FF2B5EF4-FFF2-40B4-BE49-F238E27FC236}">
                <a16:creationId xmlns:a16="http://schemas.microsoft.com/office/drawing/2014/main" id="{AE5D011B-156C-4BBE-B15F-4D6307C0E382}"/>
              </a:ext>
            </a:extLst>
          </p:cNvPr>
          <p:cNvSpPr>
            <a:spLocks xmlns:a="http://schemas.openxmlformats.org/drawingml/2006/main" noGrp="1"/>
          </p:cNvSpPr>
          <p:nvPr/>
        </p:nvSpPr>
        <p:spPr>
          <a:xfrm xmlns:a="http://schemas.openxmlformats.org/drawingml/2006/main">
            <a:off x="2886075" y="4762500"/>
            <a:ext cx="685800" cy="6858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pic>
        <p:nvPicPr>
          <p:cNvPr id="15" name="">
            <a:extLst xmlns:a="http://schemas.openxmlformats.org/drawingml/2006/main">
              <a:ext uri="{FF2B5EF4-FFF2-40B4-BE49-F238E27FC236}">
                <a16:creationId xmlns:a16="http://schemas.microsoft.com/office/drawing/2014/main" id="{AA8F2D32-37B6-4A1E-AB91-BC0DCAE3A840}"/>
              </a:ext>
            </a:extLst>
          </p:cNvPr>
          <p:cNvPicPr>
            <a:picLocks xmlns:a="http://schemas.openxmlformats.org/drawingml/2006/main" noChangeAspect="1"/>
          </p:cNvPicPr>
          <p:nvPr/>
        </p:nvPicPr>
        <p:blipFill>
          <a:blip xmlns:r="http://schemas.openxmlformats.org/officeDocument/2006/relationships" xmlns:a="http://schemas.openxmlformats.org/drawingml/2006/main" r:embed="R8e6df80dc1ec4274"/>
          <a:stretch xmlns:a="http://schemas.openxmlformats.org/drawingml/2006/main"/>
        </p:blipFill>
        <p:spPr>
          <a:xfrm xmlns:a="http://schemas.openxmlformats.org/drawingml/2006/main">
            <a:off x="2914650" y="4791075"/>
            <a:ext cx="628650" cy="628650"/>
          </a:xfrm>
          <a:prstGeom xmlns:a="http://schemas.openxmlformats.org/drawingml/2006/main" prst="rect">
            <a:avLst/>
          </a:prstGeom>
        </p:spPr>
      </p:pic>
      <p:sp>
        <p:nvSpPr>
          <p:cNvPr id="16" name="Website">
            <a:extLst xmlns:a="http://schemas.openxmlformats.org/drawingml/2006/main">
              <a:ext uri="{FF2B5EF4-FFF2-40B4-BE49-F238E27FC236}">
                <a16:creationId xmlns:a16="http://schemas.microsoft.com/office/drawing/2014/main" id="{25CB0067-4761-47E6-A7A1-2424AD453D80}"/>
              </a:ext>
            </a:extLst>
          </p:cNvPr>
          <p:cNvSpPr>
            <a:spLocks xmlns:a="http://schemas.openxmlformats.org/drawingml/2006/main" noGrp="1"/>
          </p:cNvSpPr>
          <p:nvPr/>
        </p:nvSpPr>
        <p:spPr>
          <a:xfrm xmlns:a="http://schemas.openxmlformats.org/drawingml/2006/main">
            <a:off x="704850" y="4848225"/>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FFFF0A"/>
                </a:solidFill>
                <a:latin typeface="Space Grotesk"/>
                <a:ea typeface="Space Grotesk"/>
                <a:cs typeface="Space Grotesk"/>
              </a:defRPr>
            </a:defPPr>
            <a:lvl1pPr algn="l">
              <a:defRPr sz="1200" b="1">
                <a:solidFill>
                  <a:srgbClr val="FFFF0A"/>
                </a:solidFill>
                <a:latin typeface="Space Grotesk"/>
                <a:ea typeface="Space Grotesk"/>
                <a:cs typeface="Space Grotesk"/>
              </a:defRPr>
            </a:lvl1pPr>
            <a:lvl2pPr algn="l">
              <a:defRPr sz="1200" b="1">
                <a:solidFill>
                  <a:srgbClr val="FFFF0A"/>
                </a:solidFill>
                <a:latin typeface="Space Grotesk"/>
                <a:ea typeface="Space Grotesk"/>
                <a:cs typeface="Space Grotesk"/>
              </a:defRPr>
            </a:lvl2pPr>
            <a:lvl3pPr algn="l">
              <a:defRPr sz="1200" b="1">
                <a:solidFill>
                  <a:srgbClr val="FFFF0A"/>
                </a:solidFill>
                <a:latin typeface="Space Grotesk"/>
                <a:ea typeface="Space Grotesk"/>
                <a:cs typeface="Space Grotesk"/>
              </a:defRPr>
            </a:lvl3pPr>
            <a:lvl4pPr algn="l">
              <a:defRPr sz="1200" b="1">
                <a:solidFill>
                  <a:srgbClr val="FFFF0A"/>
                </a:solidFill>
                <a:latin typeface="Space Grotesk"/>
                <a:ea typeface="Space Grotesk"/>
                <a:cs typeface="Space Grotesk"/>
              </a:defRPr>
            </a:lvl4pPr>
            <a:lvl5pPr algn="l">
              <a:defRPr sz="1200" b="1">
                <a:solidFill>
                  <a:srgbClr val="FFFF0A"/>
                </a:solidFill>
                <a:latin typeface="Space Grotesk"/>
                <a:ea typeface="Space Grotesk"/>
                <a:cs typeface="Space Grotesk"/>
              </a:defRPr>
            </a:lvl5pPr>
            <a:lvl6pPr algn="l">
              <a:defRPr sz="1200" b="1">
                <a:solidFill>
                  <a:srgbClr val="FFFF0A"/>
                </a:solidFill>
                <a:latin typeface="Space Grotesk"/>
                <a:ea typeface="Space Grotesk"/>
                <a:cs typeface="Space Grotesk"/>
              </a:defRPr>
            </a:lvl6pPr>
            <a:lvl7pPr algn="l">
              <a:defRPr sz="1200" b="1">
                <a:solidFill>
                  <a:srgbClr val="FFFF0A"/>
                </a:solidFill>
                <a:latin typeface="Space Grotesk"/>
                <a:ea typeface="Space Grotesk"/>
                <a:cs typeface="Space Grotesk"/>
              </a:defRPr>
            </a:lvl7pPr>
            <a:lvl8pPr algn="l">
              <a:defRPr sz="1200" b="1">
                <a:solidFill>
                  <a:srgbClr val="FFFF0A"/>
                </a:solidFill>
                <a:latin typeface="Space Grotesk"/>
                <a:ea typeface="Space Grotesk"/>
                <a:cs typeface="Space Grotesk"/>
              </a:defRPr>
            </a:lvl8pPr>
            <a:lvl9pPr algn="l">
              <a:defRPr sz="1200" b="1">
                <a:solidFill>
                  <a:srgbClr val="FFFF0A"/>
                </a:solidFill>
                <a:latin typeface="Space Grotesk"/>
                <a:ea typeface="Space Grotesk"/>
                <a:cs typeface="Space Grotesk"/>
              </a:defRPr>
            </a:lvl9pPr>
          </a:lstStyle>
          <a:p xmlns:a="http://schemas.openxmlformats.org/drawingml/2006/main">
            <a:pPr algn="l">
              <a:lnSpc>
                <a:spcPct val="100000"/>
              </a:lnSpc>
              <a:buNone/>
              <a:defRPr sz="1200" b="1">
                <a:solidFill>
                  <a:srgbClr val="FFFF0A"/>
                </a:solidFill>
                <a:latin typeface="Space Grotesk"/>
                <a:ea typeface="Space Grotesk"/>
                <a:cs typeface="Space Grotesk"/>
              </a:defRPr>
            </a:pPr>
            <a:r>
              <a:rPr sz="1200" b="1">
                <a:solidFill>
                  <a:srgbClr val="FFFF0A"/>
                </a:solidFill>
                <a:latin typeface="Space Grotesk"/>
                <a:ea typeface="Space Grotesk"/>
                <a:cs typeface="Space Grotesk"/>
              </a:rPr>
              <a:t>3fp.org</a:t>
            </a:r>
          </a:p>
        </p:txBody>
      </p:sp>
      <p:sp>
        <p:nvSpPr>
          <p:cNvPr id="17" name="Groups and public rides">
            <a:extLst xmlns:a="http://schemas.openxmlformats.org/drawingml/2006/main">
              <a:ext uri="{FF2B5EF4-FFF2-40B4-BE49-F238E27FC236}">
                <a16:creationId xmlns:a16="http://schemas.microsoft.com/office/drawing/2014/main" id="{D8053CB6-81BF-499C-AE7D-4D699071B833}"/>
              </a:ext>
            </a:extLst>
          </p:cNvPr>
          <p:cNvSpPr>
            <a:spLocks xmlns:a="http://schemas.openxmlformats.org/drawingml/2006/main" noGrp="1"/>
          </p:cNvSpPr>
          <p:nvPr/>
        </p:nvSpPr>
        <p:spPr>
          <a:xfrm xmlns:a="http://schemas.openxmlformats.org/drawingml/2006/main">
            <a:off x="704850" y="5095875"/>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20" b="1">
                <a:solidFill>
                  <a:srgbClr val="FFFFFF"/>
                </a:solidFill>
                <a:latin typeface="Arial"/>
                <a:ea typeface="Arial"/>
                <a:cs typeface="Arial"/>
              </a:defRPr>
            </a:defPPr>
            <a:lvl1pPr algn="l">
              <a:defRPr sz="920" b="1">
                <a:solidFill>
                  <a:srgbClr val="FFFFFF"/>
                </a:solidFill>
                <a:latin typeface="Arial"/>
                <a:ea typeface="Arial"/>
                <a:cs typeface="Arial"/>
              </a:defRPr>
            </a:lvl1pPr>
            <a:lvl2pPr algn="l">
              <a:defRPr sz="920" b="1">
                <a:solidFill>
                  <a:srgbClr val="FFFFFF"/>
                </a:solidFill>
                <a:latin typeface="Arial"/>
                <a:ea typeface="Arial"/>
                <a:cs typeface="Arial"/>
              </a:defRPr>
            </a:lvl2pPr>
            <a:lvl3pPr algn="l">
              <a:defRPr sz="920" b="1">
                <a:solidFill>
                  <a:srgbClr val="FFFFFF"/>
                </a:solidFill>
                <a:latin typeface="Arial"/>
                <a:ea typeface="Arial"/>
                <a:cs typeface="Arial"/>
              </a:defRPr>
            </a:lvl3pPr>
            <a:lvl4pPr algn="l">
              <a:defRPr sz="920" b="1">
                <a:solidFill>
                  <a:srgbClr val="FFFFFF"/>
                </a:solidFill>
                <a:latin typeface="Arial"/>
                <a:ea typeface="Arial"/>
                <a:cs typeface="Arial"/>
              </a:defRPr>
            </a:lvl4pPr>
            <a:lvl5pPr algn="l">
              <a:defRPr sz="920" b="1">
                <a:solidFill>
                  <a:srgbClr val="FFFFFF"/>
                </a:solidFill>
                <a:latin typeface="Arial"/>
                <a:ea typeface="Arial"/>
                <a:cs typeface="Arial"/>
              </a:defRPr>
            </a:lvl5pPr>
            <a:lvl6pPr algn="l">
              <a:defRPr sz="920" b="1">
                <a:solidFill>
                  <a:srgbClr val="FFFFFF"/>
                </a:solidFill>
                <a:latin typeface="Arial"/>
                <a:ea typeface="Arial"/>
                <a:cs typeface="Arial"/>
              </a:defRPr>
            </a:lvl6pPr>
            <a:lvl7pPr algn="l">
              <a:defRPr sz="920" b="1">
                <a:solidFill>
                  <a:srgbClr val="FFFFFF"/>
                </a:solidFill>
                <a:latin typeface="Arial"/>
                <a:ea typeface="Arial"/>
                <a:cs typeface="Arial"/>
              </a:defRPr>
            </a:lvl7pPr>
            <a:lvl8pPr algn="l">
              <a:defRPr sz="920" b="1">
                <a:solidFill>
                  <a:srgbClr val="FFFFFF"/>
                </a:solidFill>
                <a:latin typeface="Arial"/>
                <a:ea typeface="Arial"/>
                <a:cs typeface="Arial"/>
              </a:defRPr>
            </a:lvl8pPr>
            <a:lvl9pPr algn="l">
              <a:defRPr sz="920" b="1">
                <a:solidFill>
                  <a:srgbClr val="FFFFFF"/>
                </a:solidFill>
                <a:latin typeface="Arial"/>
                <a:ea typeface="Arial"/>
                <a:cs typeface="Arial"/>
              </a:defRPr>
            </a:lvl9pPr>
          </a:lstStyle>
          <a:p xmlns:a="http://schemas.openxmlformats.org/drawingml/2006/main">
            <a:pPr algn="l">
              <a:lnSpc>
                <a:spcPct val="100000"/>
              </a:lnSpc>
              <a:buNone/>
              <a:defRPr sz="920" b="1">
                <a:solidFill>
                  <a:srgbClr val="FFFFFF"/>
                </a:solidFill>
                <a:latin typeface="Arial"/>
                <a:ea typeface="Arial"/>
                <a:cs typeface="Arial"/>
              </a:defRPr>
            </a:pPr>
            <a:r>
              <a:rPr sz="920" b="1">
                <a:solidFill>
                  <a:srgbClr val="FFFFFF"/>
                </a:solidFill>
                <a:latin typeface="Arial"/>
                <a:ea typeface="Arial"/>
                <a:cs typeface="Arial"/>
              </a:rPr>
              <a:t>Find groups and public rides at 3fp.org.</a:t>
            </a:r>
          </a:p>
        </p:txBody>
      </p:sp>
    </p:spTree>
    <p:extLst>
      <p:ext uri="{BB962C8B-B14F-4D97-AF65-F5344CB8AC3E}">
        <p14:creationId xmlns:p14="http://schemas.microsoft.com/office/powerpoint/2010/main" val="209973178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2026-10-29T13:47:38.3800000Z</dcterms:created>
  <dcterms:modified xsi:type="dcterms:W3CDTF">2026-10-29T13:47:38.3800000Z</dcterms:modified>
</coreProperties>
</file>