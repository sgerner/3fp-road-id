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8b7c5d24804712" /><Relationship Type="http://schemas.openxmlformats.org/officeDocument/2006/relationships/extended-properties" Target="/docProps/app.xml" Id="Ra3c7248daa344f4d" /><Relationship Type="http://schemas.openxmlformats.org/officeDocument/2006/relationships/officeDocument" Target="/ppt/presentation.xml" Id="R85113c6ae81f4850" /></Relationships>
</file>

<file path=ppt/presentation.xml><?xml version="1.0" encoding="utf-8"?>
<p:presentation xmlns:p="http://schemas.openxmlformats.org/presentationml/2006/main">
  <p:sldMasterIdLst>
    <p:sldMasterId xmlns:r="http://schemas.openxmlformats.org/officeDocument/2006/relationships" id="2147483648" r:id="R5b74ab14962e4a13"/>
  </p:sldMasterIdLst>
  <p:notesMasterIdLst>
    <p:notesMasterId xmlns:r="http://schemas.openxmlformats.org/officeDocument/2006/relationships" r:id="R49f727fc5ca3495e"/>
  </p:notesMasterIdLst>
  <p:sldIdLst>
    <p:sldId xmlns:r="http://schemas.openxmlformats.org/officeDocument/2006/relationships" id="256" r:id="R0a487aba96244d3d"/>
    <p:sldId xmlns:r="http://schemas.openxmlformats.org/officeDocument/2006/relationships" id="257" r:id="R9177bb862c404f29"/>
    <p:sldId xmlns:r="http://schemas.openxmlformats.org/officeDocument/2006/relationships" id="258" r:id="R162b6cbf405e4c92"/>
    <p:sldId xmlns:r="http://schemas.openxmlformats.org/officeDocument/2006/relationships" id="259" r:id="Red6727c85f8340ab"/>
    <p:sldId xmlns:r="http://schemas.openxmlformats.org/officeDocument/2006/relationships" id="260" r:id="R4228b75210de4f46"/>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4ed7ebc0f141ce" /><Relationship Type="http://schemas.openxmlformats.org/officeDocument/2006/relationships/slideMaster" Target="/ppt/slideMasters/slideMaster1.xml" Id="R5b74ab14962e4a13" /><Relationship Type="http://schemas.openxmlformats.org/officeDocument/2006/relationships/notesMaster" Target="/ppt/notesMasters/notesMaster1.xml" Id="R49f727fc5ca3495e" /><Relationship Type="http://schemas.openxmlformats.org/officeDocument/2006/relationships/presProps" Target="/ppt/presProps.xml" Id="R62cd13b4d3e64389" /><Relationship Type="http://schemas.openxmlformats.org/officeDocument/2006/relationships/tableStyles" Target="/ppt/tableStyles.xml" Id="R86129b8724bc4b23" /><Relationship Type="http://schemas.openxmlformats.org/officeDocument/2006/relationships/slide" Target="/ppt/slides/slide1.xml" Id="R0a487aba96244d3d" /><Relationship Type="http://schemas.openxmlformats.org/officeDocument/2006/relationships/slide" Target="/ppt/slides/slide2.xml" Id="R9177bb862c404f29" /><Relationship Type="http://schemas.openxmlformats.org/officeDocument/2006/relationships/slide" Target="/ppt/slides/slide3.xml" Id="R162b6cbf405e4c92" /><Relationship Type="http://schemas.openxmlformats.org/officeDocument/2006/relationships/slide" Target="/ppt/slides/slide4.xml" Id="Red6727c85f8340ab" /><Relationship Type="http://schemas.openxmlformats.org/officeDocument/2006/relationships/slide" Target="/ppt/slides/slide5.xml" Id="R4228b75210de4f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b6a36a5e3f46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ba879317a14840" /><Relationship Type="http://schemas.openxmlformats.org/officeDocument/2006/relationships/notesMaster" Target="/ppt/notesMasters/notesMaster1.xml" Id="R88eec20dfcfc44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a6d144039b498f" /><Relationship Type="http://schemas.openxmlformats.org/officeDocument/2006/relationships/notesMaster" Target="/ppt/notesMasters/notesMaster1.xml" Id="R415cf07a6f71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5633156556464d" /><Relationship Type="http://schemas.openxmlformats.org/officeDocument/2006/relationships/notesMaster" Target="/ppt/notesMasters/notesMaster1.xml" Id="R5d30997d02b946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5fda163c424322" /><Relationship Type="http://schemas.openxmlformats.org/officeDocument/2006/relationships/notesMaster" Target="/ppt/notesMasters/notesMaster1.xml" Id="Recfaec29dc7942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0f5c7a83894e72" /><Relationship Type="http://schemas.openxmlformats.org/officeDocument/2006/relationships/notesMaster" Target="/ppt/notesMasters/notesMaster1.xml" Id="R2a8c3970caae4d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DAUGHTER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adult woman beside a commuter bicycle. This role represents a daughter;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MOTHER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mother who rides a bicycle. Use the same purple studio campaign style, everyday clothing, and dignified natural pose.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FATHER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older adult man beside a commuter bicycle. This role represents a father;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BROTHER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brother who rides a bicycle. Use an adult man in everyday clothing, with a natural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TEACHER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woman teacher who rides a bicycle. Use everyday clothing, a natural dignified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6cf99de9d540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8df3167ea44e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23ba5245a34a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9393b40c9b4e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5668fc7af04e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c5f821d5a84c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88F703-1EB4-4C97-BFC1-9B53D6309EF7}"/>
              </a:ext>
            </a:extLst>
          </p:cNvPr>
          <p:cNvSpPr>
            <a:spLocks xmlns:a="http://schemas.openxmlformats.org/drawingml/2006/main" noGrp="1"/>
          </p:cNvSpPr>
          <p:nvPr>
            <p:ph type="title" idx="0"/>
          </p:nvPr>
        </p:nvSpPr>
        <p:spPr>
          <a:xfrm xmlns:a="http://schemas.openxmlformats.org/drawingml/2006/main">
            <a:off x="1028700" y="4857750"/>
            <a:ext cx="82296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gn="ctr">
              <a:lnSpc>
                <a:spcPct val="110000"/>
              </a:lnSpc>
              <a:spcBef>
                <a:spcPts val="0"/>
              </a:spcBef>
              <a:spcAft>
                <a:spcPts val="0"/>
              </a:spcAft>
              <a:buNone/>
              <a:defRPr sz="4050" b="1">
                <a:solidFill>
                  <a:schemeClr val="tx1"/>
                </a:solidFill>
                <a:latin typeface="+mj-lt"/>
                <a:ea typeface="+mj-lt"/>
                <a:cs typeface="+mj-lt"/>
              </a:defRPr>
            </a:lvl1pPr>
            <a:lvl2pPr marL="0" indent="0" algn="ctr">
              <a:lnSpc>
                <a:spcPct val="110000"/>
              </a:lnSpc>
              <a:spcBef>
                <a:spcPts val="0"/>
              </a:spcBef>
              <a:spcAft>
                <a:spcPts val="0"/>
              </a:spcAft>
              <a:buNone/>
              <a:defRPr sz="4050" b="1">
                <a:solidFill>
                  <a:schemeClr val="tx1"/>
                </a:solidFill>
                <a:latin typeface="+mj-lt"/>
                <a:ea typeface="+mj-lt"/>
                <a:cs typeface="+mj-lt"/>
              </a:defRPr>
            </a:lvl2pPr>
            <a:lvl3pPr marL="0" indent="0" algn="ctr">
              <a:lnSpc>
                <a:spcPct val="110000"/>
              </a:lnSpc>
              <a:spcBef>
                <a:spcPts val="0"/>
              </a:spcBef>
              <a:spcAft>
                <a:spcPts val="0"/>
              </a:spcAft>
              <a:buNone/>
              <a:defRPr sz="4050" b="1">
                <a:solidFill>
                  <a:schemeClr val="tx1"/>
                </a:solidFill>
                <a:latin typeface="+mj-lt"/>
                <a:ea typeface="+mj-lt"/>
                <a:cs typeface="+mj-lt"/>
              </a:defRPr>
            </a:lvl3pPr>
            <a:lvl4pPr marL="0" indent="0" algn="ctr">
              <a:lnSpc>
                <a:spcPct val="110000"/>
              </a:lnSpc>
              <a:spcBef>
                <a:spcPts val="0"/>
              </a:spcBef>
              <a:spcAft>
                <a:spcPts val="0"/>
              </a:spcAft>
              <a:buNone/>
              <a:defRPr sz="4050" b="1">
                <a:solidFill>
                  <a:schemeClr val="tx1"/>
                </a:solidFill>
                <a:latin typeface="+mj-lt"/>
                <a:ea typeface="+mj-lt"/>
                <a:cs typeface="+mj-lt"/>
              </a:defRPr>
            </a:lvl4pPr>
            <a:lvl5pPr marL="0" indent="0" algn="ctr">
              <a:lnSpc>
                <a:spcPct val="110000"/>
              </a:lnSpc>
              <a:spcBef>
                <a:spcPts val="0"/>
              </a:spcBef>
              <a:spcAft>
                <a:spcPts val="0"/>
              </a:spcAft>
              <a:buNone/>
              <a:defRPr sz="4050" b="1">
                <a:solidFill>
                  <a:schemeClr val="tx1"/>
                </a:solidFill>
                <a:latin typeface="+mj-lt"/>
                <a:ea typeface="+mj-lt"/>
                <a:cs typeface="+mj-lt"/>
              </a:defRPr>
            </a:lvl5pPr>
            <a:lvl6pPr marL="0" indent="0" algn="ctr">
              <a:lnSpc>
                <a:spcPct val="110000"/>
              </a:lnSpc>
              <a:spcBef>
                <a:spcPts val="0"/>
              </a:spcBef>
              <a:spcAft>
                <a:spcPts val="0"/>
              </a:spcAft>
              <a:buNone/>
              <a:defRPr sz="4050" b="1">
                <a:solidFill>
                  <a:schemeClr val="tx1"/>
                </a:solidFill>
                <a:latin typeface="+mj-lt"/>
                <a:ea typeface="+mj-lt"/>
                <a:cs typeface="+mj-lt"/>
              </a:defRPr>
            </a:lvl6pPr>
            <a:lvl7pPr marL="0" indent="0" algn="ctr">
              <a:lnSpc>
                <a:spcPct val="110000"/>
              </a:lnSpc>
              <a:spcBef>
                <a:spcPts val="0"/>
              </a:spcBef>
              <a:spcAft>
                <a:spcPts val="0"/>
              </a:spcAft>
              <a:buNone/>
              <a:defRPr sz="4050" b="1">
                <a:solidFill>
                  <a:schemeClr val="tx1"/>
                </a:solidFill>
                <a:latin typeface="+mj-lt"/>
                <a:ea typeface="+mj-lt"/>
                <a:cs typeface="+mj-lt"/>
              </a:defRPr>
            </a:lvl7pPr>
            <a:lvl8pPr marL="0" indent="0" algn="ctr">
              <a:lnSpc>
                <a:spcPct val="110000"/>
              </a:lnSpc>
              <a:spcBef>
                <a:spcPts val="0"/>
              </a:spcBef>
              <a:spcAft>
                <a:spcPts val="0"/>
              </a:spcAft>
              <a:buNone/>
              <a:defRPr sz="4050" b="1">
                <a:solidFill>
                  <a:schemeClr val="tx1"/>
                </a:solidFill>
                <a:latin typeface="+mj-lt"/>
                <a:ea typeface="+mj-lt"/>
                <a:cs typeface="+mj-lt"/>
              </a:defRPr>
            </a:lvl8pPr>
            <a:lvl9pPr marL="0" indent="0" algn="ctr">
              <a:lnSpc>
                <a:spcPct val="110000"/>
              </a:lnSpc>
              <a:spcBef>
                <a:spcPts val="0"/>
              </a:spcBef>
              <a:spcAft>
                <a:spcPts val="0"/>
              </a:spcAft>
              <a:buNone/>
              <a:defRPr sz="40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D9D3E6-B3E1-4B48-88FC-EF92269F573B}"/>
              </a:ext>
            </a:extLst>
          </p:cNvPr>
          <p:cNvSpPr>
            <a:spLocks xmlns:a="http://schemas.openxmlformats.org/drawingml/2006/main" noGrp="1"/>
          </p:cNvSpPr>
          <p:nvPr>
            <p:ph type="subTitle" idx="1"/>
          </p:nvPr>
        </p:nvSpPr>
        <p:spPr>
          <a:xfrm xmlns:a="http://schemas.openxmlformats.org/drawingml/2006/main">
            <a:off x="1543050" y="7072313"/>
            <a:ext cx="72009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gn="ctr">
              <a:lnSpc>
                <a:spcPct val="110000"/>
              </a:lnSpc>
              <a:spcBef>
                <a:spcPts val="0"/>
              </a:spcBef>
              <a:spcAft>
                <a:spcPts val="0"/>
              </a:spcAft>
              <a:buNone/>
              <a:defRPr sz="1772" b="0">
                <a:solidFill>
                  <a:schemeClr val="tx1"/>
                </a:solidFill>
                <a:latin typeface="+mn-lt"/>
                <a:ea typeface="+mn-lt"/>
                <a:cs typeface="+mn-lt"/>
              </a:defRPr>
            </a:lvl1pPr>
            <a:lvl2pPr marL="0" indent="0" algn="ctr">
              <a:lnSpc>
                <a:spcPct val="110000"/>
              </a:lnSpc>
              <a:spcBef>
                <a:spcPts val="0"/>
              </a:spcBef>
              <a:spcAft>
                <a:spcPts val="0"/>
              </a:spcAft>
              <a:buNone/>
              <a:defRPr sz="1772" b="0">
                <a:solidFill>
                  <a:schemeClr val="tx1"/>
                </a:solidFill>
                <a:latin typeface="+mn-lt"/>
                <a:ea typeface="+mn-lt"/>
                <a:cs typeface="+mn-lt"/>
              </a:defRPr>
            </a:lvl2pPr>
            <a:lvl3pPr marL="0" indent="0" algn="ctr">
              <a:lnSpc>
                <a:spcPct val="110000"/>
              </a:lnSpc>
              <a:spcBef>
                <a:spcPts val="0"/>
              </a:spcBef>
              <a:spcAft>
                <a:spcPts val="0"/>
              </a:spcAft>
              <a:buNone/>
              <a:defRPr sz="1772" b="0">
                <a:solidFill>
                  <a:schemeClr val="tx1"/>
                </a:solidFill>
                <a:latin typeface="+mn-lt"/>
                <a:ea typeface="+mn-lt"/>
                <a:cs typeface="+mn-lt"/>
              </a:defRPr>
            </a:lvl3pPr>
            <a:lvl4pPr marL="0" indent="0" algn="ctr">
              <a:lnSpc>
                <a:spcPct val="110000"/>
              </a:lnSpc>
              <a:spcBef>
                <a:spcPts val="0"/>
              </a:spcBef>
              <a:spcAft>
                <a:spcPts val="0"/>
              </a:spcAft>
              <a:buNone/>
              <a:defRPr sz="1772" b="0">
                <a:solidFill>
                  <a:schemeClr val="tx1"/>
                </a:solidFill>
                <a:latin typeface="+mn-lt"/>
                <a:ea typeface="+mn-lt"/>
                <a:cs typeface="+mn-lt"/>
              </a:defRPr>
            </a:lvl4pPr>
            <a:lvl5pPr marL="0" indent="0" algn="ctr">
              <a:lnSpc>
                <a:spcPct val="110000"/>
              </a:lnSpc>
              <a:spcBef>
                <a:spcPts val="0"/>
              </a:spcBef>
              <a:spcAft>
                <a:spcPts val="0"/>
              </a:spcAft>
              <a:buNone/>
              <a:defRPr sz="1772" b="0">
                <a:solidFill>
                  <a:schemeClr val="tx1"/>
                </a:solidFill>
                <a:latin typeface="+mn-lt"/>
                <a:ea typeface="+mn-lt"/>
                <a:cs typeface="+mn-lt"/>
              </a:defRPr>
            </a:lvl5pPr>
            <a:lvl6pPr marL="0" indent="0" algn="ctr">
              <a:lnSpc>
                <a:spcPct val="110000"/>
              </a:lnSpc>
              <a:spcBef>
                <a:spcPts val="0"/>
              </a:spcBef>
              <a:spcAft>
                <a:spcPts val="0"/>
              </a:spcAft>
              <a:buNone/>
              <a:defRPr sz="1772" b="0">
                <a:solidFill>
                  <a:schemeClr val="tx1"/>
                </a:solidFill>
                <a:latin typeface="+mn-lt"/>
                <a:ea typeface="+mn-lt"/>
                <a:cs typeface="+mn-lt"/>
              </a:defRPr>
            </a:lvl6pPr>
            <a:lvl7pPr marL="0" indent="0" algn="ctr">
              <a:lnSpc>
                <a:spcPct val="110000"/>
              </a:lnSpc>
              <a:spcBef>
                <a:spcPts val="0"/>
              </a:spcBef>
              <a:spcAft>
                <a:spcPts val="0"/>
              </a:spcAft>
              <a:buNone/>
              <a:defRPr sz="1772" b="0">
                <a:solidFill>
                  <a:schemeClr val="tx1"/>
                </a:solidFill>
                <a:latin typeface="+mn-lt"/>
                <a:ea typeface="+mn-lt"/>
                <a:cs typeface="+mn-lt"/>
              </a:defRPr>
            </a:lvl7pPr>
            <a:lvl8pPr marL="0" indent="0" algn="ctr">
              <a:lnSpc>
                <a:spcPct val="110000"/>
              </a:lnSpc>
              <a:spcBef>
                <a:spcPts val="0"/>
              </a:spcBef>
              <a:spcAft>
                <a:spcPts val="0"/>
              </a:spcAft>
              <a:buNone/>
              <a:defRPr sz="1772" b="0">
                <a:solidFill>
                  <a:schemeClr val="tx1"/>
                </a:solidFill>
                <a:latin typeface="+mn-lt"/>
                <a:ea typeface="+mn-lt"/>
                <a:cs typeface="+mn-lt"/>
              </a:defRPr>
            </a:lvl8pPr>
            <a:lvl9pPr marL="0" indent="0" algn="ctr">
              <a:lnSpc>
                <a:spcPct val="110000"/>
              </a:lnSpc>
              <a:spcBef>
                <a:spcPts val="0"/>
              </a:spcBef>
              <a:spcAft>
                <a:spcPts val="0"/>
              </a:spcAft>
              <a:buNone/>
              <a:defRPr sz="17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0A393B-538C-4A43-B107-6A6EFDAE636D}"/>
              </a:ext>
            </a:extLst>
          </p:cNvPr>
          <p:cNvSpPr>
            <a:spLocks xmlns:a="http://schemas.openxmlformats.org/drawingml/2006/main" noGrp="1"/>
          </p:cNvSpPr>
          <p:nvPr>
            <p:ph type="title" idx="0"/>
          </p:nvPr>
        </p:nvSpPr>
        <p:spPr>
          <a:xfrm xmlns:a="http://schemas.openxmlformats.org/drawingml/2006/main">
            <a:off x="1028700" y="5357813"/>
            <a:ext cx="82296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gn="ctr">
              <a:lnSpc>
                <a:spcPct val="110000"/>
              </a:lnSpc>
              <a:spcBef>
                <a:spcPts val="0"/>
              </a:spcBef>
              <a:spcAft>
                <a:spcPts val="0"/>
              </a:spcAft>
              <a:buNone/>
              <a:defRPr sz="3544" b="1">
                <a:solidFill>
                  <a:schemeClr val="tx1"/>
                </a:solidFill>
                <a:latin typeface="+mj-lt"/>
                <a:ea typeface="+mj-lt"/>
                <a:cs typeface="+mj-lt"/>
              </a:defRPr>
            </a:lvl1pPr>
            <a:lvl2pPr marL="0" indent="0" algn="ctr">
              <a:lnSpc>
                <a:spcPct val="110000"/>
              </a:lnSpc>
              <a:spcBef>
                <a:spcPts val="0"/>
              </a:spcBef>
              <a:spcAft>
                <a:spcPts val="0"/>
              </a:spcAft>
              <a:buNone/>
              <a:defRPr sz="3544" b="1">
                <a:solidFill>
                  <a:schemeClr val="tx1"/>
                </a:solidFill>
                <a:latin typeface="+mj-lt"/>
                <a:ea typeface="+mj-lt"/>
                <a:cs typeface="+mj-lt"/>
              </a:defRPr>
            </a:lvl2pPr>
            <a:lvl3pPr marL="0" indent="0" algn="ctr">
              <a:lnSpc>
                <a:spcPct val="110000"/>
              </a:lnSpc>
              <a:spcBef>
                <a:spcPts val="0"/>
              </a:spcBef>
              <a:spcAft>
                <a:spcPts val="0"/>
              </a:spcAft>
              <a:buNone/>
              <a:defRPr sz="3544" b="1">
                <a:solidFill>
                  <a:schemeClr val="tx1"/>
                </a:solidFill>
                <a:latin typeface="+mj-lt"/>
                <a:ea typeface="+mj-lt"/>
                <a:cs typeface="+mj-lt"/>
              </a:defRPr>
            </a:lvl3pPr>
            <a:lvl4pPr marL="0" indent="0" algn="ctr">
              <a:lnSpc>
                <a:spcPct val="110000"/>
              </a:lnSpc>
              <a:spcBef>
                <a:spcPts val="0"/>
              </a:spcBef>
              <a:spcAft>
                <a:spcPts val="0"/>
              </a:spcAft>
              <a:buNone/>
              <a:defRPr sz="3544" b="1">
                <a:solidFill>
                  <a:schemeClr val="tx1"/>
                </a:solidFill>
                <a:latin typeface="+mj-lt"/>
                <a:ea typeface="+mj-lt"/>
                <a:cs typeface="+mj-lt"/>
              </a:defRPr>
            </a:lvl4pPr>
            <a:lvl5pPr marL="0" indent="0" algn="ctr">
              <a:lnSpc>
                <a:spcPct val="110000"/>
              </a:lnSpc>
              <a:spcBef>
                <a:spcPts val="0"/>
              </a:spcBef>
              <a:spcAft>
                <a:spcPts val="0"/>
              </a:spcAft>
              <a:buNone/>
              <a:defRPr sz="3544" b="1">
                <a:solidFill>
                  <a:schemeClr val="tx1"/>
                </a:solidFill>
                <a:latin typeface="+mj-lt"/>
                <a:ea typeface="+mj-lt"/>
                <a:cs typeface="+mj-lt"/>
              </a:defRPr>
            </a:lvl5pPr>
            <a:lvl6pPr marL="0" indent="0" algn="ctr">
              <a:lnSpc>
                <a:spcPct val="110000"/>
              </a:lnSpc>
              <a:spcBef>
                <a:spcPts val="0"/>
              </a:spcBef>
              <a:spcAft>
                <a:spcPts val="0"/>
              </a:spcAft>
              <a:buNone/>
              <a:defRPr sz="3544" b="1">
                <a:solidFill>
                  <a:schemeClr val="tx1"/>
                </a:solidFill>
                <a:latin typeface="+mj-lt"/>
                <a:ea typeface="+mj-lt"/>
                <a:cs typeface="+mj-lt"/>
              </a:defRPr>
            </a:lvl6pPr>
            <a:lvl7pPr marL="0" indent="0" algn="ctr">
              <a:lnSpc>
                <a:spcPct val="110000"/>
              </a:lnSpc>
              <a:spcBef>
                <a:spcPts val="0"/>
              </a:spcBef>
              <a:spcAft>
                <a:spcPts val="0"/>
              </a:spcAft>
              <a:buNone/>
              <a:defRPr sz="3544" b="1">
                <a:solidFill>
                  <a:schemeClr val="tx1"/>
                </a:solidFill>
                <a:latin typeface="+mj-lt"/>
                <a:ea typeface="+mj-lt"/>
                <a:cs typeface="+mj-lt"/>
              </a:defRPr>
            </a:lvl7pPr>
            <a:lvl8pPr marL="0" indent="0" algn="ctr">
              <a:lnSpc>
                <a:spcPct val="110000"/>
              </a:lnSpc>
              <a:spcBef>
                <a:spcPts val="0"/>
              </a:spcBef>
              <a:spcAft>
                <a:spcPts val="0"/>
              </a:spcAft>
              <a:buNone/>
              <a:defRPr sz="3544" b="1">
                <a:solidFill>
                  <a:schemeClr val="tx1"/>
                </a:solidFill>
                <a:latin typeface="+mj-lt"/>
                <a:ea typeface="+mj-lt"/>
                <a:cs typeface="+mj-lt"/>
              </a:defRPr>
            </a:lvl8pPr>
            <a:lvl9pPr marL="0" indent="0" algn="ctr">
              <a:lnSpc>
                <a:spcPct val="110000"/>
              </a:lnSpc>
              <a:spcBef>
                <a:spcPts val="0"/>
              </a:spcBef>
              <a:spcAft>
                <a:spcPts val="0"/>
              </a:spcAft>
              <a:buNone/>
              <a:defRPr sz="35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C3A2DA-0FCD-4265-921B-405270BFE6E3}"/>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8AA353-E133-4C51-937F-69F0CE7357C1}"/>
              </a:ext>
            </a:extLst>
          </p:cNvPr>
          <p:cNvSpPr>
            <a:spLocks xmlns:a="http://schemas.openxmlformats.org/drawingml/2006/main" noGrp="1"/>
          </p:cNvSpPr>
          <p:nvPr>
            <p:ph type="body" idx="1"/>
          </p:nvPr>
        </p:nvSpPr>
        <p:spPr>
          <a:xfrm xmlns:a="http://schemas.openxmlformats.org/drawingml/2006/main">
            <a:off x="578644" y="3571875"/>
            <a:ext cx="9129713"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9FE1CA-EBAB-48CC-9B02-918ADFD44BC5}"/>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ABB0D3-80E4-42CD-B129-C112D0F0596A}"/>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FE2FE0-8B69-44D6-A177-A09C5F57DF96}"/>
              </a:ext>
            </a:extLst>
          </p:cNvPr>
          <p:cNvSpPr>
            <a:spLocks xmlns:a="http://schemas.openxmlformats.org/drawingml/2006/main" noGrp="1"/>
          </p:cNvSpPr>
          <p:nvPr>
            <p:ph type="body" idx="2"/>
          </p:nvPr>
        </p:nvSpPr>
        <p:spPr>
          <a:xfrm xmlns:a="http://schemas.openxmlformats.org/drawingml/2006/main">
            <a:off x="5464969"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8FF8D1-66D4-4EAB-BEA2-4433962EFFBA}"/>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ABA46A-C71B-4DE7-84E4-84A8617B71AF}"/>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c0a9219bf74a83" /><Relationship Type="http://schemas.openxmlformats.org/officeDocument/2006/relationships/slideLayout" Target="/ppt/slideLayouts/slideLayout1.xml" Id="Raab18626ddb64f6d" /><Relationship Type="http://schemas.openxmlformats.org/officeDocument/2006/relationships/slideLayout" Target="/ppt/slideLayouts/slideLayout2.xml" Id="R907a6e5208b34242" /><Relationship Type="http://schemas.openxmlformats.org/officeDocument/2006/relationships/slideLayout" Target="/ppt/slideLayouts/slideLayout3.xml" Id="Ra91c0c0bc5334558" /><Relationship Type="http://schemas.openxmlformats.org/officeDocument/2006/relationships/slideLayout" Target="/ppt/slideLayouts/slideLayout4.xml" Id="R22c0430d48324043" /><Relationship Type="http://schemas.openxmlformats.org/officeDocument/2006/relationships/slideLayout" Target="/ppt/slideLayouts/slideLayout5.xml" Id="Rf5893ff650ba4214" /><Relationship Type="http://schemas.openxmlformats.org/officeDocument/2006/relationships/slideLayout" Target="/ppt/slideLayouts/slideLayout6.xml" Id="Rbf73d7fb59cc48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b18626ddb64f6d"/>
    <p:sldLayoutId xmlns:r="http://schemas.openxmlformats.org/officeDocument/2006/relationships" id="2147483650" r:id="R907a6e5208b34242"/>
    <p:sldLayoutId xmlns:r="http://schemas.openxmlformats.org/officeDocument/2006/relationships" id="2147483651" r:id="Ra91c0c0bc5334558"/>
    <p:sldLayoutId xmlns:r="http://schemas.openxmlformats.org/officeDocument/2006/relationships" id="2147483652" r:id="R22c0430d48324043"/>
    <p:sldLayoutId xmlns:r="http://schemas.openxmlformats.org/officeDocument/2006/relationships" id="2147483653" r:id="Rf5893ff650ba4214"/>
    <p:sldLayoutId xmlns:r="http://schemas.openxmlformats.org/officeDocument/2006/relationships" id="2147483654" r:id="Rbf73d7fb59cc48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08e4a078f34c82" /><Relationship Type="http://schemas.openxmlformats.org/officeDocument/2006/relationships/image" Target="/ppt/media/image.png" Id="Rb9b12fb42a784cb9" /><Relationship Type="http://schemas.openxmlformats.org/officeDocument/2006/relationships/image" Target="/ppt/media/image2.png" Id="Re6dd23d58adb4886" /><Relationship Type="http://schemas.openxmlformats.org/officeDocument/2006/relationships/image" Target="/ppt/media/image3.png" Id="R39cf48322d5d490d" /><Relationship Type="http://schemas.openxmlformats.org/officeDocument/2006/relationships/notesSlide" Target="/ppt/notesSlides/notesSlide1.xml" Id="Rdb9f5f10becc4e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8c303e45374a06" /><Relationship Type="http://schemas.openxmlformats.org/officeDocument/2006/relationships/image" Target="/ppt/media/image4.png" Id="R19603bc382314f71" /><Relationship Type="http://schemas.openxmlformats.org/officeDocument/2006/relationships/image" Target="/ppt/media/image5.png" Id="Rb703fd74a14e4931" /><Relationship Type="http://schemas.openxmlformats.org/officeDocument/2006/relationships/image" Target="/ppt/media/image6.png" Id="R12680c4571ce42f6" /><Relationship Type="http://schemas.openxmlformats.org/officeDocument/2006/relationships/notesSlide" Target="/ppt/notesSlides/notesSlide2.xml" Id="R84bc848463914c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030f1ac1f64138" /><Relationship Type="http://schemas.openxmlformats.org/officeDocument/2006/relationships/image" Target="/ppt/media/image7.png" Id="R417ff2b599ab4e1b" /><Relationship Type="http://schemas.openxmlformats.org/officeDocument/2006/relationships/image" Target="/ppt/media/image8.png" Id="R9c28e51c1147445a" /><Relationship Type="http://schemas.openxmlformats.org/officeDocument/2006/relationships/image" Target="/ppt/media/image9.png" Id="Rfb9e511f22bb4ee7" /><Relationship Type="http://schemas.openxmlformats.org/officeDocument/2006/relationships/notesSlide" Target="/ppt/notesSlides/notesSlide3.xml" Id="Rbd18dcb5b75545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fda3def494459d" /><Relationship Type="http://schemas.openxmlformats.org/officeDocument/2006/relationships/image" Target="/ppt/media/image10.png" Id="Rea3eb7c736974506" /><Relationship Type="http://schemas.openxmlformats.org/officeDocument/2006/relationships/image" Target="/ppt/media/image11.png" Id="R23ae1841a21b4396" /><Relationship Type="http://schemas.openxmlformats.org/officeDocument/2006/relationships/image" Target="/ppt/media/image12.png" Id="Rea214a81082d4b81" /><Relationship Type="http://schemas.openxmlformats.org/officeDocument/2006/relationships/notesSlide" Target="/ppt/notesSlides/notesSlide4.xml" Id="R512ac0aa051844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3b41d8eba54d44" /><Relationship Type="http://schemas.openxmlformats.org/officeDocument/2006/relationships/image" Target="/ppt/media/image13.png" Id="R9d089b2433ef4f7f" /><Relationship Type="http://schemas.openxmlformats.org/officeDocument/2006/relationships/image" Target="/ppt/media/image14.png" Id="Rcaa1472292c3482f" /><Relationship Type="http://schemas.openxmlformats.org/officeDocument/2006/relationships/image" Target="/ppt/media/image15.png" Id="R21c85b0e0bc04ab1" /><Relationship Type="http://schemas.openxmlformats.org/officeDocument/2006/relationships/notesSlide" Target="/ppt/notesSlides/notesSlide5.xml" Id="Rced54b6852934d52"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5654E21-6A6C-451A-AD3F-5620112DA592}"/>
              </a:ext>
            </a:extLst>
          </p:cNvPr>
          <p:cNvPicPr>
            <a:picLocks xmlns:a="http://schemas.openxmlformats.org/drawingml/2006/main" noChangeAspect="1"/>
          </p:cNvPicPr>
          <p:nvPr/>
        </p:nvPicPr>
        <p:blipFill>
          <a:blip xmlns:r="http://schemas.openxmlformats.org/officeDocument/2006/relationships" xmlns:a="http://schemas.openxmlformats.org/drawingml/2006/main" r:embed="Rb9b12fb42a784cb9"/>
          <a:srcRect xmlns:a="http://schemas.openxmlformats.org/drawingml/2006/main" l="16513" t="0" r="16513" b="0"/>
          <a:stretch xmlns:a="http://schemas.openxmlformats.org/drawingml/2006/main">
            <a:fillRect l="0" t="0" r="0" b="0"/>
          </a:stretch>
        </p:blipFill>
        <p:spPr>
          <a:xfrm xmlns:a="http://schemas.openxmlformats.org/drawingml/2006/main">
            <a:off x="0" y="0"/>
            <a:ext cx="6029325" cy="11249025"/>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D59C7574-8DE1-4CA2-AB46-5E46B9CEB460}"/>
              </a:ext>
            </a:extLst>
          </p:cNvPr>
          <p:cNvSpPr>
            <a:spLocks xmlns:a="http://schemas.openxmlformats.org/drawingml/2006/main" noGrp="1"/>
          </p:cNvSpPr>
          <p:nvPr/>
        </p:nvSpPr>
        <p:spPr>
          <a:xfrm xmlns:a="http://schemas.openxmlformats.org/drawingml/2006/main">
            <a:off x="6029325" y="0"/>
            <a:ext cx="4257675" cy="1124902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EB947B7E-C8E8-4DA0-9BF1-7832E693BC9E}"/>
              </a:ext>
            </a:extLst>
          </p:cNvPr>
          <p:cNvSpPr>
            <a:spLocks xmlns:a="http://schemas.openxmlformats.org/drawingml/2006/main" noGrp="1"/>
          </p:cNvSpPr>
          <p:nvPr/>
        </p:nvSpPr>
        <p:spPr>
          <a:xfrm xmlns:a="http://schemas.openxmlformats.org/drawingml/2006/main">
            <a:off x="6381750" y="495300"/>
            <a:ext cx="3552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0180"/>
                </a:solidFill>
                <a:latin typeface="Space Grotesk"/>
                <a:ea typeface="Space Grotesk"/>
                <a:cs typeface="Space Grotesk"/>
              </a:defRPr>
            </a:defPPr>
            <a:lvl1pPr>
              <a:defRPr sz="1400" b="1">
                <a:solidFill>
                  <a:srgbClr val="FF0180"/>
                </a:solidFill>
                <a:latin typeface="Space Grotesk"/>
                <a:ea typeface="Space Grotesk"/>
                <a:cs typeface="Space Grotesk"/>
              </a:defRPr>
            </a:lvl1pPr>
            <a:lvl2pPr>
              <a:defRPr sz="1400" b="1">
                <a:solidFill>
                  <a:srgbClr val="FF0180"/>
                </a:solidFill>
                <a:latin typeface="Space Grotesk"/>
                <a:ea typeface="Space Grotesk"/>
                <a:cs typeface="Space Grotesk"/>
              </a:defRPr>
            </a:lvl2pPr>
            <a:lvl3pPr>
              <a:defRPr sz="1400" b="1">
                <a:solidFill>
                  <a:srgbClr val="FF0180"/>
                </a:solidFill>
                <a:latin typeface="Space Grotesk"/>
                <a:ea typeface="Space Grotesk"/>
                <a:cs typeface="Space Grotesk"/>
              </a:defRPr>
            </a:lvl3pPr>
            <a:lvl4pPr>
              <a:defRPr sz="1400" b="1">
                <a:solidFill>
                  <a:srgbClr val="FF0180"/>
                </a:solidFill>
                <a:latin typeface="Space Grotesk"/>
                <a:ea typeface="Space Grotesk"/>
                <a:cs typeface="Space Grotesk"/>
              </a:defRPr>
            </a:lvl4pPr>
            <a:lvl5pPr>
              <a:defRPr sz="1400" b="1">
                <a:solidFill>
                  <a:srgbClr val="FF0180"/>
                </a:solidFill>
                <a:latin typeface="Space Grotesk"/>
                <a:ea typeface="Space Grotesk"/>
                <a:cs typeface="Space Grotesk"/>
              </a:defRPr>
            </a:lvl5pPr>
            <a:lvl6pPr>
              <a:defRPr sz="1400" b="1">
                <a:solidFill>
                  <a:srgbClr val="FF0180"/>
                </a:solidFill>
                <a:latin typeface="Space Grotesk"/>
                <a:ea typeface="Space Grotesk"/>
                <a:cs typeface="Space Grotesk"/>
              </a:defRPr>
            </a:lvl6pPr>
            <a:lvl7pPr>
              <a:defRPr sz="1400" b="1">
                <a:solidFill>
                  <a:srgbClr val="FF0180"/>
                </a:solidFill>
                <a:latin typeface="Space Grotesk"/>
                <a:ea typeface="Space Grotesk"/>
                <a:cs typeface="Space Grotesk"/>
              </a:defRPr>
            </a:lvl7pPr>
            <a:lvl8pPr>
              <a:defRPr sz="1400" b="1">
                <a:solidFill>
                  <a:srgbClr val="FF0180"/>
                </a:solidFill>
                <a:latin typeface="Space Grotesk"/>
                <a:ea typeface="Space Grotesk"/>
                <a:cs typeface="Space Grotesk"/>
              </a:defRPr>
            </a:lvl8pPr>
            <a:lvl9pPr>
              <a:defRPr sz="1400" b="1">
                <a:solidFill>
                  <a:srgbClr val="FF0180"/>
                </a:solidFill>
                <a:latin typeface="Space Grotesk"/>
                <a:ea typeface="Space Grotesk"/>
                <a:cs typeface="Space Grotesk"/>
              </a:defRPr>
            </a:lvl9pPr>
          </a:lstStyle>
          <a:p xmlns:a="http://schemas.openxmlformats.org/drawingml/2006/main">
            <a:pPr>
              <a:lnSpc>
                <a:spcPct val="98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91B33A66-2410-4278-9813-5EE3F9D56AF0}"/>
              </a:ext>
            </a:extLst>
          </p:cNvPr>
          <p:cNvSpPr>
            <a:spLocks xmlns:a="http://schemas.openxmlformats.org/drawingml/2006/main" noGrp="1"/>
          </p:cNvSpPr>
          <p:nvPr/>
        </p:nvSpPr>
        <p:spPr>
          <a:xfrm xmlns:a="http://schemas.openxmlformats.org/drawingml/2006/main">
            <a:off x="6381750" y="1657350"/>
            <a:ext cx="35528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THAT’S A DAUGHTER YOU’RE PASSING.</a:t>
            </a:r>
          </a:p>
        </p:txBody>
      </p:sp>
      <p:sp>
        <p:nvSpPr>
          <p:cNvPr id="5" name="Driver action">
            <a:extLst xmlns:a="http://schemas.openxmlformats.org/drawingml/2006/main">
              <a:ext uri="{FF2B5EF4-FFF2-40B4-BE49-F238E27FC236}">
                <a16:creationId xmlns:a16="http://schemas.microsoft.com/office/drawing/2014/main" id="{AE1E28CD-5F18-4F7E-9EE6-A0BCE924378A}"/>
              </a:ext>
            </a:extLst>
          </p:cNvPr>
          <p:cNvSpPr>
            <a:spLocks xmlns:a="http://schemas.openxmlformats.org/drawingml/2006/main" noGrp="1"/>
          </p:cNvSpPr>
          <p:nvPr/>
        </p:nvSpPr>
        <p:spPr>
          <a:xfrm xmlns:a="http://schemas.openxmlformats.org/drawingml/2006/main">
            <a:off x="6381750" y="5114925"/>
            <a:ext cx="35528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81" b="1">
                <a:solidFill>
                  <a:srgbClr val="FFFF0A"/>
                </a:solidFill>
                <a:latin typeface="Space Grotesk"/>
                <a:ea typeface="Space Grotesk"/>
                <a:cs typeface="Space Grotesk"/>
              </a:defRPr>
            </a:defPPr>
            <a:lvl1pPr>
              <a:defRPr sz="4581" b="1">
                <a:solidFill>
                  <a:srgbClr val="FFFF0A"/>
                </a:solidFill>
                <a:latin typeface="Space Grotesk"/>
                <a:ea typeface="Space Grotesk"/>
                <a:cs typeface="Space Grotesk"/>
              </a:defRPr>
            </a:lvl1pPr>
            <a:lvl2pPr>
              <a:defRPr sz="4581" b="1">
                <a:solidFill>
                  <a:srgbClr val="FFFF0A"/>
                </a:solidFill>
                <a:latin typeface="Space Grotesk"/>
                <a:ea typeface="Space Grotesk"/>
                <a:cs typeface="Space Grotesk"/>
              </a:defRPr>
            </a:lvl2pPr>
            <a:lvl3pPr>
              <a:defRPr sz="4581" b="1">
                <a:solidFill>
                  <a:srgbClr val="FFFF0A"/>
                </a:solidFill>
                <a:latin typeface="Space Grotesk"/>
                <a:ea typeface="Space Grotesk"/>
                <a:cs typeface="Space Grotesk"/>
              </a:defRPr>
            </a:lvl3pPr>
            <a:lvl4pPr>
              <a:defRPr sz="4581" b="1">
                <a:solidFill>
                  <a:srgbClr val="FFFF0A"/>
                </a:solidFill>
                <a:latin typeface="Space Grotesk"/>
                <a:ea typeface="Space Grotesk"/>
                <a:cs typeface="Space Grotesk"/>
              </a:defRPr>
            </a:lvl4pPr>
            <a:lvl5pPr>
              <a:defRPr sz="4581" b="1">
                <a:solidFill>
                  <a:srgbClr val="FFFF0A"/>
                </a:solidFill>
                <a:latin typeface="Space Grotesk"/>
                <a:ea typeface="Space Grotesk"/>
                <a:cs typeface="Space Grotesk"/>
              </a:defRPr>
            </a:lvl5pPr>
            <a:lvl6pPr>
              <a:defRPr sz="4581" b="1">
                <a:solidFill>
                  <a:srgbClr val="FFFF0A"/>
                </a:solidFill>
                <a:latin typeface="Space Grotesk"/>
                <a:ea typeface="Space Grotesk"/>
                <a:cs typeface="Space Grotesk"/>
              </a:defRPr>
            </a:lvl6pPr>
            <a:lvl7pPr>
              <a:defRPr sz="4581" b="1">
                <a:solidFill>
                  <a:srgbClr val="FFFF0A"/>
                </a:solidFill>
                <a:latin typeface="Space Grotesk"/>
                <a:ea typeface="Space Grotesk"/>
                <a:cs typeface="Space Grotesk"/>
              </a:defRPr>
            </a:lvl7pPr>
            <a:lvl8pPr>
              <a:defRPr sz="4581" b="1">
                <a:solidFill>
                  <a:srgbClr val="FFFF0A"/>
                </a:solidFill>
                <a:latin typeface="Space Grotesk"/>
                <a:ea typeface="Space Grotesk"/>
                <a:cs typeface="Space Grotesk"/>
              </a:defRPr>
            </a:lvl8pPr>
            <a:lvl9pPr>
              <a:defRPr sz="4581" b="1">
                <a:solidFill>
                  <a:srgbClr val="FFFF0A"/>
                </a:solidFill>
                <a:latin typeface="Space Grotesk"/>
                <a:ea typeface="Space Grotesk"/>
                <a:cs typeface="Space Grotesk"/>
              </a:defRPr>
            </a:lvl9pPr>
          </a:lstStyle>
          <a:p xmlns:a="http://schemas.openxmlformats.org/drawingml/2006/main">
            <a:pPr>
              <a:lnSpc>
                <a:spcPct val="98000"/>
              </a:lnSpc>
              <a:buNone/>
              <a:defRPr sz="4581" b="1">
                <a:solidFill>
                  <a:srgbClr val="FFFF0A"/>
                </a:solidFill>
                <a:latin typeface="Space Grotesk"/>
                <a:ea typeface="Space Grotesk"/>
                <a:cs typeface="Space Grotesk"/>
              </a:defRPr>
            </a:pPr>
            <a:r>
              <a:rPr sz="4581"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52C373F8-AD20-4727-BF00-A5360A3587C6}"/>
              </a:ext>
            </a:extLst>
          </p:cNvPr>
          <p:cNvSpPr>
            <a:spLocks xmlns:a="http://schemas.openxmlformats.org/drawingml/2006/main" noGrp="1"/>
          </p:cNvSpPr>
          <p:nvPr/>
        </p:nvSpPr>
        <p:spPr>
          <a:xfrm xmlns:a="http://schemas.openxmlformats.org/drawingml/2006/main">
            <a:off x="6381750" y="7200900"/>
            <a:ext cx="3552825"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34" b="1">
                <a:solidFill>
                  <a:srgbClr val="FFFFFF"/>
                </a:solidFill>
                <a:latin typeface="Arial"/>
                <a:ea typeface="Arial"/>
                <a:cs typeface="Arial"/>
              </a:defRPr>
            </a:defPPr>
            <a:lvl1pPr>
              <a:defRPr sz="1934" b="1">
                <a:solidFill>
                  <a:srgbClr val="FFFFFF"/>
                </a:solidFill>
                <a:latin typeface="Arial"/>
                <a:ea typeface="Arial"/>
                <a:cs typeface="Arial"/>
              </a:defRPr>
            </a:lvl1pPr>
            <a:lvl2pPr>
              <a:defRPr sz="1934" b="1">
                <a:solidFill>
                  <a:srgbClr val="FFFFFF"/>
                </a:solidFill>
                <a:latin typeface="Arial"/>
                <a:ea typeface="Arial"/>
                <a:cs typeface="Arial"/>
              </a:defRPr>
            </a:lvl2pPr>
            <a:lvl3pPr>
              <a:defRPr sz="1934" b="1">
                <a:solidFill>
                  <a:srgbClr val="FFFFFF"/>
                </a:solidFill>
                <a:latin typeface="Arial"/>
                <a:ea typeface="Arial"/>
                <a:cs typeface="Arial"/>
              </a:defRPr>
            </a:lvl3pPr>
            <a:lvl4pPr>
              <a:defRPr sz="1934" b="1">
                <a:solidFill>
                  <a:srgbClr val="FFFFFF"/>
                </a:solidFill>
                <a:latin typeface="Arial"/>
                <a:ea typeface="Arial"/>
                <a:cs typeface="Arial"/>
              </a:defRPr>
            </a:lvl4pPr>
            <a:lvl5pPr>
              <a:defRPr sz="1934" b="1">
                <a:solidFill>
                  <a:srgbClr val="FFFFFF"/>
                </a:solidFill>
                <a:latin typeface="Arial"/>
                <a:ea typeface="Arial"/>
                <a:cs typeface="Arial"/>
              </a:defRPr>
            </a:lvl5pPr>
            <a:lvl6pPr>
              <a:defRPr sz="1934" b="1">
                <a:solidFill>
                  <a:srgbClr val="FFFFFF"/>
                </a:solidFill>
                <a:latin typeface="Arial"/>
                <a:ea typeface="Arial"/>
                <a:cs typeface="Arial"/>
              </a:defRPr>
            </a:lvl6pPr>
            <a:lvl7pPr>
              <a:defRPr sz="1934" b="1">
                <a:solidFill>
                  <a:srgbClr val="FFFFFF"/>
                </a:solidFill>
                <a:latin typeface="Arial"/>
                <a:ea typeface="Arial"/>
                <a:cs typeface="Arial"/>
              </a:defRPr>
            </a:lvl7pPr>
            <a:lvl8pPr>
              <a:defRPr sz="1934" b="1">
                <a:solidFill>
                  <a:srgbClr val="FFFFFF"/>
                </a:solidFill>
                <a:latin typeface="Arial"/>
                <a:ea typeface="Arial"/>
                <a:cs typeface="Arial"/>
              </a:defRPr>
            </a:lvl8pPr>
            <a:lvl9pPr>
              <a:defRPr sz="1934" b="1">
                <a:solidFill>
                  <a:srgbClr val="FFFFFF"/>
                </a:solidFill>
                <a:latin typeface="Arial"/>
                <a:ea typeface="Arial"/>
                <a:cs typeface="Arial"/>
              </a:defRPr>
            </a:lvl9pPr>
          </a:lstStyle>
          <a:p xmlns:a="http://schemas.openxmlformats.org/drawingml/2006/main">
            <a:pPr>
              <a:lnSpc>
                <a:spcPct val="98000"/>
              </a:lnSpc>
              <a:buNone/>
              <a:defRPr sz="1934" b="1">
                <a:solidFill>
                  <a:srgbClr val="FFFFFF"/>
                </a:solidFill>
                <a:latin typeface="Arial"/>
                <a:ea typeface="Arial"/>
                <a:cs typeface="Arial"/>
              </a:defRPr>
            </a:pPr>
            <a:r>
              <a:rPr sz="1934"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C6AA953C-9754-4641-A1A5-FB724E6BFEEA}"/>
              </a:ext>
            </a:extLst>
          </p:cNvPr>
          <p:cNvSpPr>
            <a:spLocks xmlns:a="http://schemas.openxmlformats.org/drawingml/2006/main" noGrp="1"/>
          </p:cNvSpPr>
          <p:nvPr/>
        </p:nvSpPr>
        <p:spPr>
          <a:xfrm xmlns:a="http://schemas.openxmlformats.org/drawingml/2006/main">
            <a:off x="0" y="11249025"/>
            <a:ext cx="10287000" cy="1609725"/>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EC2B91EE-1F15-4987-9E03-7A0455C0B25D}"/>
              </a:ext>
            </a:extLst>
          </p:cNvPr>
          <p:cNvPicPr>
            <a:picLocks xmlns:a="http://schemas.openxmlformats.org/drawingml/2006/main" noChangeAspect="1"/>
          </p:cNvPicPr>
          <p:nvPr/>
        </p:nvPicPr>
        <p:blipFill>
          <a:blip xmlns:r="http://schemas.openxmlformats.org/officeDocument/2006/relationships" xmlns:a="http://schemas.openxmlformats.org/drawingml/2006/main" r:embed="Re6dd23d58adb4886"/>
          <a:stretch xmlns:a="http://schemas.openxmlformats.org/drawingml/2006/main"/>
        </p:blipFill>
        <p:spPr>
          <a:xfrm xmlns:a="http://schemas.openxmlformats.org/drawingml/2006/main">
            <a:off x="533400" y="11649075"/>
            <a:ext cx="809625" cy="80962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610CD019-5AF5-4FE6-9AC6-B8C556030CB9}"/>
              </a:ext>
            </a:extLst>
          </p:cNvPr>
          <p:cNvSpPr>
            <a:spLocks xmlns:a="http://schemas.openxmlformats.org/drawingml/2006/main" noGrp="1"/>
          </p:cNvSpPr>
          <p:nvPr/>
        </p:nvSpPr>
        <p:spPr>
          <a:xfrm xmlns:a="http://schemas.openxmlformats.org/drawingml/2006/main">
            <a:off x="1666875" y="11477625"/>
            <a:ext cx="708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41" b="1">
                <a:solidFill>
                  <a:srgbClr val="FFFF0A"/>
                </a:solidFill>
                <a:latin typeface="Space Grotesk"/>
                <a:ea typeface="Space Grotesk"/>
                <a:cs typeface="Space Grotesk"/>
              </a:defRPr>
            </a:defPPr>
            <a:lvl1pPr>
              <a:defRPr sz="3441" b="1">
                <a:solidFill>
                  <a:srgbClr val="FFFF0A"/>
                </a:solidFill>
                <a:latin typeface="Space Grotesk"/>
                <a:ea typeface="Space Grotesk"/>
                <a:cs typeface="Space Grotesk"/>
              </a:defRPr>
            </a:lvl1pPr>
            <a:lvl2pPr>
              <a:defRPr sz="3441" b="1">
                <a:solidFill>
                  <a:srgbClr val="FFFF0A"/>
                </a:solidFill>
                <a:latin typeface="Space Grotesk"/>
                <a:ea typeface="Space Grotesk"/>
                <a:cs typeface="Space Grotesk"/>
              </a:defRPr>
            </a:lvl2pPr>
            <a:lvl3pPr>
              <a:defRPr sz="3441" b="1">
                <a:solidFill>
                  <a:srgbClr val="FFFF0A"/>
                </a:solidFill>
                <a:latin typeface="Space Grotesk"/>
                <a:ea typeface="Space Grotesk"/>
                <a:cs typeface="Space Grotesk"/>
              </a:defRPr>
            </a:lvl3pPr>
            <a:lvl4pPr>
              <a:defRPr sz="3441" b="1">
                <a:solidFill>
                  <a:srgbClr val="FFFF0A"/>
                </a:solidFill>
                <a:latin typeface="Space Grotesk"/>
                <a:ea typeface="Space Grotesk"/>
                <a:cs typeface="Space Grotesk"/>
              </a:defRPr>
            </a:lvl4pPr>
            <a:lvl5pPr>
              <a:defRPr sz="3441" b="1">
                <a:solidFill>
                  <a:srgbClr val="FFFF0A"/>
                </a:solidFill>
                <a:latin typeface="Space Grotesk"/>
                <a:ea typeface="Space Grotesk"/>
                <a:cs typeface="Space Grotesk"/>
              </a:defRPr>
            </a:lvl5pPr>
            <a:lvl6pPr>
              <a:defRPr sz="3441" b="1">
                <a:solidFill>
                  <a:srgbClr val="FFFF0A"/>
                </a:solidFill>
                <a:latin typeface="Space Grotesk"/>
                <a:ea typeface="Space Grotesk"/>
                <a:cs typeface="Space Grotesk"/>
              </a:defRPr>
            </a:lvl6pPr>
            <a:lvl7pPr>
              <a:defRPr sz="3441" b="1">
                <a:solidFill>
                  <a:srgbClr val="FFFF0A"/>
                </a:solidFill>
                <a:latin typeface="Space Grotesk"/>
                <a:ea typeface="Space Grotesk"/>
                <a:cs typeface="Space Grotesk"/>
              </a:defRPr>
            </a:lvl7pPr>
            <a:lvl8pPr>
              <a:defRPr sz="3441" b="1">
                <a:solidFill>
                  <a:srgbClr val="FFFF0A"/>
                </a:solidFill>
                <a:latin typeface="Space Grotesk"/>
                <a:ea typeface="Space Grotesk"/>
                <a:cs typeface="Space Grotesk"/>
              </a:defRPr>
            </a:lvl8pPr>
            <a:lvl9pPr>
              <a:defRPr sz="3441" b="1">
                <a:solidFill>
                  <a:srgbClr val="FFFF0A"/>
                </a:solidFill>
                <a:latin typeface="Space Grotesk"/>
                <a:ea typeface="Space Grotesk"/>
                <a:cs typeface="Space Grotesk"/>
              </a:defRPr>
            </a:lvl9pPr>
          </a:lstStyle>
          <a:p xmlns:a="http://schemas.openxmlformats.org/drawingml/2006/main">
            <a:pPr>
              <a:lnSpc>
                <a:spcPct val="98000"/>
              </a:lnSpc>
              <a:buNone/>
              <a:defRPr sz="3441" b="1">
                <a:solidFill>
                  <a:srgbClr val="FFFF0A"/>
                </a:solidFill>
                <a:latin typeface="Space Grotesk"/>
                <a:ea typeface="Space Grotesk"/>
                <a:cs typeface="Space Grotesk"/>
              </a:defRPr>
            </a:pPr>
            <a:r>
              <a:rPr sz="3441"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85106959-E947-498D-B615-AA27A7B585B3}"/>
              </a:ext>
            </a:extLst>
          </p:cNvPr>
          <p:cNvSpPr>
            <a:spLocks xmlns:a="http://schemas.openxmlformats.org/drawingml/2006/main" noGrp="1"/>
          </p:cNvSpPr>
          <p:nvPr/>
        </p:nvSpPr>
        <p:spPr>
          <a:xfrm xmlns:a="http://schemas.openxmlformats.org/drawingml/2006/main">
            <a:off x="1666875" y="12153900"/>
            <a:ext cx="708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5" b="1">
                <a:solidFill>
                  <a:srgbClr val="FFFFFF"/>
                </a:solidFill>
                <a:latin typeface="Arial"/>
                <a:ea typeface="Arial"/>
                <a:cs typeface="Arial"/>
              </a:defRPr>
            </a:defPPr>
            <a:lvl1pPr>
              <a:defRPr sz="1985" b="1">
                <a:solidFill>
                  <a:srgbClr val="FFFFFF"/>
                </a:solidFill>
                <a:latin typeface="Arial"/>
                <a:ea typeface="Arial"/>
                <a:cs typeface="Arial"/>
              </a:defRPr>
            </a:lvl1pPr>
            <a:lvl2pPr>
              <a:defRPr sz="1985" b="1">
                <a:solidFill>
                  <a:srgbClr val="FFFFFF"/>
                </a:solidFill>
                <a:latin typeface="Arial"/>
                <a:ea typeface="Arial"/>
                <a:cs typeface="Arial"/>
              </a:defRPr>
            </a:lvl2pPr>
            <a:lvl3pPr>
              <a:defRPr sz="1985" b="1">
                <a:solidFill>
                  <a:srgbClr val="FFFFFF"/>
                </a:solidFill>
                <a:latin typeface="Arial"/>
                <a:ea typeface="Arial"/>
                <a:cs typeface="Arial"/>
              </a:defRPr>
            </a:lvl3pPr>
            <a:lvl4pPr>
              <a:defRPr sz="1985" b="1">
                <a:solidFill>
                  <a:srgbClr val="FFFFFF"/>
                </a:solidFill>
                <a:latin typeface="Arial"/>
                <a:ea typeface="Arial"/>
                <a:cs typeface="Arial"/>
              </a:defRPr>
            </a:lvl4pPr>
            <a:lvl5pPr>
              <a:defRPr sz="1985" b="1">
                <a:solidFill>
                  <a:srgbClr val="FFFFFF"/>
                </a:solidFill>
                <a:latin typeface="Arial"/>
                <a:ea typeface="Arial"/>
                <a:cs typeface="Arial"/>
              </a:defRPr>
            </a:lvl5pPr>
            <a:lvl6pPr>
              <a:defRPr sz="1985" b="1">
                <a:solidFill>
                  <a:srgbClr val="FFFFFF"/>
                </a:solidFill>
                <a:latin typeface="Arial"/>
                <a:ea typeface="Arial"/>
                <a:cs typeface="Arial"/>
              </a:defRPr>
            </a:lvl6pPr>
            <a:lvl7pPr>
              <a:defRPr sz="1985" b="1">
                <a:solidFill>
                  <a:srgbClr val="FFFFFF"/>
                </a:solidFill>
                <a:latin typeface="Arial"/>
                <a:ea typeface="Arial"/>
                <a:cs typeface="Arial"/>
              </a:defRPr>
            </a:lvl7pPr>
            <a:lvl8pPr>
              <a:defRPr sz="1985" b="1">
                <a:solidFill>
                  <a:srgbClr val="FFFFFF"/>
                </a:solidFill>
                <a:latin typeface="Arial"/>
                <a:ea typeface="Arial"/>
                <a:cs typeface="Arial"/>
              </a:defRPr>
            </a:lvl8pPr>
            <a:lvl9pPr>
              <a:defRPr sz="1985" b="1">
                <a:solidFill>
                  <a:srgbClr val="FFFFFF"/>
                </a:solidFill>
                <a:latin typeface="Arial"/>
                <a:ea typeface="Arial"/>
                <a:cs typeface="Arial"/>
              </a:defRPr>
            </a:lvl9pPr>
          </a:lstStyle>
          <a:p xmlns:a="http://schemas.openxmlformats.org/drawingml/2006/main">
            <a:pPr>
              <a:lnSpc>
                <a:spcPct val="98000"/>
              </a:lnSpc>
              <a:buNone/>
              <a:defRPr sz="1985" b="1">
                <a:solidFill>
                  <a:srgbClr val="FFFFFF"/>
                </a:solidFill>
                <a:latin typeface="Arial"/>
                <a:ea typeface="Arial"/>
                <a:cs typeface="Arial"/>
              </a:defRPr>
            </a:pPr>
            <a:r>
              <a:rPr sz="1985"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F3C97D84-953C-4894-81FD-9D1D5E43BA7A}"/>
              </a:ext>
            </a:extLst>
          </p:cNvPr>
          <p:cNvSpPr>
            <a:spLocks xmlns:a="http://schemas.openxmlformats.org/drawingml/2006/main" noGrp="1"/>
          </p:cNvSpPr>
          <p:nvPr/>
        </p:nvSpPr>
        <p:spPr>
          <a:xfrm xmlns:a="http://schemas.openxmlformats.org/drawingml/2006/main">
            <a:off x="8896350" y="11491352"/>
            <a:ext cx="1133475" cy="1133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47E50385-D536-400E-B188-3ECDD3CCA396}"/>
              </a:ext>
            </a:extLst>
          </p:cNvPr>
          <p:cNvPicPr>
            <a:picLocks xmlns:a="http://schemas.openxmlformats.org/drawingml/2006/main" noChangeAspect="1"/>
          </p:cNvPicPr>
          <p:nvPr/>
        </p:nvPicPr>
        <p:blipFill>
          <a:blip xmlns:r="http://schemas.openxmlformats.org/officeDocument/2006/relationships" xmlns:a="http://schemas.openxmlformats.org/drawingml/2006/main" r:embed="R39cf48322d5d490d"/>
          <a:stretch xmlns:a="http://schemas.openxmlformats.org/drawingml/2006/main"/>
        </p:blipFill>
        <p:spPr>
          <a:xfrm xmlns:a="http://schemas.openxmlformats.org/drawingml/2006/main">
            <a:off x="8943975" y="11538977"/>
            <a:ext cx="1038225" cy="1038225"/>
          </a:xfrm>
          <a:prstGeom xmlns:a="http://schemas.openxmlformats.org/drawingml/2006/main" prst="rect">
            <a:avLst/>
          </a:prstGeom>
        </p:spPr>
      </p:pic>
    </p:spTree>
    <p:extLst>
      <p:ext uri="{BB962C8B-B14F-4D97-AF65-F5344CB8AC3E}">
        <p14:creationId xmlns:p14="http://schemas.microsoft.com/office/powerpoint/2010/main" val="1797136959"/>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1AFC60D-C1D7-4864-8520-79FF0BB8843E}"/>
              </a:ext>
            </a:extLst>
          </p:cNvPr>
          <p:cNvPicPr>
            <a:picLocks xmlns:a="http://schemas.openxmlformats.org/drawingml/2006/main" noChangeAspect="1"/>
          </p:cNvPicPr>
          <p:nvPr/>
        </p:nvPicPr>
        <p:blipFill>
          <a:blip xmlns:r="http://schemas.openxmlformats.org/officeDocument/2006/relationships" xmlns:a="http://schemas.openxmlformats.org/drawingml/2006/main" r:embed="R19603bc382314f71"/>
          <a:srcRect xmlns:a="http://schemas.openxmlformats.org/drawingml/2006/main" l="16513" t="0" r="16513" b="0"/>
          <a:stretch xmlns:a="http://schemas.openxmlformats.org/drawingml/2006/main">
            <a:fillRect l="0" t="0" r="0" b="0"/>
          </a:stretch>
        </p:blipFill>
        <p:spPr>
          <a:xfrm xmlns:a="http://schemas.openxmlformats.org/drawingml/2006/main">
            <a:off x="0" y="0"/>
            <a:ext cx="6029325" cy="11249025"/>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15ECD993-7E75-49F1-9295-3AE9F94C4877}"/>
              </a:ext>
            </a:extLst>
          </p:cNvPr>
          <p:cNvSpPr>
            <a:spLocks xmlns:a="http://schemas.openxmlformats.org/drawingml/2006/main" noGrp="1"/>
          </p:cNvSpPr>
          <p:nvPr/>
        </p:nvSpPr>
        <p:spPr>
          <a:xfrm xmlns:a="http://schemas.openxmlformats.org/drawingml/2006/main">
            <a:off x="6029325" y="0"/>
            <a:ext cx="4257675" cy="1124902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062CA5FF-9123-42CE-B94C-58F83380E621}"/>
              </a:ext>
            </a:extLst>
          </p:cNvPr>
          <p:cNvSpPr>
            <a:spLocks xmlns:a="http://schemas.openxmlformats.org/drawingml/2006/main" noGrp="1"/>
          </p:cNvSpPr>
          <p:nvPr/>
        </p:nvSpPr>
        <p:spPr>
          <a:xfrm xmlns:a="http://schemas.openxmlformats.org/drawingml/2006/main">
            <a:off x="6381750" y="495300"/>
            <a:ext cx="3552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0180"/>
                </a:solidFill>
                <a:latin typeface="Space Grotesk"/>
                <a:ea typeface="Space Grotesk"/>
                <a:cs typeface="Space Grotesk"/>
              </a:defRPr>
            </a:defPPr>
            <a:lvl1pPr>
              <a:defRPr sz="1400" b="1">
                <a:solidFill>
                  <a:srgbClr val="FF0180"/>
                </a:solidFill>
                <a:latin typeface="Space Grotesk"/>
                <a:ea typeface="Space Grotesk"/>
                <a:cs typeface="Space Grotesk"/>
              </a:defRPr>
            </a:lvl1pPr>
            <a:lvl2pPr>
              <a:defRPr sz="1400" b="1">
                <a:solidFill>
                  <a:srgbClr val="FF0180"/>
                </a:solidFill>
                <a:latin typeface="Space Grotesk"/>
                <a:ea typeface="Space Grotesk"/>
                <a:cs typeface="Space Grotesk"/>
              </a:defRPr>
            </a:lvl2pPr>
            <a:lvl3pPr>
              <a:defRPr sz="1400" b="1">
                <a:solidFill>
                  <a:srgbClr val="FF0180"/>
                </a:solidFill>
                <a:latin typeface="Space Grotesk"/>
                <a:ea typeface="Space Grotesk"/>
                <a:cs typeface="Space Grotesk"/>
              </a:defRPr>
            </a:lvl3pPr>
            <a:lvl4pPr>
              <a:defRPr sz="1400" b="1">
                <a:solidFill>
                  <a:srgbClr val="FF0180"/>
                </a:solidFill>
                <a:latin typeface="Space Grotesk"/>
                <a:ea typeface="Space Grotesk"/>
                <a:cs typeface="Space Grotesk"/>
              </a:defRPr>
            </a:lvl4pPr>
            <a:lvl5pPr>
              <a:defRPr sz="1400" b="1">
                <a:solidFill>
                  <a:srgbClr val="FF0180"/>
                </a:solidFill>
                <a:latin typeface="Space Grotesk"/>
                <a:ea typeface="Space Grotesk"/>
                <a:cs typeface="Space Grotesk"/>
              </a:defRPr>
            </a:lvl5pPr>
            <a:lvl6pPr>
              <a:defRPr sz="1400" b="1">
                <a:solidFill>
                  <a:srgbClr val="FF0180"/>
                </a:solidFill>
                <a:latin typeface="Space Grotesk"/>
                <a:ea typeface="Space Grotesk"/>
                <a:cs typeface="Space Grotesk"/>
              </a:defRPr>
            </a:lvl6pPr>
            <a:lvl7pPr>
              <a:defRPr sz="1400" b="1">
                <a:solidFill>
                  <a:srgbClr val="FF0180"/>
                </a:solidFill>
                <a:latin typeface="Space Grotesk"/>
                <a:ea typeface="Space Grotesk"/>
                <a:cs typeface="Space Grotesk"/>
              </a:defRPr>
            </a:lvl7pPr>
            <a:lvl8pPr>
              <a:defRPr sz="1400" b="1">
                <a:solidFill>
                  <a:srgbClr val="FF0180"/>
                </a:solidFill>
                <a:latin typeface="Space Grotesk"/>
                <a:ea typeface="Space Grotesk"/>
                <a:cs typeface="Space Grotesk"/>
              </a:defRPr>
            </a:lvl8pPr>
            <a:lvl9pPr>
              <a:defRPr sz="1400" b="1">
                <a:solidFill>
                  <a:srgbClr val="FF0180"/>
                </a:solidFill>
                <a:latin typeface="Space Grotesk"/>
                <a:ea typeface="Space Grotesk"/>
                <a:cs typeface="Space Grotesk"/>
              </a:defRPr>
            </a:lvl9pPr>
          </a:lstStyle>
          <a:p xmlns:a="http://schemas.openxmlformats.org/drawingml/2006/main">
            <a:pPr>
              <a:lnSpc>
                <a:spcPct val="98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1DB767A8-8A59-44EE-BB9D-D4828EBBCA4D}"/>
              </a:ext>
            </a:extLst>
          </p:cNvPr>
          <p:cNvSpPr>
            <a:spLocks xmlns:a="http://schemas.openxmlformats.org/drawingml/2006/main" noGrp="1"/>
          </p:cNvSpPr>
          <p:nvPr/>
        </p:nvSpPr>
        <p:spPr>
          <a:xfrm xmlns:a="http://schemas.openxmlformats.org/drawingml/2006/main">
            <a:off x="6381750" y="1657350"/>
            <a:ext cx="35528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THAT’S A MOTHER YOU’RE PASSING.</a:t>
            </a:r>
          </a:p>
        </p:txBody>
      </p:sp>
      <p:sp>
        <p:nvSpPr>
          <p:cNvPr id="5" name="Driver action">
            <a:extLst xmlns:a="http://schemas.openxmlformats.org/drawingml/2006/main">
              <a:ext uri="{FF2B5EF4-FFF2-40B4-BE49-F238E27FC236}">
                <a16:creationId xmlns:a16="http://schemas.microsoft.com/office/drawing/2014/main" id="{75B8C5CF-3A1C-45FC-963D-2D4B77D146E4}"/>
              </a:ext>
            </a:extLst>
          </p:cNvPr>
          <p:cNvSpPr>
            <a:spLocks xmlns:a="http://schemas.openxmlformats.org/drawingml/2006/main" noGrp="1"/>
          </p:cNvSpPr>
          <p:nvPr/>
        </p:nvSpPr>
        <p:spPr>
          <a:xfrm xmlns:a="http://schemas.openxmlformats.org/drawingml/2006/main">
            <a:off x="6381750" y="5114925"/>
            <a:ext cx="35528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81" b="1">
                <a:solidFill>
                  <a:srgbClr val="FFFF0A"/>
                </a:solidFill>
                <a:latin typeface="Space Grotesk"/>
                <a:ea typeface="Space Grotesk"/>
                <a:cs typeface="Space Grotesk"/>
              </a:defRPr>
            </a:defPPr>
            <a:lvl1pPr>
              <a:defRPr sz="4581" b="1">
                <a:solidFill>
                  <a:srgbClr val="FFFF0A"/>
                </a:solidFill>
                <a:latin typeface="Space Grotesk"/>
                <a:ea typeface="Space Grotesk"/>
                <a:cs typeface="Space Grotesk"/>
              </a:defRPr>
            </a:lvl1pPr>
            <a:lvl2pPr>
              <a:defRPr sz="4581" b="1">
                <a:solidFill>
                  <a:srgbClr val="FFFF0A"/>
                </a:solidFill>
                <a:latin typeface="Space Grotesk"/>
                <a:ea typeface="Space Grotesk"/>
                <a:cs typeface="Space Grotesk"/>
              </a:defRPr>
            </a:lvl2pPr>
            <a:lvl3pPr>
              <a:defRPr sz="4581" b="1">
                <a:solidFill>
                  <a:srgbClr val="FFFF0A"/>
                </a:solidFill>
                <a:latin typeface="Space Grotesk"/>
                <a:ea typeface="Space Grotesk"/>
                <a:cs typeface="Space Grotesk"/>
              </a:defRPr>
            </a:lvl3pPr>
            <a:lvl4pPr>
              <a:defRPr sz="4581" b="1">
                <a:solidFill>
                  <a:srgbClr val="FFFF0A"/>
                </a:solidFill>
                <a:latin typeface="Space Grotesk"/>
                <a:ea typeface="Space Grotesk"/>
                <a:cs typeface="Space Grotesk"/>
              </a:defRPr>
            </a:lvl4pPr>
            <a:lvl5pPr>
              <a:defRPr sz="4581" b="1">
                <a:solidFill>
                  <a:srgbClr val="FFFF0A"/>
                </a:solidFill>
                <a:latin typeface="Space Grotesk"/>
                <a:ea typeface="Space Grotesk"/>
                <a:cs typeface="Space Grotesk"/>
              </a:defRPr>
            </a:lvl5pPr>
            <a:lvl6pPr>
              <a:defRPr sz="4581" b="1">
                <a:solidFill>
                  <a:srgbClr val="FFFF0A"/>
                </a:solidFill>
                <a:latin typeface="Space Grotesk"/>
                <a:ea typeface="Space Grotesk"/>
                <a:cs typeface="Space Grotesk"/>
              </a:defRPr>
            </a:lvl6pPr>
            <a:lvl7pPr>
              <a:defRPr sz="4581" b="1">
                <a:solidFill>
                  <a:srgbClr val="FFFF0A"/>
                </a:solidFill>
                <a:latin typeface="Space Grotesk"/>
                <a:ea typeface="Space Grotesk"/>
                <a:cs typeface="Space Grotesk"/>
              </a:defRPr>
            </a:lvl7pPr>
            <a:lvl8pPr>
              <a:defRPr sz="4581" b="1">
                <a:solidFill>
                  <a:srgbClr val="FFFF0A"/>
                </a:solidFill>
                <a:latin typeface="Space Grotesk"/>
                <a:ea typeface="Space Grotesk"/>
                <a:cs typeface="Space Grotesk"/>
              </a:defRPr>
            </a:lvl8pPr>
            <a:lvl9pPr>
              <a:defRPr sz="4581" b="1">
                <a:solidFill>
                  <a:srgbClr val="FFFF0A"/>
                </a:solidFill>
                <a:latin typeface="Space Grotesk"/>
                <a:ea typeface="Space Grotesk"/>
                <a:cs typeface="Space Grotesk"/>
              </a:defRPr>
            </a:lvl9pPr>
          </a:lstStyle>
          <a:p xmlns:a="http://schemas.openxmlformats.org/drawingml/2006/main">
            <a:pPr>
              <a:lnSpc>
                <a:spcPct val="98000"/>
              </a:lnSpc>
              <a:buNone/>
              <a:defRPr sz="4581" b="1">
                <a:solidFill>
                  <a:srgbClr val="FFFF0A"/>
                </a:solidFill>
                <a:latin typeface="Space Grotesk"/>
                <a:ea typeface="Space Grotesk"/>
                <a:cs typeface="Space Grotesk"/>
              </a:defRPr>
            </a:pPr>
            <a:r>
              <a:rPr sz="4581"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AADC87CB-AEB7-4275-9E64-69FF0CC0A433}"/>
              </a:ext>
            </a:extLst>
          </p:cNvPr>
          <p:cNvSpPr>
            <a:spLocks xmlns:a="http://schemas.openxmlformats.org/drawingml/2006/main" noGrp="1"/>
          </p:cNvSpPr>
          <p:nvPr/>
        </p:nvSpPr>
        <p:spPr>
          <a:xfrm xmlns:a="http://schemas.openxmlformats.org/drawingml/2006/main">
            <a:off x="6381750" y="7200900"/>
            <a:ext cx="3552825"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34" b="1">
                <a:solidFill>
                  <a:srgbClr val="FFFFFF"/>
                </a:solidFill>
                <a:latin typeface="Arial"/>
                <a:ea typeface="Arial"/>
                <a:cs typeface="Arial"/>
              </a:defRPr>
            </a:defPPr>
            <a:lvl1pPr>
              <a:defRPr sz="1934" b="1">
                <a:solidFill>
                  <a:srgbClr val="FFFFFF"/>
                </a:solidFill>
                <a:latin typeface="Arial"/>
                <a:ea typeface="Arial"/>
                <a:cs typeface="Arial"/>
              </a:defRPr>
            </a:lvl1pPr>
            <a:lvl2pPr>
              <a:defRPr sz="1934" b="1">
                <a:solidFill>
                  <a:srgbClr val="FFFFFF"/>
                </a:solidFill>
                <a:latin typeface="Arial"/>
                <a:ea typeface="Arial"/>
                <a:cs typeface="Arial"/>
              </a:defRPr>
            </a:lvl2pPr>
            <a:lvl3pPr>
              <a:defRPr sz="1934" b="1">
                <a:solidFill>
                  <a:srgbClr val="FFFFFF"/>
                </a:solidFill>
                <a:latin typeface="Arial"/>
                <a:ea typeface="Arial"/>
                <a:cs typeface="Arial"/>
              </a:defRPr>
            </a:lvl3pPr>
            <a:lvl4pPr>
              <a:defRPr sz="1934" b="1">
                <a:solidFill>
                  <a:srgbClr val="FFFFFF"/>
                </a:solidFill>
                <a:latin typeface="Arial"/>
                <a:ea typeface="Arial"/>
                <a:cs typeface="Arial"/>
              </a:defRPr>
            </a:lvl4pPr>
            <a:lvl5pPr>
              <a:defRPr sz="1934" b="1">
                <a:solidFill>
                  <a:srgbClr val="FFFFFF"/>
                </a:solidFill>
                <a:latin typeface="Arial"/>
                <a:ea typeface="Arial"/>
                <a:cs typeface="Arial"/>
              </a:defRPr>
            </a:lvl5pPr>
            <a:lvl6pPr>
              <a:defRPr sz="1934" b="1">
                <a:solidFill>
                  <a:srgbClr val="FFFFFF"/>
                </a:solidFill>
                <a:latin typeface="Arial"/>
                <a:ea typeface="Arial"/>
                <a:cs typeface="Arial"/>
              </a:defRPr>
            </a:lvl6pPr>
            <a:lvl7pPr>
              <a:defRPr sz="1934" b="1">
                <a:solidFill>
                  <a:srgbClr val="FFFFFF"/>
                </a:solidFill>
                <a:latin typeface="Arial"/>
                <a:ea typeface="Arial"/>
                <a:cs typeface="Arial"/>
              </a:defRPr>
            </a:lvl7pPr>
            <a:lvl8pPr>
              <a:defRPr sz="1934" b="1">
                <a:solidFill>
                  <a:srgbClr val="FFFFFF"/>
                </a:solidFill>
                <a:latin typeface="Arial"/>
                <a:ea typeface="Arial"/>
                <a:cs typeface="Arial"/>
              </a:defRPr>
            </a:lvl8pPr>
            <a:lvl9pPr>
              <a:defRPr sz="1934" b="1">
                <a:solidFill>
                  <a:srgbClr val="FFFFFF"/>
                </a:solidFill>
                <a:latin typeface="Arial"/>
                <a:ea typeface="Arial"/>
                <a:cs typeface="Arial"/>
              </a:defRPr>
            </a:lvl9pPr>
          </a:lstStyle>
          <a:p xmlns:a="http://schemas.openxmlformats.org/drawingml/2006/main">
            <a:pPr>
              <a:lnSpc>
                <a:spcPct val="98000"/>
              </a:lnSpc>
              <a:buNone/>
              <a:defRPr sz="1934" b="1">
                <a:solidFill>
                  <a:srgbClr val="FFFFFF"/>
                </a:solidFill>
                <a:latin typeface="Arial"/>
                <a:ea typeface="Arial"/>
                <a:cs typeface="Arial"/>
              </a:defRPr>
            </a:pPr>
            <a:r>
              <a:rPr sz="1934"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05321251-F51A-4D82-BB15-3069D3B9FACE}"/>
              </a:ext>
            </a:extLst>
          </p:cNvPr>
          <p:cNvSpPr>
            <a:spLocks xmlns:a="http://schemas.openxmlformats.org/drawingml/2006/main" noGrp="1"/>
          </p:cNvSpPr>
          <p:nvPr/>
        </p:nvSpPr>
        <p:spPr>
          <a:xfrm xmlns:a="http://schemas.openxmlformats.org/drawingml/2006/main">
            <a:off x="0" y="11249025"/>
            <a:ext cx="10287000" cy="1609725"/>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6D5FF0E1-498A-48C7-98D7-91B5335D04DE}"/>
              </a:ext>
            </a:extLst>
          </p:cNvPr>
          <p:cNvPicPr>
            <a:picLocks xmlns:a="http://schemas.openxmlformats.org/drawingml/2006/main" noChangeAspect="1"/>
          </p:cNvPicPr>
          <p:nvPr/>
        </p:nvPicPr>
        <p:blipFill>
          <a:blip xmlns:r="http://schemas.openxmlformats.org/officeDocument/2006/relationships" xmlns:a="http://schemas.openxmlformats.org/drawingml/2006/main" r:embed="Rb703fd74a14e4931"/>
          <a:stretch xmlns:a="http://schemas.openxmlformats.org/drawingml/2006/main"/>
        </p:blipFill>
        <p:spPr>
          <a:xfrm xmlns:a="http://schemas.openxmlformats.org/drawingml/2006/main">
            <a:off x="533400" y="11649075"/>
            <a:ext cx="809625" cy="80962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FBCEF7A-6A56-48E5-8A91-97590FFED4D8}"/>
              </a:ext>
            </a:extLst>
          </p:cNvPr>
          <p:cNvSpPr>
            <a:spLocks xmlns:a="http://schemas.openxmlformats.org/drawingml/2006/main" noGrp="1"/>
          </p:cNvSpPr>
          <p:nvPr/>
        </p:nvSpPr>
        <p:spPr>
          <a:xfrm xmlns:a="http://schemas.openxmlformats.org/drawingml/2006/main">
            <a:off x="1666875" y="11477625"/>
            <a:ext cx="708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41" b="1">
                <a:solidFill>
                  <a:srgbClr val="FFFF0A"/>
                </a:solidFill>
                <a:latin typeface="Space Grotesk"/>
                <a:ea typeface="Space Grotesk"/>
                <a:cs typeface="Space Grotesk"/>
              </a:defRPr>
            </a:defPPr>
            <a:lvl1pPr>
              <a:defRPr sz="3441" b="1">
                <a:solidFill>
                  <a:srgbClr val="FFFF0A"/>
                </a:solidFill>
                <a:latin typeface="Space Grotesk"/>
                <a:ea typeface="Space Grotesk"/>
                <a:cs typeface="Space Grotesk"/>
              </a:defRPr>
            </a:lvl1pPr>
            <a:lvl2pPr>
              <a:defRPr sz="3441" b="1">
                <a:solidFill>
                  <a:srgbClr val="FFFF0A"/>
                </a:solidFill>
                <a:latin typeface="Space Grotesk"/>
                <a:ea typeface="Space Grotesk"/>
                <a:cs typeface="Space Grotesk"/>
              </a:defRPr>
            </a:lvl2pPr>
            <a:lvl3pPr>
              <a:defRPr sz="3441" b="1">
                <a:solidFill>
                  <a:srgbClr val="FFFF0A"/>
                </a:solidFill>
                <a:latin typeface="Space Grotesk"/>
                <a:ea typeface="Space Grotesk"/>
                <a:cs typeface="Space Grotesk"/>
              </a:defRPr>
            </a:lvl3pPr>
            <a:lvl4pPr>
              <a:defRPr sz="3441" b="1">
                <a:solidFill>
                  <a:srgbClr val="FFFF0A"/>
                </a:solidFill>
                <a:latin typeface="Space Grotesk"/>
                <a:ea typeface="Space Grotesk"/>
                <a:cs typeface="Space Grotesk"/>
              </a:defRPr>
            </a:lvl4pPr>
            <a:lvl5pPr>
              <a:defRPr sz="3441" b="1">
                <a:solidFill>
                  <a:srgbClr val="FFFF0A"/>
                </a:solidFill>
                <a:latin typeface="Space Grotesk"/>
                <a:ea typeface="Space Grotesk"/>
                <a:cs typeface="Space Grotesk"/>
              </a:defRPr>
            </a:lvl5pPr>
            <a:lvl6pPr>
              <a:defRPr sz="3441" b="1">
                <a:solidFill>
                  <a:srgbClr val="FFFF0A"/>
                </a:solidFill>
                <a:latin typeface="Space Grotesk"/>
                <a:ea typeface="Space Grotesk"/>
                <a:cs typeface="Space Grotesk"/>
              </a:defRPr>
            </a:lvl6pPr>
            <a:lvl7pPr>
              <a:defRPr sz="3441" b="1">
                <a:solidFill>
                  <a:srgbClr val="FFFF0A"/>
                </a:solidFill>
                <a:latin typeface="Space Grotesk"/>
                <a:ea typeface="Space Grotesk"/>
                <a:cs typeface="Space Grotesk"/>
              </a:defRPr>
            </a:lvl7pPr>
            <a:lvl8pPr>
              <a:defRPr sz="3441" b="1">
                <a:solidFill>
                  <a:srgbClr val="FFFF0A"/>
                </a:solidFill>
                <a:latin typeface="Space Grotesk"/>
                <a:ea typeface="Space Grotesk"/>
                <a:cs typeface="Space Grotesk"/>
              </a:defRPr>
            </a:lvl8pPr>
            <a:lvl9pPr>
              <a:defRPr sz="3441" b="1">
                <a:solidFill>
                  <a:srgbClr val="FFFF0A"/>
                </a:solidFill>
                <a:latin typeface="Space Grotesk"/>
                <a:ea typeface="Space Grotesk"/>
                <a:cs typeface="Space Grotesk"/>
              </a:defRPr>
            </a:lvl9pPr>
          </a:lstStyle>
          <a:p xmlns:a="http://schemas.openxmlformats.org/drawingml/2006/main">
            <a:pPr>
              <a:lnSpc>
                <a:spcPct val="98000"/>
              </a:lnSpc>
              <a:buNone/>
              <a:defRPr sz="3441" b="1">
                <a:solidFill>
                  <a:srgbClr val="FFFF0A"/>
                </a:solidFill>
                <a:latin typeface="Space Grotesk"/>
                <a:ea typeface="Space Grotesk"/>
                <a:cs typeface="Space Grotesk"/>
              </a:defRPr>
            </a:pPr>
            <a:r>
              <a:rPr sz="3441"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51C81485-0C0D-4B5D-8B5D-EE646E48A691}"/>
              </a:ext>
            </a:extLst>
          </p:cNvPr>
          <p:cNvSpPr>
            <a:spLocks xmlns:a="http://schemas.openxmlformats.org/drawingml/2006/main" noGrp="1"/>
          </p:cNvSpPr>
          <p:nvPr/>
        </p:nvSpPr>
        <p:spPr>
          <a:xfrm xmlns:a="http://schemas.openxmlformats.org/drawingml/2006/main">
            <a:off x="1666875" y="12153900"/>
            <a:ext cx="708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5" b="1">
                <a:solidFill>
                  <a:srgbClr val="FFFFFF"/>
                </a:solidFill>
                <a:latin typeface="Arial"/>
                <a:ea typeface="Arial"/>
                <a:cs typeface="Arial"/>
              </a:defRPr>
            </a:defPPr>
            <a:lvl1pPr>
              <a:defRPr sz="1985" b="1">
                <a:solidFill>
                  <a:srgbClr val="FFFFFF"/>
                </a:solidFill>
                <a:latin typeface="Arial"/>
                <a:ea typeface="Arial"/>
                <a:cs typeface="Arial"/>
              </a:defRPr>
            </a:lvl1pPr>
            <a:lvl2pPr>
              <a:defRPr sz="1985" b="1">
                <a:solidFill>
                  <a:srgbClr val="FFFFFF"/>
                </a:solidFill>
                <a:latin typeface="Arial"/>
                <a:ea typeface="Arial"/>
                <a:cs typeface="Arial"/>
              </a:defRPr>
            </a:lvl2pPr>
            <a:lvl3pPr>
              <a:defRPr sz="1985" b="1">
                <a:solidFill>
                  <a:srgbClr val="FFFFFF"/>
                </a:solidFill>
                <a:latin typeface="Arial"/>
                <a:ea typeface="Arial"/>
                <a:cs typeface="Arial"/>
              </a:defRPr>
            </a:lvl3pPr>
            <a:lvl4pPr>
              <a:defRPr sz="1985" b="1">
                <a:solidFill>
                  <a:srgbClr val="FFFFFF"/>
                </a:solidFill>
                <a:latin typeface="Arial"/>
                <a:ea typeface="Arial"/>
                <a:cs typeface="Arial"/>
              </a:defRPr>
            </a:lvl4pPr>
            <a:lvl5pPr>
              <a:defRPr sz="1985" b="1">
                <a:solidFill>
                  <a:srgbClr val="FFFFFF"/>
                </a:solidFill>
                <a:latin typeface="Arial"/>
                <a:ea typeface="Arial"/>
                <a:cs typeface="Arial"/>
              </a:defRPr>
            </a:lvl5pPr>
            <a:lvl6pPr>
              <a:defRPr sz="1985" b="1">
                <a:solidFill>
                  <a:srgbClr val="FFFFFF"/>
                </a:solidFill>
                <a:latin typeface="Arial"/>
                <a:ea typeface="Arial"/>
                <a:cs typeface="Arial"/>
              </a:defRPr>
            </a:lvl6pPr>
            <a:lvl7pPr>
              <a:defRPr sz="1985" b="1">
                <a:solidFill>
                  <a:srgbClr val="FFFFFF"/>
                </a:solidFill>
                <a:latin typeface="Arial"/>
                <a:ea typeface="Arial"/>
                <a:cs typeface="Arial"/>
              </a:defRPr>
            </a:lvl7pPr>
            <a:lvl8pPr>
              <a:defRPr sz="1985" b="1">
                <a:solidFill>
                  <a:srgbClr val="FFFFFF"/>
                </a:solidFill>
                <a:latin typeface="Arial"/>
                <a:ea typeface="Arial"/>
                <a:cs typeface="Arial"/>
              </a:defRPr>
            </a:lvl8pPr>
            <a:lvl9pPr>
              <a:defRPr sz="1985" b="1">
                <a:solidFill>
                  <a:srgbClr val="FFFFFF"/>
                </a:solidFill>
                <a:latin typeface="Arial"/>
                <a:ea typeface="Arial"/>
                <a:cs typeface="Arial"/>
              </a:defRPr>
            </a:lvl9pPr>
          </a:lstStyle>
          <a:p xmlns:a="http://schemas.openxmlformats.org/drawingml/2006/main">
            <a:pPr>
              <a:lnSpc>
                <a:spcPct val="98000"/>
              </a:lnSpc>
              <a:buNone/>
              <a:defRPr sz="1985" b="1">
                <a:solidFill>
                  <a:srgbClr val="FFFFFF"/>
                </a:solidFill>
                <a:latin typeface="Arial"/>
                <a:ea typeface="Arial"/>
                <a:cs typeface="Arial"/>
              </a:defRPr>
            </a:pPr>
            <a:r>
              <a:rPr sz="1985"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CF5BE2C8-B9CC-476C-B9F6-DA4BEA4936BD}"/>
              </a:ext>
            </a:extLst>
          </p:cNvPr>
          <p:cNvSpPr>
            <a:spLocks xmlns:a="http://schemas.openxmlformats.org/drawingml/2006/main" noGrp="1"/>
          </p:cNvSpPr>
          <p:nvPr/>
        </p:nvSpPr>
        <p:spPr>
          <a:xfrm xmlns:a="http://schemas.openxmlformats.org/drawingml/2006/main">
            <a:off x="8896350" y="11491352"/>
            <a:ext cx="1133475" cy="1133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4FD6E1C-5D13-425E-8967-4AB211AE7761}"/>
              </a:ext>
            </a:extLst>
          </p:cNvPr>
          <p:cNvPicPr>
            <a:picLocks xmlns:a="http://schemas.openxmlformats.org/drawingml/2006/main" noChangeAspect="1"/>
          </p:cNvPicPr>
          <p:nvPr/>
        </p:nvPicPr>
        <p:blipFill>
          <a:blip xmlns:r="http://schemas.openxmlformats.org/officeDocument/2006/relationships" xmlns:a="http://schemas.openxmlformats.org/drawingml/2006/main" r:embed="R12680c4571ce42f6"/>
          <a:stretch xmlns:a="http://schemas.openxmlformats.org/drawingml/2006/main"/>
        </p:blipFill>
        <p:spPr>
          <a:xfrm xmlns:a="http://schemas.openxmlformats.org/drawingml/2006/main">
            <a:off x="8943975" y="11538977"/>
            <a:ext cx="1038225" cy="1038225"/>
          </a:xfrm>
          <a:prstGeom xmlns:a="http://schemas.openxmlformats.org/drawingml/2006/main" prst="rect">
            <a:avLst/>
          </a:prstGeom>
        </p:spPr>
      </p:pic>
    </p:spTree>
    <p:extLst>
      <p:ext uri="{BB962C8B-B14F-4D97-AF65-F5344CB8AC3E}">
        <p14:creationId xmlns:p14="http://schemas.microsoft.com/office/powerpoint/2010/main" val="2055484164"/>
      </p:ext>
    </p:extLst>
  </p:cSld>
</p:sld>
</file>

<file path=ppt/slides/slide3.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6062D08-6A58-488D-B509-5A4A7952548B}"/>
              </a:ext>
            </a:extLst>
          </p:cNvPr>
          <p:cNvPicPr>
            <a:picLocks xmlns:a="http://schemas.openxmlformats.org/drawingml/2006/main" noChangeAspect="1"/>
          </p:cNvPicPr>
          <p:nvPr/>
        </p:nvPicPr>
        <p:blipFill>
          <a:blip xmlns:r="http://schemas.openxmlformats.org/officeDocument/2006/relationships" xmlns:a="http://schemas.openxmlformats.org/drawingml/2006/main" r:embed="R417ff2b599ab4e1b"/>
          <a:srcRect xmlns:a="http://schemas.openxmlformats.org/drawingml/2006/main" l="16513" t="0" r="16513" b="0"/>
          <a:stretch xmlns:a="http://schemas.openxmlformats.org/drawingml/2006/main">
            <a:fillRect l="0" t="0" r="0" b="0"/>
          </a:stretch>
        </p:blipFill>
        <p:spPr>
          <a:xfrm xmlns:a="http://schemas.openxmlformats.org/drawingml/2006/main">
            <a:off x="0" y="0"/>
            <a:ext cx="6029325" cy="11249025"/>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95E97EB9-02ED-4912-A92B-A8D61244F206}"/>
              </a:ext>
            </a:extLst>
          </p:cNvPr>
          <p:cNvSpPr>
            <a:spLocks xmlns:a="http://schemas.openxmlformats.org/drawingml/2006/main" noGrp="1"/>
          </p:cNvSpPr>
          <p:nvPr/>
        </p:nvSpPr>
        <p:spPr>
          <a:xfrm xmlns:a="http://schemas.openxmlformats.org/drawingml/2006/main">
            <a:off x="6029325" y="0"/>
            <a:ext cx="4257675" cy="1124902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2DE92B2D-3DAC-478A-A698-B8529C3686B1}"/>
              </a:ext>
            </a:extLst>
          </p:cNvPr>
          <p:cNvSpPr>
            <a:spLocks xmlns:a="http://schemas.openxmlformats.org/drawingml/2006/main" noGrp="1"/>
          </p:cNvSpPr>
          <p:nvPr/>
        </p:nvSpPr>
        <p:spPr>
          <a:xfrm xmlns:a="http://schemas.openxmlformats.org/drawingml/2006/main">
            <a:off x="6381750" y="495300"/>
            <a:ext cx="3552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0180"/>
                </a:solidFill>
                <a:latin typeface="Space Grotesk"/>
                <a:ea typeface="Space Grotesk"/>
                <a:cs typeface="Space Grotesk"/>
              </a:defRPr>
            </a:defPPr>
            <a:lvl1pPr>
              <a:defRPr sz="1400" b="1">
                <a:solidFill>
                  <a:srgbClr val="FF0180"/>
                </a:solidFill>
                <a:latin typeface="Space Grotesk"/>
                <a:ea typeface="Space Grotesk"/>
                <a:cs typeface="Space Grotesk"/>
              </a:defRPr>
            </a:lvl1pPr>
            <a:lvl2pPr>
              <a:defRPr sz="1400" b="1">
                <a:solidFill>
                  <a:srgbClr val="FF0180"/>
                </a:solidFill>
                <a:latin typeface="Space Grotesk"/>
                <a:ea typeface="Space Grotesk"/>
                <a:cs typeface="Space Grotesk"/>
              </a:defRPr>
            </a:lvl2pPr>
            <a:lvl3pPr>
              <a:defRPr sz="1400" b="1">
                <a:solidFill>
                  <a:srgbClr val="FF0180"/>
                </a:solidFill>
                <a:latin typeface="Space Grotesk"/>
                <a:ea typeface="Space Grotesk"/>
                <a:cs typeface="Space Grotesk"/>
              </a:defRPr>
            </a:lvl3pPr>
            <a:lvl4pPr>
              <a:defRPr sz="1400" b="1">
                <a:solidFill>
                  <a:srgbClr val="FF0180"/>
                </a:solidFill>
                <a:latin typeface="Space Grotesk"/>
                <a:ea typeface="Space Grotesk"/>
                <a:cs typeface="Space Grotesk"/>
              </a:defRPr>
            </a:lvl4pPr>
            <a:lvl5pPr>
              <a:defRPr sz="1400" b="1">
                <a:solidFill>
                  <a:srgbClr val="FF0180"/>
                </a:solidFill>
                <a:latin typeface="Space Grotesk"/>
                <a:ea typeface="Space Grotesk"/>
                <a:cs typeface="Space Grotesk"/>
              </a:defRPr>
            </a:lvl5pPr>
            <a:lvl6pPr>
              <a:defRPr sz="1400" b="1">
                <a:solidFill>
                  <a:srgbClr val="FF0180"/>
                </a:solidFill>
                <a:latin typeface="Space Grotesk"/>
                <a:ea typeface="Space Grotesk"/>
                <a:cs typeface="Space Grotesk"/>
              </a:defRPr>
            </a:lvl6pPr>
            <a:lvl7pPr>
              <a:defRPr sz="1400" b="1">
                <a:solidFill>
                  <a:srgbClr val="FF0180"/>
                </a:solidFill>
                <a:latin typeface="Space Grotesk"/>
                <a:ea typeface="Space Grotesk"/>
                <a:cs typeface="Space Grotesk"/>
              </a:defRPr>
            </a:lvl7pPr>
            <a:lvl8pPr>
              <a:defRPr sz="1400" b="1">
                <a:solidFill>
                  <a:srgbClr val="FF0180"/>
                </a:solidFill>
                <a:latin typeface="Space Grotesk"/>
                <a:ea typeface="Space Grotesk"/>
                <a:cs typeface="Space Grotesk"/>
              </a:defRPr>
            </a:lvl8pPr>
            <a:lvl9pPr>
              <a:defRPr sz="1400" b="1">
                <a:solidFill>
                  <a:srgbClr val="FF0180"/>
                </a:solidFill>
                <a:latin typeface="Space Grotesk"/>
                <a:ea typeface="Space Grotesk"/>
                <a:cs typeface="Space Grotesk"/>
              </a:defRPr>
            </a:lvl9pPr>
          </a:lstStyle>
          <a:p xmlns:a="http://schemas.openxmlformats.org/drawingml/2006/main">
            <a:pPr>
              <a:lnSpc>
                <a:spcPct val="98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CCDCFCBD-B251-4788-83CB-5A9ABD419CC5}"/>
              </a:ext>
            </a:extLst>
          </p:cNvPr>
          <p:cNvSpPr>
            <a:spLocks xmlns:a="http://schemas.openxmlformats.org/drawingml/2006/main" noGrp="1"/>
          </p:cNvSpPr>
          <p:nvPr/>
        </p:nvSpPr>
        <p:spPr>
          <a:xfrm xmlns:a="http://schemas.openxmlformats.org/drawingml/2006/main">
            <a:off x="6381750" y="1657350"/>
            <a:ext cx="35528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THAT’S A FATHER YOU’RE PASSING.</a:t>
            </a:r>
          </a:p>
        </p:txBody>
      </p:sp>
      <p:sp>
        <p:nvSpPr>
          <p:cNvPr id="5" name="Driver action">
            <a:extLst xmlns:a="http://schemas.openxmlformats.org/drawingml/2006/main">
              <a:ext uri="{FF2B5EF4-FFF2-40B4-BE49-F238E27FC236}">
                <a16:creationId xmlns:a16="http://schemas.microsoft.com/office/drawing/2014/main" id="{132A64C8-1692-45C1-B660-C8310D775FC1}"/>
              </a:ext>
            </a:extLst>
          </p:cNvPr>
          <p:cNvSpPr>
            <a:spLocks xmlns:a="http://schemas.openxmlformats.org/drawingml/2006/main" noGrp="1"/>
          </p:cNvSpPr>
          <p:nvPr/>
        </p:nvSpPr>
        <p:spPr>
          <a:xfrm xmlns:a="http://schemas.openxmlformats.org/drawingml/2006/main">
            <a:off x="6381750" y="5114925"/>
            <a:ext cx="35528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81" b="1">
                <a:solidFill>
                  <a:srgbClr val="FFFF0A"/>
                </a:solidFill>
                <a:latin typeface="Space Grotesk"/>
                <a:ea typeface="Space Grotesk"/>
                <a:cs typeface="Space Grotesk"/>
              </a:defRPr>
            </a:defPPr>
            <a:lvl1pPr>
              <a:defRPr sz="4581" b="1">
                <a:solidFill>
                  <a:srgbClr val="FFFF0A"/>
                </a:solidFill>
                <a:latin typeface="Space Grotesk"/>
                <a:ea typeface="Space Grotesk"/>
                <a:cs typeface="Space Grotesk"/>
              </a:defRPr>
            </a:lvl1pPr>
            <a:lvl2pPr>
              <a:defRPr sz="4581" b="1">
                <a:solidFill>
                  <a:srgbClr val="FFFF0A"/>
                </a:solidFill>
                <a:latin typeface="Space Grotesk"/>
                <a:ea typeface="Space Grotesk"/>
                <a:cs typeface="Space Grotesk"/>
              </a:defRPr>
            </a:lvl2pPr>
            <a:lvl3pPr>
              <a:defRPr sz="4581" b="1">
                <a:solidFill>
                  <a:srgbClr val="FFFF0A"/>
                </a:solidFill>
                <a:latin typeface="Space Grotesk"/>
                <a:ea typeface="Space Grotesk"/>
                <a:cs typeface="Space Grotesk"/>
              </a:defRPr>
            </a:lvl3pPr>
            <a:lvl4pPr>
              <a:defRPr sz="4581" b="1">
                <a:solidFill>
                  <a:srgbClr val="FFFF0A"/>
                </a:solidFill>
                <a:latin typeface="Space Grotesk"/>
                <a:ea typeface="Space Grotesk"/>
                <a:cs typeface="Space Grotesk"/>
              </a:defRPr>
            </a:lvl4pPr>
            <a:lvl5pPr>
              <a:defRPr sz="4581" b="1">
                <a:solidFill>
                  <a:srgbClr val="FFFF0A"/>
                </a:solidFill>
                <a:latin typeface="Space Grotesk"/>
                <a:ea typeface="Space Grotesk"/>
                <a:cs typeface="Space Grotesk"/>
              </a:defRPr>
            </a:lvl5pPr>
            <a:lvl6pPr>
              <a:defRPr sz="4581" b="1">
                <a:solidFill>
                  <a:srgbClr val="FFFF0A"/>
                </a:solidFill>
                <a:latin typeface="Space Grotesk"/>
                <a:ea typeface="Space Grotesk"/>
                <a:cs typeface="Space Grotesk"/>
              </a:defRPr>
            </a:lvl6pPr>
            <a:lvl7pPr>
              <a:defRPr sz="4581" b="1">
                <a:solidFill>
                  <a:srgbClr val="FFFF0A"/>
                </a:solidFill>
                <a:latin typeface="Space Grotesk"/>
                <a:ea typeface="Space Grotesk"/>
                <a:cs typeface="Space Grotesk"/>
              </a:defRPr>
            </a:lvl7pPr>
            <a:lvl8pPr>
              <a:defRPr sz="4581" b="1">
                <a:solidFill>
                  <a:srgbClr val="FFFF0A"/>
                </a:solidFill>
                <a:latin typeface="Space Grotesk"/>
                <a:ea typeface="Space Grotesk"/>
                <a:cs typeface="Space Grotesk"/>
              </a:defRPr>
            </a:lvl8pPr>
            <a:lvl9pPr>
              <a:defRPr sz="4581" b="1">
                <a:solidFill>
                  <a:srgbClr val="FFFF0A"/>
                </a:solidFill>
                <a:latin typeface="Space Grotesk"/>
                <a:ea typeface="Space Grotesk"/>
                <a:cs typeface="Space Grotesk"/>
              </a:defRPr>
            </a:lvl9pPr>
          </a:lstStyle>
          <a:p xmlns:a="http://schemas.openxmlformats.org/drawingml/2006/main">
            <a:pPr>
              <a:lnSpc>
                <a:spcPct val="98000"/>
              </a:lnSpc>
              <a:buNone/>
              <a:defRPr sz="4581" b="1">
                <a:solidFill>
                  <a:srgbClr val="FFFF0A"/>
                </a:solidFill>
                <a:latin typeface="Space Grotesk"/>
                <a:ea typeface="Space Grotesk"/>
                <a:cs typeface="Space Grotesk"/>
              </a:defRPr>
            </a:pPr>
            <a:r>
              <a:rPr sz="4581"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777A7353-059C-4FB1-B532-548E67A672E0}"/>
              </a:ext>
            </a:extLst>
          </p:cNvPr>
          <p:cNvSpPr>
            <a:spLocks xmlns:a="http://schemas.openxmlformats.org/drawingml/2006/main" noGrp="1"/>
          </p:cNvSpPr>
          <p:nvPr/>
        </p:nvSpPr>
        <p:spPr>
          <a:xfrm xmlns:a="http://schemas.openxmlformats.org/drawingml/2006/main">
            <a:off x="6381750" y="7200900"/>
            <a:ext cx="3552825"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34" b="1">
                <a:solidFill>
                  <a:srgbClr val="FFFFFF"/>
                </a:solidFill>
                <a:latin typeface="Arial"/>
                <a:ea typeface="Arial"/>
                <a:cs typeface="Arial"/>
              </a:defRPr>
            </a:defPPr>
            <a:lvl1pPr>
              <a:defRPr sz="1934" b="1">
                <a:solidFill>
                  <a:srgbClr val="FFFFFF"/>
                </a:solidFill>
                <a:latin typeface="Arial"/>
                <a:ea typeface="Arial"/>
                <a:cs typeface="Arial"/>
              </a:defRPr>
            </a:lvl1pPr>
            <a:lvl2pPr>
              <a:defRPr sz="1934" b="1">
                <a:solidFill>
                  <a:srgbClr val="FFFFFF"/>
                </a:solidFill>
                <a:latin typeface="Arial"/>
                <a:ea typeface="Arial"/>
                <a:cs typeface="Arial"/>
              </a:defRPr>
            </a:lvl2pPr>
            <a:lvl3pPr>
              <a:defRPr sz="1934" b="1">
                <a:solidFill>
                  <a:srgbClr val="FFFFFF"/>
                </a:solidFill>
                <a:latin typeface="Arial"/>
                <a:ea typeface="Arial"/>
                <a:cs typeface="Arial"/>
              </a:defRPr>
            </a:lvl3pPr>
            <a:lvl4pPr>
              <a:defRPr sz="1934" b="1">
                <a:solidFill>
                  <a:srgbClr val="FFFFFF"/>
                </a:solidFill>
                <a:latin typeface="Arial"/>
                <a:ea typeface="Arial"/>
                <a:cs typeface="Arial"/>
              </a:defRPr>
            </a:lvl4pPr>
            <a:lvl5pPr>
              <a:defRPr sz="1934" b="1">
                <a:solidFill>
                  <a:srgbClr val="FFFFFF"/>
                </a:solidFill>
                <a:latin typeface="Arial"/>
                <a:ea typeface="Arial"/>
                <a:cs typeface="Arial"/>
              </a:defRPr>
            </a:lvl5pPr>
            <a:lvl6pPr>
              <a:defRPr sz="1934" b="1">
                <a:solidFill>
                  <a:srgbClr val="FFFFFF"/>
                </a:solidFill>
                <a:latin typeface="Arial"/>
                <a:ea typeface="Arial"/>
                <a:cs typeface="Arial"/>
              </a:defRPr>
            </a:lvl6pPr>
            <a:lvl7pPr>
              <a:defRPr sz="1934" b="1">
                <a:solidFill>
                  <a:srgbClr val="FFFFFF"/>
                </a:solidFill>
                <a:latin typeface="Arial"/>
                <a:ea typeface="Arial"/>
                <a:cs typeface="Arial"/>
              </a:defRPr>
            </a:lvl7pPr>
            <a:lvl8pPr>
              <a:defRPr sz="1934" b="1">
                <a:solidFill>
                  <a:srgbClr val="FFFFFF"/>
                </a:solidFill>
                <a:latin typeface="Arial"/>
                <a:ea typeface="Arial"/>
                <a:cs typeface="Arial"/>
              </a:defRPr>
            </a:lvl8pPr>
            <a:lvl9pPr>
              <a:defRPr sz="1934" b="1">
                <a:solidFill>
                  <a:srgbClr val="FFFFFF"/>
                </a:solidFill>
                <a:latin typeface="Arial"/>
                <a:ea typeface="Arial"/>
                <a:cs typeface="Arial"/>
              </a:defRPr>
            </a:lvl9pPr>
          </a:lstStyle>
          <a:p xmlns:a="http://schemas.openxmlformats.org/drawingml/2006/main">
            <a:pPr>
              <a:lnSpc>
                <a:spcPct val="98000"/>
              </a:lnSpc>
              <a:buNone/>
              <a:defRPr sz="1934" b="1">
                <a:solidFill>
                  <a:srgbClr val="FFFFFF"/>
                </a:solidFill>
                <a:latin typeface="Arial"/>
                <a:ea typeface="Arial"/>
                <a:cs typeface="Arial"/>
              </a:defRPr>
            </a:pPr>
            <a:r>
              <a:rPr sz="1934"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A6AC91C6-BC74-4803-892C-EC68DF69C970}"/>
              </a:ext>
            </a:extLst>
          </p:cNvPr>
          <p:cNvSpPr>
            <a:spLocks xmlns:a="http://schemas.openxmlformats.org/drawingml/2006/main" noGrp="1"/>
          </p:cNvSpPr>
          <p:nvPr/>
        </p:nvSpPr>
        <p:spPr>
          <a:xfrm xmlns:a="http://schemas.openxmlformats.org/drawingml/2006/main">
            <a:off x="0" y="11249025"/>
            <a:ext cx="10287000" cy="1609725"/>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014C6DFA-E946-41B3-9308-8DBB6644B49B}"/>
              </a:ext>
            </a:extLst>
          </p:cNvPr>
          <p:cNvPicPr>
            <a:picLocks xmlns:a="http://schemas.openxmlformats.org/drawingml/2006/main" noChangeAspect="1"/>
          </p:cNvPicPr>
          <p:nvPr/>
        </p:nvPicPr>
        <p:blipFill>
          <a:blip xmlns:r="http://schemas.openxmlformats.org/officeDocument/2006/relationships" xmlns:a="http://schemas.openxmlformats.org/drawingml/2006/main" r:embed="R9c28e51c1147445a"/>
          <a:stretch xmlns:a="http://schemas.openxmlformats.org/drawingml/2006/main"/>
        </p:blipFill>
        <p:spPr>
          <a:xfrm xmlns:a="http://schemas.openxmlformats.org/drawingml/2006/main">
            <a:off x="533400" y="11649075"/>
            <a:ext cx="809625" cy="80962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7556394-535B-49EF-A471-0034B0D922FB}"/>
              </a:ext>
            </a:extLst>
          </p:cNvPr>
          <p:cNvSpPr>
            <a:spLocks xmlns:a="http://schemas.openxmlformats.org/drawingml/2006/main" noGrp="1"/>
          </p:cNvSpPr>
          <p:nvPr/>
        </p:nvSpPr>
        <p:spPr>
          <a:xfrm xmlns:a="http://schemas.openxmlformats.org/drawingml/2006/main">
            <a:off x="1666875" y="11477625"/>
            <a:ext cx="708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41" b="1">
                <a:solidFill>
                  <a:srgbClr val="FFFF0A"/>
                </a:solidFill>
                <a:latin typeface="Space Grotesk"/>
                <a:ea typeface="Space Grotesk"/>
                <a:cs typeface="Space Grotesk"/>
              </a:defRPr>
            </a:defPPr>
            <a:lvl1pPr>
              <a:defRPr sz="3441" b="1">
                <a:solidFill>
                  <a:srgbClr val="FFFF0A"/>
                </a:solidFill>
                <a:latin typeface="Space Grotesk"/>
                <a:ea typeface="Space Grotesk"/>
                <a:cs typeface="Space Grotesk"/>
              </a:defRPr>
            </a:lvl1pPr>
            <a:lvl2pPr>
              <a:defRPr sz="3441" b="1">
                <a:solidFill>
                  <a:srgbClr val="FFFF0A"/>
                </a:solidFill>
                <a:latin typeface="Space Grotesk"/>
                <a:ea typeface="Space Grotesk"/>
                <a:cs typeface="Space Grotesk"/>
              </a:defRPr>
            </a:lvl2pPr>
            <a:lvl3pPr>
              <a:defRPr sz="3441" b="1">
                <a:solidFill>
                  <a:srgbClr val="FFFF0A"/>
                </a:solidFill>
                <a:latin typeface="Space Grotesk"/>
                <a:ea typeface="Space Grotesk"/>
                <a:cs typeface="Space Grotesk"/>
              </a:defRPr>
            </a:lvl3pPr>
            <a:lvl4pPr>
              <a:defRPr sz="3441" b="1">
                <a:solidFill>
                  <a:srgbClr val="FFFF0A"/>
                </a:solidFill>
                <a:latin typeface="Space Grotesk"/>
                <a:ea typeface="Space Grotesk"/>
                <a:cs typeface="Space Grotesk"/>
              </a:defRPr>
            </a:lvl4pPr>
            <a:lvl5pPr>
              <a:defRPr sz="3441" b="1">
                <a:solidFill>
                  <a:srgbClr val="FFFF0A"/>
                </a:solidFill>
                <a:latin typeface="Space Grotesk"/>
                <a:ea typeface="Space Grotesk"/>
                <a:cs typeface="Space Grotesk"/>
              </a:defRPr>
            </a:lvl5pPr>
            <a:lvl6pPr>
              <a:defRPr sz="3441" b="1">
                <a:solidFill>
                  <a:srgbClr val="FFFF0A"/>
                </a:solidFill>
                <a:latin typeface="Space Grotesk"/>
                <a:ea typeface="Space Grotesk"/>
                <a:cs typeface="Space Grotesk"/>
              </a:defRPr>
            </a:lvl6pPr>
            <a:lvl7pPr>
              <a:defRPr sz="3441" b="1">
                <a:solidFill>
                  <a:srgbClr val="FFFF0A"/>
                </a:solidFill>
                <a:latin typeface="Space Grotesk"/>
                <a:ea typeface="Space Grotesk"/>
                <a:cs typeface="Space Grotesk"/>
              </a:defRPr>
            </a:lvl7pPr>
            <a:lvl8pPr>
              <a:defRPr sz="3441" b="1">
                <a:solidFill>
                  <a:srgbClr val="FFFF0A"/>
                </a:solidFill>
                <a:latin typeface="Space Grotesk"/>
                <a:ea typeface="Space Grotesk"/>
                <a:cs typeface="Space Grotesk"/>
              </a:defRPr>
            </a:lvl8pPr>
            <a:lvl9pPr>
              <a:defRPr sz="3441" b="1">
                <a:solidFill>
                  <a:srgbClr val="FFFF0A"/>
                </a:solidFill>
                <a:latin typeface="Space Grotesk"/>
                <a:ea typeface="Space Grotesk"/>
                <a:cs typeface="Space Grotesk"/>
              </a:defRPr>
            </a:lvl9pPr>
          </a:lstStyle>
          <a:p xmlns:a="http://schemas.openxmlformats.org/drawingml/2006/main">
            <a:pPr>
              <a:lnSpc>
                <a:spcPct val="98000"/>
              </a:lnSpc>
              <a:buNone/>
              <a:defRPr sz="3441" b="1">
                <a:solidFill>
                  <a:srgbClr val="FFFF0A"/>
                </a:solidFill>
                <a:latin typeface="Space Grotesk"/>
                <a:ea typeface="Space Grotesk"/>
                <a:cs typeface="Space Grotesk"/>
              </a:defRPr>
            </a:pPr>
            <a:r>
              <a:rPr sz="3441"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B0C1A457-83D3-45F9-B143-E2F01743C56A}"/>
              </a:ext>
            </a:extLst>
          </p:cNvPr>
          <p:cNvSpPr>
            <a:spLocks xmlns:a="http://schemas.openxmlformats.org/drawingml/2006/main" noGrp="1"/>
          </p:cNvSpPr>
          <p:nvPr/>
        </p:nvSpPr>
        <p:spPr>
          <a:xfrm xmlns:a="http://schemas.openxmlformats.org/drawingml/2006/main">
            <a:off x="1666875" y="12153900"/>
            <a:ext cx="708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5" b="1">
                <a:solidFill>
                  <a:srgbClr val="FFFFFF"/>
                </a:solidFill>
                <a:latin typeface="Arial"/>
                <a:ea typeface="Arial"/>
                <a:cs typeface="Arial"/>
              </a:defRPr>
            </a:defPPr>
            <a:lvl1pPr>
              <a:defRPr sz="1985" b="1">
                <a:solidFill>
                  <a:srgbClr val="FFFFFF"/>
                </a:solidFill>
                <a:latin typeface="Arial"/>
                <a:ea typeface="Arial"/>
                <a:cs typeface="Arial"/>
              </a:defRPr>
            </a:lvl1pPr>
            <a:lvl2pPr>
              <a:defRPr sz="1985" b="1">
                <a:solidFill>
                  <a:srgbClr val="FFFFFF"/>
                </a:solidFill>
                <a:latin typeface="Arial"/>
                <a:ea typeface="Arial"/>
                <a:cs typeface="Arial"/>
              </a:defRPr>
            </a:lvl2pPr>
            <a:lvl3pPr>
              <a:defRPr sz="1985" b="1">
                <a:solidFill>
                  <a:srgbClr val="FFFFFF"/>
                </a:solidFill>
                <a:latin typeface="Arial"/>
                <a:ea typeface="Arial"/>
                <a:cs typeface="Arial"/>
              </a:defRPr>
            </a:lvl3pPr>
            <a:lvl4pPr>
              <a:defRPr sz="1985" b="1">
                <a:solidFill>
                  <a:srgbClr val="FFFFFF"/>
                </a:solidFill>
                <a:latin typeface="Arial"/>
                <a:ea typeface="Arial"/>
                <a:cs typeface="Arial"/>
              </a:defRPr>
            </a:lvl4pPr>
            <a:lvl5pPr>
              <a:defRPr sz="1985" b="1">
                <a:solidFill>
                  <a:srgbClr val="FFFFFF"/>
                </a:solidFill>
                <a:latin typeface="Arial"/>
                <a:ea typeface="Arial"/>
                <a:cs typeface="Arial"/>
              </a:defRPr>
            </a:lvl5pPr>
            <a:lvl6pPr>
              <a:defRPr sz="1985" b="1">
                <a:solidFill>
                  <a:srgbClr val="FFFFFF"/>
                </a:solidFill>
                <a:latin typeface="Arial"/>
                <a:ea typeface="Arial"/>
                <a:cs typeface="Arial"/>
              </a:defRPr>
            </a:lvl6pPr>
            <a:lvl7pPr>
              <a:defRPr sz="1985" b="1">
                <a:solidFill>
                  <a:srgbClr val="FFFFFF"/>
                </a:solidFill>
                <a:latin typeface="Arial"/>
                <a:ea typeface="Arial"/>
                <a:cs typeface="Arial"/>
              </a:defRPr>
            </a:lvl7pPr>
            <a:lvl8pPr>
              <a:defRPr sz="1985" b="1">
                <a:solidFill>
                  <a:srgbClr val="FFFFFF"/>
                </a:solidFill>
                <a:latin typeface="Arial"/>
                <a:ea typeface="Arial"/>
                <a:cs typeface="Arial"/>
              </a:defRPr>
            </a:lvl8pPr>
            <a:lvl9pPr>
              <a:defRPr sz="1985" b="1">
                <a:solidFill>
                  <a:srgbClr val="FFFFFF"/>
                </a:solidFill>
                <a:latin typeface="Arial"/>
                <a:ea typeface="Arial"/>
                <a:cs typeface="Arial"/>
              </a:defRPr>
            </a:lvl9pPr>
          </a:lstStyle>
          <a:p xmlns:a="http://schemas.openxmlformats.org/drawingml/2006/main">
            <a:pPr>
              <a:lnSpc>
                <a:spcPct val="98000"/>
              </a:lnSpc>
              <a:buNone/>
              <a:defRPr sz="1985" b="1">
                <a:solidFill>
                  <a:srgbClr val="FFFFFF"/>
                </a:solidFill>
                <a:latin typeface="Arial"/>
                <a:ea typeface="Arial"/>
                <a:cs typeface="Arial"/>
              </a:defRPr>
            </a:pPr>
            <a:r>
              <a:rPr sz="1985"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36C8C8F3-2628-4269-8176-2698C5022D08}"/>
              </a:ext>
            </a:extLst>
          </p:cNvPr>
          <p:cNvSpPr>
            <a:spLocks xmlns:a="http://schemas.openxmlformats.org/drawingml/2006/main" noGrp="1"/>
          </p:cNvSpPr>
          <p:nvPr/>
        </p:nvSpPr>
        <p:spPr>
          <a:xfrm xmlns:a="http://schemas.openxmlformats.org/drawingml/2006/main">
            <a:off x="8896350" y="11491352"/>
            <a:ext cx="1133475" cy="1133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928DB2C-812A-4D5B-B884-ED3F802028D3}"/>
              </a:ext>
            </a:extLst>
          </p:cNvPr>
          <p:cNvPicPr>
            <a:picLocks xmlns:a="http://schemas.openxmlformats.org/drawingml/2006/main" noChangeAspect="1"/>
          </p:cNvPicPr>
          <p:nvPr/>
        </p:nvPicPr>
        <p:blipFill>
          <a:blip xmlns:r="http://schemas.openxmlformats.org/officeDocument/2006/relationships" xmlns:a="http://schemas.openxmlformats.org/drawingml/2006/main" r:embed="Rfb9e511f22bb4ee7"/>
          <a:stretch xmlns:a="http://schemas.openxmlformats.org/drawingml/2006/main"/>
        </p:blipFill>
        <p:spPr>
          <a:xfrm xmlns:a="http://schemas.openxmlformats.org/drawingml/2006/main">
            <a:off x="8943975" y="11538977"/>
            <a:ext cx="1038225" cy="1038225"/>
          </a:xfrm>
          <a:prstGeom xmlns:a="http://schemas.openxmlformats.org/drawingml/2006/main" prst="rect">
            <a:avLst/>
          </a:prstGeom>
        </p:spPr>
      </p:pic>
    </p:spTree>
    <p:extLst>
      <p:ext uri="{BB962C8B-B14F-4D97-AF65-F5344CB8AC3E}">
        <p14:creationId xmlns:p14="http://schemas.microsoft.com/office/powerpoint/2010/main" val="1379050630"/>
      </p:ext>
    </p:extLst>
  </p:cSld>
</p:sld>
</file>

<file path=ppt/slides/slide4.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09D4AFE-94A0-45E2-9C91-E94432B02D5E}"/>
              </a:ext>
            </a:extLst>
          </p:cNvPr>
          <p:cNvPicPr>
            <a:picLocks xmlns:a="http://schemas.openxmlformats.org/drawingml/2006/main" noChangeAspect="1"/>
          </p:cNvPicPr>
          <p:nvPr/>
        </p:nvPicPr>
        <p:blipFill>
          <a:blip xmlns:r="http://schemas.openxmlformats.org/officeDocument/2006/relationships" xmlns:a="http://schemas.openxmlformats.org/drawingml/2006/main" r:embed="Rea3eb7c736974506"/>
          <a:srcRect xmlns:a="http://schemas.openxmlformats.org/drawingml/2006/main" l="16513" t="0" r="16513" b="0"/>
          <a:stretch xmlns:a="http://schemas.openxmlformats.org/drawingml/2006/main">
            <a:fillRect l="0" t="0" r="0" b="0"/>
          </a:stretch>
        </p:blipFill>
        <p:spPr>
          <a:xfrm xmlns:a="http://schemas.openxmlformats.org/drawingml/2006/main">
            <a:off x="0" y="0"/>
            <a:ext cx="6029325" cy="11249025"/>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D9FC0836-5601-4E0B-AF8A-570E8BDABFFA}"/>
              </a:ext>
            </a:extLst>
          </p:cNvPr>
          <p:cNvSpPr>
            <a:spLocks xmlns:a="http://schemas.openxmlformats.org/drawingml/2006/main" noGrp="1"/>
          </p:cNvSpPr>
          <p:nvPr/>
        </p:nvSpPr>
        <p:spPr>
          <a:xfrm xmlns:a="http://schemas.openxmlformats.org/drawingml/2006/main">
            <a:off x="6029325" y="0"/>
            <a:ext cx="4257675" cy="1124902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C86AF13C-A89A-4BBE-B28C-2940F504C446}"/>
              </a:ext>
            </a:extLst>
          </p:cNvPr>
          <p:cNvSpPr>
            <a:spLocks xmlns:a="http://schemas.openxmlformats.org/drawingml/2006/main" noGrp="1"/>
          </p:cNvSpPr>
          <p:nvPr/>
        </p:nvSpPr>
        <p:spPr>
          <a:xfrm xmlns:a="http://schemas.openxmlformats.org/drawingml/2006/main">
            <a:off x="6381750" y="495300"/>
            <a:ext cx="3552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0180"/>
                </a:solidFill>
                <a:latin typeface="Space Grotesk"/>
                <a:ea typeface="Space Grotesk"/>
                <a:cs typeface="Space Grotesk"/>
              </a:defRPr>
            </a:defPPr>
            <a:lvl1pPr>
              <a:defRPr sz="1400" b="1">
                <a:solidFill>
                  <a:srgbClr val="FF0180"/>
                </a:solidFill>
                <a:latin typeface="Space Grotesk"/>
                <a:ea typeface="Space Grotesk"/>
                <a:cs typeface="Space Grotesk"/>
              </a:defRPr>
            </a:lvl1pPr>
            <a:lvl2pPr>
              <a:defRPr sz="1400" b="1">
                <a:solidFill>
                  <a:srgbClr val="FF0180"/>
                </a:solidFill>
                <a:latin typeface="Space Grotesk"/>
                <a:ea typeface="Space Grotesk"/>
                <a:cs typeface="Space Grotesk"/>
              </a:defRPr>
            </a:lvl2pPr>
            <a:lvl3pPr>
              <a:defRPr sz="1400" b="1">
                <a:solidFill>
                  <a:srgbClr val="FF0180"/>
                </a:solidFill>
                <a:latin typeface="Space Grotesk"/>
                <a:ea typeface="Space Grotesk"/>
                <a:cs typeface="Space Grotesk"/>
              </a:defRPr>
            </a:lvl3pPr>
            <a:lvl4pPr>
              <a:defRPr sz="1400" b="1">
                <a:solidFill>
                  <a:srgbClr val="FF0180"/>
                </a:solidFill>
                <a:latin typeface="Space Grotesk"/>
                <a:ea typeface="Space Grotesk"/>
                <a:cs typeface="Space Grotesk"/>
              </a:defRPr>
            </a:lvl4pPr>
            <a:lvl5pPr>
              <a:defRPr sz="1400" b="1">
                <a:solidFill>
                  <a:srgbClr val="FF0180"/>
                </a:solidFill>
                <a:latin typeface="Space Grotesk"/>
                <a:ea typeface="Space Grotesk"/>
                <a:cs typeface="Space Grotesk"/>
              </a:defRPr>
            </a:lvl5pPr>
            <a:lvl6pPr>
              <a:defRPr sz="1400" b="1">
                <a:solidFill>
                  <a:srgbClr val="FF0180"/>
                </a:solidFill>
                <a:latin typeface="Space Grotesk"/>
                <a:ea typeface="Space Grotesk"/>
                <a:cs typeface="Space Grotesk"/>
              </a:defRPr>
            </a:lvl6pPr>
            <a:lvl7pPr>
              <a:defRPr sz="1400" b="1">
                <a:solidFill>
                  <a:srgbClr val="FF0180"/>
                </a:solidFill>
                <a:latin typeface="Space Grotesk"/>
                <a:ea typeface="Space Grotesk"/>
                <a:cs typeface="Space Grotesk"/>
              </a:defRPr>
            </a:lvl7pPr>
            <a:lvl8pPr>
              <a:defRPr sz="1400" b="1">
                <a:solidFill>
                  <a:srgbClr val="FF0180"/>
                </a:solidFill>
                <a:latin typeface="Space Grotesk"/>
                <a:ea typeface="Space Grotesk"/>
                <a:cs typeface="Space Grotesk"/>
              </a:defRPr>
            </a:lvl8pPr>
            <a:lvl9pPr>
              <a:defRPr sz="1400" b="1">
                <a:solidFill>
                  <a:srgbClr val="FF0180"/>
                </a:solidFill>
                <a:latin typeface="Space Grotesk"/>
                <a:ea typeface="Space Grotesk"/>
                <a:cs typeface="Space Grotesk"/>
              </a:defRPr>
            </a:lvl9pPr>
          </a:lstStyle>
          <a:p xmlns:a="http://schemas.openxmlformats.org/drawingml/2006/main">
            <a:pPr>
              <a:lnSpc>
                <a:spcPct val="98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80CFD3E7-10E9-4D4E-B0E3-136C6D35395B}"/>
              </a:ext>
            </a:extLst>
          </p:cNvPr>
          <p:cNvSpPr>
            <a:spLocks xmlns:a="http://schemas.openxmlformats.org/drawingml/2006/main" noGrp="1"/>
          </p:cNvSpPr>
          <p:nvPr/>
        </p:nvSpPr>
        <p:spPr>
          <a:xfrm xmlns:a="http://schemas.openxmlformats.org/drawingml/2006/main">
            <a:off x="6381750" y="1657350"/>
            <a:ext cx="35528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THAT’S A BROTHER YOU’RE PASSING.</a:t>
            </a:r>
          </a:p>
        </p:txBody>
      </p:sp>
      <p:sp>
        <p:nvSpPr>
          <p:cNvPr id="5" name="Driver action">
            <a:extLst xmlns:a="http://schemas.openxmlformats.org/drawingml/2006/main">
              <a:ext uri="{FF2B5EF4-FFF2-40B4-BE49-F238E27FC236}">
                <a16:creationId xmlns:a16="http://schemas.microsoft.com/office/drawing/2014/main" id="{712DE415-FE78-4593-91F8-5F348340CCC9}"/>
              </a:ext>
            </a:extLst>
          </p:cNvPr>
          <p:cNvSpPr>
            <a:spLocks xmlns:a="http://schemas.openxmlformats.org/drawingml/2006/main" noGrp="1"/>
          </p:cNvSpPr>
          <p:nvPr/>
        </p:nvSpPr>
        <p:spPr>
          <a:xfrm xmlns:a="http://schemas.openxmlformats.org/drawingml/2006/main">
            <a:off x="6381750" y="5114925"/>
            <a:ext cx="35528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81" b="1">
                <a:solidFill>
                  <a:srgbClr val="FFFF0A"/>
                </a:solidFill>
                <a:latin typeface="Space Grotesk"/>
                <a:ea typeface="Space Grotesk"/>
                <a:cs typeface="Space Grotesk"/>
              </a:defRPr>
            </a:defPPr>
            <a:lvl1pPr>
              <a:defRPr sz="4581" b="1">
                <a:solidFill>
                  <a:srgbClr val="FFFF0A"/>
                </a:solidFill>
                <a:latin typeface="Space Grotesk"/>
                <a:ea typeface="Space Grotesk"/>
                <a:cs typeface="Space Grotesk"/>
              </a:defRPr>
            </a:lvl1pPr>
            <a:lvl2pPr>
              <a:defRPr sz="4581" b="1">
                <a:solidFill>
                  <a:srgbClr val="FFFF0A"/>
                </a:solidFill>
                <a:latin typeface="Space Grotesk"/>
                <a:ea typeface="Space Grotesk"/>
                <a:cs typeface="Space Grotesk"/>
              </a:defRPr>
            </a:lvl2pPr>
            <a:lvl3pPr>
              <a:defRPr sz="4581" b="1">
                <a:solidFill>
                  <a:srgbClr val="FFFF0A"/>
                </a:solidFill>
                <a:latin typeface="Space Grotesk"/>
                <a:ea typeface="Space Grotesk"/>
                <a:cs typeface="Space Grotesk"/>
              </a:defRPr>
            </a:lvl3pPr>
            <a:lvl4pPr>
              <a:defRPr sz="4581" b="1">
                <a:solidFill>
                  <a:srgbClr val="FFFF0A"/>
                </a:solidFill>
                <a:latin typeface="Space Grotesk"/>
                <a:ea typeface="Space Grotesk"/>
                <a:cs typeface="Space Grotesk"/>
              </a:defRPr>
            </a:lvl4pPr>
            <a:lvl5pPr>
              <a:defRPr sz="4581" b="1">
                <a:solidFill>
                  <a:srgbClr val="FFFF0A"/>
                </a:solidFill>
                <a:latin typeface="Space Grotesk"/>
                <a:ea typeface="Space Grotesk"/>
                <a:cs typeface="Space Grotesk"/>
              </a:defRPr>
            </a:lvl5pPr>
            <a:lvl6pPr>
              <a:defRPr sz="4581" b="1">
                <a:solidFill>
                  <a:srgbClr val="FFFF0A"/>
                </a:solidFill>
                <a:latin typeface="Space Grotesk"/>
                <a:ea typeface="Space Grotesk"/>
                <a:cs typeface="Space Grotesk"/>
              </a:defRPr>
            </a:lvl6pPr>
            <a:lvl7pPr>
              <a:defRPr sz="4581" b="1">
                <a:solidFill>
                  <a:srgbClr val="FFFF0A"/>
                </a:solidFill>
                <a:latin typeface="Space Grotesk"/>
                <a:ea typeface="Space Grotesk"/>
                <a:cs typeface="Space Grotesk"/>
              </a:defRPr>
            </a:lvl7pPr>
            <a:lvl8pPr>
              <a:defRPr sz="4581" b="1">
                <a:solidFill>
                  <a:srgbClr val="FFFF0A"/>
                </a:solidFill>
                <a:latin typeface="Space Grotesk"/>
                <a:ea typeface="Space Grotesk"/>
                <a:cs typeface="Space Grotesk"/>
              </a:defRPr>
            </a:lvl8pPr>
            <a:lvl9pPr>
              <a:defRPr sz="4581" b="1">
                <a:solidFill>
                  <a:srgbClr val="FFFF0A"/>
                </a:solidFill>
                <a:latin typeface="Space Grotesk"/>
                <a:ea typeface="Space Grotesk"/>
                <a:cs typeface="Space Grotesk"/>
              </a:defRPr>
            </a:lvl9pPr>
          </a:lstStyle>
          <a:p xmlns:a="http://schemas.openxmlformats.org/drawingml/2006/main">
            <a:pPr>
              <a:lnSpc>
                <a:spcPct val="98000"/>
              </a:lnSpc>
              <a:buNone/>
              <a:defRPr sz="4581" b="1">
                <a:solidFill>
                  <a:srgbClr val="FFFF0A"/>
                </a:solidFill>
                <a:latin typeface="Space Grotesk"/>
                <a:ea typeface="Space Grotesk"/>
                <a:cs typeface="Space Grotesk"/>
              </a:defRPr>
            </a:pPr>
            <a:r>
              <a:rPr sz="4581"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6B5F24A9-F047-4880-83D0-C11E8A4C1349}"/>
              </a:ext>
            </a:extLst>
          </p:cNvPr>
          <p:cNvSpPr>
            <a:spLocks xmlns:a="http://schemas.openxmlformats.org/drawingml/2006/main" noGrp="1"/>
          </p:cNvSpPr>
          <p:nvPr/>
        </p:nvSpPr>
        <p:spPr>
          <a:xfrm xmlns:a="http://schemas.openxmlformats.org/drawingml/2006/main">
            <a:off x="6381750" y="7200900"/>
            <a:ext cx="3552825"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34" b="1">
                <a:solidFill>
                  <a:srgbClr val="FFFFFF"/>
                </a:solidFill>
                <a:latin typeface="Arial"/>
                <a:ea typeface="Arial"/>
                <a:cs typeface="Arial"/>
              </a:defRPr>
            </a:defPPr>
            <a:lvl1pPr>
              <a:defRPr sz="1934" b="1">
                <a:solidFill>
                  <a:srgbClr val="FFFFFF"/>
                </a:solidFill>
                <a:latin typeface="Arial"/>
                <a:ea typeface="Arial"/>
                <a:cs typeface="Arial"/>
              </a:defRPr>
            </a:lvl1pPr>
            <a:lvl2pPr>
              <a:defRPr sz="1934" b="1">
                <a:solidFill>
                  <a:srgbClr val="FFFFFF"/>
                </a:solidFill>
                <a:latin typeface="Arial"/>
                <a:ea typeface="Arial"/>
                <a:cs typeface="Arial"/>
              </a:defRPr>
            </a:lvl2pPr>
            <a:lvl3pPr>
              <a:defRPr sz="1934" b="1">
                <a:solidFill>
                  <a:srgbClr val="FFFFFF"/>
                </a:solidFill>
                <a:latin typeface="Arial"/>
                <a:ea typeface="Arial"/>
                <a:cs typeface="Arial"/>
              </a:defRPr>
            </a:lvl3pPr>
            <a:lvl4pPr>
              <a:defRPr sz="1934" b="1">
                <a:solidFill>
                  <a:srgbClr val="FFFFFF"/>
                </a:solidFill>
                <a:latin typeface="Arial"/>
                <a:ea typeface="Arial"/>
                <a:cs typeface="Arial"/>
              </a:defRPr>
            </a:lvl4pPr>
            <a:lvl5pPr>
              <a:defRPr sz="1934" b="1">
                <a:solidFill>
                  <a:srgbClr val="FFFFFF"/>
                </a:solidFill>
                <a:latin typeface="Arial"/>
                <a:ea typeface="Arial"/>
                <a:cs typeface="Arial"/>
              </a:defRPr>
            </a:lvl5pPr>
            <a:lvl6pPr>
              <a:defRPr sz="1934" b="1">
                <a:solidFill>
                  <a:srgbClr val="FFFFFF"/>
                </a:solidFill>
                <a:latin typeface="Arial"/>
                <a:ea typeface="Arial"/>
                <a:cs typeface="Arial"/>
              </a:defRPr>
            </a:lvl6pPr>
            <a:lvl7pPr>
              <a:defRPr sz="1934" b="1">
                <a:solidFill>
                  <a:srgbClr val="FFFFFF"/>
                </a:solidFill>
                <a:latin typeface="Arial"/>
                <a:ea typeface="Arial"/>
                <a:cs typeface="Arial"/>
              </a:defRPr>
            </a:lvl7pPr>
            <a:lvl8pPr>
              <a:defRPr sz="1934" b="1">
                <a:solidFill>
                  <a:srgbClr val="FFFFFF"/>
                </a:solidFill>
                <a:latin typeface="Arial"/>
                <a:ea typeface="Arial"/>
                <a:cs typeface="Arial"/>
              </a:defRPr>
            </a:lvl8pPr>
            <a:lvl9pPr>
              <a:defRPr sz="1934" b="1">
                <a:solidFill>
                  <a:srgbClr val="FFFFFF"/>
                </a:solidFill>
                <a:latin typeface="Arial"/>
                <a:ea typeface="Arial"/>
                <a:cs typeface="Arial"/>
              </a:defRPr>
            </a:lvl9pPr>
          </a:lstStyle>
          <a:p xmlns:a="http://schemas.openxmlformats.org/drawingml/2006/main">
            <a:pPr>
              <a:lnSpc>
                <a:spcPct val="98000"/>
              </a:lnSpc>
              <a:buNone/>
              <a:defRPr sz="1934" b="1">
                <a:solidFill>
                  <a:srgbClr val="FFFFFF"/>
                </a:solidFill>
                <a:latin typeface="Arial"/>
                <a:ea typeface="Arial"/>
                <a:cs typeface="Arial"/>
              </a:defRPr>
            </a:pPr>
            <a:r>
              <a:rPr sz="1934"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75956DDC-D7C9-4516-8377-040A6C241674}"/>
              </a:ext>
            </a:extLst>
          </p:cNvPr>
          <p:cNvSpPr>
            <a:spLocks xmlns:a="http://schemas.openxmlformats.org/drawingml/2006/main" noGrp="1"/>
          </p:cNvSpPr>
          <p:nvPr/>
        </p:nvSpPr>
        <p:spPr>
          <a:xfrm xmlns:a="http://schemas.openxmlformats.org/drawingml/2006/main">
            <a:off x="0" y="11249025"/>
            <a:ext cx="10287000" cy="1609725"/>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9C9B0E0D-91FC-4ED5-A0E8-187D436D1895}"/>
              </a:ext>
            </a:extLst>
          </p:cNvPr>
          <p:cNvPicPr>
            <a:picLocks xmlns:a="http://schemas.openxmlformats.org/drawingml/2006/main" noChangeAspect="1"/>
          </p:cNvPicPr>
          <p:nvPr/>
        </p:nvPicPr>
        <p:blipFill>
          <a:blip xmlns:r="http://schemas.openxmlformats.org/officeDocument/2006/relationships" xmlns:a="http://schemas.openxmlformats.org/drawingml/2006/main" r:embed="R23ae1841a21b4396"/>
          <a:stretch xmlns:a="http://schemas.openxmlformats.org/drawingml/2006/main"/>
        </p:blipFill>
        <p:spPr>
          <a:xfrm xmlns:a="http://schemas.openxmlformats.org/drawingml/2006/main">
            <a:off x="533400" y="11649075"/>
            <a:ext cx="809625" cy="80962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F349CB31-F290-457B-8587-6E96667B471B}"/>
              </a:ext>
            </a:extLst>
          </p:cNvPr>
          <p:cNvSpPr>
            <a:spLocks xmlns:a="http://schemas.openxmlformats.org/drawingml/2006/main" noGrp="1"/>
          </p:cNvSpPr>
          <p:nvPr/>
        </p:nvSpPr>
        <p:spPr>
          <a:xfrm xmlns:a="http://schemas.openxmlformats.org/drawingml/2006/main">
            <a:off x="1666875" y="11477625"/>
            <a:ext cx="708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41" b="1">
                <a:solidFill>
                  <a:srgbClr val="FFFF0A"/>
                </a:solidFill>
                <a:latin typeface="Space Grotesk"/>
                <a:ea typeface="Space Grotesk"/>
                <a:cs typeface="Space Grotesk"/>
              </a:defRPr>
            </a:defPPr>
            <a:lvl1pPr>
              <a:defRPr sz="3441" b="1">
                <a:solidFill>
                  <a:srgbClr val="FFFF0A"/>
                </a:solidFill>
                <a:latin typeface="Space Grotesk"/>
                <a:ea typeface="Space Grotesk"/>
                <a:cs typeface="Space Grotesk"/>
              </a:defRPr>
            </a:lvl1pPr>
            <a:lvl2pPr>
              <a:defRPr sz="3441" b="1">
                <a:solidFill>
                  <a:srgbClr val="FFFF0A"/>
                </a:solidFill>
                <a:latin typeface="Space Grotesk"/>
                <a:ea typeface="Space Grotesk"/>
                <a:cs typeface="Space Grotesk"/>
              </a:defRPr>
            </a:lvl2pPr>
            <a:lvl3pPr>
              <a:defRPr sz="3441" b="1">
                <a:solidFill>
                  <a:srgbClr val="FFFF0A"/>
                </a:solidFill>
                <a:latin typeface="Space Grotesk"/>
                <a:ea typeface="Space Grotesk"/>
                <a:cs typeface="Space Grotesk"/>
              </a:defRPr>
            </a:lvl3pPr>
            <a:lvl4pPr>
              <a:defRPr sz="3441" b="1">
                <a:solidFill>
                  <a:srgbClr val="FFFF0A"/>
                </a:solidFill>
                <a:latin typeface="Space Grotesk"/>
                <a:ea typeface="Space Grotesk"/>
                <a:cs typeface="Space Grotesk"/>
              </a:defRPr>
            </a:lvl4pPr>
            <a:lvl5pPr>
              <a:defRPr sz="3441" b="1">
                <a:solidFill>
                  <a:srgbClr val="FFFF0A"/>
                </a:solidFill>
                <a:latin typeface="Space Grotesk"/>
                <a:ea typeface="Space Grotesk"/>
                <a:cs typeface="Space Grotesk"/>
              </a:defRPr>
            </a:lvl5pPr>
            <a:lvl6pPr>
              <a:defRPr sz="3441" b="1">
                <a:solidFill>
                  <a:srgbClr val="FFFF0A"/>
                </a:solidFill>
                <a:latin typeface="Space Grotesk"/>
                <a:ea typeface="Space Grotesk"/>
                <a:cs typeface="Space Grotesk"/>
              </a:defRPr>
            </a:lvl6pPr>
            <a:lvl7pPr>
              <a:defRPr sz="3441" b="1">
                <a:solidFill>
                  <a:srgbClr val="FFFF0A"/>
                </a:solidFill>
                <a:latin typeface="Space Grotesk"/>
                <a:ea typeface="Space Grotesk"/>
                <a:cs typeface="Space Grotesk"/>
              </a:defRPr>
            </a:lvl7pPr>
            <a:lvl8pPr>
              <a:defRPr sz="3441" b="1">
                <a:solidFill>
                  <a:srgbClr val="FFFF0A"/>
                </a:solidFill>
                <a:latin typeface="Space Grotesk"/>
                <a:ea typeface="Space Grotesk"/>
                <a:cs typeface="Space Grotesk"/>
              </a:defRPr>
            </a:lvl8pPr>
            <a:lvl9pPr>
              <a:defRPr sz="3441" b="1">
                <a:solidFill>
                  <a:srgbClr val="FFFF0A"/>
                </a:solidFill>
                <a:latin typeface="Space Grotesk"/>
                <a:ea typeface="Space Grotesk"/>
                <a:cs typeface="Space Grotesk"/>
              </a:defRPr>
            </a:lvl9pPr>
          </a:lstStyle>
          <a:p xmlns:a="http://schemas.openxmlformats.org/drawingml/2006/main">
            <a:pPr>
              <a:lnSpc>
                <a:spcPct val="98000"/>
              </a:lnSpc>
              <a:buNone/>
              <a:defRPr sz="3441" b="1">
                <a:solidFill>
                  <a:srgbClr val="FFFF0A"/>
                </a:solidFill>
                <a:latin typeface="Space Grotesk"/>
                <a:ea typeface="Space Grotesk"/>
                <a:cs typeface="Space Grotesk"/>
              </a:defRPr>
            </a:pPr>
            <a:r>
              <a:rPr sz="3441"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4CFBB1FB-71A9-4FB2-8CF8-077AAD11CC8F}"/>
              </a:ext>
            </a:extLst>
          </p:cNvPr>
          <p:cNvSpPr>
            <a:spLocks xmlns:a="http://schemas.openxmlformats.org/drawingml/2006/main" noGrp="1"/>
          </p:cNvSpPr>
          <p:nvPr/>
        </p:nvSpPr>
        <p:spPr>
          <a:xfrm xmlns:a="http://schemas.openxmlformats.org/drawingml/2006/main">
            <a:off x="1666875" y="12153900"/>
            <a:ext cx="708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5" b="1">
                <a:solidFill>
                  <a:srgbClr val="FFFFFF"/>
                </a:solidFill>
                <a:latin typeface="Arial"/>
                <a:ea typeface="Arial"/>
                <a:cs typeface="Arial"/>
              </a:defRPr>
            </a:defPPr>
            <a:lvl1pPr>
              <a:defRPr sz="1985" b="1">
                <a:solidFill>
                  <a:srgbClr val="FFFFFF"/>
                </a:solidFill>
                <a:latin typeface="Arial"/>
                <a:ea typeface="Arial"/>
                <a:cs typeface="Arial"/>
              </a:defRPr>
            </a:lvl1pPr>
            <a:lvl2pPr>
              <a:defRPr sz="1985" b="1">
                <a:solidFill>
                  <a:srgbClr val="FFFFFF"/>
                </a:solidFill>
                <a:latin typeface="Arial"/>
                <a:ea typeface="Arial"/>
                <a:cs typeface="Arial"/>
              </a:defRPr>
            </a:lvl2pPr>
            <a:lvl3pPr>
              <a:defRPr sz="1985" b="1">
                <a:solidFill>
                  <a:srgbClr val="FFFFFF"/>
                </a:solidFill>
                <a:latin typeface="Arial"/>
                <a:ea typeface="Arial"/>
                <a:cs typeface="Arial"/>
              </a:defRPr>
            </a:lvl3pPr>
            <a:lvl4pPr>
              <a:defRPr sz="1985" b="1">
                <a:solidFill>
                  <a:srgbClr val="FFFFFF"/>
                </a:solidFill>
                <a:latin typeface="Arial"/>
                <a:ea typeface="Arial"/>
                <a:cs typeface="Arial"/>
              </a:defRPr>
            </a:lvl4pPr>
            <a:lvl5pPr>
              <a:defRPr sz="1985" b="1">
                <a:solidFill>
                  <a:srgbClr val="FFFFFF"/>
                </a:solidFill>
                <a:latin typeface="Arial"/>
                <a:ea typeface="Arial"/>
                <a:cs typeface="Arial"/>
              </a:defRPr>
            </a:lvl5pPr>
            <a:lvl6pPr>
              <a:defRPr sz="1985" b="1">
                <a:solidFill>
                  <a:srgbClr val="FFFFFF"/>
                </a:solidFill>
                <a:latin typeface="Arial"/>
                <a:ea typeface="Arial"/>
                <a:cs typeface="Arial"/>
              </a:defRPr>
            </a:lvl6pPr>
            <a:lvl7pPr>
              <a:defRPr sz="1985" b="1">
                <a:solidFill>
                  <a:srgbClr val="FFFFFF"/>
                </a:solidFill>
                <a:latin typeface="Arial"/>
                <a:ea typeface="Arial"/>
                <a:cs typeface="Arial"/>
              </a:defRPr>
            </a:lvl7pPr>
            <a:lvl8pPr>
              <a:defRPr sz="1985" b="1">
                <a:solidFill>
                  <a:srgbClr val="FFFFFF"/>
                </a:solidFill>
                <a:latin typeface="Arial"/>
                <a:ea typeface="Arial"/>
                <a:cs typeface="Arial"/>
              </a:defRPr>
            </a:lvl8pPr>
            <a:lvl9pPr>
              <a:defRPr sz="1985" b="1">
                <a:solidFill>
                  <a:srgbClr val="FFFFFF"/>
                </a:solidFill>
                <a:latin typeface="Arial"/>
                <a:ea typeface="Arial"/>
                <a:cs typeface="Arial"/>
              </a:defRPr>
            </a:lvl9pPr>
          </a:lstStyle>
          <a:p xmlns:a="http://schemas.openxmlformats.org/drawingml/2006/main">
            <a:pPr>
              <a:lnSpc>
                <a:spcPct val="98000"/>
              </a:lnSpc>
              <a:buNone/>
              <a:defRPr sz="1985" b="1">
                <a:solidFill>
                  <a:srgbClr val="FFFFFF"/>
                </a:solidFill>
                <a:latin typeface="Arial"/>
                <a:ea typeface="Arial"/>
                <a:cs typeface="Arial"/>
              </a:defRPr>
            </a:pPr>
            <a:r>
              <a:rPr sz="1985"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8771C685-480A-4DE9-A119-B860933CB258}"/>
              </a:ext>
            </a:extLst>
          </p:cNvPr>
          <p:cNvSpPr>
            <a:spLocks xmlns:a="http://schemas.openxmlformats.org/drawingml/2006/main" noGrp="1"/>
          </p:cNvSpPr>
          <p:nvPr/>
        </p:nvSpPr>
        <p:spPr>
          <a:xfrm xmlns:a="http://schemas.openxmlformats.org/drawingml/2006/main">
            <a:off x="8896350" y="11491352"/>
            <a:ext cx="1133475" cy="1133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B23A5F3D-C6FD-4454-A36A-21F76D3881FF}"/>
              </a:ext>
            </a:extLst>
          </p:cNvPr>
          <p:cNvPicPr>
            <a:picLocks xmlns:a="http://schemas.openxmlformats.org/drawingml/2006/main" noChangeAspect="1"/>
          </p:cNvPicPr>
          <p:nvPr/>
        </p:nvPicPr>
        <p:blipFill>
          <a:blip xmlns:r="http://schemas.openxmlformats.org/officeDocument/2006/relationships" xmlns:a="http://schemas.openxmlformats.org/drawingml/2006/main" r:embed="Rea214a81082d4b81"/>
          <a:stretch xmlns:a="http://schemas.openxmlformats.org/drawingml/2006/main"/>
        </p:blipFill>
        <p:spPr>
          <a:xfrm xmlns:a="http://schemas.openxmlformats.org/drawingml/2006/main">
            <a:off x="8943975" y="11538977"/>
            <a:ext cx="1038225" cy="1038225"/>
          </a:xfrm>
          <a:prstGeom xmlns:a="http://schemas.openxmlformats.org/drawingml/2006/main" prst="rect">
            <a:avLst/>
          </a:prstGeom>
        </p:spPr>
      </p:pic>
    </p:spTree>
    <p:extLst>
      <p:ext uri="{BB962C8B-B14F-4D97-AF65-F5344CB8AC3E}">
        <p14:creationId xmlns:p14="http://schemas.microsoft.com/office/powerpoint/2010/main" val="2056832931"/>
      </p:ext>
    </p:extLst>
  </p:cSld>
</p:sld>
</file>

<file path=ppt/slides/slide5.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6F77308-5CEE-4FED-A724-3E8B8A98A619}"/>
              </a:ext>
            </a:extLst>
          </p:cNvPr>
          <p:cNvPicPr>
            <a:picLocks xmlns:a="http://schemas.openxmlformats.org/drawingml/2006/main" noChangeAspect="1"/>
          </p:cNvPicPr>
          <p:nvPr/>
        </p:nvPicPr>
        <p:blipFill>
          <a:blip xmlns:r="http://schemas.openxmlformats.org/officeDocument/2006/relationships" xmlns:a="http://schemas.openxmlformats.org/drawingml/2006/main" r:embed="R9d089b2433ef4f7f"/>
          <a:srcRect xmlns:a="http://schemas.openxmlformats.org/drawingml/2006/main" l="16513" t="0" r="16513" b="0"/>
          <a:stretch xmlns:a="http://schemas.openxmlformats.org/drawingml/2006/main">
            <a:fillRect l="0" t="0" r="0" b="0"/>
          </a:stretch>
        </p:blipFill>
        <p:spPr>
          <a:xfrm xmlns:a="http://schemas.openxmlformats.org/drawingml/2006/main">
            <a:off x="0" y="0"/>
            <a:ext cx="6029325" cy="11249025"/>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C9E6AB3D-090D-4F7B-957E-0EF8C76B399C}"/>
              </a:ext>
            </a:extLst>
          </p:cNvPr>
          <p:cNvSpPr>
            <a:spLocks xmlns:a="http://schemas.openxmlformats.org/drawingml/2006/main" noGrp="1"/>
          </p:cNvSpPr>
          <p:nvPr/>
        </p:nvSpPr>
        <p:spPr>
          <a:xfrm xmlns:a="http://schemas.openxmlformats.org/drawingml/2006/main">
            <a:off x="6029325" y="0"/>
            <a:ext cx="4257675" cy="1124902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EBB7835A-CF09-498F-86BA-7207B2E62D38}"/>
              </a:ext>
            </a:extLst>
          </p:cNvPr>
          <p:cNvSpPr>
            <a:spLocks xmlns:a="http://schemas.openxmlformats.org/drawingml/2006/main" noGrp="1"/>
          </p:cNvSpPr>
          <p:nvPr/>
        </p:nvSpPr>
        <p:spPr>
          <a:xfrm xmlns:a="http://schemas.openxmlformats.org/drawingml/2006/main">
            <a:off x="6381750" y="495300"/>
            <a:ext cx="3552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0180"/>
                </a:solidFill>
                <a:latin typeface="Space Grotesk"/>
                <a:ea typeface="Space Grotesk"/>
                <a:cs typeface="Space Grotesk"/>
              </a:defRPr>
            </a:defPPr>
            <a:lvl1pPr>
              <a:defRPr sz="1400" b="1">
                <a:solidFill>
                  <a:srgbClr val="FF0180"/>
                </a:solidFill>
                <a:latin typeface="Space Grotesk"/>
                <a:ea typeface="Space Grotesk"/>
                <a:cs typeface="Space Grotesk"/>
              </a:defRPr>
            </a:lvl1pPr>
            <a:lvl2pPr>
              <a:defRPr sz="1400" b="1">
                <a:solidFill>
                  <a:srgbClr val="FF0180"/>
                </a:solidFill>
                <a:latin typeface="Space Grotesk"/>
                <a:ea typeface="Space Grotesk"/>
                <a:cs typeface="Space Grotesk"/>
              </a:defRPr>
            </a:lvl2pPr>
            <a:lvl3pPr>
              <a:defRPr sz="1400" b="1">
                <a:solidFill>
                  <a:srgbClr val="FF0180"/>
                </a:solidFill>
                <a:latin typeface="Space Grotesk"/>
                <a:ea typeface="Space Grotesk"/>
                <a:cs typeface="Space Grotesk"/>
              </a:defRPr>
            </a:lvl3pPr>
            <a:lvl4pPr>
              <a:defRPr sz="1400" b="1">
                <a:solidFill>
                  <a:srgbClr val="FF0180"/>
                </a:solidFill>
                <a:latin typeface="Space Grotesk"/>
                <a:ea typeface="Space Grotesk"/>
                <a:cs typeface="Space Grotesk"/>
              </a:defRPr>
            </a:lvl4pPr>
            <a:lvl5pPr>
              <a:defRPr sz="1400" b="1">
                <a:solidFill>
                  <a:srgbClr val="FF0180"/>
                </a:solidFill>
                <a:latin typeface="Space Grotesk"/>
                <a:ea typeface="Space Grotesk"/>
                <a:cs typeface="Space Grotesk"/>
              </a:defRPr>
            </a:lvl5pPr>
            <a:lvl6pPr>
              <a:defRPr sz="1400" b="1">
                <a:solidFill>
                  <a:srgbClr val="FF0180"/>
                </a:solidFill>
                <a:latin typeface="Space Grotesk"/>
                <a:ea typeface="Space Grotesk"/>
                <a:cs typeface="Space Grotesk"/>
              </a:defRPr>
            </a:lvl6pPr>
            <a:lvl7pPr>
              <a:defRPr sz="1400" b="1">
                <a:solidFill>
                  <a:srgbClr val="FF0180"/>
                </a:solidFill>
                <a:latin typeface="Space Grotesk"/>
                <a:ea typeface="Space Grotesk"/>
                <a:cs typeface="Space Grotesk"/>
              </a:defRPr>
            </a:lvl7pPr>
            <a:lvl8pPr>
              <a:defRPr sz="1400" b="1">
                <a:solidFill>
                  <a:srgbClr val="FF0180"/>
                </a:solidFill>
                <a:latin typeface="Space Grotesk"/>
                <a:ea typeface="Space Grotesk"/>
                <a:cs typeface="Space Grotesk"/>
              </a:defRPr>
            </a:lvl8pPr>
            <a:lvl9pPr>
              <a:defRPr sz="1400" b="1">
                <a:solidFill>
                  <a:srgbClr val="FF0180"/>
                </a:solidFill>
                <a:latin typeface="Space Grotesk"/>
                <a:ea typeface="Space Grotesk"/>
                <a:cs typeface="Space Grotesk"/>
              </a:defRPr>
            </a:lvl9pPr>
          </a:lstStyle>
          <a:p xmlns:a="http://schemas.openxmlformats.org/drawingml/2006/main">
            <a:pPr>
              <a:lnSpc>
                <a:spcPct val="98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23E65D2D-139E-48A8-A212-AFB9802E974A}"/>
              </a:ext>
            </a:extLst>
          </p:cNvPr>
          <p:cNvSpPr>
            <a:spLocks xmlns:a="http://schemas.openxmlformats.org/drawingml/2006/main" noGrp="1"/>
          </p:cNvSpPr>
          <p:nvPr/>
        </p:nvSpPr>
        <p:spPr>
          <a:xfrm xmlns:a="http://schemas.openxmlformats.org/drawingml/2006/main">
            <a:off x="6381750" y="1657350"/>
            <a:ext cx="35528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THAT’S A TEACHER YOU’RE PASSING.</a:t>
            </a:r>
          </a:p>
        </p:txBody>
      </p:sp>
      <p:sp>
        <p:nvSpPr>
          <p:cNvPr id="5" name="Driver action">
            <a:extLst xmlns:a="http://schemas.openxmlformats.org/drawingml/2006/main">
              <a:ext uri="{FF2B5EF4-FFF2-40B4-BE49-F238E27FC236}">
                <a16:creationId xmlns:a16="http://schemas.microsoft.com/office/drawing/2014/main" id="{93999CB5-69D1-42E8-886F-C78CF6F09EB7}"/>
              </a:ext>
            </a:extLst>
          </p:cNvPr>
          <p:cNvSpPr>
            <a:spLocks xmlns:a="http://schemas.openxmlformats.org/drawingml/2006/main" noGrp="1"/>
          </p:cNvSpPr>
          <p:nvPr/>
        </p:nvSpPr>
        <p:spPr>
          <a:xfrm xmlns:a="http://schemas.openxmlformats.org/drawingml/2006/main">
            <a:off x="6381750" y="5114925"/>
            <a:ext cx="35528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81" b="1">
                <a:solidFill>
                  <a:srgbClr val="FFFF0A"/>
                </a:solidFill>
                <a:latin typeface="Space Grotesk"/>
                <a:ea typeface="Space Grotesk"/>
                <a:cs typeface="Space Grotesk"/>
              </a:defRPr>
            </a:defPPr>
            <a:lvl1pPr>
              <a:defRPr sz="4581" b="1">
                <a:solidFill>
                  <a:srgbClr val="FFFF0A"/>
                </a:solidFill>
                <a:latin typeface="Space Grotesk"/>
                <a:ea typeface="Space Grotesk"/>
                <a:cs typeface="Space Grotesk"/>
              </a:defRPr>
            </a:lvl1pPr>
            <a:lvl2pPr>
              <a:defRPr sz="4581" b="1">
                <a:solidFill>
                  <a:srgbClr val="FFFF0A"/>
                </a:solidFill>
                <a:latin typeface="Space Grotesk"/>
                <a:ea typeface="Space Grotesk"/>
                <a:cs typeface="Space Grotesk"/>
              </a:defRPr>
            </a:lvl2pPr>
            <a:lvl3pPr>
              <a:defRPr sz="4581" b="1">
                <a:solidFill>
                  <a:srgbClr val="FFFF0A"/>
                </a:solidFill>
                <a:latin typeface="Space Grotesk"/>
                <a:ea typeface="Space Grotesk"/>
                <a:cs typeface="Space Grotesk"/>
              </a:defRPr>
            </a:lvl3pPr>
            <a:lvl4pPr>
              <a:defRPr sz="4581" b="1">
                <a:solidFill>
                  <a:srgbClr val="FFFF0A"/>
                </a:solidFill>
                <a:latin typeface="Space Grotesk"/>
                <a:ea typeface="Space Grotesk"/>
                <a:cs typeface="Space Grotesk"/>
              </a:defRPr>
            </a:lvl4pPr>
            <a:lvl5pPr>
              <a:defRPr sz="4581" b="1">
                <a:solidFill>
                  <a:srgbClr val="FFFF0A"/>
                </a:solidFill>
                <a:latin typeface="Space Grotesk"/>
                <a:ea typeface="Space Grotesk"/>
                <a:cs typeface="Space Grotesk"/>
              </a:defRPr>
            </a:lvl5pPr>
            <a:lvl6pPr>
              <a:defRPr sz="4581" b="1">
                <a:solidFill>
                  <a:srgbClr val="FFFF0A"/>
                </a:solidFill>
                <a:latin typeface="Space Grotesk"/>
                <a:ea typeface="Space Grotesk"/>
                <a:cs typeface="Space Grotesk"/>
              </a:defRPr>
            </a:lvl6pPr>
            <a:lvl7pPr>
              <a:defRPr sz="4581" b="1">
                <a:solidFill>
                  <a:srgbClr val="FFFF0A"/>
                </a:solidFill>
                <a:latin typeface="Space Grotesk"/>
                <a:ea typeface="Space Grotesk"/>
                <a:cs typeface="Space Grotesk"/>
              </a:defRPr>
            </a:lvl7pPr>
            <a:lvl8pPr>
              <a:defRPr sz="4581" b="1">
                <a:solidFill>
                  <a:srgbClr val="FFFF0A"/>
                </a:solidFill>
                <a:latin typeface="Space Grotesk"/>
                <a:ea typeface="Space Grotesk"/>
                <a:cs typeface="Space Grotesk"/>
              </a:defRPr>
            </a:lvl8pPr>
            <a:lvl9pPr>
              <a:defRPr sz="4581" b="1">
                <a:solidFill>
                  <a:srgbClr val="FFFF0A"/>
                </a:solidFill>
                <a:latin typeface="Space Grotesk"/>
                <a:ea typeface="Space Grotesk"/>
                <a:cs typeface="Space Grotesk"/>
              </a:defRPr>
            </a:lvl9pPr>
          </a:lstStyle>
          <a:p xmlns:a="http://schemas.openxmlformats.org/drawingml/2006/main">
            <a:pPr>
              <a:lnSpc>
                <a:spcPct val="98000"/>
              </a:lnSpc>
              <a:buNone/>
              <a:defRPr sz="4581" b="1">
                <a:solidFill>
                  <a:srgbClr val="FFFF0A"/>
                </a:solidFill>
                <a:latin typeface="Space Grotesk"/>
                <a:ea typeface="Space Grotesk"/>
                <a:cs typeface="Space Grotesk"/>
              </a:defRPr>
            </a:pPr>
            <a:r>
              <a:rPr sz="4581"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1B381EE5-22A9-4FA1-8BC1-23A6AFDEFE76}"/>
              </a:ext>
            </a:extLst>
          </p:cNvPr>
          <p:cNvSpPr>
            <a:spLocks xmlns:a="http://schemas.openxmlformats.org/drawingml/2006/main" noGrp="1"/>
          </p:cNvSpPr>
          <p:nvPr/>
        </p:nvSpPr>
        <p:spPr>
          <a:xfrm xmlns:a="http://schemas.openxmlformats.org/drawingml/2006/main">
            <a:off x="6381750" y="7200900"/>
            <a:ext cx="3552825"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34" b="1">
                <a:solidFill>
                  <a:srgbClr val="FFFFFF"/>
                </a:solidFill>
                <a:latin typeface="Arial"/>
                <a:ea typeface="Arial"/>
                <a:cs typeface="Arial"/>
              </a:defRPr>
            </a:defPPr>
            <a:lvl1pPr>
              <a:defRPr sz="1934" b="1">
                <a:solidFill>
                  <a:srgbClr val="FFFFFF"/>
                </a:solidFill>
                <a:latin typeface="Arial"/>
                <a:ea typeface="Arial"/>
                <a:cs typeface="Arial"/>
              </a:defRPr>
            </a:lvl1pPr>
            <a:lvl2pPr>
              <a:defRPr sz="1934" b="1">
                <a:solidFill>
                  <a:srgbClr val="FFFFFF"/>
                </a:solidFill>
                <a:latin typeface="Arial"/>
                <a:ea typeface="Arial"/>
                <a:cs typeface="Arial"/>
              </a:defRPr>
            </a:lvl2pPr>
            <a:lvl3pPr>
              <a:defRPr sz="1934" b="1">
                <a:solidFill>
                  <a:srgbClr val="FFFFFF"/>
                </a:solidFill>
                <a:latin typeface="Arial"/>
                <a:ea typeface="Arial"/>
                <a:cs typeface="Arial"/>
              </a:defRPr>
            </a:lvl3pPr>
            <a:lvl4pPr>
              <a:defRPr sz="1934" b="1">
                <a:solidFill>
                  <a:srgbClr val="FFFFFF"/>
                </a:solidFill>
                <a:latin typeface="Arial"/>
                <a:ea typeface="Arial"/>
                <a:cs typeface="Arial"/>
              </a:defRPr>
            </a:lvl4pPr>
            <a:lvl5pPr>
              <a:defRPr sz="1934" b="1">
                <a:solidFill>
                  <a:srgbClr val="FFFFFF"/>
                </a:solidFill>
                <a:latin typeface="Arial"/>
                <a:ea typeface="Arial"/>
                <a:cs typeface="Arial"/>
              </a:defRPr>
            </a:lvl5pPr>
            <a:lvl6pPr>
              <a:defRPr sz="1934" b="1">
                <a:solidFill>
                  <a:srgbClr val="FFFFFF"/>
                </a:solidFill>
                <a:latin typeface="Arial"/>
                <a:ea typeface="Arial"/>
                <a:cs typeface="Arial"/>
              </a:defRPr>
            </a:lvl6pPr>
            <a:lvl7pPr>
              <a:defRPr sz="1934" b="1">
                <a:solidFill>
                  <a:srgbClr val="FFFFFF"/>
                </a:solidFill>
                <a:latin typeface="Arial"/>
                <a:ea typeface="Arial"/>
                <a:cs typeface="Arial"/>
              </a:defRPr>
            </a:lvl7pPr>
            <a:lvl8pPr>
              <a:defRPr sz="1934" b="1">
                <a:solidFill>
                  <a:srgbClr val="FFFFFF"/>
                </a:solidFill>
                <a:latin typeface="Arial"/>
                <a:ea typeface="Arial"/>
                <a:cs typeface="Arial"/>
              </a:defRPr>
            </a:lvl8pPr>
            <a:lvl9pPr>
              <a:defRPr sz="1934" b="1">
                <a:solidFill>
                  <a:srgbClr val="FFFFFF"/>
                </a:solidFill>
                <a:latin typeface="Arial"/>
                <a:ea typeface="Arial"/>
                <a:cs typeface="Arial"/>
              </a:defRPr>
            </a:lvl9pPr>
          </a:lstStyle>
          <a:p xmlns:a="http://schemas.openxmlformats.org/drawingml/2006/main">
            <a:pPr>
              <a:lnSpc>
                <a:spcPct val="98000"/>
              </a:lnSpc>
              <a:buNone/>
              <a:defRPr sz="1934" b="1">
                <a:solidFill>
                  <a:srgbClr val="FFFFFF"/>
                </a:solidFill>
                <a:latin typeface="Arial"/>
                <a:ea typeface="Arial"/>
                <a:cs typeface="Arial"/>
              </a:defRPr>
            </a:pPr>
            <a:r>
              <a:rPr sz="1934"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6203B2F4-B15C-42F0-BEB7-1115C7181625}"/>
              </a:ext>
            </a:extLst>
          </p:cNvPr>
          <p:cNvSpPr>
            <a:spLocks xmlns:a="http://schemas.openxmlformats.org/drawingml/2006/main" noGrp="1"/>
          </p:cNvSpPr>
          <p:nvPr/>
        </p:nvSpPr>
        <p:spPr>
          <a:xfrm xmlns:a="http://schemas.openxmlformats.org/drawingml/2006/main">
            <a:off x="0" y="11249025"/>
            <a:ext cx="10287000" cy="1609725"/>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5CF14441-763C-42D8-9EF9-82BA534AFBA0}"/>
              </a:ext>
            </a:extLst>
          </p:cNvPr>
          <p:cNvPicPr>
            <a:picLocks xmlns:a="http://schemas.openxmlformats.org/drawingml/2006/main" noChangeAspect="1"/>
          </p:cNvPicPr>
          <p:nvPr/>
        </p:nvPicPr>
        <p:blipFill>
          <a:blip xmlns:r="http://schemas.openxmlformats.org/officeDocument/2006/relationships" xmlns:a="http://schemas.openxmlformats.org/drawingml/2006/main" r:embed="Rcaa1472292c3482f"/>
          <a:stretch xmlns:a="http://schemas.openxmlformats.org/drawingml/2006/main"/>
        </p:blipFill>
        <p:spPr>
          <a:xfrm xmlns:a="http://schemas.openxmlformats.org/drawingml/2006/main">
            <a:off x="533400" y="11649075"/>
            <a:ext cx="809625" cy="80962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6453C422-6CDF-4760-886D-3DDA8571AF5C}"/>
              </a:ext>
            </a:extLst>
          </p:cNvPr>
          <p:cNvSpPr>
            <a:spLocks xmlns:a="http://schemas.openxmlformats.org/drawingml/2006/main" noGrp="1"/>
          </p:cNvSpPr>
          <p:nvPr/>
        </p:nvSpPr>
        <p:spPr>
          <a:xfrm xmlns:a="http://schemas.openxmlformats.org/drawingml/2006/main">
            <a:off x="1666875" y="11477625"/>
            <a:ext cx="708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41" b="1">
                <a:solidFill>
                  <a:srgbClr val="FFFF0A"/>
                </a:solidFill>
                <a:latin typeface="Space Grotesk"/>
                <a:ea typeface="Space Grotesk"/>
                <a:cs typeface="Space Grotesk"/>
              </a:defRPr>
            </a:defPPr>
            <a:lvl1pPr>
              <a:defRPr sz="3441" b="1">
                <a:solidFill>
                  <a:srgbClr val="FFFF0A"/>
                </a:solidFill>
                <a:latin typeface="Space Grotesk"/>
                <a:ea typeface="Space Grotesk"/>
                <a:cs typeface="Space Grotesk"/>
              </a:defRPr>
            </a:lvl1pPr>
            <a:lvl2pPr>
              <a:defRPr sz="3441" b="1">
                <a:solidFill>
                  <a:srgbClr val="FFFF0A"/>
                </a:solidFill>
                <a:latin typeface="Space Grotesk"/>
                <a:ea typeface="Space Grotesk"/>
                <a:cs typeface="Space Grotesk"/>
              </a:defRPr>
            </a:lvl2pPr>
            <a:lvl3pPr>
              <a:defRPr sz="3441" b="1">
                <a:solidFill>
                  <a:srgbClr val="FFFF0A"/>
                </a:solidFill>
                <a:latin typeface="Space Grotesk"/>
                <a:ea typeface="Space Grotesk"/>
                <a:cs typeface="Space Grotesk"/>
              </a:defRPr>
            </a:lvl3pPr>
            <a:lvl4pPr>
              <a:defRPr sz="3441" b="1">
                <a:solidFill>
                  <a:srgbClr val="FFFF0A"/>
                </a:solidFill>
                <a:latin typeface="Space Grotesk"/>
                <a:ea typeface="Space Grotesk"/>
                <a:cs typeface="Space Grotesk"/>
              </a:defRPr>
            </a:lvl4pPr>
            <a:lvl5pPr>
              <a:defRPr sz="3441" b="1">
                <a:solidFill>
                  <a:srgbClr val="FFFF0A"/>
                </a:solidFill>
                <a:latin typeface="Space Grotesk"/>
                <a:ea typeface="Space Grotesk"/>
                <a:cs typeface="Space Grotesk"/>
              </a:defRPr>
            </a:lvl5pPr>
            <a:lvl6pPr>
              <a:defRPr sz="3441" b="1">
                <a:solidFill>
                  <a:srgbClr val="FFFF0A"/>
                </a:solidFill>
                <a:latin typeface="Space Grotesk"/>
                <a:ea typeface="Space Grotesk"/>
                <a:cs typeface="Space Grotesk"/>
              </a:defRPr>
            </a:lvl6pPr>
            <a:lvl7pPr>
              <a:defRPr sz="3441" b="1">
                <a:solidFill>
                  <a:srgbClr val="FFFF0A"/>
                </a:solidFill>
                <a:latin typeface="Space Grotesk"/>
                <a:ea typeface="Space Grotesk"/>
                <a:cs typeface="Space Grotesk"/>
              </a:defRPr>
            </a:lvl7pPr>
            <a:lvl8pPr>
              <a:defRPr sz="3441" b="1">
                <a:solidFill>
                  <a:srgbClr val="FFFF0A"/>
                </a:solidFill>
                <a:latin typeface="Space Grotesk"/>
                <a:ea typeface="Space Grotesk"/>
                <a:cs typeface="Space Grotesk"/>
              </a:defRPr>
            </a:lvl8pPr>
            <a:lvl9pPr>
              <a:defRPr sz="3441" b="1">
                <a:solidFill>
                  <a:srgbClr val="FFFF0A"/>
                </a:solidFill>
                <a:latin typeface="Space Grotesk"/>
                <a:ea typeface="Space Grotesk"/>
                <a:cs typeface="Space Grotesk"/>
              </a:defRPr>
            </a:lvl9pPr>
          </a:lstStyle>
          <a:p xmlns:a="http://schemas.openxmlformats.org/drawingml/2006/main">
            <a:pPr>
              <a:lnSpc>
                <a:spcPct val="98000"/>
              </a:lnSpc>
              <a:buNone/>
              <a:defRPr sz="3441" b="1">
                <a:solidFill>
                  <a:srgbClr val="FFFF0A"/>
                </a:solidFill>
                <a:latin typeface="Space Grotesk"/>
                <a:ea typeface="Space Grotesk"/>
                <a:cs typeface="Space Grotesk"/>
              </a:defRPr>
            </a:pPr>
            <a:r>
              <a:rPr sz="3441"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9388A0D0-27AF-4FAE-A5A7-86847C23DFF2}"/>
              </a:ext>
            </a:extLst>
          </p:cNvPr>
          <p:cNvSpPr>
            <a:spLocks xmlns:a="http://schemas.openxmlformats.org/drawingml/2006/main" noGrp="1"/>
          </p:cNvSpPr>
          <p:nvPr/>
        </p:nvSpPr>
        <p:spPr>
          <a:xfrm xmlns:a="http://schemas.openxmlformats.org/drawingml/2006/main">
            <a:off x="1666875" y="12153900"/>
            <a:ext cx="7086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5" b="1">
                <a:solidFill>
                  <a:srgbClr val="FFFFFF"/>
                </a:solidFill>
                <a:latin typeface="Arial"/>
                <a:ea typeface="Arial"/>
                <a:cs typeface="Arial"/>
              </a:defRPr>
            </a:defPPr>
            <a:lvl1pPr>
              <a:defRPr sz="1985" b="1">
                <a:solidFill>
                  <a:srgbClr val="FFFFFF"/>
                </a:solidFill>
                <a:latin typeface="Arial"/>
                <a:ea typeface="Arial"/>
                <a:cs typeface="Arial"/>
              </a:defRPr>
            </a:lvl1pPr>
            <a:lvl2pPr>
              <a:defRPr sz="1985" b="1">
                <a:solidFill>
                  <a:srgbClr val="FFFFFF"/>
                </a:solidFill>
                <a:latin typeface="Arial"/>
                <a:ea typeface="Arial"/>
                <a:cs typeface="Arial"/>
              </a:defRPr>
            </a:lvl2pPr>
            <a:lvl3pPr>
              <a:defRPr sz="1985" b="1">
                <a:solidFill>
                  <a:srgbClr val="FFFFFF"/>
                </a:solidFill>
                <a:latin typeface="Arial"/>
                <a:ea typeface="Arial"/>
                <a:cs typeface="Arial"/>
              </a:defRPr>
            </a:lvl3pPr>
            <a:lvl4pPr>
              <a:defRPr sz="1985" b="1">
                <a:solidFill>
                  <a:srgbClr val="FFFFFF"/>
                </a:solidFill>
                <a:latin typeface="Arial"/>
                <a:ea typeface="Arial"/>
                <a:cs typeface="Arial"/>
              </a:defRPr>
            </a:lvl4pPr>
            <a:lvl5pPr>
              <a:defRPr sz="1985" b="1">
                <a:solidFill>
                  <a:srgbClr val="FFFFFF"/>
                </a:solidFill>
                <a:latin typeface="Arial"/>
                <a:ea typeface="Arial"/>
                <a:cs typeface="Arial"/>
              </a:defRPr>
            </a:lvl5pPr>
            <a:lvl6pPr>
              <a:defRPr sz="1985" b="1">
                <a:solidFill>
                  <a:srgbClr val="FFFFFF"/>
                </a:solidFill>
                <a:latin typeface="Arial"/>
                <a:ea typeface="Arial"/>
                <a:cs typeface="Arial"/>
              </a:defRPr>
            </a:lvl6pPr>
            <a:lvl7pPr>
              <a:defRPr sz="1985" b="1">
                <a:solidFill>
                  <a:srgbClr val="FFFFFF"/>
                </a:solidFill>
                <a:latin typeface="Arial"/>
                <a:ea typeface="Arial"/>
                <a:cs typeface="Arial"/>
              </a:defRPr>
            </a:lvl7pPr>
            <a:lvl8pPr>
              <a:defRPr sz="1985" b="1">
                <a:solidFill>
                  <a:srgbClr val="FFFFFF"/>
                </a:solidFill>
                <a:latin typeface="Arial"/>
                <a:ea typeface="Arial"/>
                <a:cs typeface="Arial"/>
              </a:defRPr>
            </a:lvl8pPr>
            <a:lvl9pPr>
              <a:defRPr sz="1985" b="1">
                <a:solidFill>
                  <a:srgbClr val="FFFFFF"/>
                </a:solidFill>
                <a:latin typeface="Arial"/>
                <a:ea typeface="Arial"/>
                <a:cs typeface="Arial"/>
              </a:defRPr>
            </a:lvl9pPr>
          </a:lstStyle>
          <a:p xmlns:a="http://schemas.openxmlformats.org/drawingml/2006/main">
            <a:pPr>
              <a:lnSpc>
                <a:spcPct val="98000"/>
              </a:lnSpc>
              <a:buNone/>
              <a:defRPr sz="1985" b="1">
                <a:solidFill>
                  <a:srgbClr val="FFFFFF"/>
                </a:solidFill>
                <a:latin typeface="Arial"/>
                <a:ea typeface="Arial"/>
                <a:cs typeface="Arial"/>
              </a:defRPr>
            </a:pPr>
            <a:r>
              <a:rPr sz="1985"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C1B6A059-ECDB-4A9D-BA0E-C5517417E5F4}"/>
              </a:ext>
            </a:extLst>
          </p:cNvPr>
          <p:cNvSpPr>
            <a:spLocks xmlns:a="http://schemas.openxmlformats.org/drawingml/2006/main" noGrp="1"/>
          </p:cNvSpPr>
          <p:nvPr/>
        </p:nvSpPr>
        <p:spPr>
          <a:xfrm xmlns:a="http://schemas.openxmlformats.org/drawingml/2006/main">
            <a:off x="8896350" y="11491352"/>
            <a:ext cx="1133475" cy="1133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E90B2CA7-A921-4EF7-8E7A-00DA363BF95C}"/>
              </a:ext>
            </a:extLst>
          </p:cNvPr>
          <p:cNvPicPr>
            <a:picLocks xmlns:a="http://schemas.openxmlformats.org/drawingml/2006/main" noChangeAspect="1"/>
          </p:cNvPicPr>
          <p:nvPr/>
        </p:nvPicPr>
        <p:blipFill>
          <a:blip xmlns:r="http://schemas.openxmlformats.org/officeDocument/2006/relationships" xmlns:a="http://schemas.openxmlformats.org/drawingml/2006/main" r:embed="R21c85b0e0bc04ab1"/>
          <a:stretch xmlns:a="http://schemas.openxmlformats.org/drawingml/2006/main"/>
        </p:blipFill>
        <p:spPr>
          <a:xfrm xmlns:a="http://schemas.openxmlformats.org/drawingml/2006/main">
            <a:off x="8943975" y="11538977"/>
            <a:ext cx="1038225" cy="1038225"/>
          </a:xfrm>
          <a:prstGeom xmlns:a="http://schemas.openxmlformats.org/drawingml/2006/main" prst="rect">
            <a:avLst/>
          </a:prstGeom>
        </p:spPr>
      </p:pic>
    </p:spTree>
    <p:extLst>
      <p:ext uri="{BB962C8B-B14F-4D97-AF65-F5344CB8AC3E}">
        <p14:creationId xmlns:p14="http://schemas.microsoft.com/office/powerpoint/2010/main" val="1221815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2026-10-29T13:47:46.6050000Z</dcterms:created>
  <dcterms:modified xsi:type="dcterms:W3CDTF">2026-10-29T13:47:46.6050000Z</dcterms:modified>
</coreProperties>
</file>