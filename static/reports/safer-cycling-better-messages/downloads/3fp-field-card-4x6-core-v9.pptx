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afea3ae75c42b9" /><Relationship Type="http://schemas.openxmlformats.org/officeDocument/2006/relationships/extended-properties" Target="/docProps/app.xml" Id="R0059e89c7503465f" /><Relationship Type="http://schemas.openxmlformats.org/officeDocument/2006/relationships/officeDocument" Target="/ppt/presentation.xml" Id="Re11f26a634db4a18" /></Relationships>
</file>

<file path=ppt/presentation.xml><?xml version="1.0" encoding="utf-8"?>
<p:presentation xmlns:p="http://schemas.openxmlformats.org/presentationml/2006/main">
  <p:sldMasterIdLst>
    <p:sldMasterId xmlns:r="http://schemas.openxmlformats.org/officeDocument/2006/relationships" id="2147483648" r:id="R6e0835bbb6b44c94"/>
  </p:sldMasterIdLst>
  <p:notesMasterIdLst>
    <p:notesMasterId xmlns:r="http://schemas.openxmlformats.org/officeDocument/2006/relationships" r:id="R02d3b1a41d274fe3"/>
  </p:notesMasterIdLst>
  <p:sldIdLst>
    <p:sldId xmlns:r="http://schemas.openxmlformats.org/officeDocument/2006/relationships" id="256" r:id="Re819fe1fe3ef424a"/>
    <p:sldId xmlns:r="http://schemas.openxmlformats.org/officeDocument/2006/relationships" id="257" r:id="R4fa4e905cf8c4ceb"/>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491e05f17c4675" /><Relationship Type="http://schemas.openxmlformats.org/officeDocument/2006/relationships/slideMaster" Target="/ppt/slideMasters/slideMaster1.xml" Id="R6e0835bbb6b44c94" /><Relationship Type="http://schemas.openxmlformats.org/officeDocument/2006/relationships/notesMaster" Target="/ppt/notesMasters/notesMaster1.xml" Id="R02d3b1a41d274fe3" /><Relationship Type="http://schemas.openxmlformats.org/officeDocument/2006/relationships/presProps" Target="/ppt/presProps.xml" Id="R34f3591b579d451b" /><Relationship Type="http://schemas.openxmlformats.org/officeDocument/2006/relationships/tableStyles" Target="/ppt/tableStyles.xml" Id="R921d616c7d8c4c8d" /><Relationship Type="http://schemas.openxmlformats.org/officeDocument/2006/relationships/slide" Target="/ppt/slides/slide1.xml" Id="Re819fe1fe3ef424a" /><Relationship Type="http://schemas.openxmlformats.org/officeDocument/2006/relationships/slide" Target="/ppt/slides/slide2.xml" Id="R4fa4e905cf8c4c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b6926367eb4d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5ade197fb843ff" /><Relationship Type="http://schemas.openxmlformats.org/officeDocument/2006/relationships/notesMaster" Target="/ppt/notesMasters/notesMaster1.xml" Id="Ra0853fe0d22849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95c1ce4d814801" /><Relationship Type="http://schemas.openxmlformats.org/officeDocument/2006/relationships/notesMaster" Target="/ppt/notesMasters/notesMaster1.xml" Id="Rbe363299544c44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A.L.E.R.T. wording is the user's approved rider checklist. Practical road-sharing tools and ride connections are at 3fp.org.</a:t>
            </a:r>
          </a:p>
          <a:p xmlns:a="http://schemas.openxmlformats.org/drawingml/2006/main">
            <a:r>
              <a:t>VERSION REVIEW: v8 local edition; reviewed 2026-10-22. Exact material and artwork remain untested.</a:t>
            </a:r>
          </a:p>
          <a:p xmlns:a="http://schemas.openxmlformats.org/drawingml/2006/main">
            <a:r>
              <a:t>Emotional copy: “Good rides. Good stories. Stay A.L.E.R.T.” is a creative proposal informed by audience and behavior guidance. The exact print copy is untested and has not demonstrated crash reduction or crash prevention.</a:t>
            </a:r>
          </a:p>
          <a:p xmlns:a="http://schemas.openxmlformats.org/drawingml/2006/main">
            <a:r>
              <a:t>Evidence and endpoint: this rider checklist is guidance-informed, but the exact card is untested. Measure comprehension or observed use of a specific precaution; do not infer driver detection, yielding, crash reduction, or injury reduction.</a:t>
            </a:r>
          </a:p>
          <a:p xmlns:a="http://schemas.openxmlformats.org/drawingml/2006/main">
            <a:r>
              <a:t>Practitioner delivery: keep precautions optional and useful across rider needs; lights or clothing cannot guarantee detection or transfer driver responsibility to riders.</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If you are helping, move yourself to safety first. Call 911 for serious injury, danger, or possible head, neck, or spine injury. Keep the injured person still unless immediate danger requires movement. Follow local crash-reporting rules for non-emergencies. Take photographs and exchange details only when safe. Seek care because some symptoms may appear later.</a:t>
            </a:r>
          </a:p>
          <a:p xmlns:a="http://schemas.openxmlformats.org/drawingml/2006/main">
            <a:r>
              <a:t>VERSION REVIEW: v8 local edition; reviewed 2026-10-22. Exact material and artwork remain untested.</a:t>
            </a:r>
          </a:p>
          <a:p xmlns:a="http://schemas.openxmlformats.org/drawingml/2006/main">
            <a:r>
              <a:t>Emotional copy: “You matter. After a crash, care comes first.” is a creative proposal informed by audience and behavior guidance. The exact print copy is untested and has not demonstrated crash reduction or crash prevention.</a:t>
            </a:r>
          </a:p>
          <a:p xmlns:a="http://schemas.openxmlformats.org/drawingml/2006/main">
            <a:r>
              <a:t>Evidence and endpoint: these cards summarize first-aid and reporting guidance; the exact 3FP cards have not been evaluated for medical, crash, legal, or injury outcomes. A tabletop usability check can assess whether people find and understand steps; it cannot establish injury prevention.</a:t>
            </a:r>
          </a:p>
          <a:p xmlns:a="http://schemas.openxmlformats.org/drawingml/2006/main">
            <a:r>
              <a:t>Practitioner delivery: follow current emergency-service and local reporting instructions. Keep the helper’s own safety distinct from keeping an injured person still; move the injured person only for immediate danger. Measure reach and comprehension separately from outcomes.</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955e394ba440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ff0b6ba2714c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d600c4a6e44c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effb0a1a2d4b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f42f294bdc48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b7721e492340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243078-F3FF-442D-A2C2-5C2E4FFF6750}"/>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0A6E79-CE80-41AC-AE28-E3F535570235}"/>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662EE9-3A9D-45CD-BA97-A629CF37DC64}"/>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32362B-1EC2-4040-B82D-927FA1C74070}"/>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B75A87-1D3E-4358-BF6C-AFF5ADA318F6}"/>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8C5A50-B5F9-4A44-9700-61A2A47C6C27}"/>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189539-5FB2-4392-8DBE-4210323654C6}"/>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2FFCF7-C6C0-4056-91DE-30A444C79AD4}"/>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3370D0-323A-436C-ABFF-C9274685C541}"/>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E3A52D-F710-44F3-AA89-3F6B03FAAFBF}"/>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f08c731c304f88" /><Relationship Type="http://schemas.openxmlformats.org/officeDocument/2006/relationships/slideLayout" Target="/ppt/slideLayouts/slideLayout1.xml" Id="R3ee4892cb90c493f" /><Relationship Type="http://schemas.openxmlformats.org/officeDocument/2006/relationships/slideLayout" Target="/ppt/slideLayouts/slideLayout2.xml" Id="R99df7806dcb4426c" /><Relationship Type="http://schemas.openxmlformats.org/officeDocument/2006/relationships/slideLayout" Target="/ppt/slideLayouts/slideLayout3.xml" Id="R4b8a03f8863040fe" /><Relationship Type="http://schemas.openxmlformats.org/officeDocument/2006/relationships/slideLayout" Target="/ppt/slideLayouts/slideLayout4.xml" Id="R5312881c80af4086" /><Relationship Type="http://schemas.openxmlformats.org/officeDocument/2006/relationships/slideLayout" Target="/ppt/slideLayouts/slideLayout5.xml" Id="R7bb4b1abae6c40e9" /><Relationship Type="http://schemas.openxmlformats.org/officeDocument/2006/relationships/slideLayout" Target="/ppt/slideLayouts/slideLayout6.xml" Id="Rc1b3f4062d474f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e4892cb90c493f"/>
    <p:sldLayoutId xmlns:r="http://schemas.openxmlformats.org/officeDocument/2006/relationships" id="2147483650" r:id="R99df7806dcb4426c"/>
    <p:sldLayoutId xmlns:r="http://schemas.openxmlformats.org/officeDocument/2006/relationships" id="2147483651" r:id="R4b8a03f8863040fe"/>
    <p:sldLayoutId xmlns:r="http://schemas.openxmlformats.org/officeDocument/2006/relationships" id="2147483652" r:id="R5312881c80af4086"/>
    <p:sldLayoutId xmlns:r="http://schemas.openxmlformats.org/officeDocument/2006/relationships" id="2147483653" r:id="R7bb4b1abae6c40e9"/>
    <p:sldLayoutId xmlns:r="http://schemas.openxmlformats.org/officeDocument/2006/relationships" id="2147483654" r:id="Rc1b3f4062d474f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14c6ee3b9248e4" /><Relationship Type="http://schemas.openxmlformats.org/officeDocument/2006/relationships/image" Target="/ppt/media/image.png" Id="R5f3d1e5285aa46e9" /><Relationship Type="http://schemas.openxmlformats.org/officeDocument/2006/relationships/image" Target="/ppt/media/image2.png" Id="Rbaac1192a2ba442b" /><Relationship Type="http://schemas.openxmlformats.org/officeDocument/2006/relationships/image" Target="/ppt/media/image3.png" Id="R29326ecedce14cd1" /><Relationship Type="http://schemas.openxmlformats.org/officeDocument/2006/relationships/notesSlide" Target="/ppt/notesSlides/notesSlide1.xml" Id="Rf8172090724149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544a65d3564196" /><Relationship Type="http://schemas.openxmlformats.org/officeDocument/2006/relationships/image" Target="/ppt/media/image4.png" Id="Rd110b05936f34bf9" /><Relationship Type="http://schemas.openxmlformats.org/officeDocument/2006/relationships/image" Target="/ppt/media/image5.png" Id="R1d4e9850a47842e8" /><Relationship Type="http://schemas.openxmlformats.org/officeDocument/2006/relationships/image" Target="/ppt/media/image6.png" Id="R59f2ac0bdf2e41b7" /><Relationship Type="http://schemas.openxmlformats.org/officeDocument/2006/relationships/notesSlide" Target="/ppt/notesSlides/notesSlide2.xml" Id="R7d45c49dad6045ab"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35" name="">
            <a:extLst xmlns:a="http://schemas.openxmlformats.org/drawingml/2006/main">
              <a:ext uri="{FF2B5EF4-FFF2-40B4-BE49-F238E27FC236}">
                <a16:creationId xmlns:a16="http://schemas.microsoft.com/office/drawing/2014/main" id="{DD3E6C1D-CE48-451F-AA95-D4212B097465}"/>
              </a:ext>
            </a:extLst>
          </p:cNvPr>
          <p:cNvPicPr>
            <a:picLocks xmlns:a="http://schemas.openxmlformats.org/drawingml/2006/main" noChangeAspect="1"/>
          </p:cNvPicPr>
          <p:nvPr/>
        </p:nvPicPr>
        <p:blipFill>
          <a:blip xmlns:r="http://schemas.openxmlformats.org/officeDocument/2006/relationships" xmlns:a="http://schemas.openxmlformats.org/drawingml/2006/main" r:embed="R5f3d1e5285aa46e9"/>
          <a:srcRect xmlns:a="http://schemas.openxmlformats.org/drawingml/2006/main" l="0" t="11328" r="0" b="11328"/>
          <a:stretch xmlns:a="http://schemas.openxmlformats.org/drawingml/2006/main">
            <a:fillRect l="0" t="0" r="0" b="0"/>
          </a:stretch>
        </p:blipFill>
        <p:spPr>
          <a:xfrm xmlns:a="http://schemas.openxmlformats.org/drawingml/2006/main">
            <a:off x="0" y="0"/>
            <a:ext cx="3657600" cy="1885950"/>
          </a:xfrm>
          <a:prstGeom xmlns:a="http://schemas.openxmlformats.org/drawingml/2006/main" prst="rect">
            <a:avLst/>
          </a:prstGeom>
        </p:spPr>
      </p:pic>
      <p:sp>
        <p:nvSpPr>
          <p:cNvPr id="2" name="Hero title overlay">
            <a:extLst xmlns:a="http://schemas.openxmlformats.org/drawingml/2006/main">
              <a:ext uri="{FF2B5EF4-FFF2-40B4-BE49-F238E27FC236}">
                <a16:creationId xmlns:a16="http://schemas.microsoft.com/office/drawing/2014/main" id="{4EA26DEB-43F0-44ED-A8AA-51C010C47C94}"/>
              </a:ext>
            </a:extLst>
          </p:cNvPr>
          <p:cNvSpPr>
            <a:spLocks xmlns:a="http://schemas.openxmlformats.org/drawingml/2006/main" noGrp="1"/>
          </p:cNvSpPr>
          <p:nvPr/>
        </p:nvSpPr>
        <p:spPr>
          <a:xfrm xmlns:a="http://schemas.openxmlformats.org/drawingml/2006/main">
            <a:off x="0" y="0"/>
            <a:ext cx="2505075" cy="1847850"/>
          </a:xfrm>
          <a:prstGeom xmlns:a="http://schemas.openxmlformats.org/drawingml/2006/main" prst="rect">
            <a:avLst/>
          </a:prstGeom>
          <a:solidFill xmlns:a="http://schemas.openxmlformats.org/drawingml/2006/main">
            <a:srgbClr val="542091">
              <a:alpha val="88000"/>
            </a:srgbClr>
          </a:solidFill>
          <a:ln xmlns:a="http://schemas.openxmlformats.org/drawingml/2006/main" w="0">
            <a:noFill/>
            <a:prstDash val="solid"/>
          </a:ln>
        </p:spPr>
      </p:sp>
      <p:sp>
        <p:nvSpPr>
          <p:cNvPr id="3" name="Hero kicker accent">
            <a:extLst xmlns:a="http://schemas.openxmlformats.org/drawingml/2006/main">
              <a:ext uri="{FF2B5EF4-FFF2-40B4-BE49-F238E27FC236}">
                <a16:creationId xmlns:a16="http://schemas.microsoft.com/office/drawing/2014/main" id="{E68461AC-FC98-4F44-94D8-1C93D2FA0115}"/>
              </a:ext>
            </a:extLst>
          </p:cNvPr>
          <p:cNvSpPr>
            <a:spLocks xmlns:a="http://schemas.openxmlformats.org/drawingml/2006/main" noGrp="1"/>
          </p:cNvSpPr>
          <p:nvPr/>
        </p:nvSpPr>
        <p:spPr>
          <a:xfrm xmlns:a="http://schemas.openxmlformats.org/drawingml/2006/main">
            <a:off x="190500" y="171450"/>
            <a:ext cx="28575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Guide kicker">
            <a:extLst xmlns:a="http://schemas.openxmlformats.org/drawingml/2006/main">
              <a:ext uri="{FF2B5EF4-FFF2-40B4-BE49-F238E27FC236}">
                <a16:creationId xmlns:a16="http://schemas.microsoft.com/office/drawing/2014/main" id="{2F9C7BFD-241C-45F7-8918-7382351A10E3}"/>
              </a:ext>
            </a:extLst>
          </p:cNvPr>
          <p:cNvSpPr>
            <a:spLocks xmlns:a="http://schemas.openxmlformats.org/drawingml/2006/main" noGrp="1"/>
          </p:cNvSpPr>
          <p:nvPr/>
        </p:nvSpPr>
        <p:spPr>
          <a:xfrm xmlns:a="http://schemas.openxmlformats.org/drawingml/2006/main">
            <a:off x="190500" y="2762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a:solidFill>
                  <a:srgbClr val="FFFF0A"/>
                </a:solidFill>
                <a:latin typeface="Space Grotesk"/>
                <a:ea typeface="Space Grotesk"/>
                <a:cs typeface="Space Grotesk"/>
              </a:defRPr>
            </a:defPPr>
            <a:lvl1pPr algn="l">
              <a:defRPr sz="938" b="1">
                <a:solidFill>
                  <a:srgbClr val="FFFF0A"/>
                </a:solidFill>
                <a:latin typeface="Space Grotesk"/>
                <a:ea typeface="Space Grotesk"/>
                <a:cs typeface="Space Grotesk"/>
              </a:defRPr>
            </a:lvl1pPr>
            <a:lvl2pPr algn="l">
              <a:defRPr sz="938" b="1">
                <a:solidFill>
                  <a:srgbClr val="FFFF0A"/>
                </a:solidFill>
                <a:latin typeface="Space Grotesk"/>
                <a:ea typeface="Space Grotesk"/>
                <a:cs typeface="Space Grotesk"/>
              </a:defRPr>
            </a:lvl2pPr>
            <a:lvl3pPr algn="l">
              <a:defRPr sz="938" b="1">
                <a:solidFill>
                  <a:srgbClr val="FFFF0A"/>
                </a:solidFill>
                <a:latin typeface="Space Grotesk"/>
                <a:ea typeface="Space Grotesk"/>
                <a:cs typeface="Space Grotesk"/>
              </a:defRPr>
            </a:lvl3pPr>
            <a:lvl4pPr algn="l">
              <a:defRPr sz="938" b="1">
                <a:solidFill>
                  <a:srgbClr val="FFFF0A"/>
                </a:solidFill>
                <a:latin typeface="Space Grotesk"/>
                <a:ea typeface="Space Grotesk"/>
                <a:cs typeface="Space Grotesk"/>
              </a:defRPr>
            </a:lvl4pPr>
            <a:lvl5pPr algn="l">
              <a:defRPr sz="938" b="1">
                <a:solidFill>
                  <a:srgbClr val="FFFF0A"/>
                </a:solidFill>
                <a:latin typeface="Space Grotesk"/>
                <a:ea typeface="Space Grotesk"/>
                <a:cs typeface="Space Grotesk"/>
              </a:defRPr>
            </a:lvl5pPr>
            <a:lvl6pPr algn="l">
              <a:defRPr sz="938" b="1">
                <a:solidFill>
                  <a:srgbClr val="FFFF0A"/>
                </a:solidFill>
                <a:latin typeface="Space Grotesk"/>
                <a:ea typeface="Space Grotesk"/>
                <a:cs typeface="Space Grotesk"/>
              </a:defRPr>
            </a:lvl6pPr>
            <a:lvl7pPr algn="l">
              <a:defRPr sz="938" b="1">
                <a:solidFill>
                  <a:srgbClr val="FFFF0A"/>
                </a:solidFill>
                <a:latin typeface="Space Grotesk"/>
                <a:ea typeface="Space Grotesk"/>
                <a:cs typeface="Space Grotesk"/>
              </a:defRPr>
            </a:lvl7pPr>
            <a:lvl8pPr algn="l">
              <a:defRPr sz="938" b="1">
                <a:solidFill>
                  <a:srgbClr val="FFFF0A"/>
                </a:solidFill>
                <a:latin typeface="Space Grotesk"/>
                <a:ea typeface="Space Grotesk"/>
                <a:cs typeface="Space Grotesk"/>
              </a:defRPr>
            </a:lvl8pPr>
            <a:lvl9pPr algn="l">
              <a:defRPr sz="938" b="1">
                <a:solidFill>
                  <a:srgbClr val="FFFF0A"/>
                </a:solidFill>
                <a:latin typeface="Space Grotesk"/>
                <a:ea typeface="Space Grotesk"/>
                <a:cs typeface="Space Grotesk"/>
              </a:defRPr>
            </a:lvl9pPr>
          </a:lstStyle>
          <a:p xmlns:a="http://schemas.openxmlformats.org/drawingml/2006/main">
            <a:pPr algn="l">
              <a:lnSpc>
                <a:spcPct val="100000"/>
              </a:lnSpc>
              <a:buNone/>
              <a:defRPr sz="938" b="1">
                <a:solidFill>
                  <a:srgbClr val="FFFF0A"/>
                </a:solidFill>
                <a:latin typeface="Space Grotesk"/>
                <a:ea typeface="Space Grotesk"/>
                <a:cs typeface="Space Grotesk"/>
              </a:defRPr>
            </a:pPr>
            <a:r>
              <a:rPr sz="938" b="1">
                <a:solidFill>
                  <a:srgbClr val="FFFF0A"/>
                </a:solidFill>
                <a:latin typeface="Space Grotesk"/>
                <a:ea typeface="Space Grotesk"/>
                <a:cs typeface="Space Grotesk"/>
              </a:rPr>
              <a:t>RIDER FIELD GUIDE</a:t>
            </a:r>
          </a:p>
        </p:txBody>
      </p:sp>
      <p:sp>
        <p:nvSpPr>
          <p:cNvPr id="5" name="Hero headline">
            <a:extLst xmlns:a="http://schemas.openxmlformats.org/drawingml/2006/main">
              <a:ext uri="{FF2B5EF4-FFF2-40B4-BE49-F238E27FC236}">
                <a16:creationId xmlns:a16="http://schemas.microsoft.com/office/drawing/2014/main" id="{C678D54F-2E6F-4245-9C86-7A45707B3F5E}"/>
              </a:ext>
            </a:extLst>
          </p:cNvPr>
          <p:cNvSpPr>
            <a:spLocks xmlns:a="http://schemas.openxmlformats.org/drawingml/2006/main" noGrp="1"/>
          </p:cNvSpPr>
          <p:nvPr/>
        </p:nvSpPr>
        <p:spPr>
          <a:xfrm xmlns:a="http://schemas.openxmlformats.org/drawingml/2006/main">
            <a:off x="190500" y="438150"/>
            <a:ext cx="2247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63" b="1">
                <a:solidFill>
                  <a:srgbClr val="FFFFFF"/>
                </a:solidFill>
                <a:latin typeface="Space Grotesk"/>
                <a:ea typeface="Space Grotesk"/>
                <a:cs typeface="Space Grotesk"/>
              </a:defRPr>
            </a:defPPr>
            <a:lvl1pPr algn="l">
              <a:defRPr sz="1763" b="1">
                <a:solidFill>
                  <a:srgbClr val="FFFFFF"/>
                </a:solidFill>
                <a:latin typeface="Space Grotesk"/>
                <a:ea typeface="Space Grotesk"/>
                <a:cs typeface="Space Grotesk"/>
              </a:defRPr>
            </a:lvl1pPr>
            <a:lvl2pPr algn="l">
              <a:defRPr sz="1763" b="1">
                <a:solidFill>
                  <a:srgbClr val="FFFFFF"/>
                </a:solidFill>
                <a:latin typeface="Space Grotesk"/>
                <a:ea typeface="Space Grotesk"/>
                <a:cs typeface="Space Grotesk"/>
              </a:defRPr>
            </a:lvl2pPr>
            <a:lvl3pPr algn="l">
              <a:defRPr sz="1763" b="1">
                <a:solidFill>
                  <a:srgbClr val="FFFFFF"/>
                </a:solidFill>
                <a:latin typeface="Space Grotesk"/>
                <a:ea typeface="Space Grotesk"/>
                <a:cs typeface="Space Grotesk"/>
              </a:defRPr>
            </a:lvl3pPr>
            <a:lvl4pPr algn="l">
              <a:defRPr sz="1763" b="1">
                <a:solidFill>
                  <a:srgbClr val="FFFFFF"/>
                </a:solidFill>
                <a:latin typeface="Space Grotesk"/>
                <a:ea typeface="Space Grotesk"/>
                <a:cs typeface="Space Grotesk"/>
              </a:defRPr>
            </a:lvl4pPr>
            <a:lvl5pPr algn="l">
              <a:defRPr sz="1763" b="1">
                <a:solidFill>
                  <a:srgbClr val="FFFFFF"/>
                </a:solidFill>
                <a:latin typeface="Space Grotesk"/>
                <a:ea typeface="Space Grotesk"/>
                <a:cs typeface="Space Grotesk"/>
              </a:defRPr>
            </a:lvl5pPr>
            <a:lvl6pPr algn="l">
              <a:defRPr sz="1763" b="1">
                <a:solidFill>
                  <a:srgbClr val="FFFFFF"/>
                </a:solidFill>
                <a:latin typeface="Space Grotesk"/>
                <a:ea typeface="Space Grotesk"/>
                <a:cs typeface="Space Grotesk"/>
              </a:defRPr>
            </a:lvl6pPr>
            <a:lvl7pPr algn="l">
              <a:defRPr sz="1763" b="1">
                <a:solidFill>
                  <a:srgbClr val="FFFFFF"/>
                </a:solidFill>
                <a:latin typeface="Space Grotesk"/>
                <a:ea typeface="Space Grotesk"/>
                <a:cs typeface="Space Grotesk"/>
              </a:defRPr>
            </a:lvl7pPr>
            <a:lvl8pPr algn="l">
              <a:defRPr sz="1763" b="1">
                <a:solidFill>
                  <a:srgbClr val="FFFFFF"/>
                </a:solidFill>
                <a:latin typeface="Space Grotesk"/>
                <a:ea typeface="Space Grotesk"/>
                <a:cs typeface="Space Grotesk"/>
              </a:defRPr>
            </a:lvl8pPr>
            <a:lvl9pPr algn="l">
              <a:defRPr sz="1763" b="1">
                <a:solidFill>
                  <a:srgbClr val="FFFFFF"/>
                </a:solidFill>
                <a:latin typeface="Space Grotesk"/>
                <a:ea typeface="Space Grotesk"/>
                <a:cs typeface="Space Grotesk"/>
              </a:defRPr>
            </a:lvl9pPr>
          </a:lstStyle>
          <a:p xmlns:a="http://schemas.openxmlformats.org/drawingml/2006/main">
            <a:pPr algn="l">
              <a:lnSpc>
                <a:spcPct val="88000"/>
              </a:lnSpc>
              <a:buNone/>
              <a:defRPr sz="1763" b="1">
                <a:solidFill>
                  <a:srgbClr val="FFFFFF"/>
                </a:solidFill>
                <a:latin typeface="Space Grotesk"/>
                <a:ea typeface="Space Grotesk"/>
                <a:cs typeface="Space Grotesk"/>
              </a:defRPr>
            </a:pPr>
            <a:r>
              <a:rPr sz="1763" b="1">
                <a:solidFill>
                  <a:srgbClr val="FFFFFF"/>
                </a:solidFill>
                <a:latin typeface="Space Grotesk"/>
                <a:ea typeface="Space Grotesk"/>
                <a:cs typeface="Space Grotesk"/>
              </a:rPr>
              <a:t>Good rides.</a:t>
            </a:r>
          </a:p>
          <a:p xmlns:a="http://schemas.openxmlformats.org/drawingml/2006/main">
            <a:pPr algn="l">
              <a:lnSpc>
                <a:spcPct val="88000"/>
              </a:lnSpc>
              <a:buNone/>
              <a:defRPr sz="1763" b="1">
                <a:solidFill>
                  <a:srgbClr val="FFFFFF"/>
                </a:solidFill>
                <a:latin typeface="Space Grotesk"/>
                <a:ea typeface="Space Grotesk"/>
                <a:cs typeface="Space Grotesk"/>
              </a:defRPr>
            </a:pPr>
            <a:r>
              <a:rPr sz="1763" b="1">
                <a:solidFill>
                  <a:srgbClr val="FFFFFF"/>
                </a:solidFill>
                <a:latin typeface="Space Grotesk"/>
                <a:ea typeface="Space Grotesk"/>
                <a:cs typeface="Space Grotesk"/>
              </a:rPr>
              <a:t>Good stories.</a:t>
            </a:r>
          </a:p>
          <a:p xmlns:a="http://schemas.openxmlformats.org/drawingml/2006/main">
            <a:pPr algn="l">
              <a:lnSpc>
                <a:spcPct val="88000"/>
              </a:lnSpc>
              <a:buNone/>
              <a:defRPr sz="1763" b="1">
                <a:solidFill>
                  <a:srgbClr val="FFFFFF"/>
                </a:solidFill>
                <a:latin typeface="Space Grotesk"/>
                <a:ea typeface="Space Grotesk"/>
                <a:cs typeface="Space Grotesk"/>
              </a:defRPr>
            </a:pPr>
            <a:r>
              <a:rPr sz="1763" b="1">
                <a:solidFill>
                  <a:srgbClr val="FFFFFF"/>
                </a:solidFill>
                <a:latin typeface="Space Grotesk"/>
                <a:ea typeface="Space Grotesk"/>
                <a:cs typeface="Space Grotesk"/>
              </a:rPr>
              <a:t>Stay A.L.E.R.T.</a:t>
            </a:r>
          </a:p>
        </p:txBody>
      </p:sp>
      <p:sp>
        <p:nvSpPr>
          <p:cNvPr id="6" name="A.L.E.R.T. safety qualifier">
            <a:extLst xmlns:a="http://schemas.openxmlformats.org/drawingml/2006/main">
              <a:ext uri="{FF2B5EF4-FFF2-40B4-BE49-F238E27FC236}">
                <a16:creationId xmlns:a16="http://schemas.microsoft.com/office/drawing/2014/main" id="{56D9B8E5-30C6-4A97-A22C-3A18FC43AF23}"/>
              </a:ext>
            </a:extLst>
          </p:cNvPr>
          <p:cNvSpPr>
            <a:spLocks xmlns:a="http://schemas.openxmlformats.org/drawingml/2006/main" noGrp="1"/>
          </p:cNvSpPr>
          <p:nvPr/>
        </p:nvSpPr>
        <p:spPr>
          <a:xfrm xmlns:a="http://schemas.openxmlformats.org/drawingml/2006/main">
            <a:off x="190500" y="13144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FFFFF"/>
                </a:solidFill>
                <a:latin typeface="Arial"/>
                <a:ea typeface="Arial"/>
                <a:cs typeface="Arial"/>
              </a:defRPr>
            </a:defPPr>
            <a:lvl1pPr algn="l">
              <a:defRPr sz="900" b="0">
                <a:solidFill>
                  <a:srgbClr val="FFFFFF"/>
                </a:solidFill>
                <a:latin typeface="Arial"/>
                <a:ea typeface="Arial"/>
                <a:cs typeface="Arial"/>
              </a:defRPr>
            </a:lvl1pPr>
            <a:lvl2pPr algn="l">
              <a:defRPr sz="900" b="0">
                <a:solidFill>
                  <a:srgbClr val="FFFFFF"/>
                </a:solidFill>
                <a:latin typeface="Arial"/>
                <a:ea typeface="Arial"/>
                <a:cs typeface="Arial"/>
              </a:defRPr>
            </a:lvl2pPr>
            <a:lvl3pPr algn="l">
              <a:defRPr sz="900" b="0">
                <a:solidFill>
                  <a:srgbClr val="FFFFFF"/>
                </a:solidFill>
                <a:latin typeface="Arial"/>
                <a:ea typeface="Arial"/>
                <a:cs typeface="Arial"/>
              </a:defRPr>
            </a:lvl3pPr>
            <a:lvl4pPr algn="l">
              <a:defRPr sz="900" b="0">
                <a:solidFill>
                  <a:srgbClr val="FFFFFF"/>
                </a:solidFill>
                <a:latin typeface="Arial"/>
                <a:ea typeface="Arial"/>
                <a:cs typeface="Arial"/>
              </a:defRPr>
            </a:lvl4pPr>
            <a:lvl5pPr algn="l">
              <a:defRPr sz="900" b="0">
                <a:solidFill>
                  <a:srgbClr val="FFFFFF"/>
                </a:solidFill>
                <a:latin typeface="Arial"/>
                <a:ea typeface="Arial"/>
                <a:cs typeface="Arial"/>
              </a:defRPr>
            </a:lvl5pPr>
            <a:lvl6pPr algn="l">
              <a:defRPr sz="900" b="0">
                <a:solidFill>
                  <a:srgbClr val="FFFFFF"/>
                </a:solidFill>
                <a:latin typeface="Arial"/>
                <a:ea typeface="Arial"/>
                <a:cs typeface="Arial"/>
              </a:defRPr>
            </a:lvl6pPr>
            <a:lvl7pPr algn="l">
              <a:defRPr sz="900" b="0">
                <a:solidFill>
                  <a:srgbClr val="FFFFFF"/>
                </a:solidFill>
                <a:latin typeface="Arial"/>
                <a:ea typeface="Arial"/>
                <a:cs typeface="Arial"/>
              </a:defRPr>
            </a:lvl7pPr>
            <a:lvl8pPr algn="l">
              <a:defRPr sz="900" b="0">
                <a:solidFill>
                  <a:srgbClr val="FFFFFF"/>
                </a:solidFill>
                <a:latin typeface="Arial"/>
                <a:ea typeface="Arial"/>
                <a:cs typeface="Arial"/>
              </a:defRPr>
            </a:lvl8pPr>
            <a:lvl9pPr algn="l">
              <a:defRPr sz="900" b="0">
                <a:solidFill>
                  <a:srgbClr val="FFFFFF"/>
                </a:solidFill>
                <a:latin typeface="Arial"/>
                <a:ea typeface="Arial"/>
                <a:cs typeface="Arial"/>
              </a:defRPr>
            </a:lvl9pPr>
          </a:lstStyle>
          <a:p xmlns:a="http://schemas.openxmlformats.org/drawingml/2006/main">
            <a:pPr algn="l">
              <a:lnSpc>
                <a:spcPct val="95000"/>
              </a:lnSpc>
              <a:buNone/>
              <a:defRPr sz="900" b="0">
                <a:solidFill>
                  <a:srgbClr val="FFFFFF"/>
                </a:solidFill>
                <a:latin typeface="Arial"/>
                <a:ea typeface="Arial"/>
                <a:cs typeface="Arial"/>
              </a:defRPr>
            </a:pPr>
            <a:r>
              <a:rPr sz="900" b="0">
                <a:solidFill>
                  <a:srgbClr val="FFFFFF"/>
                </a:solidFill>
                <a:latin typeface="Arial"/>
                <a:ea typeface="Arial"/>
                <a:cs typeface="Arial"/>
              </a:rPr>
              <a:t>Look first. Signal only when safe; move only when clear. Drivers still need to give riders space.</a:t>
            </a:r>
          </a:p>
        </p:txBody>
      </p:sp>
      <p:sp>
        <p:nvSpPr>
          <p:cNvPr id="7" name="Hero lower edge">
            <a:extLst xmlns:a="http://schemas.openxmlformats.org/drawingml/2006/main">
              <a:ext uri="{FF2B5EF4-FFF2-40B4-BE49-F238E27FC236}">
                <a16:creationId xmlns:a16="http://schemas.microsoft.com/office/drawing/2014/main" id="{D8C90B55-1298-4768-9706-3DC5C0B7946C}"/>
              </a:ext>
            </a:extLst>
          </p:cNvPr>
          <p:cNvSpPr>
            <a:spLocks xmlns:a="http://schemas.openxmlformats.org/drawingml/2006/main" noGrp="1"/>
          </p:cNvSpPr>
          <p:nvPr/>
        </p:nvSpPr>
        <p:spPr>
          <a:xfrm xmlns:a="http://schemas.openxmlformats.org/drawingml/2006/main">
            <a:off x="0" y="1847850"/>
            <a:ext cx="36576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8" name="A.L.E.R.T. letter A">
            <a:extLst xmlns:a="http://schemas.openxmlformats.org/drawingml/2006/main">
              <a:ext uri="{FF2B5EF4-FFF2-40B4-BE49-F238E27FC236}">
                <a16:creationId xmlns:a16="http://schemas.microsoft.com/office/drawing/2014/main" id="{35409191-3406-482D-B5CD-E44488C3347E}"/>
              </a:ext>
            </a:extLst>
          </p:cNvPr>
          <p:cNvSpPr>
            <a:spLocks xmlns:a="http://schemas.openxmlformats.org/drawingml/2006/main" noGrp="1"/>
          </p:cNvSpPr>
          <p:nvPr/>
        </p:nvSpPr>
        <p:spPr>
          <a:xfrm xmlns:a="http://schemas.openxmlformats.org/drawingml/2006/main">
            <a:off x="152400" y="1971675"/>
            <a:ext cx="26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A</a:t>
            </a:r>
          </a:p>
        </p:txBody>
      </p:sp>
      <p:sp>
        <p:nvSpPr>
          <p:cNvPr id="9" name="Pink marker A">
            <a:extLst xmlns:a="http://schemas.openxmlformats.org/drawingml/2006/main">
              <a:ext uri="{FF2B5EF4-FFF2-40B4-BE49-F238E27FC236}">
                <a16:creationId xmlns:a16="http://schemas.microsoft.com/office/drawing/2014/main" id="{9E583EFB-DE10-496C-88C6-F50B87B63857}"/>
              </a:ext>
            </a:extLst>
          </p:cNvPr>
          <p:cNvSpPr>
            <a:spLocks xmlns:a="http://schemas.openxmlformats.org/drawingml/2006/main" noGrp="1"/>
          </p:cNvSpPr>
          <p:nvPr/>
        </p:nvSpPr>
        <p:spPr>
          <a:xfrm xmlns:a="http://schemas.openxmlformats.org/drawingml/2006/main">
            <a:off x="219075" y="2286000"/>
            <a:ext cx="47625" cy="47625"/>
          </a:xfrm>
          <a:prstGeom xmlns:a="http://schemas.openxmlformats.org/drawingml/2006/main" prst="ellipse">
            <a:avLst/>
          </a:prstGeom>
          <a:solidFill xmlns:a="http://schemas.openxmlformats.org/drawingml/2006/main">
            <a:srgbClr val="FF0180"/>
          </a:solidFill>
          <a:ln xmlns:a="http://schemas.openxmlformats.org/drawingml/2006/main" w="0">
            <a:noFill/>
            <a:prstDash val="solid"/>
          </a:ln>
        </p:spPr>
      </p:sp>
      <p:sp>
        <p:nvSpPr>
          <p:cNvPr id="10" name="A.L.E.R.T. heading AWARE">
            <a:extLst xmlns:a="http://schemas.openxmlformats.org/drawingml/2006/main">
              <a:ext uri="{FF2B5EF4-FFF2-40B4-BE49-F238E27FC236}">
                <a16:creationId xmlns:a16="http://schemas.microsoft.com/office/drawing/2014/main" id="{B042FF4D-908B-4539-A83A-C31F698AE632}"/>
              </a:ext>
            </a:extLst>
          </p:cNvPr>
          <p:cNvSpPr>
            <a:spLocks xmlns:a="http://schemas.openxmlformats.org/drawingml/2006/main" noGrp="1"/>
          </p:cNvSpPr>
          <p:nvPr/>
        </p:nvSpPr>
        <p:spPr>
          <a:xfrm xmlns:a="http://schemas.openxmlformats.org/drawingml/2006/main">
            <a:off x="504825" y="1924050"/>
            <a:ext cx="3009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1">
                <a:solidFill>
                  <a:srgbClr val="FFFF0A"/>
                </a:solidFill>
                <a:latin typeface="Space Grotesk"/>
                <a:ea typeface="Space Grotesk"/>
                <a:cs typeface="Space Grotesk"/>
              </a:defRPr>
            </a:defPPr>
            <a:lvl1pPr algn="l">
              <a:defRPr sz="1035" b="1">
                <a:solidFill>
                  <a:srgbClr val="FFFF0A"/>
                </a:solidFill>
                <a:latin typeface="Space Grotesk"/>
                <a:ea typeface="Space Grotesk"/>
                <a:cs typeface="Space Grotesk"/>
              </a:defRPr>
            </a:lvl1pPr>
            <a:lvl2pPr algn="l">
              <a:defRPr sz="1035" b="1">
                <a:solidFill>
                  <a:srgbClr val="FFFF0A"/>
                </a:solidFill>
                <a:latin typeface="Space Grotesk"/>
                <a:ea typeface="Space Grotesk"/>
                <a:cs typeface="Space Grotesk"/>
              </a:defRPr>
            </a:lvl2pPr>
            <a:lvl3pPr algn="l">
              <a:defRPr sz="1035" b="1">
                <a:solidFill>
                  <a:srgbClr val="FFFF0A"/>
                </a:solidFill>
                <a:latin typeface="Space Grotesk"/>
                <a:ea typeface="Space Grotesk"/>
                <a:cs typeface="Space Grotesk"/>
              </a:defRPr>
            </a:lvl3pPr>
            <a:lvl4pPr algn="l">
              <a:defRPr sz="1035" b="1">
                <a:solidFill>
                  <a:srgbClr val="FFFF0A"/>
                </a:solidFill>
                <a:latin typeface="Space Grotesk"/>
                <a:ea typeface="Space Grotesk"/>
                <a:cs typeface="Space Grotesk"/>
              </a:defRPr>
            </a:lvl4pPr>
            <a:lvl5pPr algn="l">
              <a:defRPr sz="1035" b="1">
                <a:solidFill>
                  <a:srgbClr val="FFFF0A"/>
                </a:solidFill>
                <a:latin typeface="Space Grotesk"/>
                <a:ea typeface="Space Grotesk"/>
                <a:cs typeface="Space Grotesk"/>
              </a:defRPr>
            </a:lvl5pPr>
            <a:lvl6pPr algn="l">
              <a:defRPr sz="1035" b="1">
                <a:solidFill>
                  <a:srgbClr val="FFFF0A"/>
                </a:solidFill>
                <a:latin typeface="Space Grotesk"/>
                <a:ea typeface="Space Grotesk"/>
                <a:cs typeface="Space Grotesk"/>
              </a:defRPr>
            </a:lvl6pPr>
            <a:lvl7pPr algn="l">
              <a:defRPr sz="1035" b="1">
                <a:solidFill>
                  <a:srgbClr val="FFFF0A"/>
                </a:solidFill>
                <a:latin typeface="Space Grotesk"/>
                <a:ea typeface="Space Grotesk"/>
                <a:cs typeface="Space Grotesk"/>
              </a:defRPr>
            </a:lvl7pPr>
            <a:lvl8pPr algn="l">
              <a:defRPr sz="1035" b="1">
                <a:solidFill>
                  <a:srgbClr val="FFFF0A"/>
                </a:solidFill>
                <a:latin typeface="Space Grotesk"/>
                <a:ea typeface="Space Grotesk"/>
                <a:cs typeface="Space Grotesk"/>
              </a:defRPr>
            </a:lvl8pPr>
            <a:lvl9pPr algn="l">
              <a:defRPr sz="1035" b="1">
                <a:solidFill>
                  <a:srgbClr val="FFFF0A"/>
                </a:solidFill>
                <a:latin typeface="Space Grotesk"/>
                <a:ea typeface="Space Grotesk"/>
                <a:cs typeface="Space Grotesk"/>
              </a:defRPr>
            </a:lvl9pPr>
          </a:lstStyle>
          <a:p xmlns:a="http://schemas.openxmlformats.org/drawingml/2006/main">
            <a:pPr algn="l">
              <a:lnSpc>
                <a:spcPct val="100000"/>
              </a:lnSpc>
              <a:buNone/>
              <a:defRPr sz="1035" b="1">
                <a:solidFill>
                  <a:srgbClr val="FFFF0A"/>
                </a:solidFill>
                <a:latin typeface="Space Grotesk"/>
                <a:ea typeface="Space Grotesk"/>
                <a:cs typeface="Space Grotesk"/>
              </a:defRPr>
            </a:pPr>
            <a:r>
              <a:rPr sz="1035" b="1">
                <a:solidFill>
                  <a:srgbClr val="FFFF0A"/>
                </a:solidFill>
                <a:latin typeface="Space Grotesk"/>
                <a:ea typeface="Space Grotesk"/>
                <a:cs typeface="Space Grotesk"/>
              </a:rPr>
              <a:t>AWARE</a:t>
            </a:r>
          </a:p>
        </p:txBody>
      </p:sp>
      <p:sp>
        <p:nvSpPr>
          <p:cNvPr id="11" name="A.L.E.R.T. copy AWARE">
            <a:extLst xmlns:a="http://schemas.openxmlformats.org/drawingml/2006/main">
              <a:ext uri="{FF2B5EF4-FFF2-40B4-BE49-F238E27FC236}">
                <a16:creationId xmlns:a16="http://schemas.microsoft.com/office/drawing/2014/main" id="{1B7415A1-6FD5-4625-AD1C-C01D9BD3A6DB}"/>
              </a:ext>
            </a:extLst>
          </p:cNvPr>
          <p:cNvSpPr>
            <a:spLocks xmlns:a="http://schemas.openxmlformats.org/drawingml/2006/main" noGrp="1"/>
          </p:cNvSpPr>
          <p:nvPr/>
        </p:nvSpPr>
        <p:spPr>
          <a:xfrm xmlns:a="http://schemas.openxmlformats.org/drawingml/2006/main">
            <a:off x="504825" y="2095500"/>
            <a:ext cx="3009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lnSpc>
                <a:spcPct val="95000"/>
              </a:lnSpc>
              <a:buNone/>
              <a:defRPr sz="1050" b="0">
                <a:solidFill>
                  <a:srgbClr val="FFFFFF"/>
                </a:solidFill>
                <a:latin typeface="Arial"/>
                <a:ea typeface="Arial"/>
                <a:cs typeface="Arial"/>
              </a:defRPr>
            </a:pPr>
            <a:r>
              <a:rPr sz="1050" b="0">
                <a:solidFill>
                  <a:srgbClr val="FFFFFF"/>
                </a:solidFill>
                <a:latin typeface="Arial"/>
                <a:ea typeface="Arial"/>
                <a:cs typeface="Arial"/>
              </a:rPr>
              <a:t>Scan ahead for turning cars, opening doors, debris, and changing road conditions.</a:t>
            </a:r>
          </a:p>
        </p:txBody>
      </p:sp>
      <p:sp>
        <p:nvSpPr>
          <p:cNvPr id="12" name="A.L.E.R.T. letter L">
            <a:extLst xmlns:a="http://schemas.openxmlformats.org/drawingml/2006/main">
              <a:ext uri="{FF2B5EF4-FFF2-40B4-BE49-F238E27FC236}">
                <a16:creationId xmlns:a16="http://schemas.microsoft.com/office/drawing/2014/main" id="{091B7BA2-DF3E-4A11-88E0-0E7F81B299FE}"/>
              </a:ext>
            </a:extLst>
          </p:cNvPr>
          <p:cNvSpPr>
            <a:spLocks xmlns:a="http://schemas.openxmlformats.org/drawingml/2006/main" noGrp="1"/>
          </p:cNvSpPr>
          <p:nvPr/>
        </p:nvSpPr>
        <p:spPr>
          <a:xfrm xmlns:a="http://schemas.openxmlformats.org/drawingml/2006/main">
            <a:off x="152400" y="2524125"/>
            <a:ext cx="26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L</a:t>
            </a:r>
          </a:p>
        </p:txBody>
      </p:sp>
      <p:sp>
        <p:nvSpPr>
          <p:cNvPr id="13" name="Pink marker L">
            <a:extLst xmlns:a="http://schemas.openxmlformats.org/drawingml/2006/main">
              <a:ext uri="{FF2B5EF4-FFF2-40B4-BE49-F238E27FC236}">
                <a16:creationId xmlns:a16="http://schemas.microsoft.com/office/drawing/2014/main" id="{B112AAB3-0AFD-4B50-8141-30FA603FA539}"/>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FF0180"/>
          </a:solidFill>
          <a:ln xmlns:a="http://schemas.openxmlformats.org/drawingml/2006/main" w="0">
            <a:noFill/>
            <a:prstDash val="solid"/>
          </a:ln>
        </p:spPr>
      </p:sp>
      <p:sp>
        <p:nvSpPr>
          <p:cNvPr id="14" name="A.L.E.R.T. heading LAWFUL">
            <a:extLst xmlns:a="http://schemas.openxmlformats.org/drawingml/2006/main">
              <a:ext uri="{FF2B5EF4-FFF2-40B4-BE49-F238E27FC236}">
                <a16:creationId xmlns:a16="http://schemas.microsoft.com/office/drawing/2014/main" id="{8C81E7E9-00DB-4843-A0A8-381768929697}"/>
              </a:ext>
            </a:extLst>
          </p:cNvPr>
          <p:cNvSpPr>
            <a:spLocks xmlns:a="http://schemas.openxmlformats.org/drawingml/2006/main" noGrp="1"/>
          </p:cNvSpPr>
          <p:nvPr/>
        </p:nvSpPr>
        <p:spPr>
          <a:xfrm xmlns:a="http://schemas.openxmlformats.org/drawingml/2006/main">
            <a:off x="504825" y="2476500"/>
            <a:ext cx="3009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1">
                <a:solidFill>
                  <a:srgbClr val="FFFF0A"/>
                </a:solidFill>
                <a:latin typeface="Space Grotesk"/>
                <a:ea typeface="Space Grotesk"/>
                <a:cs typeface="Space Grotesk"/>
              </a:defRPr>
            </a:defPPr>
            <a:lvl1pPr algn="l">
              <a:defRPr sz="1035" b="1">
                <a:solidFill>
                  <a:srgbClr val="FFFF0A"/>
                </a:solidFill>
                <a:latin typeface="Space Grotesk"/>
                <a:ea typeface="Space Grotesk"/>
                <a:cs typeface="Space Grotesk"/>
              </a:defRPr>
            </a:lvl1pPr>
            <a:lvl2pPr algn="l">
              <a:defRPr sz="1035" b="1">
                <a:solidFill>
                  <a:srgbClr val="FFFF0A"/>
                </a:solidFill>
                <a:latin typeface="Space Grotesk"/>
                <a:ea typeface="Space Grotesk"/>
                <a:cs typeface="Space Grotesk"/>
              </a:defRPr>
            </a:lvl2pPr>
            <a:lvl3pPr algn="l">
              <a:defRPr sz="1035" b="1">
                <a:solidFill>
                  <a:srgbClr val="FFFF0A"/>
                </a:solidFill>
                <a:latin typeface="Space Grotesk"/>
                <a:ea typeface="Space Grotesk"/>
                <a:cs typeface="Space Grotesk"/>
              </a:defRPr>
            </a:lvl3pPr>
            <a:lvl4pPr algn="l">
              <a:defRPr sz="1035" b="1">
                <a:solidFill>
                  <a:srgbClr val="FFFF0A"/>
                </a:solidFill>
                <a:latin typeface="Space Grotesk"/>
                <a:ea typeface="Space Grotesk"/>
                <a:cs typeface="Space Grotesk"/>
              </a:defRPr>
            </a:lvl4pPr>
            <a:lvl5pPr algn="l">
              <a:defRPr sz="1035" b="1">
                <a:solidFill>
                  <a:srgbClr val="FFFF0A"/>
                </a:solidFill>
                <a:latin typeface="Space Grotesk"/>
                <a:ea typeface="Space Grotesk"/>
                <a:cs typeface="Space Grotesk"/>
              </a:defRPr>
            </a:lvl5pPr>
            <a:lvl6pPr algn="l">
              <a:defRPr sz="1035" b="1">
                <a:solidFill>
                  <a:srgbClr val="FFFF0A"/>
                </a:solidFill>
                <a:latin typeface="Space Grotesk"/>
                <a:ea typeface="Space Grotesk"/>
                <a:cs typeface="Space Grotesk"/>
              </a:defRPr>
            </a:lvl6pPr>
            <a:lvl7pPr algn="l">
              <a:defRPr sz="1035" b="1">
                <a:solidFill>
                  <a:srgbClr val="FFFF0A"/>
                </a:solidFill>
                <a:latin typeface="Space Grotesk"/>
                <a:ea typeface="Space Grotesk"/>
                <a:cs typeface="Space Grotesk"/>
              </a:defRPr>
            </a:lvl7pPr>
            <a:lvl8pPr algn="l">
              <a:defRPr sz="1035" b="1">
                <a:solidFill>
                  <a:srgbClr val="FFFF0A"/>
                </a:solidFill>
                <a:latin typeface="Space Grotesk"/>
                <a:ea typeface="Space Grotesk"/>
                <a:cs typeface="Space Grotesk"/>
              </a:defRPr>
            </a:lvl8pPr>
            <a:lvl9pPr algn="l">
              <a:defRPr sz="1035" b="1">
                <a:solidFill>
                  <a:srgbClr val="FFFF0A"/>
                </a:solidFill>
                <a:latin typeface="Space Grotesk"/>
                <a:ea typeface="Space Grotesk"/>
                <a:cs typeface="Space Grotesk"/>
              </a:defRPr>
            </a:lvl9pPr>
          </a:lstStyle>
          <a:p xmlns:a="http://schemas.openxmlformats.org/drawingml/2006/main">
            <a:pPr algn="l">
              <a:lnSpc>
                <a:spcPct val="100000"/>
              </a:lnSpc>
              <a:buNone/>
              <a:defRPr sz="1035" b="1">
                <a:solidFill>
                  <a:srgbClr val="FFFF0A"/>
                </a:solidFill>
                <a:latin typeface="Space Grotesk"/>
                <a:ea typeface="Space Grotesk"/>
                <a:cs typeface="Space Grotesk"/>
              </a:defRPr>
            </a:pPr>
            <a:r>
              <a:rPr sz="1035" b="1">
                <a:solidFill>
                  <a:srgbClr val="FFFF0A"/>
                </a:solidFill>
                <a:latin typeface="Space Grotesk"/>
                <a:ea typeface="Space Grotesk"/>
                <a:cs typeface="Space Grotesk"/>
              </a:rPr>
              <a:t>LAWFUL</a:t>
            </a:r>
          </a:p>
        </p:txBody>
      </p:sp>
      <p:sp>
        <p:nvSpPr>
          <p:cNvPr id="15" name="A.L.E.R.T. copy LAWFUL">
            <a:extLst xmlns:a="http://schemas.openxmlformats.org/drawingml/2006/main">
              <a:ext uri="{FF2B5EF4-FFF2-40B4-BE49-F238E27FC236}">
                <a16:creationId xmlns:a16="http://schemas.microsoft.com/office/drawing/2014/main" id="{9B279763-CB46-49C4-ABFF-9AC144B047E3}"/>
              </a:ext>
            </a:extLst>
          </p:cNvPr>
          <p:cNvSpPr>
            <a:spLocks xmlns:a="http://schemas.openxmlformats.org/drawingml/2006/main" noGrp="1"/>
          </p:cNvSpPr>
          <p:nvPr/>
        </p:nvSpPr>
        <p:spPr>
          <a:xfrm xmlns:a="http://schemas.openxmlformats.org/drawingml/2006/main">
            <a:off x="504825" y="2647950"/>
            <a:ext cx="3009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lnSpc>
                <a:spcPct val="95000"/>
              </a:lnSpc>
              <a:buNone/>
              <a:defRPr sz="1050" b="0">
                <a:solidFill>
                  <a:srgbClr val="FFFFFF"/>
                </a:solidFill>
                <a:latin typeface="Arial"/>
                <a:ea typeface="Arial"/>
                <a:cs typeface="Arial"/>
              </a:defRPr>
            </a:pPr>
            <a:r>
              <a:rPr sz="1050" b="0">
                <a:solidFill>
                  <a:srgbClr val="FFFFFF"/>
                </a:solidFill>
                <a:latin typeface="Arial"/>
                <a:ea typeface="Arial"/>
                <a:cs typeface="Arial"/>
              </a:rPr>
              <a:t>Ride predictably with traffic, obey signals, and use the correct lane position.</a:t>
            </a:r>
          </a:p>
        </p:txBody>
      </p:sp>
      <p:sp>
        <p:nvSpPr>
          <p:cNvPr id="16" name="A.L.E.R.T. letter E">
            <a:extLst xmlns:a="http://schemas.openxmlformats.org/drawingml/2006/main">
              <a:ext uri="{FF2B5EF4-FFF2-40B4-BE49-F238E27FC236}">
                <a16:creationId xmlns:a16="http://schemas.microsoft.com/office/drawing/2014/main" id="{14F186B3-59D6-48AF-8BBC-8E6D53234530}"/>
              </a:ext>
            </a:extLst>
          </p:cNvPr>
          <p:cNvSpPr>
            <a:spLocks xmlns:a="http://schemas.openxmlformats.org/drawingml/2006/main" noGrp="1"/>
          </p:cNvSpPr>
          <p:nvPr/>
        </p:nvSpPr>
        <p:spPr>
          <a:xfrm xmlns:a="http://schemas.openxmlformats.org/drawingml/2006/main">
            <a:off x="152400" y="3076575"/>
            <a:ext cx="26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E</a:t>
            </a:r>
          </a:p>
        </p:txBody>
      </p:sp>
      <p:sp>
        <p:nvSpPr>
          <p:cNvPr id="17" name="Pink marker E">
            <a:extLst xmlns:a="http://schemas.openxmlformats.org/drawingml/2006/main">
              <a:ext uri="{FF2B5EF4-FFF2-40B4-BE49-F238E27FC236}">
                <a16:creationId xmlns:a16="http://schemas.microsoft.com/office/drawing/2014/main" id="{FA501827-3B13-4ADC-AAB3-0FF18E57A07D}"/>
              </a:ext>
            </a:extLst>
          </p:cNvPr>
          <p:cNvSpPr>
            <a:spLocks xmlns:a="http://schemas.openxmlformats.org/drawingml/2006/main" noGrp="1"/>
          </p:cNvSpPr>
          <p:nvPr/>
        </p:nvSpPr>
        <p:spPr>
          <a:xfrm xmlns:a="http://schemas.openxmlformats.org/drawingml/2006/main">
            <a:off x="219075" y="3390900"/>
            <a:ext cx="47625" cy="47625"/>
          </a:xfrm>
          <a:prstGeom xmlns:a="http://schemas.openxmlformats.org/drawingml/2006/main" prst="ellipse">
            <a:avLst/>
          </a:prstGeom>
          <a:solidFill xmlns:a="http://schemas.openxmlformats.org/drawingml/2006/main">
            <a:srgbClr val="FF0180"/>
          </a:solidFill>
          <a:ln xmlns:a="http://schemas.openxmlformats.org/drawingml/2006/main" w="0">
            <a:noFill/>
            <a:prstDash val="solid"/>
          </a:ln>
        </p:spPr>
      </p:sp>
      <p:sp>
        <p:nvSpPr>
          <p:cNvPr id="18" name="A.L.E.R.T. heading EYE-CATCHING">
            <a:extLst xmlns:a="http://schemas.openxmlformats.org/drawingml/2006/main">
              <a:ext uri="{FF2B5EF4-FFF2-40B4-BE49-F238E27FC236}">
                <a16:creationId xmlns:a16="http://schemas.microsoft.com/office/drawing/2014/main" id="{1AB27A7E-FF09-4011-AB9E-084BC1651478}"/>
              </a:ext>
            </a:extLst>
          </p:cNvPr>
          <p:cNvSpPr>
            <a:spLocks xmlns:a="http://schemas.openxmlformats.org/drawingml/2006/main" noGrp="1"/>
          </p:cNvSpPr>
          <p:nvPr/>
        </p:nvSpPr>
        <p:spPr>
          <a:xfrm xmlns:a="http://schemas.openxmlformats.org/drawingml/2006/main">
            <a:off x="504825" y="3028950"/>
            <a:ext cx="3009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1">
                <a:solidFill>
                  <a:srgbClr val="FFFF0A"/>
                </a:solidFill>
                <a:latin typeface="Space Grotesk"/>
                <a:ea typeface="Space Grotesk"/>
                <a:cs typeface="Space Grotesk"/>
              </a:defRPr>
            </a:defPPr>
            <a:lvl1pPr algn="l">
              <a:defRPr sz="1035" b="1">
                <a:solidFill>
                  <a:srgbClr val="FFFF0A"/>
                </a:solidFill>
                <a:latin typeface="Space Grotesk"/>
                <a:ea typeface="Space Grotesk"/>
                <a:cs typeface="Space Grotesk"/>
              </a:defRPr>
            </a:lvl1pPr>
            <a:lvl2pPr algn="l">
              <a:defRPr sz="1035" b="1">
                <a:solidFill>
                  <a:srgbClr val="FFFF0A"/>
                </a:solidFill>
                <a:latin typeface="Space Grotesk"/>
                <a:ea typeface="Space Grotesk"/>
                <a:cs typeface="Space Grotesk"/>
              </a:defRPr>
            </a:lvl2pPr>
            <a:lvl3pPr algn="l">
              <a:defRPr sz="1035" b="1">
                <a:solidFill>
                  <a:srgbClr val="FFFF0A"/>
                </a:solidFill>
                <a:latin typeface="Space Grotesk"/>
                <a:ea typeface="Space Grotesk"/>
                <a:cs typeface="Space Grotesk"/>
              </a:defRPr>
            </a:lvl3pPr>
            <a:lvl4pPr algn="l">
              <a:defRPr sz="1035" b="1">
                <a:solidFill>
                  <a:srgbClr val="FFFF0A"/>
                </a:solidFill>
                <a:latin typeface="Space Grotesk"/>
                <a:ea typeface="Space Grotesk"/>
                <a:cs typeface="Space Grotesk"/>
              </a:defRPr>
            </a:lvl4pPr>
            <a:lvl5pPr algn="l">
              <a:defRPr sz="1035" b="1">
                <a:solidFill>
                  <a:srgbClr val="FFFF0A"/>
                </a:solidFill>
                <a:latin typeface="Space Grotesk"/>
                <a:ea typeface="Space Grotesk"/>
                <a:cs typeface="Space Grotesk"/>
              </a:defRPr>
            </a:lvl5pPr>
            <a:lvl6pPr algn="l">
              <a:defRPr sz="1035" b="1">
                <a:solidFill>
                  <a:srgbClr val="FFFF0A"/>
                </a:solidFill>
                <a:latin typeface="Space Grotesk"/>
                <a:ea typeface="Space Grotesk"/>
                <a:cs typeface="Space Grotesk"/>
              </a:defRPr>
            </a:lvl6pPr>
            <a:lvl7pPr algn="l">
              <a:defRPr sz="1035" b="1">
                <a:solidFill>
                  <a:srgbClr val="FFFF0A"/>
                </a:solidFill>
                <a:latin typeface="Space Grotesk"/>
                <a:ea typeface="Space Grotesk"/>
                <a:cs typeface="Space Grotesk"/>
              </a:defRPr>
            </a:lvl7pPr>
            <a:lvl8pPr algn="l">
              <a:defRPr sz="1035" b="1">
                <a:solidFill>
                  <a:srgbClr val="FFFF0A"/>
                </a:solidFill>
                <a:latin typeface="Space Grotesk"/>
                <a:ea typeface="Space Grotesk"/>
                <a:cs typeface="Space Grotesk"/>
              </a:defRPr>
            </a:lvl8pPr>
            <a:lvl9pPr algn="l">
              <a:defRPr sz="1035" b="1">
                <a:solidFill>
                  <a:srgbClr val="FFFF0A"/>
                </a:solidFill>
                <a:latin typeface="Space Grotesk"/>
                <a:ea typeface="Space Grotesk"/>
                <a:cs typeface="Space Grotesk"/>
              </a:defRPr>
            </a:lvl9pPr>
          </a:lstStyle>
          <a:p xmlns:a="http://schemas.openxmlformats.org/drawingml/2006/main">
            <a:pPr algn="l">
              <a:lnSpc>
                <a:spcPct val="100000"/>
              </a:lnSpc>
              <a:buNone/>
              <a:defRPr sz="1035" b="1">
                <a:solidFill>
                  <a:srgbClr val="FFFF0A"/>
                </a:solidFill>
                <a:latin typeface="Space Grotesk"/>
                <a:ea typeface="Space Grotesk"/>
                <a:cs typeface="Space Grotesk"/>
              </a:defRPr>
            </a:pPr>
            <a:r>
              <a:rPr sz="1035" b="1">
                <a:solidFill>
                  <a:srgbClr val="FFFF0A"/>
                </a:solidFill>
                <a:latin typeface="Space Grotesk"/>
                <a:ea typeface="Space Grotesk"/>
                <a:cs typeface="Space Grotesk"/>
              </a:rPr>
              <a:t>EYE-CATCHING</a:t>
            </a:r>
          </a:p>
        </p:txBody>
      </p:sp>
      <p:sp>
        <p:nvSpPr>
          <p:cNvPr id="19" name="A.L.E.R.T. copy EYE-CATCHING">
            <a:extLst xmlns:a="http://schemas.openxmlformats.org/drawingml/2006/main">
              <a:ext uri="{FF2B5EF4-FFF2-40B4-BE49-F238E27FC236}">
                <a16:creationId xmlns:a16="http://schemas.microsoft.com/office/drawing/2014/main" id="{2CD1EBF7-7668-4FDE-AD97-C96A71B6F979}"/>
              </a:ext>
            </a:extLst>
          </p:cNvPr>
          <p:cNvSpPr>
            <a:spLocks xmlns:a="http://schemas.openxmlformats.org/drawingml/2006/main" noGrp="1"/>
          </p:cNvSpPr>
          <p:nvPr/>
        </p:nvSpPr>
        <p:spPr>
          <a:xfrm xmlns:a="http://schemas.openxmlformats.org/drawingml/2006/main">
            <a:off x="504825" y="3200400"/>
            <a:ext cx="3009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lnSpc>
                <a:spcPct val="95000"/>
              </a:lnSpc>
              <a:buNone/>
              <a:defRPr sz="1050" b="0">
                <a:solidFill>
                  <a:srgbClr val="FFFFFF"/>
                </a:solidFill>
                <a:latin typeface="Arial"/>
                <a:ea typeface="Arial"/>
                <a:cs typeface="Arial"/>
              </a:defRPr>
            </a:pPr>
            <a:r>
              <a:rPr sz="1050" b="0">
                <a:solidFill>
                  <a:srgbClr val="FFFFFF"/>
                </a:solidFill>
                <a:latin typeface="Arial"/>
                <a:ea typeface="Arial"/>
                <a:cs typeface="Arial"/>
              </a:rPr>
              <a:t>Use bright lights, visible clothing, and a road position where drivers can see you.</a:t>
            </a:r>
          </a:p>
        </p:txBody>
      </p:sp>
      <p:sp>
        <p:nvSpPr>
          <p:cNvPr id="20" name="A.L.E.R.T. letter R">
            <a:extLst xmlns:a="http://schemas.openxmlformats.org/drawingml/2006/main">
              <a:ext uri="{FF2B5EF4-FFF2-40B4-BE49-F238E27FC236}">
                <a16:creationId xmlns:a16="http://schemas.microsoft.com/office/drawing/2014/main" id="{A73005C0-B6EC-4B0C-A61A-5502867CAFC6}"/>
              </a:ext>
            </a:extLst>
          </p:cNvPr>
          <p:cNvSpPr>
            <a:spLocks xmlns:a="http://schemas.openxmlformats.org/drawingml/2006/main" noGrp="1"/>
          </p:cNvSpPr>
          <p:nvPr/>
        </p:nvSpPr>
        <p:spPr>
          <a:xfrm xmlns:a="http://schemas.openxmlformats.org/drawingml/2006/main">
            <a:off x="152400" y="3629025"/>
            <a:ext cx="26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R</a:t>
            </a:r>
          </a:p>
        </p:txBody>
      </p:sp>
      <p:sp>
        <p:nvSpPr>
          <p:cNvPr id="21" name="Pink marker R">
            <a:extLst xmlns:a="http://schemas.openxmlformats.org/drawingml/2006/main">
              <a:ext uri="{FF2B5EF4-FFF2-40B4-BE49-F238E27FC236}">
                <a16:creationId xmlns:a16="http://schemas.microsoft.com/office/drawing/2014/main" id="{CEFBAE47-06EF-4A59-B022-79103EE0BECC}"/>
              </a:ext>
            </a:extLst>
          </p:cNvPr>
          <p:cNvSpPr>
            <a:spLocks xmlns:a="http://schemas.openxmlformats.org/drawingml/2006/main" noGrp="1"/>
          </p:cNvSpPr>
          <p:nvPr/>
        </p:nvSpPr>
        <p:spPr>
          <a:xfrm xmlns:a="http://schemas.openxmlformats.org/drawingml/2006/main">
            <a:off x="219075" y="3943350"/>
            <a:ext cx="47625" cy="47625"/>
          </a:xfrm>
          <a:prstGeom xmlns:a="http://schemas.openxmlformats.org/drawingml/2006/main" prst="ellipse">
            <a:avLst/>
          </a:prstGeom>
          <a:solidFill xmlns:a="http://schemas.openxmlformats.org/drawingml/2006/main">
            <a:srgbClr val="FF0180"/>
          </a:solidFill>
          <a:ln xmlns:a="http://schemas.openxmlformats.org/drawingml/2006/main" w="0">
            <a:noFill/>
            <a:prstDash val="solid"/>
          </a:ln>
        </p:spPr>
      </p:sp>
      <p:sp>
        <p:nvSpPr>
          <p:cNvPr id="22" name="A.L.E.R.T. heading RIDE READY">
            <a:extLst xmlns:a="http://schemas.openxmlformats.org/drawingml/2006/main">
              <a:ext uri="{FF2B5EF4-FFF2-40B4-BE49-F238E27FC236}">
                <a16:creationId xmlns:a16="http://schemas.microsoft.com/office/drawing/2014/main" id="{781D61B2-5563-4C07-9B0D-33344481CE28}"/>
              </a:ext>
            </a:extLst>
          </p:cNvPr>
          <p:cNvSpPr>
            <a:spLocks xmlns:a="http://schemas.openxmlformats.org/drawingml/2006/main" noGrp="1"/>
          </p:cNvSpPr>
          <p:nvPr/>
        </p:nvSpPr>
        <p:spPr>
          <a:xfrm xmlns:a="http://schemas.openxmlformats.org/drawingml/2006/main">
            <a:off x="504825" y="3581400"/>
            <a:ext cx="3009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1">
                <a:solidFill>
                  <a:srgbClr val="FFFF0A"/>
                </a:solidFill>
                <a:latin typeface="Space Grotesk"/>
                <a:ea typeface="Space Grotesk"/>
                <a:cs typeface="Space Grotesk"/>
              </a:defRPr>
            </a:defPPr>
            <a:lvl1pPr algn="l">
              <a:defRPr sz="1035" b="1">
                <a:solidFill>
                  <a:srgbClr val="FFFF0A"/>
                </a:solidFill>
                <a:latin typeface="Space Grotesk"/>
                <a:ea typeface="Space Grotesk"/>
                <a:cs typeface="Space Grotesk"/>
              </a:defRPr>
            </a:lvl1pPr>
            <a:lvl2pPr algn="l">
              <a:defRPr sz="1035" b="1">
                <a:solidFill>
                  <a:srgbClr val="FFFF0A"/>
                </a:solidFill>
                <a:latin typeface="Space Grotesk"/>
                <a:ea typeface="Space Grotesk"/>
                <a:cs typeface="Space Grotesk"/>
              </a:defRPr>
            </a:lvl2pPr>
            <a:lvl3pPr algn="l">
              <a:defRPr sz="1035" b="1">
                <a:solidFill>
                  <a:srgbClr val="FFFF0A"/>
                </a:solidFill>
                <a:latin typeface="Space Grotesk"/>
                <a:ea typeface="Space Grotesk"/>
                <a:cs typeface="Space Grotesk"/>
              </a:defRPr>
            </a:lvl3pPr>
            <a:lvl4pPr algn="l">
              <a:defRPr sz="1035" b="1">
                <a:solidFill>
                  <a:srgbClr val="FFFF0A"/>
                </a:solidFill>
                <a:latin typeface="Space Grotesk"/>
                <a:ea typeface="Space Grotesk"/>
                <a:cs typeface="Space Grotesk"/>
              </a:defRPr>
            </a:lvl4pPr>
            <a:lvl5pPr algn="l">
              <a:defRPr sz="1035" b="1">
                <a:solidFill>
                  <a:srgbClr val="FFFF0A"/>
                </a:solidFill>
                <a:latin typeface="Space Grotesk"/>
                <a:ea typeface="Space Grotesk"/>
                <a:cs typeface="Space Grotesk"/>
              </a:defRPr>
            </a:lvl5pPr>
            <a:lvl6pPr algn="l">
              <a:defRPr sz="1035" b="1">
                <a:solidFill>
                  <a:srgbClr val="FFFF0A"/>
                </a:solidFill>
                <a:latin typeface="Space Grotesk"/>
                <a:ea typeface="Space Grotesk"/>
                <a:cs typeface="Space Grotesk"/>
              </a:defRPr>
            </a:lvl6pPr>
            <a:lvl7pPr algn="l">
              <a:defRPr sz="1035" b="1">
                <a:solidFill>
                  <a:srgbClr val="FFFF0A"/>
                </a:solidFill>
                <a:latin typeface="Space Grotesk"/>
                <a:ea typeface="Space Grotesk"/>
                <a:cs typeface="Space Grotesk"/>
              </a:defRPr>
            </a:lvl7pPr>
            <a:lvl8pPr algn="l">
              <a:defRPr sz="1035" b="1">
                <a:solidFill>
                  <a:srgbClr val="FFFF0A"/>
                </a:solidFill>
                <a:latin typeface="Space Grotesk"/>
                <a:ea typeface="Space Grotesk"/>
                <a:cs typeface="Space Grotesk"/>
              </a:defRPr>
            </a:lvl8pPr>
            <a:lvl9pPr algn="l">
              <a:defRPr sz="1035" b="1">
                <a:solidFill>
                  <a:srgbClr val="FFFF0A"/>
                </a:solidFill>
                <a:latin typeface="Space Grotesk"/>
                <a:ea typeface="Space Grotesk"/>
                <a:cs typeface="Space Grotesk"/>
              </a:defRPr>
            </a:lvl9pPr>
          </a:lstStyle>
          <a:p xmlns:a="http://schemas.openxmlformats.org/drawingml/2006/main">
            <a:pPr algn="l">
              <a:lnSpc>
                <a:spcPct val="100000"/>
              </a:lnSpc>
              <a:buNone/>
              <a:defRPr sz="1035" b="1">
                <a:solidFill>
                  <a:srgbClr val="FFFF0A"/>
                </a:solidFill>
                <a:latin typeface="Space Grotesk"/>
                <a:ea typeface="Space Grotesk"/>
                <a:cs typeface="Space Grotesk"/>
              </a:defRPr>
            </a:pPr>
            <a:r>
              <a:rPr sz="1035" b="1">
                <a:solidFill>
                  <a:srgbClr val="FFFF0A"/>
                </a:solidFill>
                <a:latin typeface="Space Grotesk"/>
                <a:ea typeface="Space Grotesk"/>
                <a:cs typeface="Space Grotesk"/>
              </a:rPr>
              <a:t>RIDE READY</a:t>
            </a:r>
          </a:p>
        </p:txBody>
      </p:sp>
      <p:sp>
        <p:nvSpPr>
          <p:cNvPr id="23" name="A.L.E.R.T. copy RIDE READY">
            <a:extLst xmlns:a="http://schemas.openxmlformats.org/drawingml/2006/main">
              <a:ext uri="{FF2B5EF4-FFF2-40B4-BE49-F238E27FC236}">
                <a16:creationId xmlns:a16="http://schemas.microsoft.com/office/drawing/2014/main" id="{992210E0-EF08-4705-9BBB-D5CC55B33503}"/>
              </a:ext>
            </a:extLst>
          </p:cNvPr>
          <p:cNvSpPr>
            <a:spLocks xmlns:a="http://schemas.openxmlformats.org/drawingml/2006/main" noGrp="1"/>
          </p:cNvSpPr>
          <p:nvPr/>
        </p:nvSpPr>
        <p:spPr>
          <a:xfrm xmlns:a="http://schemas.openxmlformats.org/drawingml/2006/main">
            <a:off x="504825" y="3752850"/>
            <a:ext cx="3009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lnSpc>
                <a:spcPct val="95000"/>
              </a:lnSpc>
              <a:buNone/>
              <a:defRPr sz="1050" b="0">
                <a:solidFill>
                  <a:srgbClr val="FFFFFF"/>
                </a:solidFill>
                <a:latin typeface="Arial"/>
                <a:ea typeface="Arial"/>
                <a:cs typeface="Arial"/>
              </a:defRPr>
            </a:pPr>
            <a:r>
              <a:rPr sz="1050" b="0">
                <a:solidFill>
                  <a:srgbClr val="FFFFFF"/>
                </a:solidFill>
                <a:latin typeface="Arial"/>
                <a:ea typeface="Arial"/>
                <a:cs typeface="Arial"/>
              </a:rPr>
              <a:t>Check your bike, helmet, route, weather, and supplies before rolling out.</a:t>
            </a:r>
          </a:p>
        </p:txBody>
      </p:sp>
      <p:sp>
        <p:nvSpPr>
          <p:cNvPr id="24" name="A.L.E.R.T. letter T">
            <a:extLst xmlns:a="http://schemas.openxmlformats.org/drawingml/2006/main">
              <a:ext uri="{FF2B5EF4-FFF2-40B4-BE49-F238E27FC236}">
                <a16:creationId xmlns:a16="http://schemas.microsoft.com/office/drawing/2014/main" id="{3874CE39-F36F-4AAF-9FD0-0D5C0E388C63}"/>
              </a:ext>
            </a:extLst>
          </p:cNvPr>
          <p:cNvSpPr>
            <a:spLocks xmlns:a="http://schemas.openxmlformats.org/drawingml/2006/main" noGrp="1"/>
          </p:cNvSpPr>
          <p:nvPr/>
        </p:nvSpPr>
        <p:spPr>
          <a:xfrm xmlns:a="http://schemas.openxmlformats.org/drawingml/2006/main">
            <a:off x="152400" y="4181475"/>
            <a:ext cx="26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100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T</a:t>
            </a:r>
          </a:p>
        </p:txBody>
      </p:sp>
      <p:sp>
        <p:nvSpPr>
          <p:cNvPr id="25" name="Pink marker T">
            <a:extLst xmlns:a="http://schemas.openxmlformats.org/drawingml/2006/main">
              <a:ext uri="{FF2B5EF4-FFF2-40B4-BE49-F238E27FC236}">
                <a16:creationId xmlns:a16="http://schemas.microsoft.com/office/drawing/2014/main" id="{20BA6981-0FA8-4564-9E18-ADCDFAD5E042}"/>
              </a:ext>
            </a:extLst>
          </p:cNvPr>
          <p:cNvSpPr>
            <a:spLocks xmlns:a="http://schemas.openxmlformats.org/drawingml/2006/main" noGrp="1"/>
          </p:cNvSpPr>
          <p:nvPr/>
        </p:nvSpPr>
        <p:spPr>
          <a:xfrm xmlns:a="http://schemas.openxmlformats.org/drawingml/2006/main">
            <a:off x="219075" y="4495800"/>
            <a:ext cx="47625" cy="47625"/>
          </a:xfrm>
          <a:prstGeom xmlns:a="http://schemas.openxmlformats.org/drawingml/2006/main" prst="ellipse">
            <a:avLst/>
          </a:prstGeom>
          <a:solidFill xmlns:a="http://schemas.openxmlformats.org/drawingml/2006/main">
            <a:srgbClr val="FF0180"/>
          </a:solidFill>
          <a:ln xmlns:a="http://schemas.openxmlformats.org/drawingml/2006/main" w="0">
            <a:noFill/>
            <a:prstDash val="solid"/>
          </a:ln>
        </p:spPr>
      </p:sp>
      <p:sp>
        <p:nvSpPr>
          <p:cNvPr id="26" name="A.L.E.R.T. heading TELEGRAPH">
            <a:extLst xmlns:a="http://schemas.openxmlformats.org/drawingml/2006/main">
              <a:ext uri="{FF2B5EF4-FFF2-40B4-BE49-F238E27FC236}">
                <a16:creationId xmlns:a16="http://schemas.microsoft.com/office/drawing/2014/main" id="{473C8487-801E-4302-A12B-FD77AF1C9132}"/>
              </a:ext>
            </a:extLst>
          </p:cNvPr>
          <p:cNvSpPr>
            <a:spLocks xmlns:a="http://schemas.openxmlformats.org/drawingml/2006/main" noGrp="1"/>
          </p:cNvSpPr>
          <p:nvPr/>
        </p:nvSpPr>
        <p:spPr>
          <a:xfrm xmlns:a="http://schemas.openxmlformats.org/drawingml/2006/main">
            <a:off x="504825" y="4133850"/>
            <a:ext cx="3009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1">
                <a:solidFill>
                  <a:srgbClr val="FFFF0A"/>
                </a:solidFill>
                <a:latin typeface="Space Grotesk"/>
                <a:ea typeface="Space Grotesk"/>
                <a:cs typeface="Space Grotesk"/>
              </a:defRPr>
            </a:defPPr>
            <a:lvl1pPr algn="l">
              <a:defRPr sz="1035" b="1">
                <a:solidFill>
                  <a:srgbClr val="FFFF0A"/>
                </a:solidFill>
                <a:latin typeface="Space Grotesk"/>
                <a:ea typeface="Space Grotesk"/>
                <a:cs typeface="Space Grotesk"/>
              </a:defRPr>
            </a:lvl1pPr>
            <a:lvl2pPr algn="l">
              <a:defRPr sz="1035" b="1">
                <a:solidFill>
                  <a:srgbClr val="FFFF0A"/>
                </a:solidFill>
                <a:latin typeface="Space Grotesk"/>
                <a:ea typeface="Space Grotesk"/>
                <a:cs typeface="Space Grotesk"/>
              </a:defRPr>
            </a:lvl2pPr>
            <a:lvl3pPr algn="l">
              <a:defRPr sz="1035" b="1">
                <a:solidFill>
                  <a:srgbClr val="FFFF0A"/>
                </a:solidFill>
                <a:latin typeface="Space Grotesk"/>
                <a:ea typeface="Space Grotesk"/>
                <a:cs typeface="Space Grotesk"/>
              </a:defRPr>
            </a:lvl3pPr>
            <a:lvl4pPr algn="l">
              <a:defRPr sz="1035" b="1">
                <a:solidFill>
                  <a:srgbClr val="FFFF0A"/>
                </a:solidFill>
                <a:latin typeface="Space Grotesk"/>
                <a:ea typeface="Space Grotesk"/>
                <a:cs typeface="Space Grotesk"/>
              </a:defRPr>
            </a:lvl4pPr>
            <a:lvl5pPr algn="l">
              <a:defRPr sz="1035" b="1">
                <a:solidFill>
                  <a:srgbClr val="FFFF0A"/>
                </a:solidFill>
                <a:latin typeface="Space Grotesk"/>
                <a:ea typeface="Space Grotesk"/>
                <a:cs typeface="Space Grotesk"/>
              </a:defRPr>
            </a:lvl5pPr>
            <a:lvl6pPr algn="l">
              <a:defRPr sz="1035" b="1">
                <a:solidFill>
                  <a:srgbClr val="FFFF0A"/>
                </a:solidFill>
                <a:latin typeface="Space Grotesk"/>
                <a:ea typeface="Space Grotesk"/>
                <a:cs typeface="Space Grotesk"/>
              </a:defRPr>
            </a:lvl6pPr>
            <a:lvl7pPr algn="l">
              <a:defRPr sz="1035" b="1">
                <a:solidFill>
                  <a:srgbClr val="FFFF0A"/>
                </a:solidFill>
                <a:latin typeface="Space Grotesk"/>
                <a:ea typeface="Space Grotesk"/>
                <a:cs typeface="Space Grotesk"/>
              </a:defRPr>
            </a:lvl7pPr>
            <a:lvl8pPr algn="l">
              <a:defRPr sz="1035" b="1">
                <a:solidFill>
                  <a:srgbClr val="FFFF0A"/>
                </a:solidFill>
                <a:latin typeface="Space Grotesk"/>
                <a:ea typeface="Space Grotesk"/>
                <a:cs typeface="Space Grotesk"/>
              </a:defRPr>
            </a:lvl8pPr>
            <a:lvl9pPr algn="l">
              <a:defRPr sz="1035" b="1">
                <a:solidFill>
                  <a:srgbClr val="FFFF0A"/>
                </a:solidFill>
                <a:latin typeface="Space Grotesk"/>
                <a:ea typeface="Space Grotesk"/>
                <a:cs typeface="Space Grotesk"/>
              </a:defRPr>
            </a:lvl9pPr>
          </a:lstStyle>
          <a:p xmlns:a="http://schemas.openxmlformats.org/drawingml/2006/main">
            <a:pPr algn="l">
              <a:lnSpc>
                <a:spcPct val="100000"/>
              </a:lnSpc>
              <a:buNone/>
              <a:defRPr sz="1035" b="1">
                <a:solidFill>
                  <a:srgbClr val="FFFF0A"/>
                </a:solidFill>
                <a:latin typeface="Space Grotesk"/>
                <a:ea typeface="Space Grotesk"/>
                <a:cs typeface="Space Grotesk"/>
              </a:defRPr>
            </a:pPr>
            <a:r>
              <a:rPr sz="1035" b="1">
                <a:solidFill>
                  <a:srgbClr val="FFFF0A"/>
                </a:solidFill>
                <a:latin typeface="Space Grotesk"/>
                <a:ea typeface="Space Grotesk"/>
                <a:cs typeface="Space Grotesk"/>
              </a:rPr>
              <a:t>TELEGRAPH</a:t>
            </a:r>
          </a:p>
        </p:txBody>
      </p:sp>
      <p:sp>
        <p:nvSpPr>
          <p:cNvPr id="27" name="A.L.E.R.T. copy TELEGRAPH">
            <a:extLst xmlns:a="http://schemas.openxmlformats.org/drawingml/2006/main">
              <a:ext uri="{FF2B5EF4-FFF2-40B4-BE49-F238E27FC236}">
                <a16:creationId xmlns:a16="http://schemas.microsoft.com/office/drawing/2014/main" id="{3D479ACC-64EC-401C-8ED8-592A7E59C72A}"/>
              </a:ext>
            </a:extLst>
          </p:cNvPr>
          <p:cNvSpPr>
            <a:spLocks xmlns:a="http://schemas.openxmlformats.org/drawingml/2006/main" noGrp="1"/>
          </p:cNvSpPr>
          <p:nvPr/>
        </p:nvSpPr>
        <p:spPr>
          <a:xfrm xmlns:a="http://schemas.openxmlformats.org/drawingml/2006/main">
            <a:off x="504825" y="4305300"/>
            <a:ext cx="3009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lnSpc>
                <a:spcPct val="95000"/>
              </a:lnSpc>
              <a:buNone/>
              <a:defRPr sz="1050" b="0">
                <a:solidFill>
                  <a:srgbClr val="FFFFFF"/>
                </a:solidFill>
                <a:latin typeface="Arial"/>
                <a:ea typeface="Arial"/>
                <a:cs typeface="Arial"/>
              </a:defRPr>
            </a:pPr>
            <a:r>
              <a:rPr sz="1050" b="0">
                <a:solidFill>
                  <a:srgbClr val="FFFFFF"/>
                </a:solidFill>
                <a:latin typeface="Arial"/>
                <a:ea typeface="Arial"/>
                <a:cs typeface="Arial"/>
              </a:rPr>
              <a:t>Signal, look, and position yourself early so every move is easy to understand.</a:t>
            </a:r>
          </a:p>
        </p:txBody>
      </p:sp>
      <p:sp>
        <p:nvSpPr>
          <p:cNvPr id="28" name="Field front resource footer">
            <a:extLst xmlns:a="http://schemas.openxmlformats.org/drawingml/2006/main">
              <a:ext uri="{FF2B5EF4-FFF2-40B4-BE49-F238E27FC236}">
                <a16:creationId xmlns:a16="http://schemas.microsoft.com/office/drawing/2014/main" id="{F17728CD-E9CB-4D3B-835A-A43003771666}"/>
              </a:ext>
            </a:extLst>
          </p:cNvPr>
          <p:cNvSpPr>
            <a:spLocks xmlns:a="http://schemas.openxmlformats.org/drawingml/2006/main" noGrp="1"/>
          </p:cNvSpPr>
          <p:nvPr/>
        </p:nvSpPr>
        <p:spPr>
          <a:xfrm xmlns:a="http://schemas.openxmlformats.org/drawingml/2006/main">
            <a:off x="0" y="4686300"/>
            <a:ext cx="3657600" cy="8001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29" name="Logo ground">
            <a:extLst xmlns:a="http://schemas.openxmlformats.org/drawingml/2006/main">
              <a:ext uri="{FF2B5EF4-FFF2-40B4-BE49-F238E27FC236}">
                <a16:creationId xmlns:a16="http://schemas.microsoft.com/office/drawing/2014/main" id="{A5A506CE-3503-4887-8B43-20749A442AB5}"/>
              </a:ext>
            </a:extLst>
          </p:cNvPr>
          <p:cNvSpPr>
            <a:spLocks xmlns:a="http://schemas.openxmlformats.org/drawingml/2006/main" noGrp="1"/>
          </p:cNvSpPr>
          <p:nvPr/>
        </p:nvSpPr>
        <p:spPr>
          <a:xfrm xmlns:a="http://schemas.openxmlformats.org/drawingml/2006/main">
            <a:off x="104775" y="4772025"/>
            <a:ext cx="600075" cy="600075"/>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0">
            <a:noFill/>
            <a:prstDash val="solid"/>
          </a:ln>
        </p:spPr>
      </p:sp>
      <p:pic>
        <p:nvPicPr>
          <p:cNvPr id="30" name="">
            <a:extLst xmlns:a="http://schemas.openxmlformats.org/drawingml/2006/main">
              <a:ext uri="{FF2B5EF4-FFF2-40B4-BE49-F238E27FC236}">
                <a16:creationId xmlns:a16="http://schemas.microsoft.com/office/drawing/2014/main" id="{686568D0-3855-4925-8E9F-A8E89A513855}"/>
              </a:ext>
            </a:extLst>
          </p:cNvPr>
          <p:cNvPicPr>
            <a:picLocks xmlns:a="http://schemas.openxmlformats.org/drawingml/2006/main" noChangeAspect="1"/>
          </p:cNvPicPr>
          <p:nvPr/>
        </p:nvPicPr>
        <p:blipFill>
          <a:blip xmlns:r="http://schemas.openxmlformats.org/officeDocument/2006/relationships" xmlns:a="http://schemas.openxmlformats.org/drawingml/2006/main" r:embed="Rbaac1192a2ba442b"/>
          <a:stretch xmlns:a="http://schemas.openxmlformats.org/drawingml/2006/main"/>
        </p:blipFill>
        <p:spPr>
          <a:xfrm xmlns:a="http://schemas.openxmlformats.org/drawingml/2006/main">
            <a:off x="142875" y="4810125"/>
            <a:ext cx="523875" cy="523875"/>
          </a:xfrm>
          <a:prstGeom xmlns:a="http://schemas.openxmlformats.org/drawingml/2006/main" prst="rect">
            <a:avLst/>
          </a:prstGeom>
        </p:spPr>
      </p:pic>
      <p:sp>
        <p:nvSpPr>
          <p:cNvPr id="31" name="Field front URL">
            <a:extLst xmlns:a="http://schemas.openxmlformats.org/drawingml/2006/main">
              <a:ext uri="{FF2B5EF4-FFF2-40B4-BE49-F238E27FC236}">
                <a16:creationId xmlns:a16="http://schemas.microsoft.com/office/drawing/2014/main" id="{77CFC7A4-EE9C-4F83-9EAD-E7499A471545}"/>
              </a:ext>
            </a:extLst>
          </p:cNvPr>
          <p:cNvSpPr>
            <a:spLocks xmlns:a="http://schemas.openxmlformats.org/drawingml/2006/main" noGrp="1"/>
          </p:cNvSpPr>
          <p:nvPr/>
        </p:nvSpPr>
        <p:spPr>
          <a:xfrm xmlns:a="http://schemas.openxmlformats.org/drawingml/2006/main">
            <a:off x="781050" y="4791075"/>
            <a:ext cx="1638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7926CB"/>
                </a:solidFill>
                <a:latin typeface="Space Grotesk"/>
                <a:ea typeface="Space Grotesk"/>
                <a:cs typeface="Space Grotesk"/>
              </a:defRPr>
            </a:defPPr>
            <a:lvl1pPr algn="l">
              <a:defRPr sz="1425" b="1">
                <a:solidFill>
                  <a:srgbClr val="7926CB"/>
                </a:solidFill>
                <a:latin typeface="Space Grotesk"/>
                <a:ea typeface="Space Grotesk"/>
                <a:cs typeface="Space Grotesk"/>
              </a:defRPr>
            </a:lvl1pPr>
            <a:lvl2pPr algn="l">
              <a:defRPr sz="1425" b="1">
                <a:solidFill>
                  <a:srgbClr val="7926CB"/>
                </a:solidFill>
                <a:latin typeface="Space Grotesk"/>
                <a:ea typeface="Space Grotesk"/>
                <a:cs typeface="Space Grotesk"/>
              </a:defRPr>
            </a:lvl2pPr>
            <a:lvl3pPr algn="l">
              <a:defRPr sz="1425" b="1">
                <a:solidFill>
                  <a:srgbClr val="7926CB"/>
                </a:solidFill>
                <a:latin typeface="Space Grotesk"/>
                <a:ea typeface="Space Grotesk"/>
                <a:cs typeface="Space Grotesk"/>
              </a:defRPr>
            </a:lvl3pPr>
            <a:lvl4pPr algn="l">
              <a:defRPr sz="1425" b="1">
                <a:solidFill>
                  <a:srgbClr val="7926CB"/>
                </a:solidFill>
                <a:latin typeface="Space Grotesk"/>
                <a:ea typeface="Space Grotesk"/>
                <a:cs typeface="Space Grotesk"/>
              </a:defRPr>
            </a:lvl4pPr>
            <a:lvl5pPr algn="l">
              <a:defRPr sz="1425" b="1">
                <a:solidFill>
                  <a:srgbClr val="7926CB"/>
                </a:solidFill>
                <a:latin typeface="Space Grotesk"/>
                <a:ea typeface="Space Grotesk"/>
                <a:cs typeface="Space Grotesk"/>
              </a:defRPr>
            </a:lvl5pPr>
            <a:lvl6pPr algn="l">
              <a:defRPr sz="1425" b="1">
                <a:solidFill>
                  <a:srgbClr val="7926CB"/>
                </a:solidFill>
                <a:latin typeface="Space Grotesk"/>
                <a:ea typeface="Space Grotesk"/>
                <a:cs typeface="Space Grotesk"/>
              </a:defRPr>
            </a:lvl6pPr>
            <a:lvl7pPr algn="l">
              <a:defRPr sz="1425" b="1">
                <a:solidFill>
                  <a:srgbClr val="7926CB"/>
                </a:solidFill>
                <a:latin typeface="Space Grotesk"/>
                <a:ea typeface="Space Grotesk"/>
                <a:cs typeface="Space Grotesk"/>
              </a:defRPr>
            </a:lvl7pPr>
            <a:lvl8pPr algn="l">
              <a:defRPr sz="1425" b="1">
                <a:solidFill>
                  <a:srgbClr val="7926CB"/>
                </a:solidFill>
                <a:latin typeface="Space Grotesk"/>
                <a:ea typeface="Space Grotesk"/>
                <a:cs typeface="Space Grotesk"/>
              </a:defRPr>
            </a:lvl8pPr>
            <a:lvl9pPr algn="l">
              <a:defRPr sz="1425" b="1">
                <a:solidFill>
                  <a:srgbClr val="7926CB"/>
                </a:solidFill>
                <a:latin typeface="Space Grotesk"/>
                <a:ea typeface="Space Grotesk"/>
                <a:cs typeface="Space Grotesk"/>
              </a:defRPr>
            </a:lvl9pPr>
          </a:lstStyle>
          <a:p xmlns:a="http://schemas.openxmlformats.org/drawingml/2006/main">
            <a:pPr algn="l">
              <a:lnSpc>
                <a:spcPct val="100000"/>
              </a:lnSpc>
              <a:buNone/>
              <a:defRPr sz="1425" b="1">
                <a:solidFill>
                  <a:srgbClr val="7926CB"/>
                </a:solidFill>
                <a:latin typeface="Space Grotesk"/>
                <a:ea typeface="Space Grotesk"/>
                <a:cs typeface="Space Grotesk"/>
              </a:defRPr>
            </a:pPr>
            <a:r>
              <a:rPr sz="1425" b="1">
                <a:solidFill>
                  <a:srgbClr val="7926CB"/>
                </a:solidFill>
                <a:latin typeface="Space Grotesk"/>
                <a:ea typeface="Space Grotesk"/>
                <a:cs typeface="Space Grotesk"/>
              </a:rPr>
              <a:t>3fp.org</a:t>
            </a:r>
          </a:p>
        </p:txBody>
      </p:sp>
      <p:sp>
        <p:nvSpPr>
          <p:cNvPr id="32" name="Field front CTA">
            <a:extLst xmlns:a="http://schemas.openxmlformats.org/drawingml/2006/main">
              <a:ext uri="{FF2B5EF4-FFF2-40B4-BE49-F238E27FC236}">
                <a16:creationId xmlns:a16="http://schemas.microsoft.com/office/drawing/2014/main" id="{82C5AF05-A94B-48A5-B33F-E141CCE4BC05}"/>
              </a:ext>
            </a:extLst>
          </p:cNvPr>
          <p:cNvSpPr>
            <a:spLocks xmlns:a="http://schemas.openxmlformats.org/drawingml/2006/main" noGrp="1"/>
          </p:cNvSpPr>
          <p:nvPr/>
        </p:nvSpPr>
        <p:spPr>
          <a:xfrm xmlns:a="http://schemas.openxmlformats.org/drawingml/2006/main">
            <a:off x="781050" y="5067300"/>
            <a:ext cx="20097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3" b="1">
                <a:solidFill>
                  <a:srgbClr val="201333"/>
                </a:solidFill>
                <a:latin typeface="Arial"/>
                <a:ea typeface="Arial"/>
                <a:cs typeface="Arial"/>
              </a:defRPr>
            </a:defPPr>
            <a:lvl1pPr algn="l">
              <a:defRPr sz="923" b="1">
                <a:solidFill>
                  <a:srgbClr val="201333"/>
                </a:solidFill>
                <a:latin typeface="Arial"/>
                <a:ea typeface="Arial"/>
                <a:cs typeface="Arial"/>
              </a:defRPr>
            </a:lvl1pPr>
            <a:lvl2pPr algn="l">
              <a:defRPr sz="923" b="1">
                <a:solidFill>
                  <a:srgbClr val="201333"/>
                </a:solidFill>
                <a:latin typeface="Arial"/>
                <a:ea typeface="Arial"/>
                <a:cs typeface="Arial"/>
              </a:defRPr>
            </a:lvl2pPr>
            <a:lvl3pPr algn="l">
              <a:defRPr sz="923" b="1">
                <a:solidFill>
                  <a:srgbClr val="201333"/>
                </a:solidFill>
                <a:latin typeface="Arial"/>
                <a:ea typeface="Arial"/>
                <a:cs typeface="Arial"/>
              </a:defRPr>
            </a:lvl3pPr>
            <a:lvl4pPr algn="l">
              <a:defRPr sz="923" b="1">
                <a:solidFill>
                  <a:srgbClr val="201333"/>
                </a:solidFill>
                <a:latin typeface="Arial"/>
                <a:ea typeface="Arial"/>
                <a:cs typeface="Arial"/>
              </a:defRPr>
            </a:lvl4pPr>
            <a:lvl5pPr algn="l">
              <a:defRPr sz="923" b="1">
                <a:solidFill>
                  <a:srgbClr val="201333"/>
                </a:solidFill>
                <a:latin typeface="Arial"/>
                <a:ea typeface="Arial"/>
                <a:cs typeface="Arial"/>
              </a:defRPr>
            </a:lvl5pPr>
            <a:lvl6pPr algn="l">
              <a:defRPr sz="923" b="1">
                <a:solidFill>
                  <a:srgbClr val="201333"/>
                </a:solidFill>
                <a:latin typeface="Arial"/>
                <a:ea typeface="Arial"/>
                <a:cs typeface="Arial"/>
              </a:defRPr>
            </a:lvl6pPr>
            <a:lvl7pPr algn="l">
              <a:defRPr sz="923" b="1">
                <a:solidFill>
                  <a:srgbClr val="201333"/>
                </a:solidFill>
                <a:latin typeface="Arial"/>
                <a:ea typeface="Arial"/>
                <a:cs typeface="Arial"/>
              </a:defRPr>
            </a:lvl7pPr>
            <a:lvl8pPr algn="l">
              <a:defRPr sz="923" b="1">
                <a:solidFill>
                  <a:srgbClr val="201333"/>
                </a:solidFill>
                <a:latin typeface="Arial"/>
                <a:ea typeface="Arial"/>
                <a:cs typeface="Arial"/>
              </a:defRPr>
            </a:lvl8pPr>
            <a:lvl9pPr algn="l">
              <a:defRPr sz="923" b="1">
                <a:solidFill>
                  <a:srgbClr val="201333"/>
                </a:solidFill>
                <a:latin typeface="Arial"/>
                <a:ea typeface="Arial"/>
                <a:cs typeface="Arial"/>
              </a:defRPr>
            </a:lvl9pPr>
          </a:lstStyle>
          <a:p xmlns:a="http://schemas.openxmlformats.org/drawingml/2006/main">
            <a:pPr algn="l">
              <a:lnSpc>
                <a:spcPct val="100000"/>
              </a:lnSpc>
              <a:buNone/>
              <a:defRPr sz="923" b="1">
                <a:solidFill>
                  <a:srgbClr val="201333"/>
                </a:solidFill>
                <a:latin typeface="Arial"/>
                <a:ea typeface="Arial"/>
                <a:cs typeface="Arial"/>
              </a:defRPr>
            </a:pPr>
            <a:r>
              <a:rPr sz="923" b="1">
                <a:solidFill>
                  <a:srgbClr val="201333"/>
                </a:solidFill>
                <a:latin typeface="Arial"/>
                <a:ea typeface="Arial"/>
                <a:cs typeface="Arial"/>
              </a:rPr>
              <a:t>Find groups and public rides.</a:t>
            </a:r>
          </a:p>
        </p:txBody>
      </p:sp>
      <p:sp>
        <p:nvSpPr>
          <p:cNvPr id="33" name="QR white quiet zone">
            <a:extLst xmlns:a="http://schemas.openxmlformats.org/drawingml/2006/main">
              <a:ext uri="{FF2B5EF4-FFF2-40B4-BE49-F238E27FC236}">
                <a16:creationId xmlns:a16="http://schemas.microsoft.com/office/drawing/2014/main" id="{5786C810-3F54-493E-B49E-900FCD89BE37}"/>
              </a:ext>
            </a:extLst>
          </p:cNvPr>
          <p:cNvSpPr>
            <a:spLocks xmlns:a="http://schemas.openxmlformats.org/drawingml/2006/main" noGrp="1"/>
          </p:cNvSpPr>
          <p:nvPr/>
        </p:nvSpPr>
        <p:spPr>
          <a:xfrm xmlns:a="http://schemas.openxmlformats.org/drawingml/2006/main">
            <a:off x="2886075" y="4743450"/>
            <a:ext cx="695325" cy="6953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34" name="">
            <a:extLst xmlns:a="http://schemas.openxmlformats.org/drawingml/2006/main">
              <a:ext uri="{FF2B5EF4-FFF2-40B4-BE49-F238E27FC236}">
                <a16:creationId xmlns:a16="http://schemas.microsoft.com/office/drawing/2014/main" id="{22BC4916-C293-425E-85AD-7175391CED24}"/>
              </a:ext>
            </a:extLst>
          </p:cNvPr>
          <p:cNvPicPr>
            <a:picLocks xmlns:a="http://schemas.openxmlformats.org/drawingml/2006/main" noChangeAspect="1"/>
          </p:cNvPicPr>
          <p:nvPr/>
        </p:nvPicPr>
        <p:blipFill>
          <a:blip xmlns:r="http://schemas.openxmlformats.org/officeDocument/2006/relationships" xmlns:a="http://schemas.openxmlformats.org/drawingml/2006/main" r:embed="R29326ecedce14cd1"/>
          <a:stretch xmlns:a="http://schemas.openxmlformats.org/drawingml/2006/main"/>
        </p:blipFill>
        <p:spPr>
          <a:xfrm xmlns:a="http://schemas.openxmlformats.org/drawingml/2006/main">
            <a:off x="2914650" y="4772025"/>
            <a:ext cx="638175" cy="638175"/>
          </a:xfrm>
          <a:prstGeom xmlns:a="http://schemas.openxmlformats.org/drawingml/2006/main" prst="rect">
            <a:avLst/>
          </a:prstGeom>
        </p:spPr>
      </p:pic>
    </p:spTree>
    <p:extLst>
      <p:ext uri="{BB962C8B-B14F-4D97-AF65-F5344CB8AC3E}">
        <p14:creationId xmlns:p14="http://schemas.microsoft.com/office/powerpoint/2010/main" val="1536164135"/>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3EBCE16B-A7C0-4463-9C7D-02B840D4FF96}"/>
              </a:ext>
            </a:extLst>
          </p:cNvPr>
          <p:cNvPicPr>
            <a:picLocks xmlns:a="http://schemas.openxmlformats.org/drawingml/2006/main" noChangeAspect="1"/>
          </p:cNvPicPr>
          <p:nvPr/>
        </p:nvPicPr>
        <p:blipFill>
          <a:blip xmlns:r="http://schemas.openxmlformats.org/officeDocument/2006/relationships" xmlns:a="http://schemas.openxmlformats.org/drawingml/2006/main" r:embed="Rd110b05936f34bf9"/>
          <a:srcRect xmlns:a="http://schemas.openxmlformats.org/drawingml/2006/main" l="29000" t="2000" r="3000" b="57000"/>
          <a:stretch xmlns:a="http://schemas.openxmlformats.org/drawingml/2006/main"/>
        </p:blipFill>
        <p:spPr>
          <a:xfrm xmlns:a="http://schemas.openxmlformats.org/drawingml/2006/main">
            <a:off x="0" y="0"/>
            <a:ext cx="3657600" cy="1209675"/>
          </a:xfrm>
          <a:prstGeom xmlns:a="http://schemas.openxmlformats.org/drawingml/2006/main" prst="rect">
            <a:avLst/>
          </a:prstGeom>
        </p:spPr>
      </p:pic>
      <p:sp>
        <p:nvSpPr>
          <p:cNvPr id="2" name="Crash header tint">
            <a:extLst xmlns:a="http://schemas.openxmlformats.org/drawingml/2006/main">
              <a:ext uri="{FF2B5EF4-FFF2-40B4-BE49-F238E27FC236}">
                <a16:creationId xmlns:a16="http://schemas.microsoft.com/office/drawing/2014/main" id="{F373C361-2ED5-4DFB-A6D4-EC850236091B}"/>
              </a:ext>
            </a:extLst>
          </p:cNvPr>
          <p:cNvSpPr>
            <a:spLocks xmlns:a="http://schemas.openxmlformats.org/drawingml/2006/main" noGrp="1"/>
          </p:cNvSpPr>
          <p:nvPr/>
        </p:nvSpPr>
        <p:spPr>
          <a:xfrm xmlns:a="http://schemas.openxmlformats.org/drawingml/2006/main">
            <a:off x="0" y="0"/>
            <a:ext cx="3657600" cy="1209675"/>
          </a:xfrm>
          <a:prstGeom xmlns:a="http://schemas.openxmlformats.org/drawingml/2006/main" prst="rect">
            <a:avLst/>
          </a:prstGeom>
          <a:solidFill xmlns:a="http://schemas.openxmlformats.org/drawingml/2006/main">
            <a:srgbClr val="542091">
              <a:alpha val="68000"/>
            </a:srgbClr>
          </a:solidFill>
          <a:ln xmlns:a="http://schemas.openxmlformats.org/drawingml/2006/main" w="0">
            <a:noFill/>
            <a:prstDash val="solid"/>
          </a:ln>
        </p:spPr>
      </p:sp>
      <p:sp>
        <p:nvSpPr>
          <p:cNvPr id="3" name="Crash header edge">
            <a:extLst xmlns:a="http://schemas.openxmlformats.org/drawingml/2006/main">
              <a:ext uri="{FF2B5EF4-FFF2-40B4-BE49-F238E27FC236}">
                <a16:creationId xmlns:a16="http://schemas.microsoft.com/office/drawing/2014/main" id="{ACACA66B-1545-43A6-A456-FFC613C9CB21}"/>
              </a:ext>
            </a:extLst>
          </p:cNvPr>
          <p:cNvSpPr>
            <a:spLocks xmlns:a="http://schemas.openxmlformats.org/drawingml/2006/main" noGrp="1"/>
          </p:cNvSpPr>
          <p:nvPr/>
        </p:nvSpPr>
        <p:spPr>
          <a:xfrm xmlns:a="http://schemas.openxmlformats.org/drawingml/2006/main">
            <a:off x="0" y="1171575"/>
            <a:ext cx="3657600"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Crash guide kicker">
            <a:extLst xmlns:a="http://schemas.openxmlformats.org/drawingml/2006/main">
              <a:ext uri="{FF2B5EF4-FFF2-40B4-BE49-F238E27FC236}">
                <a16:creationId xmlns:a16="http://schemas.microsoft.com/office/drawing/2014/main" id="{CE24273A-481C-42C9-9410-24B73B13130D}"/>
              </a:ext>
            </a:extLst>
          </p:cNvPr>
          <p:cNvSpPr>
            <a:spLocks xmlns:a="http://schemas.openxmlformats.org/drawingml/2006/main" noGrp="1"/>
          </p:cNvSpPr>
          <p:nvPr/>
        </p:nvSpPr>
        <p:spPr>
          <a:xfrm xmlns:a="http://schemas.openxmlformats.org/drawingml/2006/main">
            <a:off x="171450" y="123825"/>
            <a:ext cx="2857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a:solidFill>
                  <a:srgbClr val="FFFF0A"/>
                </a:solidFill>
                <a:latin typeface="Space Grotesk"/>
                <a:ea typeface="Space Grotesk"/>
                <a:cs typeface="Space Grotesk"/>
              </a:defRPr>
            </a:defPPr>
            <a:lvl1pPr algn="l">
              <a:defRPr sz="938" b="1">
                <a:solidFill>
                  <a:srgbClr val="FFFF0A"/>
                </a:solidFill>
                <a:latin typeface="Space Grotesk"/>
                <a:ea typeface="Space Grotesk"/>
                <a:cs typeface="Space Grotesk"/>
              </a:defRPr>
            </a:lvl1pPr>
            <a:lvl2pPr algn="l">
              <a:defRPr sz="938" b="1">
                <a:solidFill>
                  <a:srgbClr val="FFFF0A"/>
                </a:solidFill>
                <a:latin typeface="Space Grotesk"/>
                <a:ea typeface="Space Grotesk"/>
                <a:cs typeface="Space Grotesk"/>
              </a:defRPr>
            </a:lvl2pPr>
            <a:lvl3pPr algn="l">
              <a:defRPr sz="938" b="1">
                <a:solidFill>
                  <a:srgbClr val="FFFF0A"/>
                </a:solidFill>
                <a:latin typeface="Space Grotesk"/>
                <a:ea typeface="Space Grotesk"/>
                <a:cs typeface="Space Grotesk"/>
              </a:defRPr>
            </a:lvl3pPr>
            <a:lvl4pPr algn="l">
              <a:defRPr sz="938" b="1">
                <a:solidFill>
                  <a:srgbClr val="FFFF0A"/>
                </a:solidFill>
                <a:latin typeface="Space Grotesk"/>
                <a:ea typeface="Space Grotesk"/>
                <a:cs typeface="Space Grotesk"/>
              </a:defRPr>
            </a:lvl4pPr>
            <a:lvl5pPr algn="l">
              <a:defRPr sz="938" b="1">
                <a:solidFill>
                  <a:srgbClr val="FFFF0A"/>
                </a:solidFill>
                <a:latin typeface="Space Grotesk"/>
                <a:ea typeface="Space Grotesk"/>
                <a:cs typeface="Space Grotesk"/>
              </a:defRPr>
            </a:lvl5pPr>
            <a:lvl6pPr algn="l">
              <a:defRPr sz="938" b="1">
                <a:solidFill>
                  <a:srgbClr val="FFFF0A"/>
                </a:solidFill>
                <a:latin typeface="Space Grotesk"/>
                <a:ea typeface="Space Grotesk"/>
                <a:cs typeface="Space Grotesk"/>
              </a:defRPr>
            </a:lvl6pPr>
            <a:lvl7pPr algn="l">
              <a:defRPr sz="938" b="1">
                <a:solidFill>
                  <a:srgbClr val="FFFF0A"/>
                </a:solidFill>
                <a:latin typeface="Space Grotesk"/>
                <a:ea typeface="Space Grotesk"/>
                <a:cs typeface="Space Grotesk"/>
              </a:defRPr>
            </a:lvl7pPr>
            <a:lvl8pPr algn="l">
              <a:defRPr sz="938" b="1">
                <a:solidFill>
                  <a:srgbClr val="FFFF0A"/>
                </a:solidFill>
                <a:latin typeface="Space Grotesk"/>
                <a:ea typeface="Space Grotesk"/>
                <a:cs typeface="Space Grotesk"/>
              </a:defRPr>
            </a:lvl8pPr>
            <a:lvl9pPr algn="l">
              <a:defRPr sz="938" b="1">
                <a:solidFill>
                  <a:srgbClr val="FFFF0A"/>
                </a:solidFill>
                <a:latin typeface="Space Grotesk"/>
                <a:ea typeface="Space Grotesk"/>
                <a:cs typeface="Space Grotesk"/>
              </a:defRPr>
            </a:lvl9pPr>
          </a:lstStyle>
          <a:p xmlns:a="http://schemas.openxmlformats.org/drawingml/2006/main">
            <a:pPr algn="l">
              <a:lnSpc>
                <a:spcPct val="100000"/>
              </a:lnSpc>
              <a:buNone/>
              <a:defRPr sz="938" b="1">
                <a:solidFill>
                  <a:srgbClr val="FFFF0A"/>
                </a:solidFill>
                <a:latin typeface="Space Grotesk"/>
                <a:ea typeface="Space Grotesk"/>
                <a:cs typeface="Space Grotesk"/>
              </a:defRPr>
            </a:pPr>
            <a:r>
              <a:rPr sz="938" b="1">
                <a:solidFill>
                  <a:srgbClr val="FFFF0A"/>
                </a:solidFill>
                <a:latin typeface="Space Grotesk"/>
                <a:ea typeface="Space Grotesk"/>
                <a:cs typeface="Space Grotesk"/>
              </a:rPr>
              <a:t>CRASH RESPONSE</a:t>
            </a:r>
          </a:p>
        </p:txBody>
      </p:sp>
      <p:sp>
        <p:nvSpPr>
          <p:cNvPr id="5" name="Crash title">
            <a:extLst xmlns:a="http://schemas.openxmlformats.org/drawingml/2006/main">
              <a:ext uri="{FF2B5EF4-FFF2-40B4-BE49-F238E27FC236}">
                <a16:creationId xmlns:a16="http://schemas.microsoft.com/office/drawing/2014/main" id="{FFA05E18-4452-4B5B-9A77-ED415888A55A}"/>
              </a:ext>
            </a:extLst>
          </p:cNvPr>
          <p:cNvSpPr>
            <a:spLocks xmlns:a="http://schemas.openxmlformats.org/drawingml/2006/main" noGrp="1"/>
          </p:cNvSpPr>
          <p:nvPr/>
        </p:nvSpPr>
        <p:spPr>
          <a:xfrm xmlns:a="http://schemas.openxmlformats.org/drawingml/2006/main">
            <a:off x="171450" y="342900"/>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FFFFFF"/>
                </a:solidFill>
                <a:latin typeface="Space Grotesk"/>
                <a:ea typeface="Space Grotesk"/>
                <a:cs typeface="Space Grotesk"/>
              </a:defRPr>
            </a:defPPr>
            <a:lvl1pPr algn="l">
              <a:defRPr sz="2775" b="1">
                <a:solidFill>
                  <a:srgbClr val="FFFFFF"/>
                </a:solidFill>
                <a:latin typeface="Space Grotesk"/>
                <a:ea typeface="Space Grotesk"/>
                <a:cs typeface="Space Grotesk"/>
              </a:defRPr>
            </a:lvl1pPr>
            <a:lvl2pPr algn="l">
              <a:defRPr sz="2775" b="1">
                <a:solidFill>
                  <a:srgbClr val="FFFFFF"/>
                </a:solidFill>
                <a:latin typeface="Space Grotesk"/>
                <a:ea typeface="Space Grotesk"/>
                <a:cs typeface="Space Grotesk"/>
              </a:defRPr>
            </a:lvl2pPr>
            <a:lvl3pPr algn="l">
              <a:defRPr sz="2775" b="1">
                <a:solidFill>
                  <a:srgbClr val="FFFFFF"/>
                </a:solidFill>
                <a:latin typeface="Space Grotesk"/>
                <a:ea typeface="Space Grotesk"/>
                <a:cs typeface="Space Grotesk"/>
              </a:defRPr>
            </a:lvl3pPr>
            <a:lvl4pPr algn="l">
              <a:defRPr sz="2775" b="1">
                <a:solidFill>
                  <a:srgbClr val="FFFFFF"/>
                </a:solidFill>
                <a:latin typeface="Space Grotesk"/>
                <a:ea typeface="Space Grotesk"/>
                <a:cs typeface="Space Grotesk"/>
              </a:defRPr>
            </a:lvl4pPr>
            <a:lvl5pPr algn="l">
              <a:defRPr sz="2775" b="1">
                <a:solidFill>
                  <a:srgbClr val="FFFFFF"/>
                </a:solidFill>
                <a:latin typeface="Space Grotesk"/>
                <a:ea typeface="Space Grotesk"/>
                <a:cs typeface="Space Grotesk"/>
              </a:defRPr>
            </a:lvl5pPr>
            <a:lvl6pPr algn="l">
              <a:defRPr sz="2775" b="1">
                <a:solidFill>
                  <a:srgbClr val="FFFFFF"/>
                </a:solidFill>
                <a:latin typeface="Space Grotesk"/>
                <a:ea typeface="Space Grotesk"/>
                <a:cs typeface="Space Grotesk"/>
              </a:defRPr>
            </a:lvl6pPr>
            <a:lvl7pPr algn="l">
              <a:defRPr sz="2775" b="1">
                <a:solidFill>
                  <a:srgbClr val="FFFFFF"/>
                </a:solidFill>
                <a:latin typeface="Space Grotesk"/>
                <a:ea typeface="Space Grotesk"/>
                <a:cs typeface="Space Grotesk"/>
              </a:defRPr>
            </a:lvl7pPr>
            <a:lvl8pPr algn="l">
              <a:defRPr sz="2775" b="1">
                <a:solidFill>
                  <a:srgbClr val="FFFFFF"/>
                </a:solidFill>
                <a:latin typeface="Space Grotesk"/>
                <a:ea typeface="Space Grotesk"/>
                <a:cs typeface="Space Grotesk"/>
              </a:defRPr>
            </a:lvl8pPr>
            <a:lvl9pPr algn="l">
              <a:defRPr sz="2775" b="1">
                <a:solidFill>
                  <a:srgbClr val="FFFFFF"/>
                </a:solidFill>
                <a:latin typeface="Space Grotesk"/>
                <a:ea typeface="Space Grotesk"/>
                <a:cs typeface="Space Grotesk"/>
              </a:defRPr>
            </a:lvl9pPr>
          </a:lstStyle>
          <a:p xmlns:a="http://schemas.openxmlformats.org/drawingml/2006/main">
            <a:pPr algn="l">
              <a:lnSpc>
                <a:spcPct val="100000"/>
              </a:lnSpc>
              <a:buNone/>
              <a:defRPr sz="2775" b="1">
                <a:solidFill>
                  <a:srgbClr val="FFFFFF"/>
                </a:solidFill>
                <a:latin typeface="Space Grotesk"/>
                <a:ea typeface="Space Grotesk"/>
                <a:cs typeface="Space Grotesk"/>
              </a:defRPr>
            </a:pPr>
            <a:r>
              <a:rPr sz="2775" b="1">
                <a:solidFill>
                  <a:srgbClr val="FFFFFF"/>
                </a:solidFill>
                <a:latin typeface="Space Grotesk"/>
                <a:ea typeface="Space Grotesk"/>
                <a:cs typeface="Space Grotesk"/>
              </a:rPr>
              <a:t>You matter.</a:t>
            </a:r>
          </a:p>
        </p:txBody>
      </p:sp>
      <p:sp>
        <p:nvSpPr>
          <p:cNvPr id="6" name="Crash strapline">
            <a:extLst xmlns:a="http://schemas.openxmlformats.org/drawingml/2006/main">
              <a:ext uri="{FF2B5EF4-FFF2-40B4-BE49-F238E27FC236}">
                <a16:creationId xmlns:a16="http://schemas.microsoft.com/office/drawing/2014/main" id="{AA260A09-A236-44DB-977B-AD7E1994198C}"/>
              </a:ext>
            </a:extLst>
          </p:cNvPr>
          <p:cNvSpPr>
            <a:spLocks xmlns:a="http://schemas.openxmlformats.org/drawingml/2006/main" noGrp="1"/>
          </p:cNvSpPr>
          <p:nvPr/>
        </p:nvSpPr>
        <p:spPr>
          <a:xfrm xmlns:a="http://schemas.openxmlformats.org/drawingml/2006/main">
            <a:off x="180975" y="828675"/>
            <a:ext cx="3295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78" b="1">
                <a:solidFill>
                  <a:srgbClr val="FFFF0A"/>
                </a:solidFill>
                <a:latin typeface="Space Grotesk"/>
                <a:ea typeface="Space Grotesk"/>
                <a:cs typeface="Space Grotesk"/>
              </a:defRPr>
            </a:defPPr>
            <a:lvl1pPr algn="l">
              <a:defRPr sz="878" b="1">
                <a:solidFill>
                  <a:srgbClr val="FFFF0A"/>
                </a:solidFill>
                <a:latin typeface="Space Grotesk"/>
                <a:ea typeface="Space Grotesk"/>
                <a:cs typeface="Space Grotesk"/>
              </a:defRPr>
            </a:lvl1pPr>
            <a:lvl2pPr algn="l">
              <a:defRPr sz="878" b="1">
                <a:solidFill>
                  <a:srgbClr val="FFFF0A"/>
                </a:solidFill>
                <a:latin typeface="Space Grotesk"/>
                <a:ea typeface="Space Grotesk"/>
                <a:cs typeface="Space Grotesk"/>
              </a:defRPr>
            </a:lvl2pPr>
            <a:lvl3pPr algn="l">
              <a:defRPr sz="878" b="1">
                <a:solidFill>
                  <a:srgbClr val="FFFF0A"/>
                </a:solidFill>
                <a:latin typeface="Space Grotesk"/>
                <a:ea typeface="Space Grotesk"/>
                <a:cs typeface="Space Grotesk"/>
              </a:defRPr>
            </a:lvl3pPr>
            <a:lvl4pPr algn="l">
              <a:defRPr sz="878" b="1">
                <a:solidFill>
                  <a:srgbClr val="FFFF0A"/>
                </a:solidFill>
                <a:latin typeface="Space Grotesk"/>
                <a:ea typeface="Space Grotesk"/>
                <a:cs typeface="Space Grotesk"/>
              </a:defRPr>
            </a:lvl4pPr>
            <a:lvl5pPr algn="l">
              <a:defRPr sz="878" b="1">
                <a:solidFill>
                  <a:srgbClr val="FFFF0A"/>
                </a:solidFill>
                <a:latin typeface="Space Grotesk"/>
                <a:ea typeface="Space Grotesk"/>
                <a:cs typeface="Space Grotesk"/>
              </a:defRPr>
            </a:lvl5pPr>
            <a:lvl6pPr algn="l">
              <a:defRPr sz="878" b="1">
                <a:solidFill>
                  <a:srgbClr val="FFFF0A"/>
                </a:solidFill>
                <a:latin typeface="Space Grotesk"/>
                <a:ea typeface="Space Grotesk"/>
                <a:cs typeface="Space Grotesk"/>
              </a:defRPr>
            </a:lvl6pPr>
            <a:lvl7pPr algn="l">
              <a:defRPr sz="878" b="1">
                <a:solidFill>
                  <a:srgbClr val="FFFF0A"/>
                </a:solidFill>
                <a:latin typeface="Space Grotesk"/>
                <a:ea typeface="Space Grotesk"/>
                <a:cs typeface="Space Grotesk"/>
              </a:defRPr>
            </a:lvl7pPr>
            <a:lvl8pPr algn="l">
              <a:defRPr sz="878" b="1">
                <a:solidFill>
                  <a:srgbClr val="FFFF0A"/>
                </a:solidFill>
                <a:latin typeface="Space Grotesk"/>
                <a:ea typeface="Space Grotesk"/>
                <a:cs typeface="Space Grotesk"/>
              </a:defRPr>
            </a:lvl8pPr>
            <a:lvl9pPr algn="l">
              <a:defRPr sz="878" b="1">
                <a:solidFill>
                  <a:srgbClr val="FFFF0A"/>
                </a:solidFill>
                <a:latin typeface="Space Grotesk"/>
                <a:ea typeface="Space Grotesk"/>
                <a:cs typeface="Space Grotesk"/>
              </a:defRPr>
            </a:lvl9pPr>
          </a:lstStyle>
          <a:p xmlns:a="http://schemas.openxmlformats.org/drawingml/2006/main">
            <a:pPr algn="l">
              <a:lnSpc>
                <a:spcPct val="100000"/>
              </a:lnSpc>
              <a:buNone/>
              <a:defRPr sz="878" b="1">
                <a:solidFill>
                  <a:srgbClr val="FFFF0A"/>
                </a:solidFill>
                <a:latin typeface="Space Grotesk"/>
                <a:ea typeface="Space Grotesk"/>
                <a:cs typeface="Space Grotesk"/>
              </a:defRPr>
            </a:pPr>
            <a:r>
              <a:rPr sz="878" b="1">
                <a:solidFill>
                  <a:srgbClr val="FFFF0A"/>
                </a:solidFill>
                <a:latin typeface="Space Grotesk"/>
                <a:ea typeface="Space Grotesk"/>
                <a:cs typeface="Space Grotesk"/>
              </a:rPr>
              <a:t>Care first. Reports and photos can wait.</a:t>
            </a:r>
          </a:p>
        </p:txBody>
      </p:sp>
      <p:sp>
        <p:nvSpPr>
          <p:cNvPr id="7" name="Crash step number 01">
            <a:extLst xmlns:a="http://schemas.openxmlformats.org/drawingml/2006/main">
              <a:ext uri="{FF2B5EF4-FFF2-40B4-BE49-F238E27FC236}">
                <a16:creationId xmlns:a16="http://schemas.microsoft.com/office/drawing/2014/main" id="{A9EFFC8F-CF37-455B-B213-705DD23D536B}"/>
              </a:ext>
            </a:extLst>
          </p:cNvPr>
          <p:cNvSpPr>
            <a:spLocks xmlns:a="http://schemas.openxmlformats.org/drawingml/2006/main" noGrp="1"/>
          </p:cNvSpPr>
          <p:nvPr/>
        </p:nvSpPr>
        <p:spPr>
          <a:xfrm xmlns:a="http://schemas.openxmlformats.org/drawingml/2006/main">
            <a:off x="133350" y="12954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FFFF0A"/>
                </a:solidFill>
                <a:latin typeface="Space Grotesk"/>
                <a:ea typeface="Space Grotesk"/>
                <a:cs typeface="Space Grotesk"/>
              </a:defRPr>
            </a:defPPr>
            <a:lvl1pPr algn="l">
              <a:defRPr sz="1238" b="1">
                <a:solidFill>
                  <a:srgbClr val="FFFF0A"/>
                </a:solidFill>
                <a:latin typeface="Space Grotesk"/>
                <a:ea typeface="Space Grotesk"/>
                <a:cs typeface="Space Grotesk"/>
              </a:defRPr>
            </a:lvl1pPr>
            <a:lvl2pPr algn="l">
              <a:defRPr sz="1238" b="1">
                <a:solidFill>
                  <a:srgbClr val="FFFF0A"/>
                </a:solidFill>
                <a:latin typeface="Space Grotesk"/>
                <a:ea typeface="Space Grotesk"/>
                <a:cs typeface="Space Grotesk"/>
              </a:defRPr>
            </a:lvl2pPr>
            <a:lvl3pPr algn="l">
              <a:defRPr sz="1238" b="1">
                <a:solidFill>
                  <a:srgbClr val="FFFF0A"/>
                </a:solidFill>
                <a:latin typeface="Space Grotesk"/>
                <a:ea typeface="Space Grotesk"/>
                <a:cs typeface="Space Grotesk"/>
              </a:defRPr>
            </a:lvl3pPr>
            <a:lvl4pPr algn="l">
              <a:defRPr sz="1238" b="1">
                <a:solidFill>
                  <a:srgbClr val="FFFF0A"/>
                </a:solidFill>
                <a:latin typeface="Space Grotesk"/>
                <a:ea typeface="Space Grotesk"/>
                <a:cs typeface="Space Grotesk"/>
              </a:defRPr>
            </a:lvl4pPr>
            <a:lvl5pPr algn="l">
              <a:defRPr sz="1238" b="1">
                <a:solidFill>
                  <a:srgbClr val="FFFF0A"/>
                </a:solidFill>
                <a:latin typeface="Space Grotesk"/>
                <a:ea typeface="Space Grotesk"/>
                <a:cs typeface="Space Grotesk"/>
              </a:defRPr>
            </a:lvl5pPr>
            <a:lvl6pPr algn="l">
              <a:defRPr sz="1238" b="1">
                <a:solidFill>
                  <a:srgbClr val="FFFF0A"/>
                </a:solidFill>
                <a:latin typeface="Space Grotesk"/>
                <a:ea typeface="Space Grotesk"/>
                <a:cs typeface="Space Grotesk"/>
              </a:defRPr>
            </a:lvl6pPr>
            <a:lvl7pPr algn="l">
              <a:defRPr sz="1238" b="1">
                <a:solidFill>
                  <a:srgbClr val="FFFF0A"/>
                </a:solidFill>
                <a:latin typeface="Space Grotesk"/>
                <a:ea typeface="Space Grotesk"/>
                <a:cs typeface="Space Grotesk"/>
              </a:defRPr>
            </a:lvl7pPr>
            <a:lvl8pPr algn="l">
              <a:defRPr sz="1238" b="1">
                <a:solidFill>
                  <a:srgbClr val="FFFF0A"/>
                </a:solidFill>
                <a:latin typeface="Space Grotesk"/>
                <a:ea typeface="Space Grotesk"/>
                <a:cs typeface="Space Grotesk"/>
              </a:defRPr>
            </a:lvl8pPr>
            <a:lvl9pPr algn="l">
              <a:defRPr sz="1238" b="1">
                <a:solidFill>
                  <a:srgbClr val="FFFF0A"/>
                </a:solidFill>
                <a:latin typeface="Space Grotesk"/>
                <a:ea typeface="Space Grotesk"/>
                <a:cs typeface="Space Grotesk"/>
              </a:defRPr>
            </a:lvl9pPr>
          </a:lstStyle>
          <a:p xmlns:a="http://schemas.openxmlformats.org/drawingml/2006/main">
            <a:pPr algn="l">
              <a:lnSpc>
                <a:spcPct val="100000"/>
              </a:lnSpc>
              <a:buNone/>
              <a:defRPr sz="1238" b="1">
                <a:solidFill>
                  <a:srgbClr val="FFFF0A"/>
                </a:solidFill>
                <a:latin typeface="Space Grotesk"/>
                <a:ea typeface="Space Grotesk"/>
                <a:cs typeface="Space Grotesk"/>
              </a:defRPr>
            </a:pPr>
            <a:r>
              <a:rPr sz="1238" b="1">
                <a:solidFill>
                  <a:srgbClr val="FFFF0A"/>
                </a:solidFill>
                <a:latin typeface="Space Grotesk"/>
                <a:ea typeface="Space Grotesk"/>
                <a:cs typeface="Space Grotesk"/>
              </a:rPr>
              <a:t>01</a:t>
            </a:r>
          </a:p>
        </p:txBody>
      </p:sp>
      <p:sp>
        <p:nvSpPr>
          <p:cNvPr id="8" name="Crash step heading 01">
            <a:extLst xmlns:a="http://schemas.openxmlformats.org/drawingml/2006/main">
              <a:ext uri="{FF2B5EF4-FFF2-40B4-BE49-F238E27FC236}">
                <a16:creationId xmlns:a16="http://schemas.microsoft.com/office/drawing/2014/main" id="{413CDCF5-8B0B-4570-AD0D-2F585C3E53A0}"/>
              </a:ext>
            </a:extLst>
          </p:cNvPr>
          <p:cNvSpPr>
            <a:spLocks xmlns:a="http://schemas.openxmlformats.org/drawingml/2006/main" noGrp="1"/>
          </p:cNvSpPr>
          <p:nvPr/>
        </p:nvSpPr>
        <p:spPr>
          <a:xfrm xmlns:a="http://schemas.openxmlformats.org/drawingml/2006/main">
            <a:off x="495300" y="125730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94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Get out of traffic and check for injuries</a:t>
            </a:r>
          </a:p>
        </p:txBody>
      </p:sp>
      <p:sp>
        <p:nvSpPr>
          <p:cNvPr id="9" name="Crash step copy 01">
            <a:extLst xmlns:a="http://schemas.openxmlformats.org/drawingml/2006/main">
              <a:ext uri="{FF2B5EF4-FFF2-40B4-BE49-F238E27FC236}">
                <a16:creationId xmlns:a16="http://schemas.microsoft.com/office/drawing/2014/main" id="{03168F15-B785-4083-8577-B0B4E2A6B6A3}"/>
              </a:ext>
            </a:extLst>
          </p:cNvPr>
          <p:cNvSpPr>
            <a:spLocks xmlns:a="http://schemas.openxmlformats.org/drawingml/2006/main" noGrp="1"/>
          </p:cNvSpPr>
          <p:nvPr/>
        </p:nvSpPr>
        <p:spPr>
          <a:xfrm xmlns:a="http://schemas.openxmlformats.org/drawingml/2006/main">
            <a:off x="495300" y="1495425"/>
            <a:ext cx="30289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FFFFFF"/>
                </a:solidFill>
                <a:latin typeface="Arial"/>
                <a:ea typeface="Arial"/>
                <a:cs typeface="Arial"/>
              </a:defRPr>
            </a:defPPr>
            <a:lvl1pPr algn="l">
              <a:defRPr sz="990" b="0">
                <a:solidFill>
                  <a:srgbClr val="FFFFFF"/>
                </a:solidFill>
                <a:latin typeface="Arial"/>
                <a:ea typeface="Arial"/>
                <a:cs typeface="Arial"/>
              </a:defRPr>
            </a:lvl1pPr>
            <a:lvl2pPr algn="l">
              <a:defRPr sz="990" b="0">
                <a:solidFill>
                  <a:srgbClr val="FFFFFF"/>
                </a:solidFill>
                <a:latin typeface="Arial"/>
                <a:ea typeface="Arial"/>
                <a:cs typeface="Arial"/>
              </a:defRPr>
            </a:lvl2pPr>
            <a:lvl3pPr algn="l">
              <a:defRPr sz="990" b="0">
                <a:solidFill>
                  <a:srgbClr val="FFFFFF"/>
                </a:solidFill>
                <a:latin typeface="Arial"/>
                <a:ea typeface="Arial"/>
                <a:cs typeface="Arial"/>
              </a:defRPr>
            </a:lvl3pPr>
            <a:lvl4pPr algn="l">
              <a:defRPr sz="990" b="0">
                <a:solidFill>
                  <a:srgbClr val="FFFFFF"/>
                </a:solidFill>
                <a:latin typeface="Arial"/>
                <a:ea typeface="Arial"/>
                <a:cs typeface="Arial"/>
              </a:defRPr>
            </a:lvl4pPr>
            <a:lvl5pPr algn="l">
              <a:defRPr sz="990" b="0">
                <a:solidFill>
                  <a:srgbClr val="FFFFFF"/>
                </a:solidFill>
                <a:latin typeface="Arial"/>
                <a:ea typeface="Arial"/>
                <a:cs typeface="Arial"/>
              </a:defRPr>
            </a:lvl5pPr>
            <a:lvl6pPr algn="l">
              <a:defRPr sz="990" b="0">
                <a:solidFill>
                  <a:srgbClr val="FFFFFF"/>
                </a:solidFill>
                <a:latin typeface="Arial"/>
                <a:ea typeface="Arial"/>
                <a:cs typeface="Arial"/>
              </a:defRPr>
            </a:lvl6pPr>
            <a:lvl7pPr algn="l">
              <a:defRPr sz="990" b="0">
                <a:solidFill>
                  <a:srgbClr val="FFFFFF"/>
                </a:solidFill>
                <a:latin typeface="Arial"/>
                <a:ea typeface="Arial"/>
                <a:cs typeface="Arial"/>
              </a:defRPr>
            </a:lvl7pPr>
            <a:lvl8pPr algn="l">
              <a:defRPr sz="990" b="0">
                <a:solidFill>
                  <a:srgbClr val="FFFFFF"/>
                </a:solidFill>
                <a:latin typeface="Arial"/>
                <a:ea typeface="Arial"/>
                <a:cs typeface="Arial"/>
              </a:defRPr>
            </a:lvl8pPr>
            <a:lvl9pPr algn="l">
              <a:defRPr sz="990" b="0">
                <a:solidFill>
                  <a:srgbClr val="FFFFFF"/>
                </a:solidFill>
                <a:latin typeface="Arial"/>
                <a:ea typeface="Arial"/>
                <a:cs typeface="Arial"/>
              </a:defRPr>
            </a:lvl9pPr>
          </a:lstStyle>
          <a:p xmlns:a="http://schemas.openxmlformats.org/drawingml/2006/main">
            <a:pPr algn="l">
              <a:lnSpc>
                <a:spcPct val="95000"/>
              </a:lnSpc>
              <a:buNone/>
              <a:defRPr sz="990" b="0">
                <a:solidFill>
                  <a:srgbClr val="FFFFFF"/>
                </a:solidFill>
                <a:latin typeface="Arial"/>
                <a:ea typeface="Arial"/>
                <a:cs typeface="Arial"/>
              </a:defRPr>
            </a:pPr>
            <a:r>
              <a:rPr sz="990" b="0">
                <a:solidFill>
                  <a:srgbClr val="FFFFFF"/>
                </a:solidFill>
                <a:latin typeface="Arial"/>
                <a:ea typeface="Arial"/>
                <a:cs typeface="Arial"/>
              </a:rPr>
              <a:t>Get yourself to safety if you can. Call 911 for serious injury, danger, or possible head, neck, or spine injury. Avoid unnecessary movement; follow dispatcher instructions.</a:t>
            </a:r>
          </a:p>
        </p:txBody>
      </p:sp>
      <p:sp>
        <p:nvSpPr>
          <p:cNvPr id="10" name="Crash step number 02">
            <a:extLst xmlns:a="http://schemas.openxmlformats.org/drawingml/2006/main">
              <a:ext uri="{FF2B5EF4-FFF2-40B4-BE49-F238E27FC236}">
                <a16:creationId xmlns:a16="http://schemas.microsoft.com/office/drawing/2014/main" id="{6DDBEF2D-522F-4C3B-BDD3-9E2D62F53988}"/>
              </a:ext>
            </a:extLst>
          </p:cNvPr>
          <p:cNvSpPr>
            <a:spLocks xmlns:a="http://schemas.openxmlformats.org/drawingml/2006/main" noGrp="1"/>
          </p:cNvSpPr>
          <p:nvPr/>
        </p:nvSpPr>
        <p:spPr>
          <a:xfrm xmlns:a="http://schemas.openxmlformats.org/drawingml/2006/main">
            <a:off x="133350" y="22098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FFFF0A"/>
                </a:solidFill>
                <a:latin typeface="Space Grotesk"/>
                <a:ea typeface="Space Grotesk"/>
                <a:cs typeface="Space Grotesk"/>
              </a:defRPr>
            </a:defPPr>
            <a:lvl1pPr algn="l">
              <a:defRPr sz="1238" b="1">
                <a:solidFill>
                  <a:srgbClr val="FFFF0A"/>
                </a:solidFill>
                <a:latin typeface="Space Grotesk"/>
                <a:ea typeface="Space Grotesk"/>
                <a:cs typeface="Space Grotesk"/>
              </a:defRPr>
            </a:lvl1pPr>
            <a:lvl2pPr algn="l">
              <a:defRPr sz="1238" b="1">
                <a:solidFill>
                  <a:srgbClr val="FFFF0A"/>
                </a:solidFill>
                <a:latin typeface="Space Grotesk"/>
                <a:ea typeface="Space Grotesk"/>
                <a:cs typeface="Space Grotesk"/>
              </a:defRPr>
            </a:lvl2pPr>
            <a:lvl3pPr algn="l">
              <a:defRPr sz="1238" b="1">
                <a:solidFill>
                  <a:srgbClr val="FFFF0A"/>
                </a:solidFill>
                <a:latin typeface="Space Grotesk"/>
                <a:ea typeface="Space Grotesk"/>
                <a:cs typeface="Space Grotesk"/>
              </a:defRPr>
            </a:lvl3pPr>
            <a:lvl4pPr algn="l">
              <a:defRPr sz="1238" b="1">
                <a:solidFill>
                  <a:srgbClr val="FFFF0A"/>
                </a:solidFill>
                <a:latin typeface="Space Grotesk"/>
                <a:ea typeface="Space Grotesk"/>
                <a:cs typeface="Space Grotesk"/>
              </a:defRPr>
            </a:lvl4pPr>
            <a:lvl5pPr algn="l">
              <a:defRPr sz="1238" b="1">
                <a:solidFill>
                  <a:srgbClr val="FFFF0A"/>
                </a:solidFill>
                <a:latin typeface="Space Grotesk"/>
                <a:ea typeface="Space Grotesk"/>
                <a:cs typeface="Space Grotesk"/>
              </a:defRPr>
            </a:lvl5pPr>
            <a:lvl6pPr algn="l">
              <a:defRPr sz="1238" b="1">
                <a:solidFill>
                  <a:srgbClr val="FFFF0A"/>
                </a:solidFill>
                <a:latin typeface="Space Grotesk"/>
                <a:ea typeface="Space Grotesk"/>
                <a:cs typeface="Space Grotesk"/>
              </a:defRPr>
            </a:lvl6pPr>
            <a:lvl7pPr algn="l">
              <a:defRPr sz="1238" b="1">
                <a:solidFill>
                  <a:srgbClr val="FFFF0A"/>
                </a:solidFill>
                <a:latin typeface="Space Grotesk"/>
                <a:ea typeface="Space Grotesk"/>
                <a:cs typeface="Space Grotesk"/>
              </a:defRPr>
            </a:lvl7pPr>
            <a:lvl8pPr algn="l">
              <a:defRPr sz="1238" b="1">
                <a:solidFill>
                  <a:srgbClr val="FFFF0A"/>
                </a:solidFill>
                <a:latin typeface="Space Grotesk"/>
                <a:ea typeface="Space Grotesk"/>
                <a:cs typeface="Space Grotesk"/>
              </a:defRPr>
            </a:lvl8pPr>
            <a:lvl9pPr algn="l">
              <a:defRPr sz="1238" b="1">
                <a:solidFill>
                  <a:srgbClr val="FFFF0A"/>
                </a:solidFill>
                <a:latin typeface="Space Grotesk"/>
                <a:ea typeface="Space Grotesk"/>
                <a:cs typeface="Space Grotesk"/>
              </a:defRPr>
            </a:lvl9pPr>
          </a:lstStyle>
          <a:p xmlns:a="http://schemas.openxmlformats.org/drawingml/2006/main">
            <a:pPr algn="l">
              <a:lnSpc>
                <a:spcPct val="100000"/>
              </a:lnSpc>
              <a:buNone/>
              <a:defRPr sz="1238" b="1">
                <a:solidFill>
                  <a:srgbClr val="FFFF0A"/>
                </a:solidFill>
                <a:latin typeface="Space Grotesk"/>
                <a:ea typeface="Space Grotesk"/>
                <a:cs typeface="Space Grotesk"/>
              </a:defRPr>
            </a:pPr>
            <a:r>
              <a:rPr sz="1238" b="1">
                <a:solidFill>
                  <a:srgbClr val="FFFF0A"/>
                </a:solidFill>
                <a:latin typeface="Space Grotesk"/>
                <a:ea typeface="Space Grotesk"/>
                <a:cs typeface="Space Grotesk"/>
              </a:rPr>
              <a:t>02</a:t>
            </a:r>
          </a:p>
        </p:txBody>
      </p:sp>
      <p:sp>
        <p:nvSpPr>
          <p:cNvPr id="11" name="Crash step heading 02">
            <a:extLst xmlns:a="http://schemas.openxmlformats.org/drawingml/2006/main">
              <a:ext uri="{FF2B5EF4-FFF2-40B4-BE49-F238E27FC236}">
                <a16:creationId xmlns:a16="http://schemas.microsoft.com/office/drawing/2014/main" id="{849641FA-351A-4415-AB73-9479A157BD12}"/>
              </a:ext>
            </a:extLst>
          </p:cNvPr>
          <p:cNvSpPr>
            <a:spLocks xmlns:a="http://schemas.openxmlformats.org/drawingml/2006/main" noGrp="1"/>
          </p:cNvSpPr>
          <p:nvPr/>
        </p:nvSpPr>
        <p:spPr>
          <a:xfrm xmlns:a="http://schemas.openxmlformats.org/drawingml/2006/main">
            <a:off x="495300" y="217170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94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Call police and make a report</a:t>
            </a:r>
          </a:p>
        </p:txBody>
      </p:sp>
      <p:sp>
        <p:nvSpPr>
          <p:cNvPr id="12" name="Crash step copy 02">
            <a:extLst xmlns:a="http://schemas.openxmlformats.org/drawingml/2006/main">
              <a:ext uri="{FF2B5EF4-FFF2-40B4-BE49-F238E27FC236}">
                <a16:creationId xmlns:a16="http://schemas.microsoft.com/office/drawing/2014/main" id="{5FAFB499-57A8-48D8-BA13-BFF0A619AE39}"/>
              </a:ext>
            </a:extLst>
          </p:cNvPr>
          <p:cNvSpPr>
            <a:spLocks xmlns:a="http://schemas.openxmlformats.org/drawingml/2006/main" noGrp="1"/>
          </p:cNvSpPr>
          <p:nvPr/>
        </p:nvSpPr>
        <p:spPr>
          <a:xfrm xmlns:a="http://schemas.openxmlformats.org/drawingml/2006/main">
            <a:off x="495300" y="2409825"/>
            <a:ext cx="3028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FFFFFF"/>
                </a:solidFill>
                <a:latin typeface="Arial"/>
                <a:ea typeface="Arial"/>
                <a:cs typeface="Arial"/>
              </a:defRPr>
            </a:defPPr>
            <a:lvl1pPr algn="l">
              <a:defRPr sz="990" b="0">
                <a:solidFill>
                  <a:srgbClr val="FFFFFF"/>
                </a:solidFill>
                <a:latin typeface="Arial"/>
                <a:ea typeface="Arial"/>
                <a:cs typeface="Arial"/>
              </a:defRPr>
            </a:lvl1pPr>
            <a:lvl2pPr algn="l">
              <a:defRPr sz="990" b="0">
                <a:solidFill>
                  <a:srgbClr val="FFFFFF"/>
                </a:solidFill>
                <a:latin typeface="Arial"/>
                <a:ea typeface="Arial"/>
                <a:cs typeface="Arial"/>
              </a:defRPr>
            </a:lvl2pPr>
            <a:lvl3pPr algn="l">
              <a:defRPr sz="990" b="0">
                <a:solidFill>
                  <a:srgbClr val="FFFFFF"/>
                </a:solidFill>
                <a:latin typeface="Arial"/>
                <a:ea typeface="Arial"/>
                <a:cs typeface="Arial"/>
              </a:defRPr>
            </a:lvl3pPr>
            <a:lvl4pPr algn="l">
              <a:defRPr sz="990" b="0">
                <a:solidFill>
                  <a:srgbClr val="FFFFFF"/>
                </a:solidFill>
                <a:latin typeface="Arial"/>
                <a:ea typeface="Arial"/>
                <a:cs typeface="Arial"/>
              </a:defRPr>
            </a:lvl4pPr>
            <a:lvl5pPr algn="l">
              <a:defRPr sz="990" b="0">
                <a:solidFill>
                  <a:srgbClr val="FFFFFF"/>
                </a:solidFill>
                <a:latin typeface="Arial"/>
                <a:ea typeface="Arial"/>
                <a:cs typeface="Arial"/>
              </a:defRPr>
            </a:lvl5pPr>
            <a:lvl6pPr algn="l">
              <a:defRPr sz="990" b="0">
                <a:solidFill>
                  <a:srgbClr val="FFFFFF"/>
                </a:solidFill>
                <a:latin typeface="Arial"/>
                <a:ea typeface="Arial"/>
                <a:cs typeface="Arial"/>
              </a:defRPr>
            </a:lvl6pPr>
            <a:lvl7pPr algn="l">
              <a:defRPr sz="990" b="0">
                <a:solidFill>
                  <a:srgbClr val="FFFFFF"/>
                </a:solidFill>
                <a:latin typeface="Arial"/>
                <a:ea typeface="Arial"/>
                <a:cs typeface="Arial"/>
              </a:defRPr>
            </a:lvl7pPr>
            <a:lvl8pPr algn="l">
              <a:defRPr sz="990" b="0">
                <a:solidFill>
                  <a:srgbClr val="FFFFFF"/>
                </a:solidFill>
                <a:latin typeface="Arial"/>
                <a:ea typeface="Arial"/>
                <a:cs typeface="Arial"/>
              </a:defRPr>
            </a:lvl8pPr>
            <a:lvl9pPr algn="l">
              <a:defRPr sz="990" b="0">
                <a:solidFill>
                  <a:srgbClr val="FFFFFF"/>
                </a:solidFill>
                <a:latin typeface="Arial"/>
                <a:ea typeface="Arial"/>
                <a:cs typeface="Arial"/>
              </a:defRPr>
            </a:lvl9pPr>
          </a:lstStyle>
          <a:p xmlns:a="http://schemas.openxmlformats.org/drawingml/2006/main">
            <a:pPr algn="l">
              <a:lnSpc>
                <a:spcPct val="95000"/>
              </a:lnSpc>
              <a:buNone/>
              <a:defRPr sz="990" b="0">
                <a:solidFill>
                  <a:srgbClr val="FFFFFF"/>
                </a:solidFill>
                <a:latin typeface="Arial"/>
                <a:ea typeface="Arial"/>
                <a:cs typeface="Arial"/>
              </a:defRPr>
            </a:pPr>
            <a:r>
              <a:rPr sz="990" b="0">
                <a:solidFill>
                  <a:srgbClr val="FFFFFF"/>
                </a:solidFill>
                <a:latin typeface="Arial"/>
                <a:ea typeface="Arial"/>
                <a:cs typeface="Arial"/>
              </a:rPr>
              <a:t>For non-emergencies, follow local crash-reporting rules and police instructions.</a:t>
            </a:r>
          </a:p>
        </p:txBody>
      </p:sp>
      <p:sp>
        <p:nvSpPr>
          <p:cNvPr id="13" name="Crash step number 03">
            <a:extLst xmlns:a="http://schemas.openxmlformats.org/drawingml/2006/main">
              <a:ext uri="{FF2B5EF4-FFF2-40B4-BE49-F238E27FC236}">
                <a16:creationId xmlns:a16="http://schemas.microsoft.com/office/drawing/2014/main" id="{F4B3934A-063C-4271-A3DE-39F63052252F}"/>
              </a:ext>
            </a:extLst>
          </p:cNvPr>
          <p:cNvSpPr>
            <a:spLocks xmlns:a="http://schemas.openxmlformats.org/drawingml/2006/main" noGrp="1"/>
          </p:cNvSpPr>
          <p:nvPr/>
        </p:nvSpPr>
        <p:spPr>
          <a:xfrm xmlns:a="http://schemas.openxmlformats.org/drawingml/2006/main">
            <a:off x="133350" y="27813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FFFF0A"/>
                </a:solidFill>
                <a:latin typeface="Space Grotesk"/>
                <a:ea typeface="Space Grotesk"/>
                <a:cs typeface="Space Grotesk"/>
              </a:defRPr>
            </a:defPPr>
            <a:lvl1pPr algn="l">
              <a:defRPr sz="1238" b="1">
                <a:solidFill>
                  <a:srgbClr val="FFFF0A"/>
                </a:solidFill>
                <a:latin typeface="Space Grotesk"/>
                <a:ea typeface="Space Grotesk"/>
                <a:cs typeface="Space Grotesk"/>
              </a:defRPr>
            </a:lvl1pPr>
            <a:lvl2pPr algn="l">
              <a:defRPr sz="1238" b="1">
                <a:solidFill>
                  <a:srgbClr val="FFFF0A"/>
                </a:solidFill>
                <a:latin typeface="Space Grotesk"/>
                <a:ea typeface="Space Grotesk"/>
                <a:cs typeface="Space Grotesk"/>
              </a:defRPr>
            </a:lvl2pPr>
            <a:lvl3pPr algn="l">
              <a:defRPr sz="1238" b="1">
                <a:solidFill>
                  <a:srgbClr val="FFFF0A"/>
                </a:solidFill>
                <a:latin typeface="Space Grotesk"/>
                <a:ea typeface="Space Grotesk"/>
                <a:cs typeface="Space Grotesk"/>
              </a:defRPr>
            </a:lvl3pPr>
            <a:lvl4pPr algn="l">
              <a:defRPr sz="1238" b="1">
                <a:solidFill>
                  <a:srgbClr val="FFFF0A"/>
                </a:solidFill>
                <a:latin typeface="Space Grotesk"/>
                <a:ea typeface="Space Grotesk"/>
                <a:cs typeface="Space Grotesk"/>
              </a:defRPr>
            </a:lvl4pPr>
            <a:lvl5pPr algn="l">
              <a:defRPr sz="1238" b="1">
                <a:solidFill>
                  <a:srgbClr val="FFFF0A"/>
                </a:solidFill>
                <a:latin typeface="Space Grotesk"/>
                <a:ea typeface="Space Grotesk"/>
                <a:cs typeface="Space Grotesk"/>
              </a:defRPr>
            </a:lvl5pPr>
            <a:lvl6pPr algn="l">
              <a:defRPr sz="1238" b="1">
                <a:solidFill>
                  <a:srgbClr val="FFFF0A"/>
                </a:solidFill>
                <a:latin typeface="Space Grotesk"/>
                <a:ea typeface="Space Grotesk"/>
                <a:cs typeface="Space Grotesk"/>
              </a:defRPr>
            </a:lvl6pPr>
            <a:lvl7pPr algn="l">
              <a:defRPr sz="1238" b="1">
                <a:solidFill>
                  <a:srgbClr val="FFFF0A"/>
                </a:solidFill>
                <a:latin typeface="Space Grotesk"/>
                <a:ea typeface="Space Grotesk"/>
                <a:cs typeface="Space Grotesk"/>
              </a:defRPr>
            </a:lvl7pPr>
            <a:lvl8pPr algn="l">
              <a:defRPr sz="1238" b="1">
                <a:solidFill>
                  <a:srgbClr val="FFFF0A"/>
                </a:solidFill>
                <a:latin typeface="Space Grotesk"/>
                <a:ea typeface="Space Grotesk"/>
                <a:cs typeface="Space Grotesk"/>
              </a:defRPr>
            </a:lvl8pPr>
            <a:lvl9pPr algn="l">
              <a:defRPr sz="1238" b="1">
                <a:solidFill>
                  <a:srgbClr val="FFFF0A"/>
                </a:solidFill>
                <a:latin typeface="Space Grotesk"/>
                <a:ea typeface="Space Grotesk"/>
                <a:cs typeface="Space Grotesk"/>
              </a:defRPr>
            </a:lvl9pPr>
          </a:lstStyle>
          <a:p xmlns:a="http://schemas.openxmlformats.org/drawingml/2006/main">
            <a:pPr algn="l">
              <a:lnSpc>
                <a:spcPct val="100000"/>
              </a:lnSpc>
              <a:buNone/>
              <a:defRPr sz="1238" b="1">
                <a:solidFill>
                  <a:srgbClr val="FFFF0A"/>
                </a:solidFill>
                <a:latin typeface="Space Grotesk"/>
                <a:ea typeface="Space Grotesk"/>
                <a:cs typeface="Space Grotesk"/>
              </a:defRPr>
            </a:pPr>
            <a:r>
              <a:rPr sz="1238" b="1">
                <a:solidFill>
                  <a:srgbClr val="FFFF0A"/>
                </a:solidFill>
                <a:latin typeface="Space Grotesk"/>
                <a:ea typeface="Space Grotesk"/>
                <a:cs typeface="Space Grotesk"/>
              </a:rPr>
              <a:t>03</a:t>
            </a:r>
          </a:p>
        </p:txBody>
      </p:sp>
      <p:sp>
        <p:nvSpPr>
          <p:cNvPr id="14" name="Crash step heading 03">
            <a:extLst xmlns:a="http://schemas.openxmlformats.org/drawingml/2006/main">
              <a:ext uri="{FF2B5EF4-FFF2-40B4-BE49-F238E27FC236}">
                <a16:creationId xmlns:a16="http://schemas.microsoft.com/office/drawing/2014/main" id="{1B0FC610-B059-4888-B6A2-DF07C1A30D4E}"/>
              </a:ext>
            </a:extLst>
          </p:cNvPr>
          <p:cNvSpPr>
            <a:spLocks xmlns:a="http://schemas.openxmlformats.org/drawingml/2006/main" noGrp="1"/>
          </p:cNvSpPr>
          <p:nvPr/>
        </p:nvSpPr>
        <p:spPr>
          <a:xfrm xmlns:a="http://schemas.openxmlformats.org/drawingml/2006/main">
            <a:off x="495300" y="2743200"/>
            <a:ext cx="3028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94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Photograph the scene and exchange information</a:t>
            </a:r>
          </a:p>
        </p:txBody>
      </p:sp>
      <p:sp>
        <p:nvSpPr>
          <p:cNvPr id="15" name="Crash step copy 03">
            <a:extLst xmlns:a="http://schemas.openxmlformats.org/drawingml/2006/main">
              <a:ext uri="{FF2B5EF4-FFF2-40B4-BE49-F238E27FC236}">
                <a16:creationId xmlns:a16="http://schemas.microsoft.com/office/drawing/2014/main" id="{0FEEFC62-407B-4D74-BB73-A0B1810520ED}"/>
              </a:ext>
            </a:extLst>
          </p:cNvPr>
          <p:cNvSpPr>
            <a:spLocks xmlns:a="http://schemas.openxmlformats.org/drawingml/2006/main" noGrp="1"/>
          </p:cNvSpPr>
          <p:nvPr/>
        </p:nvSpPr>
        <p:spPr>
          <a:xfrm xmlns:a="http://schemas.openxmlformats.org/drawingml/2006/main">
            <a:off x="495300" y="3048000"/>
            <a:ext cx="3028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FFFFFF"/>
                </a:solidFill>
                <a:latin typeface="Arial"/>
                <a:ea typeface="Arial"/>
                <a:cs typeface="Arial"/>
              </a:defRPr>
            </a:defPPr>
            <a:lvl1pPr algn="l">
              <a:defRPr sz="990" b="0">
                <a:solidFill>
                  <a:srgbClr val="FFFFFF"/>
                </a:solidFill>
                <a:latin typeface="Arial"/>
                <a:ea typeface="Arial"/>
                <a:cs typeface="Arial"/>
              </a:defRPr>
            </a:lvl1pPr>
            <a:lvl2pPr algn="l">
              <a:defRPr sz="990" b="0">
                <a:solidFill>
                  <a:srgbClr val="FFFFFF"/>
                </a:solidFill>
                <a:latin typeface="Arial"/>
                <a:ea typeface="Arial"/>
                <a:cs typeface="Arial"/>
              </a:defRPr>
            </a:lvl2pPr>
            <a:lvl3pPr algn="l">
              <a:defRPr sz="990" b="0">
                <a:solidFill>
                  <a:srgbClr val="FFFFFF"/>
                </a:solidFill>
                <a:latin typeface="Arial"/>
                <a:ea typeface="Arial"/>
                <a:cs typeface="Arial"/>
              </a:defRPr>
            </a:lvl3pPr>
            <a:lvl4pPr algn="l">
              <a:defRPr sz="990" b="0">
                <a:solidFill>
                  <a:srgbClr val="FFFFFF"/>
                </a:solidFill>
                <a:latin typeface="Arial"/>
                <a:ea typeface="Arial"/>
                <a:cs typeface="Arial"/>
              </a:defRPr>
            </a:lvl4pPr>
            <a:lvl5pPr algn="l">
              <a:defRPr sz="990" b="0">
                <a:solidFill>
                  <a:srgbClr val="FFFFFF"/>
                </a:solidFill>
                <a:latin typeface="Arial"/>
                <a:ea typeface="Arial"/>
                <a:cs typeface="Arial"/>
              </a:defRPr>
            </a:lvl5pPr>
            <a:lvl6pPr algn="l">
              <a:defRPr sz="990" b="0">
                <a:solidFill>
                  <a:srgbClr val="FFFFFF"/>
                </a:solidFill>
                <a:latin typeface="Arial"/>
                <a:ea typeface="Arial"/>
                <a:cs typeface="Arial"/>
              </a:defRPr>
            </a:lvl6pPr>
            <a:lvl7pPr algn="l">
              <a:defRPr sz="990" b="0">
                <a:solidFill>
                  <a:srgbClr val="FFFFFF"/>
                </a:solidFill>
                <a:latin typeface="Arial"/>
                <a:ea typeface="Arial"/>
                <a:cs typeface="Arial"/>
              </a:defRPr>
            </a:lvl7pPr>
            <a:lvl8pPr algn="l">
              <a:defRPr sz="990" b="0">
                <a:solidFill>
                  <a:srgbClr val="FFFFFF"/>
                </a:solidFill>
                <a:latin typeface="Arial"/>
                <a:ea typeface="Arial"/>
                <a:cs typeface="Arial"/>
              </a:defRPr>
            </a:lvl8pPr>
            <a:lvl9pPr algn="l">
              <a:defRPr sz="990" b="0">
                <a:solidFill>
                  <a:srgbClr val="FFFFFF"/>
                </a:solidFill>
                <a:latin typeface="Arial"/>
                <a:ea typeface="Arial"/>
                <a:cs typeface="Arial"/>
              </a:defRPr>
            </a:lvl9pPr>
          </a:lstStyle>
          <a:p xmlns:a="http://schemas.openxmlformats.org/drawingml/2006/main">
            <a:pPr algn="l">
              <a:lnSpc>
                <a:spcPct val="95000"/>
              </a:lnSpc>
              <a:buNone/>
              <a:defRPr sz="990" b="0">
                <a:solidFill>
                  <a:srgbClr val="FFFFFF"/>
                </a:solidFill>
                <a:latin typeface="Arial"/>
                <a:ea typeface="Arial"/>
                <a:cs typeface="Arial"/>
              </a:defRPr>
            </a:pPr>
            <a:r>
              <a:rPr sz="990" b="0">
                <a:solidFill>
                  <a:srgbClr val="FFFFFF"/>
                </a:solidFill>
                <a:latin typeface="Arial"/>
                <a:ea typeface="Arial"/>
                <a:cs typeface="Arial"/>
              </a:rPr>
              <a:t>When safe, photograph the scene and exchange driver, insurance, and witness details.</a:t>
            </a:r>
          </a:p>
        </p:txBody>
      </p:sp>
      <p:sp>
        <p:nvSpPr>
          <p:cNvPr id="16" name="Crash step number 04">
            <a:extLst xmlns:a="http://schemas.openxmlformats.org/drawingml/2006/main">
              <a:ext uri="{FF2B5EF4-FFF2-40B4-BE49-F238E27FC236}">
                <a16:creationId xmlns:a16="http://schemas.microsoft.com/office/drawing/2014/main" id="{AD31AE86-A1B3-44E5-9291-25628FCED256}"/>
              </a:ext>
            </a:extLst>
          </p:cNvPr>
          <p:cNvSpPr>
            <a:spLocks xmlns:a="http://schemas.openxmlformats.org/drawingml/2006/main" noGrp="1"/>
          </p:cNvSpPr>
          <p:nvPr/>
        </p:nvSpPr>
        <p:spPr>
          <a:xfrm xmlns:a="http://schemas.openxmlformats.org/drawingml/2006/main">
            <a:off x="133350" y="364807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FFFF0A"/>
                </a:solidFill>
                <a:latin typeface="Space Grotesk"/>
                <a:ea typeface="Space Grotesk"/>
                <a:cs typeface="Space Grotesk"/>
              </a:defRPr>
            </a:defPPr>
            <a:lvl1pPr algn="l">
              <a:defRPr sz="1238" b="1">
                <a:solidFill>
                  <a:srgbClr val="FFFF0A"/>
                </a:solidFill>
                <a:latin typeface="Space Grotesk"/>
                <a:ea typeface="Space Grotesk"/>
                <a:cs typeface="Space Grotesk"/>
              </a:defRPr>
            </a:lvl1pPr>
            <a:lvl2pPr algn="l">
              <a:defRPr sz="1238" b="1">
                <a:solidFill>
                  <a:srgbClr val="FFFF0A"/>
                </a:solidFill>
                <a:latin typeface="Space Grotesk"/>
                <a:ea typeface="Space Grotesk"/>
                <a:cs typeface="Space Grotesk"/>
              </a:defRPr>
            </a:lvl2pPr>
            <a:lvl3pPr algn="l">
              <a:defRPr sz="1238" b="1">
                <a:solidFill>
                  <a:srgbClr val="FFFF0A"/>
                </a:solidFill>
                <a:latin typeface="Space Grotesk"/>
                <a:ea typeface="Space Grotesk"/>
                <a:cs typeface="Space Grotesk"/>
              </a:defRPr>
            </a:lvl3pPr>
            <a:lvl4pPr algn="l">
              <a:defRPr sz="1238" b="1">
                <a:solidFill>
                  <a:srgbClr val="FFFF0A"/>
                </a:solidFill>
                <a:latin typeface="Space Grotesk"/>
                <a:ea typeface="Space Grotesk"/>
                <a:cs typeface="Space Grotesk"/>
              </a:defRPr>
            </a:lvl4pPr>
            <a:lvl5pPr algn="l">
              <a:defRPr sz="1238" b="1">
                <a:solidFill>
                  <a:srgbClr val="FFFF0A"/>
                </a:solidFill>
                <a:latin typeface="Space Grotesk"/>
                <a:ea typeface="Space Grotesk"/>
                <a:cs typeface="Space Grotesk"/>
              </a:defRPr>
            </a:lvl5pPr>
            <a:lvl6pPr algn="l">
              <a:defRPr sz="1238" b="1">
                <a:solidFill>
                  <a:srgbClr val="FFFF0A"/>
                </a:solidFill>
                <a:latin typeface="Space Grotesk"/>
                <a:ea typeface="Space Grotesk"/>
                <a:cs typeface="Space Grotesk"/>
              </a:defRPr>
            </a:lvl6pPr>
            <a:lvl7pPr algn="l">
              <a:defRPr sz="1238" b="1">
                <a:solidFill>
                  <a:srgbClr val="FFFF0A"/>
                </a:solidFill>
                <a:latin typeface="Space Grotesk"/>
                <a:ea typeface="Space Grotesk"/>
                <a:cs typeface="Space Grotesk"/>
              </a:defRPr>
            </a:lvl7pPr>
            <a:lvl8pPr algn="l">
              <a:defRPr sz="1238" b="1">
                <a:solidFill>
                  <a:srgbClr val="FFFF0A"/>
                </a:solidFill>
                <a:latin typeface="Space Grotesk"/>
                <a:ea typeface="Space Grotesk"/>
                <a:cs typeface="Space Grotesk"/>
              </a:defRPr>
            </a:lvl8pPr>
            <a:lvl9pPr algn="l">
              <a:defRPr sz="1238" b="1">
                <a:solidFill>
                  <a:srgbClr val="FFFF0A"/>
                </a:solidFill>
                <a:latin typeface="Space Grotesk"/>
                <a:ea typeface="Space Grotesk"/>
                <a:cs typeface="Space Grotesk"/>
              </a:defRPr>
            </a:lvl9pPr>
          </a:lstStyle>
          <a:p xmlns:a="http://schemas.openxmlformats.org/drawingml/2006/main">
            <a:pPr algn="l">
              <a:lnSpc>
                <a:spcPct val="100000"/>
              </a:lnSpc>
              <a:buNone/>
              <a:defRPr sz="1238" b="1">
                <a:solidFill>
                  <a:srgbClr val="FFFF0A"/>
                </a:solidFill>
                <a:latin typeface="Space Grotesk"/>
                <a:ea typeface="Space Grotesk"/>
                <a:cs typeface="Space Grotesk"/>
              </a:defRPr>
            </a:pPr>
            <a:r>
              <a:rPr sz="1238" b="1">
                <a:solidFill>
                  <a:srgbClr val="FFFF0A"/>
                </a:solidFill>
                <a:latin typeface="Space Grotesk"/>
                <a:ea typeface="Space Grotesk"/>
                <a:cs typeface="Space Grotesk"/>
              </a:rPr>
              <a:t>04</a:t>
            </a:r>
          </a:p>
        </p:txBody>
      </p:sp>
      <p:sp>
        <p:nvSpPr>
          <p:cNvPr id="17" name="Crash step heading 04">
            <a:extLst xmlns:a="http://schemas.openxmlformats.org/drawingml/2006/main">
              <a:ext uri="{FF2B5EF4-FFF2-40B4-BE49-F238E27FC236}">
                <a16:creationId xmlns:a16="http://schemas.microsoft.com/office/drawing/2014/main" id="{2C37606F-C2D3-4FCE-8847-9E2A592F84DD}"/>
              </a:ext>
            </a:extLst>
          </p:cNvPr>
          <p:cNvSpPr>
            <a:spLocks xmlns:a="http://schemas.openxmlformats.org/drawingml/2006/main" noGrp="1"/>
          </p:cNvSpPr>
          <p:nvPr/>
        </p:nvSpPr>
        <p:spPr>
          <a:xfrm xmlns:a="http://schemas.openxmlformats.org/drawingml/2006/main">
            <a:off x="495300" y="3609975"/>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94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Seek medical care</a:t>
            </a:r>
          </a:p>
        </p:txBody>
      </p:sp>
      <p:sp>
        <p:nvSpPr>
          <p:cNvPr id="18" name="Crash step copy 04">
            <a:extLst xmlns:a="http://schemas.openxmlformats.org/drawingml/2006/main">
              <a:ext uri="{FF2B5EF4-FFF2-40B4-BE49-F238E27FC236}">
                <a16:creationId xmlns:a16="http://schemas.microsoft.com/office/drawing/2014/main" id="{A3F3EC8F-D0A1-4D5A-B6B6-F037A0E5B49C}"/>
              </a:ext>
            </a:extLst>
          </p:cNvPr>
          <p:cNvSpPr>
            <a:spLocks xmlns:a="http://schemas.openxmlformats.org/drawingml/2006/main" noGrp="1"/>
          </p:cNvSpPr>
          <p:nvPr/>
        </p:nvSpPr>
        <p:spPr>
          <a:xfrm xmlns:a="http://schemas.openxmlformats.org/drawingml/2006/main">
            <a:off x="495300" y="3848100"/>
            <a:ext cx="3028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FFFFFF"/>
                </a:solidFill>
                <a:latin typeface="Arial"/>
                <a:ea typeface="Arial"/>
                <a:cs typeface="Arial"/>
              </a:defRPr>
            </a:defPPr>
            <a:lvl1pPr algn="l">
              <a:defRPr sz="953" b="0">
                <a:solidFill>
                  <a:srgbClr val="FFFFFF"/>
                </a:solidFill>
                <a:latin typeface="Arial"/>
                <a:ea typeface="Arial"/>
                <a:cs typeface="Arial"/>
              </a:defRPr>
            </a:lvl1pPr>
            <a:lvl2pPr algn="l">
              <a:defRPr sz="953" b="0">
                <a:solidFill>
                  <a:srgbClr val="FFFFFF"/>
                </a:solidFill>
                <a:latin typeface="Arial"/>
                <a:ea typeface="Arial"/>
                <a:cs typeface="Arial"/>
              </a:defRPr>
            </a:lvl2pPr>
            <a:lvl3pPr algn="l">
              <a:defRPr sz="953" b="0">
                <a:solidFill>
                  <a:srgbClr val="FFFFFF"/>
                </a:solidFill>
                <a:latin typeface="Arial"/>
                <a:ea typeface="Arial"/>
                <a:cs typeface="Arial"/>
              </a:defRPr>
            </a:lvl3pPr>
            <a:lvl4pPr algn="l">
              <a:defRPr sz="953" b="0">
                <a:solidFill>
                  <a:srgbClr val="FFFFFF"/>
                </a:solidFill>
                <a:latin typeface="Arial"/>
                <a:ea typeface="Arial"/>
                <a:cs typeface="Arial"/>
              </a:defRPr>
            </a:lvl4pPr>
            <a:lvl5pPr algn="l">
              <a:defRPr sz="953" b="0">
                <a:solidFill>
                  <a:srgbClr val="FFFFFF"/>
                </a:solidFill>
                <a:latin typeface="Arial"/>
                <a:ea typeface="Arial"/>
                <a:cs typeface="Arial"/>
              </a:defRPr>
            </a:lvl5pPr>
            <a:lvl6pPr algn="l">
              <a:defRPr sz="953" b="0">
                <a:solidFill>
                  <a:srgbClr val="FFFFFF"/>
                </a:solidFill>
                <a:latin typeface="Arial"/>
                <a:ea typeface="Arial"/>
                <a:cs typeface="Arial"/>
              </a:defRPr>
            </a:lvl6pPr>
            <a:lvl7pPr algn="l">
              <a:defRPr sz="953" b="0">
                <a:solidFill>
                  <a:srgbClr val="FFFFFF"/>
                </a:solidFill>
                <a:latin typeface="Arial"/>
                <a:ea typeface="Arial"/>
                <a:cs typeface="Arial"/>
              </a:defRPr>
            </a:lvl7pPr>
            <a:lvl8pPr algn="l">
              <a:defRPr sz="953" b="0">
                <a:solidFill>
                  <a:srgbClr val="FFFFFF"/>
                </a:solidFill>
                <a:latin typeface="Arial"/>
                <a:ea typeface="Arial"/>
                <a:cs typeface="Arial"/>
              </a:defRPr>
            </a:lvl8pPr>
            <a:lvl9pPr algn="l">
              <a:defRPr sz="953" b="0">
                <a:solidFill>
                  <a:srgbClr val="FFFFFF"/>
                </a:solidFill>
                <a:latin typeface="Arial"/>
                <a:ea typeface="Arial"/>
                <a:cs typeface="Arial"/>
              </a:defRPr>
            </a:lvl9pPr>
          </a:lstStyle>
          <a:p xmlns:a="http://schemas.openxmlformats.org/drawingml/2006/main">
            <a:pPr algn="l">
              <a:lnSpc>
                <a:spcPct val="95000"/>
              </a:lnSpc>
              <a:buNone/>
              <a:defRPr sz="953" b="0">
                <a:solidFill>
                  <a:srgbClr val="FFFFFF"/>
                </a:solidFill>
                <a:latin typeface="Arial"/>
                <a:ea typeface="Arial"/>
                <a:cs typeface="Arial"/>
              </a:defRPr>
            </a:pPr>
            <a:r>
              <a:rPr sz="953" b="0">
                <a:solidFill>
                  <a:srgbClr val="FFFFFF"/>
                </a:solidFill>
                <a:latin typeface="Arial"/>
                <a:ea typeface="Arial"/>
                <a:cs typeface="Arial"/>
              </a:rPr>
              <a:t>Get prompt care for injuries.</a:t>
            </a:r>
          </a:p>
        </p:txBody>
      </p:sp>
      <p:sp>
        <p:nvSpPr>
          <p:cNvPr id="19" name="Crash step number 05">
            <a:extLst xmlns:a="http://schemas.openxmlformats.org/drawingml/2006/main">
              <a:ext uri="{FF2B5EF4-FFF2-40B4-BE49-F238E27FC236}">
                <a16:creationId xmlns:a16="http://schemas.microsoft.com/office/drawing/2014/main" id="{E8220FAF-6F95-458F-8F1A-A74E1733F666}"/>
              </a:ext>
            </a:extLst>
          </p:cNvPr>
          <p:cNvSpPr>
            <a:spLocks xmlns:a="http://schemas.openxmlformats.org/drawingml/2006/main" noGrp="1"/>
          </p:cNvSpPr>
          <p:nvPr/>
        </p:nvSpPr>
        <p:spPr>
          <a:xfrm xmlns:a="http://schemas.openxmlformats.org/drawingml/2006/main">
            <a:off x="133350" y="416242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FFFF0A"/>
                </a:solidFill>
                <a:latin typeface="Space Grotesk"/>
                <a:ea typeface="Space Grotesk"/>
                <a:cs typeface="Space Grotesk"/>
              </a:defRPr>
            </a:defPPr>
            <a:lvl1pPr algn="l">
              <a:defRPr sz="1238" b="1">
                <a:solidFill>
                  <a:srgbClr val="FFFF0A"/>
                </a:solidFill>
                <a:latin typeface="Space Grotesk"/>
                <a:ea typeface="Space Grotesk"/>
                <a:cs typeface="Space Grotesk"/>
              </a:defRPr>
            </a:lvl1pPr>
            <a:lvl2pPr algn="l">
              <a:defRPr sz="1238" b="1">
                <a:solidFill>
                  <a:srgbClr val="FFFF0A"/>
                </a:solidFill>
                <a:latin typeface="Space Grotesk"/>
                <a:ea typeface="Space Grotesk"/>
                <a:cs typeface="Space Grotesk"/>
              </a:defRPr>
            </a:lvl2pPr>
            <a:lvl3pPr algn="l">
              <a:defRPr sz="1238" b="1">
                <a:solidFill>
                  <a:srgbClr val="FFFF0A"/>
                </a:solidFill>
                <a:latin typeface="Space Grotesk"/>
                <a:ea typeface="Space Grotesk"/>
                <a:cs typeface="Space Grotesk"/>
              </a:defRPr>
            </a:lvl3pPr>
            <a:lvl4pPr algn="l">
              <a:defRPr sz="1238" b="1">
                <a:solidFill>
                  <a:srgbClr val="FFFF0A"/>
                </a:solidFill>
                <a:latin typeface="Space Grotesk"/>
                <a:ea typeface="Space Grotesk"/>
                <a:cs typeface="Space Grotesk"/>
              </a:defRPr>
            </a:lvl4pPr>
            <a:lvl5pPr algn="l">
              <a:defRPr sz="1238" b="1">
                <a:solidFill>
                  <a:srgbClr val="FFFF0A"/>
                </a:solidFill>
                <a:latin typeface="Space Grotesk"/>
                <a:ea typeface="Space Grotesk"/>
                <a:cs typeface="Space Grotesk"/>
              </a:defRPr>
            </a:lvl5pPr>
            <a:lvl6pPr algn="l">
              <a:defRPr sz="1238" b="1">
                <a:solidFill>
                  <a:srgbClr val="FFFF0A"/>
                </a:solidFill>
                <a:latin typeface="Space Grotesk"/>
                <a:ea typeface="Space Grotesk"/>
                <a:cs typeface="Space Grotesk"/>
              </a:defRPr>
            </a:lvl6pPr>
            <a:lvl7pPr algn="l">
              <a:defRPr sz="1238" b="1">
                <a:solidFill>
                  <a:srgbClr val="FFFF0A"/>
                </a:solidFill>
                <a:latin typeface="Space Grotesk"/>
                <a:ea typeface="Space Grotesk"/>
                <a:cs typeface="Space Grotesk"/>
              </a:defRPr>
            </a:lvl7pPr>
            <a:lvl8pPr algn="l">
              <a:defRPr sz="1238" b="1">
                <a:solidFill>
                  <a:srgbClr val="FFFF0A"/>
                </a:solidFill>
                <a:latin typeface="Space Grotesk"/>
                <a:ea typeface="Space Grotesk"/>
                <a:cs typeface="Space Grotesk"/>
              </a:defRPr>
            </a:lvl8pPr>
            <a:lvl9pPr algn="l">
              <a:defRPr sz="1238" b="1">
                <a:solidFill>
                  <a:srgbClr val="FFFF0A"/>
                </a:solidFill>
                <a:latin typeface="Space Grotesk"/>
                <a:ea typeface="Space Grotesk"/>
                <a:cs typeface="Space Grotesk"/>
              </a:defRPr>
            </a:lvl9pPr>
          </a:lstStyle>
          <a:p xmlns:a="http://schemas.openxmlformats.org/drawingml/2006/main">
            <a:pPr algn="l">
              <a:lnSpc>
                <a:spcPct val="100000"/>
              </a:lnSpc>
              <a:buNone/>
              <a:defRPr sz="1238" b="1">
                <a:solidFill>
                  <a:srgbClr val="FFFF0A"/>
                </a:solidFill>
                <a:latin typeface="Space Grotesk"/>
                <a:ea typeface="Space Grotesk"/>
                <a:cs typeface="Space Grotesk"/>
              </a:defRPr>
            </a:pPr>
            <a:r>
              <a:rPr sz="1238" b="1">
                <a:solidFill>
                  <a:srgbClr val="FFFF0A"/>
                </a:solidFill>
                <a:latin typeface="Space Grotesk"/>
                <a:ea typeface="Space Grotesk"/>
                <a:cs typeface="Space Grotesk"/>
              </a:rPr>
              <a:t>05</a:t>
            </a:r>
          </a:p>
        </p:txBody>
      </p:sp>
      <p:sp>
        <p:nvSpPr>
          <p:cNvPr id="20" name="Crash step heading 05">
            <a:extLst xmlns:a="http://schemas.openxmlformats.org/drawingml/2006/main">
              <a:ext uri="{FF2B5EF4-FFF2-40B4-BE49-F238E27FC236}">
                <a16:creationId xmlns:a16="http://schemas.microsoft.com/office/drawing/2014/main" id="{C4DE19EB-8B83-44AC-BA8B-7C0A9BFE765E}"/>
              </a:ext>
            </a:extLst>
          </p:cNvPr>
          <p:cNvSpPr>
            <a:spLocks xmlns:a="http://schemas.openxmlformats.org/drawingml/2006/main" noGrp="1"/>
          </p:cNvSpPr>
          <p:nvPr/>
        </p:nvSpPr>
        <p:spPr>
          <a:xfrm xmlns:a="http://schemas.openxmlformats.org/drawingml/2006/main">
            <a:off x="495300" y="4124325"/>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1">
                <a:solidFill>
                  <a:srgbClr val="FFFF0A"/>
                </a:solidFill>
                <a:latin typeface="Space Grotesk"/>
                <a:ea typeface="Space Grotesk"/>
                <a:cs typeface="Space Grotesk"/>
              </a:defRPr>
            </a:defPPr>
            <a:lvl1pPr algn="l">
              <a:defRPr sz="1013" b="1">
                <a:solidFill>
                  <a:srgbClr val="FFFF0A"/>
                </a:solidFill>
                <a:latin typeface="Space Grotesk"/>
                <a:ea typeface="Space Grotesk"/>
                <a:cs typeface="Space Grotesk"/>
              </a:defRPr>
            </a:lvl1pPr>
            <a:lvl2pPr algn="l">
              <a:defRPr sz="1013" b="1">
                <a:solidFill>
                  <a:srgbClr val="FFFF0A"/>
                </a:solidFill>
                <a:latin typeface="Space Grotesk"/>
                <a:ea typeface="Space Grotesk"/>
                <a:cs typeface="Space Grotesk"/>
              </a:defRPr>
            </a:lvl2pPr>
            <a:lvl3pPr algn="l">
              <a:defRPr sz="1013" b="1">
                <a:solidFill>
                  <a:srgbClr val="FFFF0A"/>
                </a:solidFill>
                <a:latin typeface="Space Grotesk"/>
                <a:ea typeface="Space Grotesk"/>
                <a:cs typeface="Space Grotesk"/>
              </a:defRPr>
            </a:lvl3pPr>
            <a:lvl4pPr algn="l">
              <a:defRPr sz="1013" b="1">
                <a:solidFill>
                  <a:srgbClr val="FFFF0A"/>
                </a:solidFill>
                <a:latin typeface="Space Grotesk"/>
                <a:ea typeface="Space Grotesk"/>
                <a:cs typeface="Space Grotesk"/>
              </a:defRPr>
            </a:lvl4pPr>
            <a:lvl5pPr algn="l">
              <a:defRPr sz="1013" b="1">
                <a:solidFill>
                  <a:srgbClr val="FFFF0A"/>
                </a:solidFill>
                <a:latin typeface="Space Grotesk"/>
                <a:ea typeface="Space Grotesk"/>
                <a:cs typeface="Space Grotesk"/>
              </a:defRPr>
            </a:lvl5pPr>
            <a:lvl6pPr algn="l">
              <a:defRPr sz="1013" b="1">
                <a:solidFill>
                  <a:srgbClr val="FFFF0A"/>
                </a:solidFill>
                <a:latin typeface="Space Grotesk"/>
                <a:ea typeface="Space Grotesk"/>
                <a:cs typeface="Space Grotesk"/>
              </a:defRPr>
            </a:lvl6pPr>
            <a:lvl7pPr algn="l">
              <a:defRPr sz="1013" b="1">
                <a:solidFill>
                  <a:srgbClr val="FFFF0A"/>
                </a:solidFill>
                <a:latin typeface="Space Grotesk"/>
                <a:ea typeface="Space Grotesk"/>
                <a:cs typeface="Space Grotesk"/>
              </a:defRPr>
            </a:lvl7pPr>
            <a:lvl8pPr algn="l">
              <a:defRPr sz="1013" b="1">
                <a:solidFill>
                  <a:srgbClr val="FFFF0A"/>
                </a:solidFill>
                <a:latin typeface="Space Grotesk"/>
                <a:ea typeface="Space Grotesk"/>
                <a:cs typeface="Space Grotesk"/>
              </a:defRPr>
            </a:lvl8pPr>
            <a:lvl9pPr algn="l">
              <a:defRPr sz="1013" b="1">
                <a:solidFill>
                  <a:srgbClr val="FFFF0A"/>
                </a:solidFill>
                <a:latin typeface="Space Grotesk"/>
                <a:ea typeface="Space Grotesk"/>
                <a:cs typeface="Space Grotesk"/>
              </a:defRPr>
            </a:lvl9pPr>
          </a:lstStyle>
          <a:p xmlns:a="http://schemas.openxmlformats.org/drawingml/2006/main">
            <a:pPr algn="l">
              <a:lnSpc>
                <a:spcPct val="94000"/>
              </a:lnSpc>
              <a:buNone/>
              <a:defRPr sz="1013" b="1">
                <a:solidFill>
                  <a:srgbClr val="FFFF0A"/>
                </a:solidFill>
                <a:latin typeface="Space Grotesk"/>
                <a:ea typeface="Space Grotesk"/>
                <a:cs typeface="Space Grotesk"/>
              </a:defRPr>
            </a:pPr>
            <a:r>
              <a:rPr sz="1013" b="1">
                <a:solidFill>
                  <a:srgbClr val="FFFF0A"/>
                </a:solidFill>
                <a:latin typeface="Space Grotesk"/>
                <a:ea typeface="Space Grotesk"/>
                <a:cs typeface="Space Grotesk"/>
              </a:rPr>
              <a:t>Protect your records and your rights</a:t>
            </a:r>
          </a:p>
        </p:txBody>
      </p:sp>
      <p:sp>
        <p:nvSpPr>
          <p:cNvPr id="21" name="Crash step copy 05">
            <a:extLst xmlns:a="http://schemas.openxmlformats.org/drawingml/2006/main">
              <a:ext uri="{FF2B5EF4-FFF2-40B4-BE49-F238E27FC236}">
                <a16:creationId xmlns:a16="http://schemas.microsoft.com/office/drawing/2014/main" id="{1449BB38-33D9-4C08-8EFD-AA7512E4DF6D}"/>
              </a:ext>
            </a:extLst>
          </p:cNvPr>
          <p:cNvSpPr>
            <a:spLocks xmlns:a="http://schemas.openxmlformats.org/drawingml/2006/main" noGrp="1"/>
          </p:cNvSpPr>
          <p:nvPr/>
        </p:nvSpPr>
        <p:spPr>
          <a:xfrm xmlns:a="http://schemas.openxmlformats.org/drawingml/2006/main">
            <a:off x="495300" y="43624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FFFFFF"/>
                </a:solidFill>
                <a:latin typeface="Arial"/>
                <a:ea typeface="Arial"/>
                <a:cs typeface="Arial"/>
              </a:defRPr>
            </a:defPPr>
            <a:lvl1pPr algn="l">
              <a:defRPr sz="953" b="0">
                <a:solidFill>
                  <a:srgbClr val="FFFFFF"/>
                </a:solidFill>
                <a:latin typeface="Arial"/>
                <a:ea typeface="Arial"/>
                <a:cs typeface="Arial"/>
              </a:defRPr>
            </a:lvl1pPr>
            <a:lvl2pPr algn="l">
              <a:defRPr sz="953" b="0">
                <a:solidFill>
                  <a:srgbClr val="FFFFFF"/>
                </a:solidFill>
                <a:latin typeface="Arial"/>
                <a:ea typeface="Arial"/>
                <a:cs typeface="Arial"/>
              </a:defRPr>
            </a:lvl2pPr>
            <a:lvl3pPr algn="l">
              <a:defRPr sz="953" b="0">
                <a:solidFill>
                  <a:srgbClr val="FFFFFF"/>
                </a:solidFill>
                <a:latin typeface="Arial"/>
                <a:ea typeface="Arial"/>
                <a:cs typeface="Arial"/>
              </a:defRPr>
            </a:lvl3pPr>
            <a:lvl4pPr algn="l">
              <a:defRPr sz="953" b="0">
                <a:solidFill>
                  <a:srgbClr val="FFFFFF"/>
                </a:solidFill>
                <a:latin typeface="Arial"/>
                <a:ea typeface="Arial"/>
                <a:cs typeface="Arial"/>
              </a:defRPr>
            </a:lvl4pPr>
            <a:lvl5pPr algn="l">
              <a:defRPr sz="953" b="0">
                <a:solidFill>
                  <a:srgbClr val="FFFFFF"/>
                </a:solidFill>
                <a:latin typeface="Arial"/>
                <a:ea typeface="Arial"/>
                <a:cs typeface="Arial"/>
              </a:defRPr>
            </a:lvl5pPr>
            <a:lvl6pPr algn="l">
              <a:defRPr sz="953" b="0">
                <a:solidFill>
                  <a:srgbClr val="FFFFFF"/>
                </a:solidFill>
                <a:latin typeface="Arial"/>
                <a:ea typeface="Arial"/>
                <a:cs typeface="Arial"/>
              </a:defRPr>
            </a:lvl6pPr>
            <a:lvl7pPr algn="l">
              <a:defRPr sz="953" b="0">
                <a:solidFill>
                  <a:srgbClr val="FFFFFF"/>
                </a:solidFill>
                <a:latin typeface="Arial"/>
                <a:ea typeface="Arial"/>
                <a:cs typeface="Arial"/>
              </a:defRPr>
            </a:lvl7pPr>
            <a:lvl8pPr algn="l">
              <a:defRPr sz="953" b="0">
                <a:solidFill>
                  <a:srgbClr val="FFFFFF"/>
                </a:solidFill>
                <a:latin typeface="Arial"/>
                <a:ea typeface="Arial"/>
                <a:cs typeface="Arial"/>
              </a:defRPr>
            </a:lvl8pPr>
            <a:lvl9pPr algn="l">
              <a:defRPr sz="953" b="0">
                <a:solidFill>
                  <a:srgbClr val="FFFFFF"/>
                </a:solidFill>
                <a:latin typeface="Arial"/>
                <a:ea typeface="Arial"/>
                <a:cs typeface="Arial"/>
              </a:defRPr>
            </a:lvl9pPr>
          </a:lstStyle>
          <a:p xmlns:a="http://schemas.openxmlformats.org/drawingml/2006/main">
            <a:pPr algn="l">
              <a:lnSpc>
                <a:spcPct val="95000"/>
              </a:lnSpc>
              <a:buNone/>
              <a:defRPr sz="953" b="0">
                <a:solidFill>
                  <a:srgbClr val="FFFFFF"/>
                </a:solidFill>
                <a:latin typeface="Arial"/>
                <a:ea typeface="Arial"/>
                <a:cs typeface="Arial"/>
              </a:defRPr>
            </a:pPr>
            <a:r>
              <a:rPr sz="953" b="0">
                <a:solidFill>
                  <a:srgbClr val="FFFFFF"/>
                </a:solidFill>
                <a:latin typeface="Arial"/>
                <a:ea typeface="Arial"/>
                <a:cs typeface="Arial"/>
              </a:rPr>
              <a:t>Keep reports, photos, medical and repair records, and insurance messages.</a:t>
            </a:r>
          </a:p>
        </p:txBody>
      </p:sp>
      <p:sp>
        <p:nvSpPr>
          <p:cNvPr id="22" name="Field back resource footer">
            <a:extLst xmlns:a="http://schemas.openxmlformats.org/drawingml/2006/main">
              <a:ext uri="{FF2B5EF4-FFF2-40B4-BE49-F238E27FC236}">
                <a16:creationId xmlns:a16="http://schemas.microsoft.com/office/drawing/2014/main" id="{458C56A1-3B87-4DB8-A9D6-C6B13B5883AF}"/>
              </a:ext>
            </a:extLst>
          </p:cNvPr>
          <p:cNvSpPr>
            <a:spLocks xmlns:a="http://schemas.openxmlformats.org/drawingml/2006/main" noGrp="1"/>
          </p:cNvSpPr>
          <p:nvPr/>
        </p:nvSpPr>
        <p:spPr>
          <a:xfrm xmlns:a="http://schemas.openxmlformats.org/drawingml/2006/main">
            <a:off x="0" y="4695825"/>
            <a:ext cx="3657600" cy="790575"/>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23" name="Logo ground">
            <a:extLst xmlns:a="http://schemas.openxmlformats.org/drawingml/2006/main">
              <a:ext uri="{FF2B5EF4-FFF2-40B4-BE49-F238E27FC236}">
                <a16:creationId xmlns:a16="http://schemas.microsoft.com/office/drawing/2014/main" id="{6EDC4D74-89E6-490B-B778-AEBA5A5E2B25}"/>
              </a:ext>
            </a:extLst>
          </p:cNvPr>
          <p:cNvSpPr>
            <a:spLocks xmlns:a="http://schemas.openxmlformats.org/drawingml/2006/main" noGrp="1"/>
          </p:cNvSpPr>
          <p:nvPr/>
        </p:nvSpPr>
        <p:spPr>
          <a:xfrm xmlns:a="http://schemas.openxmlformats.org/drawingml/2006/main">
            <a:off x="95250" y="4791075"/>
            <a:ext cx="571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0">
            <a:noFill/>
            <a:prstDash val="solid"/>
          </a:ln>
        </p:spPr>
      </p:sp>
      <p:pic>
        <p:nvPicPr>
          <p:cNvPr id="24" name="">
            <a:extLst xmlns:a="http://schemas.openxmlformats.org/drawingml/2006/main">
              <a:ext uri="{FF2B5EF4-FFF2-40B4-BE49-F238E27FC236}">
                <a16:creationId xmlns:a16="http://schemas.microsoft.com/office/drawing/2014/main" id="{40CE973D-AD60-4DC1-854B-AFE5E5FAB3DB}"/>
              </a:ext>
            </a:extLst>
          </p:cNvPr>
          <p:cNvPicPr>
            <a:picLocks xmlns:a="http://schemas.openxmlformats.org/drawingml/2006/main" noChangeAspect="1"/>
          </p:cNvPicPr>
          <p:nvPr/>
        </p:nvPicPr>
        <p:blipFill>
          <a:blip xmlns:r="http://schemas.openxmlformats.org/officeDocument/2006/relationships" xmlns:a="http://schemas.openxmlformats.org/drawingml/2006/main" r:embed="R1d4e9850a47842e8"/>
          <a:stretch xmlns:a="http://schemas.openxmlformats.org/drawingml/2006/main"/>
        </p:blipFill>
        <p:spPr>
          <a:xfrm xmlns:a="http://schemas.openxmlformats.org/drawingml/2006/main">
            <a:off x="133350" y="4829175"/>
            <a:ext cx="495300" cy="495300"/>
          </a:xfrm>
          <a:prstGeom xmlns:a="http://schemas.openxmlformats.org/drawingml/2006/main" prst="rect">
            <a:avLst/>
          </a:prstGeom>
        </p:spPr>
      </p:pic>
      <p:sp>
        <p:nvSpPr>
          <p:cNvPr id="25" name="Field back URL">
            <a:extLst xmlns:a="http://schemas.openxmlformats.org/drawingml/2006/main">
              <a:ext uri="{FF2B5EF4-FFF2-40B4-BE49-F238E27FC236}">
                <a16:creationId xmlns:a16="http://schemas.microsoft.com/office/drawing/2014/main" id="{84F2693C-FCC9-4260-8E08-0958AF3A638D}"/>
              </a:ext>
            </a:extLst>
          </p:cNvPr>
          <p:cNvSpPr>
            <a:spLocks xmlns:a="http://schemas.openxmlformats.org/drawingml/2006/main" noGrp="1"/>
          </p:cNvSpPr>
          <p:nvPr/>
        </p:nvSpPr>
        <p:spPr>
          <a:xfrm xmlns:a="http://schemas.openxmlformats.org/drawingml/2006/main">
            <a:off x="762000" y="4791075"/>
            <a:ext cx="152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7926CB"/>
                </a:solidFill>
                <a:latin typeface="Space Grotesk"/>
                <a:ea typeface="Space Grotesk"/>
                <a:cs typeface="Space Grotesk"/>
              </a:defRPr>
            </a:defPPr>
            <a:lvl1pPr algn="l">
              <a:defRPr sz="1388" b="1">
                <a:solidFill>
                  <a:srgbClr val="7926CB"/>
                </a:solidFill>
                <a:latin typeface="Space Grotesk"/>
                <a:ea typeface="Space Grotesk"/>
                <a:cs typeface="Space Grotesk"/>
              </a:defRPr>
            </a:lvl1pPr>
            <a:lvl2pPr algn="l">
              <a:defRPr sz="1388" b="1">
                <a:solidFill>
                  <a:srgbClr val="7926CB"/>
                </a:solidFill>
                <a:latin typeface="Space Grotesk"/>
                <a:ea typeface="Space Grotesk"/>
                <a:cs typeface="Space Grotesk"/>
              </a:defRPr>
            </a:lvl2pPr>
            <a:lvl3pPr algn="l">
              <a:defRPr sz="1388" b="1">
                <a:solidFill>
                  <a:srgbClr val="7926CB"/>
                </a:solidFill>
                <a:latin typeface="Space Grotesk"/>
                <a:ea typeface="Space Grotesk"/>
                <a:cs typeface="Space Grotesk"/>
              </a:defRPr>
            </a:lvl3pPr>
            <a:lvl4pPr algn="l">
              <a:defRPr sz="1388" b="1">
                <a:solidFill>
                  <a:srgbClr val="7926CB"/>
                </a:solidFill>
                <a:latin typeface="Space Grotesk"/>
                <a:ea typeface="Space Grotesk"/>
                <a:cs typeface="Space Grotesk"/>
              </a:defRPr>
            </a:lvl4pPr>
            <a:lvl5pPr algn="l">
              <a:defRPr sz="1388" b="1">
                <a:solidFill>
                  <a:srgbClr val="7926CB"/>
                </a:solidFill>
                <a:latin typeface="Space Grotesk"/>
                <a:ea typeface="Space Grotesk"/>
                <a:cs typeface="Space Grotesk"/>
              </a:defRPr>
            </a:lvl5pPr>
            <a:lvl6pPr algn="l">
              <a:defRPr sz="1388" b="1">
                <a:solidFill>
                  <a:srgbClr val="7926CB"/>
                </a:solidFill>
                <a:latin typeface="Space Grotesk"/>
                <a:ea typeface="Space Grotesk"/>
                <a:cs typeface="Space Grotesk"/>
              </a:defRPr>
            </a:lvl6pPr>
            <a:lvl7pPr algn="l">
              <a:defRPr sz="1388" b="1">
                <a:solidFill>
                  <a:srgbClr val="7926CB"/>
                </a:solidFill>
                <a:latin typeface="Space Grotesk"/>
                <a:ea typeface="Space Grotesk"/>
                <a:cs typeface="Space Grotesk"/>
              </a:defRPr>
            </a:lvl7pPr>
            <a:lvl8pPr algn="l">
              <a:defRPr sz="1388" b="1">
                <a:solidFill>
                  <a:srgbClr val="7926CB"/>
                </a:solidFill>
                <a:latin typeface="Space Grotesk"/>
                <a:ea typeface="Space Grotesk"/>
                <a:cs typeface="Space Grotesk"/>
              </a:defRPr>
            </a:lvl8pPr>
            <a:lvl9pPr algn="l">
              <a:defRPr sz="1388" b="1">
                <a:solidFill>
                  <a:srgbClr val="7926CB"/>
                </a:solidFill>
                <a:latin typeface="Space Grotesk"/>
                <a:ea typeface="Space Grotesk"/>
                <a:cs typeface="Space Grotesk"/>
              </a:defRPr>
            </a:lvl9pPr>
          </a:lstStyle>
          <a:p xmlns:a="http://schemas.openxmlformats.org/drawingml/2006/main">
            <a:pPr algn="l">
              <a:lnSpc>
                <a:spcPct val="100000"/>
              </a:lnSpc>
              <a:buNone/>
              <a:defRPr sz="1388" b="1">
                <a:solidFill>
                  <a:srgbClr val="7926CB"/>
                </a:solidFill>
                <a:latin typeface="Space Grotesk"/>
                <a:ea typeface="Space Grotesk"/>
                <a:cs typeface="Space Grotesk"/>
              </a:defRPr>
            </a:pPr>
            <a:r>
              <a:rPr sz="1388" b="1">
                <a:solidFill>
                  <a:srgbClr val="7926CB"/>
                </a:solidFill>
                <a:latin typeface="Space Grotesk"/>
                <a:ea typeface="Space Grotesk"/>
                <a:cs typeface="Space Grotesk"/>
              </a:rPr>
              <a:t>3fp.org</a:t>
            </a:r>
          </a:p>
        </p:txBody>
      </p:sp>
      <p:sp>
        <p:nvSpPr>
          <p:cNvPr id="26" name="Field back CTA">
            <a:extLst xmlns:a="http://schemas.openxmlformats.org/drawingml/2006/main">
              <a:ext uri="{FF2B5EF4-FFF2-40B4-BE49-F238E27FC236}">
                <a16:creationId xmlns:a16="http://schemas.microsoft.com/office/drawing/2014/main" id="{3238D6CE-96F5-49D4-AC9C-4CAB47396E9E}"/>
              </a:ext>
            </a:extLst>
          </p:cNvPr>
          <p:cNvSpPr>
            <a:spLocks xmlns:a="http://schemas.openxmlformats.org/drawingml/2006/main" noGrp="1"/>
          </p:cNvSpPr>
          <p:nvPr/>
        </p:nvSpPr>
        <p:spPr>
          <a:xfrm xmlns:a="http://schemas.openxmlformats.org/drawingml/2006/main">
            <a:off x="762000" y="5057775"/>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70" b="1">
                <a:solidFill>
                  <a:srgbClr val="201333"/>
                </a:solidFill>
                <a:latin typeface="Arial"/>
                <a:ea typeface="Arial"/>
                <a:cs typeface="Arial"/>
              </a:defRPr>
            </a:defPPr>
            <a:lvl1pPr algn="l">
              <a:defRPr sz="870" b="1">
                <a:solidFill>
                  <a:srgbClr val="201333"/>
                </a:solidFill>
                <a:latin typeface="Arial"/>
                <a:ea typeface="Arial"/>
                <a:cs typeface="Arial"/>
              </a:defRPr>
            </a:lvl1pPr>
            <a:lvl2pPr algn="l">
              <a:defRPr sz="870" b="1">
                <a:solidFill>
                  <a:srgbClr val="201333"/>
                </a:solidFill>
                <a:latin typeface="Arial"/>
                <a:ea typeface="Arial"/>
                <a:cs typeface="Arial"/>
              </a:defRPr>
            </a:lvl2pPr>
            <a:lvl3pPr algn="l">
              <a:defRPr sz="870" b="1">
                <a:solidFill>
                  <a:srgbClr val="201333"/>
                </a:solidFill>
                <a:latin typeface="Arial"/>
                <a:ea typeface="Arial"/>
                <a:cs typeface="Arial"/>
              </a:defRPr>
            </a:lvl3pPr>
            <a:lvl4pPr algn="l">
              <a:defRPr sz="870" b="1">
                <a:solidFill>
                  <a:srgbClr val="201333"/>
                </a:solidFill>
                <a:latin typeface="Arial"/>
                <a:ea typeface="Arial"/>
                <a:cs typeface="Arial"/>
              </a:defRPr>
            </a:lvl4pPr>
            <a:lvl5pPr algn="l">
              <a:defRPr sz="870" b="1">
                <a:solidFill>
                  <a:srgbClr val="201333"/>
                </a:solidFill>
                <a:latin typeface="Arial"/>
                <a:ea typeface="Arial"/>
                <a:cs typeface="Arial"/>
              </a:defRPr>
            </a:lvl5pPr>
            <a:lvl6pPr algn="l">
              <a:defRPr sz="870" b="1">
                <a:solidFill>
                  <a:srgbClr val="201333"/>
                </a:solidFill>
                <a:latin typeface="Arial"/>
                <a:ea typeface="Arial"/>
                <a:cs typeface="Arial"/>
              </a:defRPr>
            </a:lvl6pPr>
            <a:lvl7pPr algn="l">
              <a:defRPr sz="870" b="1">
                <a:solidFill>
                  <a:srgbClr val="201333"/>
                </a:solidFill>
                <a:latin typeface="Arial"/>
                <a:ea typeface="Arial"/>
                <a:cs typeface="Arial"/>
              </a:defRPr>
            </a:lvl7pPr>
            <a:lvl8pPr algn="l">
              <a:defRPr sz="870" b="1">
                <a:solidFill>
                  <a:srgbClr val="201333"/>
                </a:solidFill>
                <a:latin typeface="Arial"/>
                <a:ea typeface="Arial"/>
                <a:cs typeface="Arial"/>
              </a:defRPr>
            </a:lvl8pPr>
            <a:lvl9pPr algn="l">
              <a:defRPr sz="870" b="1">
                <a:solidFill>
                  <a:srgbClr val="201333"/>
                </a:solidFill>
                <a:latin typeface="Arial"/>
                <a:ea typeface="Arial"/>
                <a:cs typeface="Arial"/>
              </a:defRPr>
            </a:lvl9pPr>
          </a:lstStyle>
          <a:p xmlns:a="http://schemas.openxmlformats.org/drawingml/2006/main">
            <a:pPr algn="l">
              <a:lnSpc>
                <a:spcPct val="100000"/>
              </a:lnSpc>
              <a:buNone/>
              <a:defRPr sz="870" b="1">
                <a:solidFill>
                  <a:srgbClr val="201333"/>
                </a:solidFill>
                <a:latin typeface="Arial"/>
                <a:ea typeface="Arial"/>
                <a:cs typeface="Arial"/>
              </a:defRPr>
            </a:pPr>
            <a:r>
              <a:rPr sz="870" b="1">
                <a:solidFill>
                  <a:srgbClr val="201333"/>
                </a:solidFill>
                <a:latin typeface="Arial"/>
                <a:ea typeface="Arial"/>
                <a:cs typeface="Arial"/>
              </a:rPr>
              <a:t>Find groups and public rides.</a:t>
            </a:r>
          </a:p>
        </p:txBody>
      </p:sp>
      <p:sp>
        <p:nvSpPr>
          <p:cNvPr id="27" name="QR white quiet zone">
            <a:extLst xmlns:a="http://schemas.openxmlformats.org/drawingml/2006/main">
              <a:ext uri="{FF2B5EF4-FFF2-40B4-BE49-F238E27FC236}">
                <a16:creationId xmlns:a16="http://schemas.microsoft.com/office/drawing/2014/main" id="{7D9AB870-ACEB-485D-8479-29DD02A0AA67}"/>
              </a:ext>
            </a:extLst>
          </p:cNvPr>
          <p:cNvSpPr>
            <a:spLocks xmlns:a="http://schemas.openxmlformats.org/drawingml/2006/main" noGrp="1"/>
          </p:cNvSpPr>
          <p:nvPr/>
        </p:nvSpPr>
        <p:spPr>
          <a:xfrm xmlns:a="http://schemas.openxmlformats.org/drawingml/2006/main">
            <a:off x="2886075" y="4743450"/>
            <a:ext cx="695325" cy="6953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8" name="">
            <a:extLst xmlns:a="http://schemas.openxmlformats.org/drawingml/2006/main">
              <a:ext uri="{FF2B5EF4-FFF2-40B4-BE49-F238E27FC236}">
                <a16:creationId xmlns:a16="http://schemas.microsoft.com/office/drawing/2014/main" id="{B3F44E3F-751D-4D87-8929-B8E223B9B904}"/>
              </a:ext>
            </a:extLst>
          </p:cNvPr>
          <p:cNvPicPr>
            <a:picLocks xmlns:a="http://schemas.openxmlformats.org/drawingml/2006/main" noChangeAspect="1"/>
          </p:cNvPicPr>
          <p:nvPr/>
        </p:nvPicPr>
        <p:blipFill>
          <a:blip xmlns:r="http://schemas.openxmlformats.org/officeDocument/2006/relationships" xmlns:a="http://schemas.openxmlformats.org/drawingml/2006/main" r:embed="R59f2ac0bdf2e41b7"/>
          <a:stretch xmlns:a="http://schemas.openxmlformats.org/drawingml/2006/main"/>
        </p:blipFill>
        <p:spPr>
          <a:xfrm xmlns:a="http://schemas.openxmlformats.org/drawingml/2006/main">
            <a:off x="2914650" y="4772025"/>
            <a:ext cx="638175" cy="638175"/>
          </a:xfrm>
          <a:prstGeom xmlns:a="http://schemas.openxmlformats.org/drawingml/2006/main" prst="rect">
            <a:avLst/>
          </a:prstGeom>
        </p:spPr>
      </p:pic>
    </p:spTree>
    <p:extLst>
      <p:ext uri="{BB962C8B-B14F-4D97-AF65-F5344CB8AC3E}">
        <p14:creationId xmlns:p14="http://schemas.microsoft.com/office/powerpoint/2010/main" val="20065597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2026-10-29T14:34:06.9210000Z</dcterms:created>
  <dcterms:modified xsi:type="dcterms:W3CDTF">2026-10-29T14:34:06.9210000Z</dcterms:modified>
</coreProperties>
</file>